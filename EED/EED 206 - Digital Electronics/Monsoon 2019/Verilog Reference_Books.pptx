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DEE2A57-7647-4549-9079-F29C0DAB636F}">
          <p14:sldIdLst>
            <p14:sldId id="263"/>
          </p14:sldIdLst>
        </p14:section>
        <p14:section name="Untitled Section" id="{575DC647-4E5F-4986-8EEC-B465275F486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FC69F-14B8-46AF-98BE-1E415D6AC258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525C2-A34D-4D78-8CB6-98C3B6F4D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69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F7BA-42FA-47DD-B010-202B6D5CB9C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279C-1C14-42E3-B158-E45056462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58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F7BA-42FA-47DD-B010-202B6D5CB9C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279C-1C14-42E3-B158-E45056462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939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F7BA-42FA-47DD-B010-202B6D5CB9C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279C-1C14-42E3-B158-E45056462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81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F7BA-42FA-47DD-B010-202B6D5CB9C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279C-1C14-42E3-B158-E45056462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25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F7BA-42FA-47DD-B010-202B6D5CB9C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279C-1C14-42E3-B158-E45056462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14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F7BA-42FA-47DD-B010-202B6D5CB9C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279C-1C14-42E3-B158-E45056462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F7BA-42FA-47DD-B010-202B6D5CB9C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279C-1C14-42E3-B158-E45056462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15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F7BA-42FA-47DD-B010-202B6D5CB9C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279C-1C14-42E3-B158-E45056462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5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F7BA-42FA-47DD-B010-202B6D5CB9C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279C-1C14-42E3-B158-E45056462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5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F7BA-42FA-47DD-B010-202B6D5CB9C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279C-1C14-42E3-B158-E45056462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47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F7BA-42FA-47DD-B010-202B6D5CB9C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279C-1C14-42E3-B158-E45056462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66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0F7BA-42FA-47DD-B010-202B6D5CB9C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E279C-1C14-42E3-B158-E45056462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38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515600" cy="1325563"/>
          </a:xfrm>
        </p:spPr>
        <p:txBody>
          <a:bodyPr/>
          <a:lstStyle/>
          <a:p>
            <a:r>
              <a:rPr lang="en-US" dirty="0"/>
              <a:t>Recommended Books and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77755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 Verilog HDL Synthesis: A practical Primer , J </a:t>
            </a:r>
            <a:r>
              <a:rPr lang="en-US" dirty="0" err="1"/>
              <a:t>Bhasker</a:t>
            </a:r>
            <a:r>
              <a:rPr lang="en-US" dirty="0"/>
              <a:t>, ISBN : 0965039153</a:t>
            </a:r>
          </a:p>
          <a:p>
            <a:r>
              <a:rPr lang="en-US" dirty="0"/>
              <a:t> Verilog HDL : A guide to digital design and synthesis , by Samir </a:t>
            </a:r>
            <a:r>
              <a:rPr lang="en-US" dirty="0" err="1"/>
              <a:t>Palnitkar</a:t>
            </a:r>
            <a:r>
              <a:rPr lang="en-US" dirty="0"/>
              <a:t> , ISBN: 0130449113</a:t>
            </a:r>
          </a:p>
          <a:p>
            <a:r>
              <a:rPr lang="en-US" dirty="0"/>
              <a:t> “Advanced Digital Design with the Verilog HDL (2nd Edition), by M.D. </a:t>
            </a:r>
            <a:r>
              <a:rPr lang="en-US" dirty="0" err="1"/>
              <a:t>Ciletti</a:t>
            </a:r>
            <a:r>
              <a:rPr lang="en-US" dirty="0"/>
              <a:t>, ISBN:</a:t>
            </a:r>
          </a:p>
          <a:p>
            <a:pPr marL="0" indent="0">
              <a:buNone/>
            </a:pPr>
            <a:r>
              <a:rPr lang="en-US" dirty="0"/>
              <a:t> 0136019285.</a:t>
            </a:r>
          </a:p>
          <a:p>
            <a:r>
              <a:rPr lang="en-US" dirty="0"/>
              <a:t> “Verilog Styles for Synthesis of Digital Systems”, by David R. Smith, Paul </a:t>
            </a:r>
            <a:r>
              <a:rPr lang="en-US" dirty="0" err="1"/>
              <a:t>Franzon</a:t>
            </a:r>
            <a:r>
              <a:rPr lang="en-US" dirty="0"/>
              <a:t> , ISBN: 0201618605</a:t>
            </a:r>
          </a:p>
          <a:p>
            <a:r>
              <a:rPr lang="en-US" dirty="0"/>
              <a:t>“FPGA-based System Design” Wayne Wolf, Prentice Hall, 2004, ISBN 0131424610.</a:t>
            </a:r>
          </a:p>
          <a:p>
            <a:r>
              <a:rPr lang="en-US" dirty="0"/>
              <a:t>Xilinx ISE/</a:t>
            </a:r>
            <a:r>
              <a:rPr lang="en-US" dirty="0" err="1"/>
              <a:t>Vivado</a:t>
            </a:r>
            <a:r>
              <a:rPr lang="en-US" dirty="0"/>
              <a:t> License and shipping examples (For labs)</a:t>
            </a:r>
          </a:p>
          <a:p>
            <a:r>
              <a:rPr lang="en-US" dirty="0"/>
              <a:t>Any other book which has the relevant content (Internet resources/Material)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273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128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Recommended Books and Literature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Verilog HDL for Digital System Design</dc:title>
  <dc:creator>Prateek Sikka</dc:creator>
  <cp:lastModifiedBy>Prateek Sikka</cp:lastModifiedBy>
  <cp:revision>122</cp:revision>
  <dcterms:created xsi:type="dcterms:W3CDTF">2017-03-01T16:46:50Z</dcterms:created>
  <dcterms:modified xsi:type="dcterms:W3CDTF">2019-08-16T06:37:56Z</dcterms:modified>
</cp:coreProperties>
</file>