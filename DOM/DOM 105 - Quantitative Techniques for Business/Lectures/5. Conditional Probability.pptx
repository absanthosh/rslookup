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4E5F-6464-4215-9AA3-35319A1D8B3C}" type="datetimeFigureOut">
              <a:rPr lang="en-US" smtClean="0"/>
              <a:t>1/17/2019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8FF05-629C-482A-A107-5D38F6F54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970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4E5F-6464-4215-9AA3-35319A1D8B3C}" type="datetimeFigureOut">
              <a:rPr lang="en-US" smtClean="0"/>
              <a:t>1/17/2019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8FF05-629C-482A-A107-5D38F6F54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308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4E5F-6464-4215-9AA3-35319A1D8B3C}" type="datetimeFigureOut">
              <a:rPr lang="en-US" smtClean="0"/>
              <a:t>1/17/2019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8FF05-629C-482A-A107-5D38F6F54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0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4E5F-6464-4215-9AA3-35319A1D8B3C}" type="datetimeFigureOut">
              <a:rPr lang="en-US" smtClean="0"/>
              <a:t>1/17/2019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8FF05-629C-482A-A107-5D38F6F54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57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4E5F-6464-4215-9AA3-35319A1D8B3C}" type="datetimeFigureOut">
              <a:rPr lang="en-US" smtClean="0"/>
              <a:t>1/17/2019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8FF05-629C-482A-A107-5D38F6F54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441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4E5F-6464-4215-9AA3-35319A1D8B3C}" type="datetimeFigureOut">
              <a:rPr lang="en-US" smtClean="0"/>
              <a:t>1/17/2019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8FF05-629C-482A-A107-5D38F6F54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563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4E5F-6464-4215-9AA3-35319A1D8B3C}" type="datetimeFigureOut">
              <a:rPr lang="en-US" smtClean="0"/>
              <a:t>1/17/2019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8FF05-629C-482A-A107-5D38F6F54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568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4E5F-6464-4215-9AA3-35319A1D8B3C}" type="datetimeFigureOut">
              <a:rPr lang="en-US" smtClean="0"/>
              <a:t>1/17/2019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8FF05-629C-482A-A107-5D38F6F54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919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4E5F-6464-4215-9AA3-35319A1D8B3C}" type="datetimeFigureOut">
              <a:rPr lang="en-US" smtClean="0"/>
              <a:t>1/17/2019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8FF05-629C-482A-A107-5D38F6F54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508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4E5F-6464-4215-9AA3-35319A1D8B3C}" type="datetimeFigureOut">
              <a:rPr lang="en-US" smtClean="0"/>
              <a:t>1/17/2019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8FF05-629C-482A-A107-5D38F6F54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768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4E5F-6464-4215-9AA3-35319A1D8B3C}" type="datetimeFigureOut">
              <a:rPr lang="en-US" smtClean="0"/>
              <a:t>1/17/2019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8FF05-629C-482A-A107-5D38F6F54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0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94E5F-6464-4215-9AA3-35319A1D8B3C}" type="datetimeFigureOut">
              <a:rPr lang="en-US" smtClean="0"/>
              <a:t>1/17/2019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88FF05-629C-482A-A107-5D38F6F54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864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Conditional Probability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probability of event A happening if event B has already happened is called the </a:t>
            </a:r>
            <a:r>
              <a:rPr lang="en-US" b="1" dirty="0"/>
              <a:t>conditional probability</a:t>
            </a:r>
            <a:r>
              <a:rPr lang="en-US" dirty="0"/>
              <a:t> of A given B, written as P(A|B).</a:t>
            </a:r>
          </a:p>
          <a:p>
            <a:r>
              <a:rPr lang="en-US" dirty="0"/>
              <a:t>P(A|B) = P(A and B)/P(B)</a:t>
            </a:r>
          </a:p>
          <a:p>
            <a:r>
              <a:rPr lang="en-US" dirty="0"/>
              <a:t>Two events are called </a:t>
            </a:r>
            <a:r>
              <a:rPr lang="en-US" b="1" dirty="0"/>
              <a:t>Independent </a:t>
            </a:r>
            <a:r>
              <a:rPr lang="en-US" dirty="0"/>
              <a:t>if P(A|B) = P(A), i.e., P(A and B) = P(A).P(B)</a:t>
            </a:r>
          </a:p>
          <a:p>
            <a:r>
              <a:rPr lang="en-US" b="1" dirty="0" err="1"/>
              <a:t>Bayes</a:t>
            </a:r>
            <a:r>
              <a:rPr lang="en-US" b="1" dirty="0"/>
              <a:t>’ theorem: </a:t>
            </a:r>
            <a:r>
              <a:rPr lang="en-US" dirty="0"/>
              <a:t>P(B|A) = (P(A|B)P(B))/P(A)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332172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en-IN" dirty="0"/>
              <a:t>There are two competing companies X and Y. If X launches a product, there is a 60% chance that Y will launch a competing product. If Y is the first to launch a product, there is a 70% chance X will introduce a competing product. If the chances of X launching a product on its own is 75%, what is the chance of Y launching a product on its own?							</a:t>
            </a:r>
            <a:endParaRPr lang="en-US" dirty="0"/>
          </a:p>
          <a:p>
            <a:r>
              <a:rPr lang="en-IN" dirty="0"/>
              <a:t>P(Y|X)=0.6, P(X|Y)=0.7, P(X)=0.75</a:t>
            </a:r>
            <a:endParaRPr lang="en-US" dirty="0"/>
          </a:p>
          <a:p>
            <a:r>
              <a:rPr lang="en-IN" dirty="0"/>
              <a:t>By Bayes’ theorem, P(Y|X)=P(X|Y)P(Y)/P(X), so P(Y)=0.6*0.75/0.7=0.643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228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Decision trees</a:t>
            </a:r>
            <a:endParaRPr lang="en-IN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1752600"/>
            <a:ext cx="838200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53416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057400" y="381000"/>
            <a:ext cx="8153400" cy="6172200"/>
          </a:xfrm>
        </p:spPr>
        <p:txBody>
          <a:bodyPr/>
          <a:lstStyle/>
          <a:p>
            <a:r>
              <a:rPr lang="en-US" dirty="0" smtClean="0"/>
              <a:t>When </a:t>
            </a:r>
            <a:r>
              <a:rPr lang="en-US" dirty="0" err="1" smtClean="0"/>
              <a:t>Malinga</a:t>
            </a:r>
            <a:r>
              <a:rPr lang="en-US" dirty="0" smtClean="0"/>
              <a:t> plays for the Mumbai Indians the team has a 70% chance of victory. When he does not play, the chance of victory is 60%. </a:t>
            </a:r>
            <a:r>
              <a:rPr lang="en-US" dirty="0" err="1" smtClean="0"/>
              <a:t>Malinga</a:t>
            </a:r>
            <a:r>
              <a:rPr lang="en-US" dirty="0" smtClean="0"/>
              <a:t> has a 20% chance of not playing. If there are 16 matches in a season, how many matches is the team likely to win?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From the decision tree, P(Win)=0.7*0.8+0.6*0.2=0.68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Matches won = Matches played * P(Win) = 16 * 0.68=10.88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209800"/>
            <a:ext cx="2590800" cy="205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860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057400" y="381000"/>
            <a:ext cx="8001000" cy="55626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In a game, there are three doors. One door contains the prize, the others contain nothing. After the player makes a selection, one of the remaining doors which is empty is eliminated. At this point, the player may stick to his original choice or change to the remaining door. Which option has a better chance of winning?</a:t>
            </a:r>
          </a:p>
          <a:p>
            <a:endParaRPr lang="en-US" dirty="0" smtClean="0"/>
          </a:p>
          <a:p>
            <a:r>
              <a:rPr lang="en-US" dirty="0" smtClean="0"/>
              <a:t>Chance of selecting the correct door in the beginning is 1/3</a:t>
            </a:r>
          </a:p>
          <a:p>
            <a:r>
              <a:rPr lang="en-US" dirty="0" smtClean="0"/>
              <a:t>A wrong door is eliminated.</a:t>
            </a:r>
            <a:endParaRPr lang="en-US" dirty="0"/>
          </a:p>
          <a:p>
            <a:r>
              <a:rPr lang="en-US" dirty="0" smtClean="0"/>
              <a:t>Correct choice is to switch (1-1/3=2/3 chance of winning)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64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2057400" y="609600"/>
            <a:ext cx="8001000" cy="55626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A company spends $50,000 developing a product. There is a 20% chance the product fails to develop correctly. Once developed the company must spend $20,000 testing for safety, and there is a 40% chance the product will fail the test. Once it passes the test, the company needs to spend $200,000 marketing the product. How much money does a product that reaches the marketing phase need to bring in for the company to break even?</a:t>
            </a:r>
          </a:p>
          <a:p>
            <a:r>
              <a:rPr lang="en-US" dirty="0" smtClean="0"/>
              <a:t>Outcomes: 1</a:t>
            </a:r>
            <a:r>
              <a:rPr lang="en-US" baseline="30000" dirty="0" smtClean="0"/>
              <a:t>st</a:t>
            </a:r>
            <a:r>
              <a:rPr lang="en-US" dirty="0" smtClean="0"/>
              <a:t> step failure, 0.2 chance, - 50k outcome</a:t>
            </a:r>
          </a:p>
          <a:p>
            <a:r>
              <a:rPr lang="en-US" dirty="0" smtClean="0"/>
              <a:t>2</a:t>
            </a:r>
            <a:r>
              <a:rPr lang="en-US" baseline="30000" dirty="0" smtClean="0"/>
              <a:t>nd</a:t>
            </a:r>
            <a:r>
              <a:rPr lang="en-US" dirty="0" smtClean="0"/>
              <a:t> step failure, 0.8*0.4 chance, - 70k outcome</a:t>
            </a:r>
          </a:p>
          <a:p>
            <a:r>
              <a:rPr lang="en-US" dirty="0" smtClean="0"/>
              <a:t>2</a:t>
            </a:r>
            <a:r>
              <a:rPr lang="en-US" baseline="30000" dirty="0" smtClean="0"/>
              <a:t>nd</a:t>
            </a:r>
            <a:r>
              <a:rPr lang="en-US" dirty="0" smtClean="0"/>
              <a:t> step success, 0.8*0.6 chance, Income x, expenses 270k</a:t>
            </a:r>
          </a:p>
          <a:p>
            <a:r>
              <a:rPr lang="en-US" dirty="0" smtClean="0"/>
              <a:t>Thus, (x-270k)*0.8*0.6 – 70k*0.8*0.4 – 50k*0.2 = 0</a:t>
            </a:r>
          </a:p>
          <a:p>
            <a:r>
              <a:rPr lang="en-US" dirty="0" smtClean="0"/>
              <a:t>Thus x=337,500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375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460</Words>
  <Application>Microsoft Office PowerPoint</Application>
  <PresentationFormat>Widescreen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Conditional Probability</vt:lpstr>
      <vt:lpstr>PowerPoint Presentation</vt:lpstr>
      <vt:lpstr>Decision trees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Conditional Probability</dc:title>
  <dc:creator>Surya Majumdar</dc:creator>
  <cp:lastModifiedBy>Surya Majumdar</cp:lastModifiedBy>
  <cp:revision>1</cp:revision>
  <dcterms:created xsi:type="dcterms:W3CDTF">2019-01-17T06:31:28Z</dcterms:created>
  <dcterms:modified xsi:type="dcterms:W3CDTF">2019-01-17T06:32:20Z</dcterms:modified>
</cp:coreProperties>
</file>