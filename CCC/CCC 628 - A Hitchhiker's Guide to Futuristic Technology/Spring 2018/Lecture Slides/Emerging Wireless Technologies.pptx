
<file path=[Content_Types].xml><?xml version="1.0" encoding="utf-8"?>
<Types xmlns="http://schemas.openxmlformats.org/package/2006/content-types">
  <Default Extension="png" ContentType="image/png"/>
  <Default Extension="jpeg" ContentType="image/jpeg"/>
  <Default Extension="emf" ContentType="image/x-emf"/>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8" r:id="rId1"/>
  </p:sldMasterIdLst>
  <p:notesMasterIdLst>
    <p:notesMasterId r:id="rId27"/>
  </p:notesMasterIdLst>
  <p:sldIdLst>
    <p:sldId id="256" r:id="rId2"/>
    <p:sldId id="257" r:id="rId3"/>
    <p:sldId id="258" r:id="rId4"/>
    <p:sldId id="260" r:id="rId5"/>
    <p:sldId id="261" r:id="rId6"/>
    <p:sldId id="264" r:id="rId7"/>
    <p:sldId id="269" r:id="rId8"/>
    <p:sldId id="270" r:id="rId9"/>
    <p:sldId id="271" r:id="rId10"/>
    <p:sldId id="272" r:id="rId11"/>
    <p:sldId id="282" r:id="rId12"/>
    <p:sldId id="273" r:id="rId13"/>
    <p:sldId id="274" r:id="rId14"/>
    <p:sldId id="265" r:id="rId15"/>
    <p:sldId id="266" r:id="rId16"/>
    <p:sldId id="267" r:id="rId17"/>
    <p:sldId id="268" r:id="rId18"/>
    <p:sldId id="285" r:id="rId19"/>
    <p:sldId id="286" r:id="rId20"/>
    <p:sldId id="278" r:id="rId21"/>
    <p:sldId id="277" r:id="rId22"/>
    <p:sldId id="287" r:id="rId23"/>
    <p:sldId id="279" r:id="rId24"/>
    <p:sldId id="283" r:id="rId25"/>
    <p:sldId id="284" r:id="rId26"/>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809" autoAdjust="0"/>
    <p:restoredTop sz="94660"/>
  </p:normalViewPr>
  <p:slideViewPr>
    <p:cSldViewPr snapToGrid="0">
      <p:cViewPr varScale="1">
        <p:scale>
          <a:sx n="73" d="100"/>
          <a:sy n="73" d="100"/>
        </p:scale>
        <p:origin x="1284"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1B25FE1-2EDD-46D0-B82C-A58F205D465B}" type="datetimeFigureOut">
              <a:rPr lang="en-IN" smtClean="0"/>
              <a:t>24-01-2018</a:t>
            </a:fld>
            <a:endParaRPr lang="en-IN"/>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115CF90-6630-447C-BF3C-E36CD4FA5ED8}" type="slidenum">
              <a:rPr lang="en-IN" smtClean="0"/>
              <a:t>‹#›</a:t>
            </a:fld>
            <a:endParaRPr lang="en-IN"/>
          </a:p>
        </p:txBody>
      </p:sp>
    </p:spTree>
    <p:extLst>
      <p:ext uri="{BB962C8B-B14F-4D97-AF65-F5344CB8AC3E}">
        <p14:creationId xmlns:p14="http://schemas.microsoft.com/office/powerpoint/2010/main" val="260145763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64BFB38B-20DE-44BF-A5F1-B482182CC110}" type="slidenum">
              <a:rPr lang="en-US" smtClean="0"/>
              <a:t>7</a:t>
            </a:fld>
            <a:endParaRPr lang="en-US"/>
          </a:p>
        </p:txBody>
      </p:sp>
    </p:spTree>
    <p:extLst>
      <p:ext uri="{BB962C8B-B14F-4D97-AF65-F5344CB8AC3E}">
        <p14:creationId xmlns:p14="http://schemas.microsoft.com/office/powerpoint/2010/main" val="377408403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64BFB38B-20DE-44BF-A5F1-B482182CC110}" type="slidenum">
              <a:rPr lang="en-US" smtClean="0"/>
              <a:t>8</a:t>
            </a:fld>
            <a:endParaRPr lang="en-US"/>
          </a:p>
        </p:txBody>
      </p:sp>
    </p:spTree>
    <p:extLst>
      <p:ext uri="{BB962C8B-B14F-4D97-AF65-F5344CB8AC3E}">
        <p14:creationId xmlns:p14="http://schemas.microsoft.com/office/powerpoint/2010/main" val="3268127428"/>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6" name="Group 5"/>
          <p:cNvGrpSpPr/>
          <p:nvPr/>
        </p:nvGrpSpPr>
        <p:grpSpPr>
          <a:xfrm>
            <a:off x="-2266" y="-2022"/>
            <a:ext cx="9146266" cy="6861037"/>
            <a:chOff x="-2266" y="-2022"/>
            <a:chExt cx="9146266" cy="6861037"/>
          </a:xfrm>
        </p:grpSpPr>
        <p:sp>
          <p:nvSpPr>
            <p:cNvPr id="10" name="Rectangle 9"/>
            <p:cNvSpPr/>
            <p:nvPr/>
          </p:nvSpPr>
          <p:spPr>
            <a:xfrm>
              <a:off x="0" y="0"/>
              <a:ext cx="9144000" cy="6858000"/>
            </a:xfrm>
            <a:prstGeom prst="rect">
              <a:avLst/>
            </a:prstGeom>
            <a:blipFill>
              <a:blip r:embed="rId2">
                <a:duotone>
                  <a:schemeClr val="dk2">
                    <a:shade val="69000"/>
                    <a:hueMod val="108000"/>
                    <a:satMod val="164000"/>
                    <a:lumMod val="74000"/>
                  </a:schemeClr>
                  <a:schemeClr val="dk2">
                    <a:tint val="96000"/>
                    <a:hueMod val="88000"/>
                    <a:satMod val="140000"/>
                    <a:lumMod val="132000"/>
                  </a:schemeClr>
                </a:duotone>
              </a:blip>
              <a:srcRect/>
              <a:stretch>
                <a:fillRect l="-16667" r="-16667"/>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Oval 10"/>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3" name="Oval 12"/>
            <p:cNvSpPr/>
            <p:nvPr/>
          </p:nvSpPr>
          <p:spPr>
            <a:xfrm>
              <a:off x="629943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5689832" y="-2022"/>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2266"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6299432" y="5868415"/>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Freeform 5"/>
            <p:cNvSpPr>
              <a:spLocks noEditPoints="1"/>
            </p:cNvSpPr>
            <p:nvPr/>
          </p:nvSpPr>
          <p:spPr bwMode="gray">
            <a:xfrm>
              <a:off x="0" y="508"/>
              <a:ext cx="9144000" cy="6858000"/>
            </a:xfrm>
            <a:custGeom>
              <a:avLst/>
              <a:gdLst/>
              <a:ahLst/>
              <a:cxnLst/>
              <a:rect l="0" t="0" r="r" b="b"/>
              <a:pathLst>
                <a:path w="5760" h="4320">
                  <a:moveTo>
                    <a:pt x="0" y="0"/>
                  </a:moveTo>
                  <a:lnTo>
                    <a:pt x="0" y="4320"/>
                  </a:lnTo>
                  <a:lnTo>
                    <a:pt x="5760" y="4320"/>
                  </a:lnTo>
                  <a:lnTo>
                    <a:pt x="5760" y="0"/>
                  </a:lnTo>
                  <a:lnTo>
                    <a:pt x="0" y="0"/>
                  </a:lnTo>
                  <a:close/>
                  <a:moveTo>
                    <a:pt x="5444" y="4004"/>
                  </a:moveTo>
                  <a:lnTo>
                    <a:pt x="324" y="4004"/>
                  </a:lnTo>
                  <a:lnTo>
                    <a:pt x="324" y="324"/>
                  </a:lnTo>
                  <a:lnTo>
                    <a:pt x="5444" y="324"/>
                  </a:lnTo>
                  <a:lnTo>
                    <a:pt x="5444" y="4004"/>
                  </a:ln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sp>
      </p:grpSp>
      <p:sp>
        <p:nvSpPr>
          <p:cNvPr id="2" name="Title 1"/>
          <p:cNvSpPr>
            <a:spLocks noGrp="1"/>
          </p:cNvSpPr>
          <p:nvPr>
            <p:ph type="ctrTitle"/>
          </p:nvPr>
        </p:nvSpPr>
        <p:spPr>
          <a:xfrm>
            <a:off x="866441" y="2222624"/>
            <a:ext cx="5917677" cy="2554758"/>
          </a:xfrm>
        </p:spPr>
        <p:txBody>
          <a:bodyPr anchor="b"/>
          <a:lstStyle>
            <a:lvl1pPr>
              <a:defRPr sz="4800">
                <a:solidFill>
                  <a:schemeClr val="bg2"/>
                </a:solidFill>
              </a:defRPr>
            </a:lvl1pPr>
          </a:lstStyle>
          <a:p>
            <a:r>
              <a:rPr lang="en-US" smtClean="0"/>
              <a:t>Click to edit Master title style</a:t>
            </a:r>
            <a:endParaRPr lang="en-US" dirty="0"/>
          </a:p>
        </p:txBody>
      </p:sp>
      <p:sp>
        <p:nvSpPr>
          <p:cNvPr id="3" name="Subtitle 2"/>
          <p:cNvSpPr>
            <a:spLocks noGrp="1"/>
          </p:cNvSpPr>
          <p:nvPr>
            <p:ph type="subTitle" idx="1"/>
          </p:nvPr>
        </p:nvSpPr>
        <p:spPr bwMode="gray">
          <a:xfrm>
            <a:off x="866441" y="4777380"/>
            <a:ext cx="5917677" cy="861420"/>
          </a:xfrm>
        </p:spPr>
        <p:txBody>
          <a:bodyPr anchor="t"/>
          <a:lstStyle>
            <a:lvl1pPr marL="0" indent="0" algn="l">
              <a:buNone/>
              <a:defRPr cap="all">
                <a:solidFill>
                  <a:schemeClr val="tx2">
                    <a:lumMod val="40000"/>
                    <a:lumOff val="6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bwMode="gray">
          <a:xfrm rot="5400000">
            <a:off x="7497419" y="1824010"/>
            <a:ext cx="990599" cy="240258"/>
          </a:xfrm>
        </p:spPr>
        <p:txBody>
          <a:bodyPr/>
          <a:lstStyle>
            <a:lvl1pPr algn="l">
              <a:defRPr sz="900" b="0" i="0">
                <a:solidFill>
                  <a:schemeClr val="bg1"/>
                </a:solidFill>
              </a:defRPr>
            </a:lvl1pPr>
          </a:lstStyle>
          <a:p>
            <a:fld id="{E77B5C3D-E538-4E38-814D-F406152A0D49}" type="datetimeFigureOut">
              <a:rPr lang="en-IN" smtClean="0"/>
              <a:t>24-01-2018</a:t>
            </a:fld>
            <a:endParaRPr lang="en-IN"/>
          </a:p>
        </p:txBody>
      </p:sp>
      <p:sp>
        <p:nvSpPr>
          <p:cNvPr id="5" name="Footer Placeholder 4"/>
          <p:cNvSpPr>
            <a:spLocks noGrp="1"/>
          </p:cNvSpPr>
          <p:nvPr>
            <p:ph type="ftr" sz="quarter" idx="11"/>
          </p:nvPr>
        </p:nvSpPr>
        <p:spPr bwMode="gray">
          <a:xfrm rot="5400000">
            <a:off x="6246568" y="3264407"/>
            <a:ext cx="3859795" cy="228659"/>
          </a:xfrm>
        </p:spPr>
        <p:txBody>
          <a:bodyPr/>
          <a:lstStyle>
            <a:lvl1pPr>
              <a:defRPr sz="900" b="0" i="0">
                <a:solidFill>
                  <a:schemeClr val="bg1"/>
                </a:solidFill>
              </a:defRPr>
            </a:lvl1pPr>
          </a:lstStyle>
          <a:p>
            <a:endParaRPr lang="en-IN"/>
          </a:p>
        </p:txBody>
      </p:sp>
      <p:sp>
        <p:nvSpPr>
          <p:cNvPr id="12" name="Rectangle 11"/>
          <p:cNvSpPr/>
          <p:nvPr/>
        </p:nvSpPr>
        <p:spPr>
          <a:xfrm>
            <a:off x="7745644" y="0"/>
            <a:ext cx="685800" cy="1099458"/>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9" name="Slide Number Placeholder 5"/>
          <p:cNvSpPr>
            <a:spLocks noGrp="1"/>
          </p:cNvSpPr>
          <p:nvPr>
            <p:ph type="sldNum" sz="quarter" idx="4"/>
          </p:nvPr>
        </p:nvSpPr>
        <p:spPr bwMode="gray">
          <a:xfrm>
            <a:off x="7678616" y="295730"/>
            <a:ext cx="791308" cy="767687"/>
          </a:xfrm>
          <a:prstGeom prst="rect">
            <a:avLst/>
          </a:prstGeom>
        </p:spPr>
        <p:txBody>
          <a:bodyPr anchor="b"/>
          <a:lstStyle>
            <a:lvl1pPr algn="ctr">
              <a:defRPr sz="2800">
                <a:solidFill>
                  <a:schemeClr val="bg1"/>
                </a:solidFill>
              </a:defRPr>
            </a:lvl1pPr>
          </a:lstStyle>
          <a:p>
            <a:fld id="{DA10D78D-00E6-469E-AF33-6C8CE6BEEBFD}" type="slidenum">
              <a:rPr lang="en-IN" smtClean="0"/>
              <a:t>‹#›</a:t>
            </a:fld>
            <a:endParaRPr lang="en-IN"/>
          </a:p>
        </p:txBody>
      </p:sp>
    </p:spTree>
    <p:extLst>
      <p:ext uri="{BB962C8B-B14F-4D97-AF65-F5344CB8AC3E}">
        <p14:creationId xmlns:p14="http://schemas.microsoft.com/office/powerpoint/2010/main" val="328210586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E77B5C3D-E538-4E38-814D-F406152A0D49}" type="datetimeFigureOut">
              <a:rPr lang="en-IN" smtClean="0"/>
              <a:t>24-01-2018</a:t>
            </a:fld>
            <a:endParaRPr lang="en-IN"/>
          </a:p>
        </p:txBody>
      </p:sp>
      <p:sp>
        <p:nvSpPr>
          <p:cNvPr id="5" name="Footer Placeholder 4"/>
          <p:cNvSpPr>
            <a:spLocks noGrp="1"/>
          </p:cNvSpPr>
          <p:nvPr>
            <p:ph type="ftr" sz="quarter" idx="11"/>
          </p:nvPr>
        </p:nvSpPr>
        <p:spPr/>
        <p:txBody>
          <a:bodyPr/>
          <a:lstStyle/>
          <a:p>
            <a:endParaRPr lang="en-IN"/>
          </a:p>
        </p:txBody>
      </p:sp>
      <p:sp>
        <p:nvSpPr>
          <p:cNvPr id="18" name="Slide Number Placeholder 5"/>
          <p:cNvSpPr>
            <a:spLocks noGrp="1"/>
          </p:cNvSpPr>
          <p:nvPr>
            <p:ph type="sldNum" sz="quarter" idx="12"/>
          </p:nvPr>
        </p:nvSpPr>
        <p:spPr>
          <a:xfrm>
            <a:off x="7678616" y="295730"/>
            <a:ext cx="791308" cy="767687"/>
          </a:xfrm>
          <a:prstGeom prst="rect">
            <a:avLst/>
          </a:prstGeom>
        </p:spPr>
        <p:txBody>
          <a:bodyPr/>
          <a:lstStyle>
            <a:lvl1pPr algn="ctr">
              <a:defRPr/>
            </a:lvl1pPr>
          </a:lstStyle>
          <a:p>
            <a:fld id="{DA10D78D-00E6-469E-AF33-6C8CE6BEEBFD}" type="slidenum">
              <a:rPr lang="en-IN" smtClean="0"/>
              <a:t>‹#›</a:t>
            </a:fld>
            <a:endParaRPr lang="en-IN"/>
          </a:p>
        </p:txBody>
      </p:sp>
    </p:spTree>
    <p:extLst>
      <p:ext uri="{BB962C8B-B14F-4D97-AF65-F5344CB8AC3E}">
        <p14:creationId xmlns:p14="http://schemas.microsoft.com/office/powerpoint/2010/main" val="395983504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grpSp>
        <p:nvGrpSpPr>
          <p:cNvPr id="6" name="Group 5"/>
          <p:cNvGrpSpPr/>
          <p:nvPr/>
        </p:nvGrpSpPr>
        <p:grpSpPr>
          <a:xfrm>
            <a:off x="-2266" y="-2022"/>
            <a:ext cx="9146266" cy="6861037"/>
            <a:chOff x="-2266" y="-2022"/>
            <a:chExt cx="9146266" cy="6861037"/>
          </a:xfrm>
        </p:grpSpPr>
        <p:sp>
          <p:nvSpPr>
            <p:cNvPr id="12" name="Rectangle 11"/>
            <p:cNvSpPr/>
            <p:nvPr/>
          </p:nvSpPr>
          <p:spPr>
            <a:xfrm>
              <a:off x="0" y="0"/>
              <a:ext cx="9144000" cy="6858000"/>
            </a:xfrm>
            <a:prstGeom prst="rect">
              <a:avLst/>
            </a:prstGeom>
            <a:blipFill>
              <a:blip r:embed="rId2">
                <a:duotone>
                  <a:schemeClr val="dk2">
                    <a:shade val="69000"/>
                    <a:hueMod val="108000"/>
                    <a:satMod val="164000"/>
                    <a:lumMod val="74000"/>
                  </a:schemeClr>
                  <a:schemeClr val="dk2">
                    <a:tint val="96000"/>
                    <a:hueMod val="88000"/>
                    <a:satMod val="140000"/>
                    <a:lumMod val="132000"/>
                  </a:schemeClr>
                </a:duotone>
              </a:blip>
              <a:srcRect/>
              <a:stretch>
                <a:fillRect l="-16667" r="-16667"/>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Oval 13"/>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629943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5689832" y="-2022"/>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2266"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6299432" y="5868415"/>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7" name="Rectangle 6"/>
            <p:cNvSpPr/>
            <p:nvPr/>
          </p:nvSpPr>
          <p:spPr>
            <a:xfrm>
              <a:off x="5283673" y="402165"/>
              <a:ext cx="3465769"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9" name="Freeform 5"/>
            <p:cNvSpPr/>
            <p:nvPr/>
          </p:nvSpPr>
          <p:spPr bwMode="gray">
            <a:xfrm rot="15687606">
              <a:off x="3320102" y="1458373"/>
              <a:ext cx="2377690" cy="317748"/>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8" name="Freeform 7"/>
            <p:cNvSpPr/>
            <p:nvPr/>
          </p:nvSpPr>
          <p:spPr bwMode="gray">
            <a:xfrm rot="16200000">
              <a:off x="3105027" y="1765596"/>
              <a:ext cx="5995993" cy="3326809"/>
            </a:xfrm>
            <a:custGeom>
              <a:avLst/>
              <a:gdLst/>
              <a:ahLst/>
              <a:cxnLst/>
              <a:rect l="0" t="0" r="r" b="b"/>
              <a:pathLst>
                <a:path w="4960" h="2752">
                  <a:moveTo>
                    <a:pt x="0" y="0"/>
                  </a:moveTo>
                  <a:lnTo>
                    <a:pt x="0" y="324"/>
                  </a:lnTo>
                  <a:lnTo>
                    <a:pt x="0" y="1992"/>
                  </a:lnTo>
                  <a:lnTo>
                    <a:pt x="0" y="2752"/>
                  </a:lnTo>
                  <a:lnTo>
                    <a:pt x="4960" y="2752"/>
                  </a:lnTo>
                  <a:lnTo>
                    <a:pt x="4960" y="1992"/>
                  </a:lnTo>
                  <a:lnTo>
                    <a:pt x="4960" y="324"/>
                  </a:lnTo>
                  <a:lnTo>
                    <a:pt x="4960" y="0"/>
                  </a:lnTo>
                  <a:lnTo>
                    <a:pt x="4960" y="0"/>
                  </a:lnTo>
                  <a:lnTo>
                    <a:pt x="4734" y="34"/>
                  </a:lnTo>
                  <a:lnTo>
                    <a:pt x="4510" y="64"/>
                  </a:lnTo>
                  <a:lnTo>
                    <a:pt x="4284" y="90"/>
                  </a:lnTo>
                  <a:lnTo>
                    <a:pt x="4060" y="114"/>
                  </a:lnTo>
                  <a:lnTo>
                    <a:pt x="3836" y="132"/>
                  </a:lnTo>
                  <a:lnTo>
                    <a:pt x="3614" y="146"/>
                  </a:lnTo>
                  <a:lnTo>
                    <a:pt x="3392" y="158"/>
                  </a:lnTo>
                  <a:lnTo>
                    <a:pt x="3174" y="166"/>
                  </a:lnTo>
                  <a:lnTo>
                    <a:pt x="2960" y="172"/>
                  </a:lnTo>
                  <a:lnTo>
                    <a:pt x="2748" y="174"/>
                  </a:lnTo>
                  <a:lnTo>
                    <a:pt x="2542" y="174"/>
                  </a:lnTo>
                  <a:lnTo>
                    <a:pt x="2338" y="174"/>
                  </a:lnTo>
                  <a:lnTo>
                    <a:pt x="2140" y="170"/>
                  </a:lnTo>
                  <a:lnTo>
                    <a:pt x="1948" y="164"/>
                  </a:lnTo>
                  <a:lnTo>
                    <a:pt x="1762" y="156"/>
                  </a:lnTo>
                  <a:lnTo>
                    <a:pt x="1582" y="148"/>
                  </a:lnTo>
                  <a:lnTo>
                    <a:pt x="1410" y="138"/>
                  </a:lnTo>
                  <a:lnTo>
                    <a:pt x="1244" y="128"/>
                  </a:lnTo>
                  <a:lnTo>
                    <a:pt x="1088" y="116"/>
                  </a:lnTo>
                  <a:lnTo>
                    <a:pt x="938" y="104"/>
                  </a:lnTo>
                  <a:lnTo>
                    <a:pt x="668" y="78"/>
                  </a:lnTo>
                  <a:lnTo>
                    <a:pt x="438" y="54"/>
                  </a:lnTo>
                  <a:lnTo>
                    <a:pt x="254" y="34"/>
                  </a:lnTo>
                  <a:lnTo>
                    <a:pt x="116" y="16"/>
                  </a:lnTo>
                  <a:lnTo>
                    <a:pt x="0" y="0"/>
                  </a:lnTo>
                  <a:lnTo>
                    <a:pt x="0" y="0"/>
                  </a:lnTo>
                  <a:close/>
                </a:path>
              </a:pathLst>
            </a:custGeom>
            <a:solidFill>
              <a:schemeClr val="bg1"/>
            </a:solidFill>
            <a:ln>
              <a:noFill/>
            </a:ln>
          </p:spPr>
        </p:sp>
        <p:sp>
          <p:nvSpPr>
            <p:cNvPr id="20" name="Freeform 5"/>
            <p:cNvSpPr>
              <a:spLocks noEditPoints="1"/>
            </p:cNvSpPr>
            <p:nvPr/>
          </p:nvSpPr>
          <p:spPr bwMode="gray">
            <a:xfrm>
              <a:off x="0" y="508"/>
              <a:ext cx="9144000" cy="6858000"/>
            </a:xfrm>
            <a:custGeom>
              <a:avLst/>
              <a:gdLst/>
              <a:ahLst/>
              <a:cxnLst/>
              <a:rect l="0" t="0" r="r" b="b"/>
              <a:pathLst>
                <a:path w="5760" h="4320">
                  <a:moveTo>
                    <a:pt x="0" y="0"/>
                  </a:moveTo>
                  <a:lnTo>
                    <a:pt x="0" y="4320"/>
                  </a:lnTo>
                  <a:lnTo>
                    <a:pt x="5760" y="4320"/>
                  </a:lnTo>
                  <a:lnTo>
                    <a:pt x="5760" y="0"/>
                  </a:lnTo>
                  <a:lnTo>
                    <a:pt x="0" y="0"/>
                  </a:lnTo>
                  <a:close/>
                  <a:moveTo>
                    <a:pt x="5444" y="4004"/>
                  </a:moveTo>
                  <a:lnTo>
                    <a:pt x="324" y="4004"/>
                  </a:lnTo>
                  <a:lnTo>
                    <a:pt x="324" y="324"/>
                  </a:lnTo>
                  <a:lnTo>
                    <a:pt x="5444" y="324"/>
                  </a:lnTo>
                  <a:lnTo>
                    <a:pt x="5444" y="4004"/>
                  </a:ln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sp>
      </p:grpSp>
      <p:sp>
        <p:nvSpPr>
          <p:cNvPr id="2" name="Title 1"/>
          <p:cNvSpPr>
            <a:spLocks noGrp="1"/>
          </p:cNvSpPr>
          <p:nvPr>
            <p:ph type="title" hasCustomPrompt="1"/>
          </p:nvPr>
        </p:nvSpPr>
        <p:spPr>
          <a:xfrm>
            <a:off x="866443" y="2257588"/>
            <a:ext cx="3101763" cy="3020343"/>
          </a:xfrm>
        </p:spPr>
        <p:txBody>
          <a:bodyPr anchor="ctr"/>
          <a:lstStyle>
            <a:lvl1pPr algn="l">
              <a:defRPr sz="3200" b="0" cap="none"/>
            </a:lvl1pPr>
          </a:lstStyle>
          <a:p>
            <a:r>
              <a:rPr lang="en-US" dirty="0"/>
              <a:t>Click to edit Master title style</a:t>
            </a:r>
            <a:br>
              <a:rPr lang="en-US" dirty="0"/>
            </a:br>
            <a:r>
              <a:rPr lang="en-US" dirty="0"/>
              <a:t>third</a:t>
            </a:r>
          </a:p>
        </p:txBody>
      </p:sp>
      <p:sp>
        <p:nvSpPr>
          <p:cNvPr id="3" name="Text Placeholder 2"/>
          <p:cNvSpPr>
            <a:spLocks noGrp="1"/>
          </p:cNvSpPr>
          <p:nvPr>
            <p:ph type="body" idx="1"/>
          </p:nvPr>
        </p:nvSpPr>
        <p:spPr>
          <a:xfrm>
            <a:off x="5119261" y="2257267"/>
            <a:ext cx="3054653" cy="3020345"/>
          </a:xfrm>
        </p:spPr>
        <p:txBody>
          <a:bodyPr anchor="ctr"/>
          <a:lstStyle>
            <a:lvl1pPr marL="0" indent="0" algn="l">
              <a:buNone/>
              <a:defRPr sz="2000" cap="all">
                <a:solidFill>
                  <a:schemeClr val="accent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E77B5C3D-E538-4E38-814D-F406152A0D49}" type="datetimeFigureOut">
              <a:rPr lang="en-IN" smtClean="0"/>
              <a:t>24-01-2018</a:t>
            </a:fld>
            <a:endParaRPr lang="en-IN"/>
          </a:p>
        </p:txBody>
      </p:sp>
      <p:sp>
        <p:nvSpPr>
          <p:cNvPr id="5" name="Footer Placeholder 4"/>
          <p:cNvSpPr>
            <a:spLocks noGrp="1"/>
          </p:cNvSpPr>
          <p:nvPr>
            <p:ph type="ftr" sz="quarter" idx="11"/>
          </p:nvPr>
        </p:nvSpPr>
        <p:spPr/>
        <p:txBody>
          <a:bodyPr/>
          <a:lstStyle/>
          <a:p>
            <a:endParaRPr lang="en-IN"/>
          </a:p>
        </p:txBody>
      </p:sp>
      <p:sp>
        <p:nvSpPr>
          <p:cNvPr id="13" name="Rectangle 12"/>
          <p:cNvSpPr/>
          <p:nvPr/>
        </p:nvSpPr>
        <p:spPr>
          <a:xfrm>
            <a:off x="7745644" y="39"/>
            <a:ext cx="685800" cy="1099458"/>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11" name="Slide Number Placeholder 5"/>
          <p:cNvSpPr>
            <a:spLocks noGrp="1"/>
          </p:cNvSpPr>
          <p:nvPr>
            <p:ph type="sldNum" sz="quarter" idx="12"/>
          </p:nvPr>
        </p:nvSpPr>
        <p:spPr>
          <a:xfrm>
            <a:off x="7678616" y="295730"/>
            <a:ext cx="791308" cy="767687"/>
          </a:xfrm>
          <a:prstGeom prst="rect">
            <a:avLst/>
          </a:prstGeom>
        </p:spPr>
        <p:txBody>
          <a:bodyPr/>
          <a:lstStyle>
            <a:lvl1pPr algn="ctr">
              <a:defRPr/>
            </a:lvl1pPr>
          </a:lstStyle>
          <a:p>
            <a:fld id="{DA10D78D-00E6-469E-AF33-6C8CE6BEEBFD}" type="slidenum">
              <a:rPr lang="en-IN" smtClean="0"/>
              <a:t>‹#›</a:t>
            </a:fld>
            <a:endParaRPr lang="en-IN"/>
          </a:p>
        </p:txBody>
      </p:sp>
    </p:spTree>
    <p:extLst>
      <p:ext uri="{BB962C8B-B14F-4D97-AF65-F5344CB8AC3E}">
        <p14:creationId xmlns:p14="http://schemas.microsoft.com/office/powerpoint/2010/main" val="40457780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866440" y="2489199"/>
            <a:ext cx="3636979" cy="3530604"/>
          </a:xfrm>
        </p:spPr>
        <p:txBody>
          <a:bodyP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640580" y="2489199"/>
            <a:ext cx="3636981" cy="3553245"/>
          </a:xfrm>
        </p:spPr>
        <p:txBody>
          <a:bodyP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E77B5C3D-E538-4E38-814D-F406152A0D49}" type="datetimeFigureOut">
              <a:rPr lang="en-IN" smtClean="0"/>
              <a:t>24-01-2018</a:t>
            </a:fld>
            <a:endParaRPr lang="en-IN"/>
          </a:p>
        </p:txBody>
      </p:sp>
      <p:sp>
        <p:nvSpPr>
          <p:cNvPr id="6" name="Footer Placeholder 5"/>
          <p:cNvSpPr>
            <a:spLocks noGrp="1"/>
          </p:cNvSpPr>
          <p:nvPr>
            <p:ph type="ftr" sz="quarter" idx="11"/>
          </p:nvPr>
        </p:nvSpPr>
        <p:spPr/>
        <p:txBody>
          <a:bodyPr/>
          <a:lstStyle/>
          <a:p>
            <a:endParaRPr lang="en-IN"/>
          </a:p>
        </p:txBody>
      </p:sp>
      <p:sp>
        <p:nvSpPr>
          <p:cNvPr id="11" name="Slide Number Placeholder 5"/>
          <p:cNvSpPr>
            <a:spLocks noGrp="1"/>
          </p:cNvSpPr>
          <p:nvPr>
            <p:ph type="sldNum" sz="quarter" idx="12"/>
          </p:nvPr>
        </p:nvSpPr>
        <p:spPr>
          <a:xfrm>
            <a:off x="7678616" y="295730"/>
            <a:ext cx="791308" cy="767687"/>
          </a:xfrm>
          <a:prstGeom prst="rect">
            <a:avLst/>
          </a:prstGeom>
        </p:spPr>
        <p:txBody>
          <a:bodyPr/>
          <a:lstStyle>
            <a:lvl1pPr algn="ctr">
              <a:defRPr/>
            </a:lvl1pPr>
          </a:lstStyle>
          <a:p>
            <a:fld id="{DA10D78D-00E6-469E-AF33-6C8CE6BEEBFD}" type="slidenum">
              <a:rPr lang="en-IN" smtClean="0"/>
              <a:t>‹#›</a:t>
            </a:fld>
            <a:endParaRPr lang="en-IN"/>
          </a:p>
        </p:txBody>
      </p:sp>
    </p:spTree>
    <p:extLst>
      <p:ext uri="{BB962C8B-B14F-4D97-AF65-F5344CB8AC3E}">
        <p14:creationId xmlns:p14="http://schemas.microsoft.com/office/powerpoint/2010/main" val="25125679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dirty="0"/>
          </a:p>
        </p:txBody>
      </p:sp>
      <p:sp>
        <p:nvSpPr>
          <p:cNvPr id="3" name="Text Placeholder 2"/>
          <p:cNvSpPr>
            <a:spLocks noGrp="1"/>
          </p:cNvSpPr>
          <p:nvPr>
            <p:ph type="body" idx="1"/>
          </p:nvPr>
        </p:nvSpPr>
        <p:spPr>
          <a:xfrm>
            <a:off x="866440" y="2489200"/>
            <a:ext cx="3636979" cy="759290"/>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66441" y="3248040"/>
            <a:ext cx="3636978" cy="2771761"/>
          </a:xfrm>
        </p:spPr>
        <p:txBody>
          <a:bodyP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4640580" y="2488750"/>
            <a:ext cx="3636980" cy="759290"/>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4640581" y="3248040"/>
            <a:ext cx="3636980" cy="2773909"/>
          </a:xfrm>
        </p:spPr>
        <p:txBody>
          <a:bodyP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E77B5C3D-E538-4E38-814D-F406152A0D49}" type="datetimeFigureOut">
              <a:rPr lang="en-IN" smtClean="0"/>
              <a:t>24-01-2018</a:t>
            </a:fld>
            <a:endParaRPr lang="en-IN"/>
          </a:p>
        </p:txBody>
      </p:sp>
      <p:sp>
        <p:nvSpPr>
          <p:cNvPr id="8" name="Footer Placeholder 7"/>
          <p:cNvSpPr>
            <a:spLocks noGrp="1"/>
          </p:cNvSpPr>
          <p:nvPr>
            <p:ph type="ftr" sz="quarter" idx="11"/>
          </p:nvPr>
        </p:nvSpPr>
        <p:spPr/>
        <p:txBody>
          <a:bodyPr/>
          <a:lstStyle/>
          <a:p>
            <a:endParaRPr lang="en-IN"/>
          </a:p>
        </p:txBody>
      </p:sp>
      <p:sp>
        <p:nvSpPr>
          <p:cNvPr id="13" name="Slide Number Placeholder 5"/>
          <p:cNvSpPr>
            <a:spLocks noGrp="1"/>
          </p:cNvSpPr>
          <p:nvPr>
            <p:ph type="sldNum" sz="quarter" idx="12"/>
          </p:nvPr>
        </p:nvSpPr>
        <p:spPr>
          <a:xfrm>
            <a:off x="7678616" y="295730"/>
            <a:ext cx="791308" cy="767687"/>
          </a:xfrm>
          <a:prstGeom prst="rect">
            <a:avLst/>
          </a:prstGeom>
        </p:spPr>
        <p:txBody>
          <a:bodyPr/>
          <a:lstStyle>
            <a:lvl1pPr algn="ctr">
              <a:defRPr/>
            </a:lvl1pPr>
          </a:lstStyle>
          <a:p>
            <a:fld id="{DA10D78D-00E6-469E-AF33-6C8CE6BEEBFD}" type="slidenum">
              <a:rPr lang="en-IN" smtClean="0"/>
              <a:t>‹#›</a:t>
            </a:fld>
            <a:endParaRPr lang="en-IN"/>
          </a:p>
        </p:txBody>
      </p:sp>
    </p:spTree>
    <p:extLst>
      <p:ext uri="{BB962C8B-B14F-4D97-AF65-F5344CB8AC3E}">
        <p14:creationId xmlns:p14="http://schemas.microsoft.com/office/powerpoint/2010/main" val="18621244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E77B5C3D-E538-4E38-814D-F406152A0D49}" type="datetimeFigureOut">
              <a:rPr lang="en-IN" smtClean="0"/>
              <a:t>24-01-2018</a:t>
            </a:fld>
            <a:endParaRPr lang="en-IN"/>
          </a:p>
        </p:txBody>
      </p:sp>
      <p:sp>
        <p:nvSpPr>
          <p:cNvPr id="4" name="Footer Placeholder 3"/>
          <p:cNvSpPr>
            <a:spLocks noGrp="1"/>
          </p:cNvSpPr>
          <p:nvPr>
            <p:ph type="ftr" sz="quarter" idx="11"/>
          </p:nvPr>
        </p:nvSpPr>
        <p:spPr/>
        <p:txBody>
          <a:bodyPr/>
          <a:lstStyle/>
          <a:p>
            <a:endParaRPr lang="en-IN"/>
          </a:p>
        </p:txBody>
      </p:sp>
      <p:sp>
        <p:nvSpPr>
          <p:cNvPr id="10" name="Slide Number Placeholder 5"/>
          <p:cNvSpPr>
            <a:spLocks noGrp="1"/>
          </p:cNvSpPr>
          <p:nvPr>
            <p:ph type="sldNum" sz="quarter" idx="12"/>
          </p:nvPr>
        </p:nvSpPr>
        <p:spPr>
          <a:xfrm>
            <a:off x="7678616" y="295730"/>
            <a:ext cx="791308" cy="767687"/>
          </a:xfrm>
          <a:prstGeom prst="rect">
            <a:avLst/>
          </a:prstGeom>
        </p:spPr>
        <p:txBody>
          <a:bodyPr/>
          <a:lstStyle>
            <a:lvl1pPr algn="ctr">
              <a:defRPr/>
            </a:lvl1pPr>
          </a:lstStyle>
          <a:p>
            <a:fld id="{DA10D78D-00E6-469E-AF33-6C8CE6BEEBFD}" type="slidenum">
              <a:rPr lang="en-IN" smtClean="0"/>
              <a:t>‹#›</a:t>
            </a:fld>
            <a:endParaRPr lang="en-IN"/>
          </a:p>
        </p:txBody>
      </p:sp>
    </p:spTree>
    <p:extLst>
      <p:ext uri="{BB962C8B-B14F-4D97-AF65-F5344CB8AC3E}">
        <p14:creationId xmlns:p14="http://schemas.microsoft.com/office/powerpoint/2010/main" val="80438158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77B5C3D-E538-4E38-814D-F406152A0D49}" type="datetimeFigureOut">
              <a:rPr lang="en-IN" smtClean="0"/>
              <a:t>24-01-2018</a:t>
            </a:fld>
            <a:endParaRPr lang="en-IN"/>
          </a:p>
        </p:txBody>
      </p:sp>
      <p:sp>
        <p:nvSpPr>
          <p:cNvPr id="3" name="Footer Placeholder 2"/>
          <p:cNvSpPr>
            <a:spLocks noGrp="1"/>
          </p:cNvSpPr>
          <p:nvPr>
            <p:ph type="ftr" sz="quarter" idx="11"/>
          </p:nvPr>
        </p:nvSpPr>
        <p:spPr/>
        <p:txBody>
          <a:bodyPr/>
          <a:lstStyle/>
          <a:p>
            <a:endParaRPr lang="en-IN"/>
          </a:p>
        </p:txBody>
      </p:sp>
      <p:sp>
        <p:nvSpPr>
          <p:cNvPr id="11" name="Rectangle 10"/>
          <p:cNvSpPr/>
          <p:nvPr/>
        </p:nvSpPr>
        <p:spPr>
          <a:xfrm>
            <a:off x="7745644" y="-1404"/>
            <a:ext cx="685800" cy="1099458"/>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5"/>
          <p:cNvSpPr>
            <a:spLocks noGrp="1"/>
          </p:cNvSpPr>
          <p:nvPr>
            <p:ph type="sldNum" sz="quarter" idx="12"/>
          </p:nvPr>
        </p:nvSpPr>
        <p:spPr>
          <a:xfrm>
            <a:off x="7678616" y="295730"/>
            <a:ext cx="791308" cy="767687"/>
          </a:xfrm>
          <a:prstGeom prst="rect">
            <a:avLst/>
          </a:prstGeom>
        </p:spPr>
        <p:txBody>
          <a:bodyPr/>
          <a:lstStyle>
            <a:lvl1pPr algn="ctr">
              <a:defRPr/>
            </a:lvl1pPr>
          </a:lstStyle>
          <a:p>
            <a:fld id="{DA10D78D-00E6-469E-AF33-6C8CE6BEEBFD}" type="slidenum">
              <a:rPr lang="en-IN" smtClean="0"/>
              <a:t>‹#›</a:t>
            </a:fld>
            <a:endParaRPr lang="en-IN"/>
          </a:p>
        </p:txBody>
      </p:sp>
    </p:spTree>
    <p:extLst>
      <p:ext uri="{BB962C8B-B14F-4D97-AF65-F5344CB8AC3E}">
        <p14:creationId xmlns:p14="http://schemas.microsoft.com/office/powerpoint/2010/main" val="11416339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grpSp>
        <p:nvGrpSpPr>
          <p:cNvPr id="7" name="Group 6"/>
          <p:cNvGrpSpPr/>
          <p:nvPr/>
        </p:nvGrpSpPr>
        <p:grpSpPr>
          <a:xfrm>
            <a:off x="-2266" y="-2022"/>
            <a:ext cx="9146266" cy="6861037"/>
            <a:chOff x="-2266" y="-2022"/>
            <a:chExt cx="9146266" cy="6861037"/>
          </a:xfrm>
        </p:grpSpPr>
        <p:sp>
          <p:nvSpPr>
            <p:cNvPr id="13" name="Rectangle 12"/>
            <p:cNvSpPr/>
            <p:nvPr/>
          </p:nvSpPr>
          <p:spPr>
            <a:xfrm>
              <a:off x="0" y="0"/>
              <a:ext cx="9144000" cy="6858000"/>
            </a:xfrm>
            <a:prstGeom prst="rect">
              <a:avLst/>
            </a:prstGeom>
            <a:blipFill>
              <a:blip r:embed="rId2">
                <a:duotone>
                  <a:schemeClr val="dk2">
                    <a:shade val="69000"/>
                    <a:hueMod val="108000"/>
                    <a:satMod val="164000"/>
                    <a:lumMod val="74000"/>
                  </a:schemeClr>
                  <a:schemeClr val="dk2">
                    <a:tint val="96000"/>
                    <a:hueMod val="88000"/>
                    <a:satMod val="140000"/>
                    <a:lumMod val="132000"/>
                  </a:schemeClr>
                </a:duotone>
              </a:blip>
              <a:srcRect/>
              <a:stretch>
                <a:fillRect l="-16667" r="-16667"/>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Oval 13"/>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629943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5689832" y="-2022"/>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2266"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6299432" y="5868415"/>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8" name="Rectangle 7"/>
            <p:cNvSpPr/>
            <p:nvPr/>
          </p:nvSpPr>
          <p:spPr>
            <a:xfrm>
              <a:off x="5283673" y="402165"/>
              <a:ext cx="3465769"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0" name="Freeform 5"/>
            <p:cNvSpPr/>
            <p:nvPr/>
          </p:nvSpPr>
          <p:spPr bwMode="gray">
            <a:xfrm rot="15687606">
              <a:off x="2769747" y="1458373"/>
              <a:ext cx="2377690" cy="317748"/>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9" name="Freeform 8"/>
            <p:cNvSpPr/>
            <p:nvPr/>
          </p:nvSpPr>
          <p:spPr bwMode="gray">
            <a:xfrm rot="16200000">
              <a:off x="2548536" y="1765596"/>
              <a:ext cx="5995993" cy="3326809"/>
            </a:xfrm>
            <a:custGeom>
              <a:avLst/>
              <a:gdLst/>
              <a:ahLst/>
              <a:cxnLst/>
              <a:rect l="0" t="0" r="r" b="b"/>
              <a:pathLst>
                <a:path w="4960" h="2752">
                  <a:moveTo>
                    <a:pt x="0" y="0"/>
                  </a:moveTo>
                  <a:lnTo>
                    <a:pt x="0" y="324"/>
                  </a:lnTo>
                  <a:lnTo>
                    <a:pt x="0" y="1992"/>
                  </a:lnTo>
                  <a:lnTo>
                    <a:pt x="0" y="2752"/>
                  </a:lnTo>
                  <a:lnTo>
                    <a:pt x="4960" y="2752"/>
                  </a:lnTo>
                  <a:lnTo>
                    <a:pt x="4960" y="1992"/>
                  </a:lnTo>
                  <a:lnTo>
                    <a:pt x="4960" y="324"/>
                  </a:lnTo>
                  <a:lnTo>
                    <a:pt x="4960" y="0"/>
                  </a:lnTo>
                  <a:lnTo>
                    <a:pt x="4960" y="0"/>
                  </a:lnTo>
                  <a:lnTo>
                    <a:pt x="4734" y="34"/>
                  </a:lnTo>
                  <a:lnTo>
                    <a:pt x="4510" y="64"/>
                  </a:lnTo>
                  <a:lnTo>
                    <a:pt x="4284" y="90"/>
                  </a:lnTo>
                  <a:lnTo>
                    <a:pt x="4060" y="114"/>
                  </a:lnTo>
                  <a:lnTo>
                    <a:pt x="3836" y="132"/>
                  </a:lnTo>
                  <a:lnTo>
                    <a:pt x="3614" y="146"/>
                  </a:lnTo>
                  <a:lnTo>
                    <a:pt x="3392" y="158"/>
                  </a:lnTo>
                  <a:lnTo>
                    <a:pt x="3174" y="166"/>
                  </a:lnTo>
                  <a:lnTo>
                    <a:pt x="2960" y="172"/>
                  </a:lnTo>
                  <a:lnTo>
                    <a:pt x="2748" y="174"/>
                  </a:lnTo>
                  <a:lnTo>
                    <a:pt x="2542" y="174"/>
                  </a:lnTo>
                  <a:lnTo>
                    <a:pt x="2338" y="174"/>
                  </a:lnTo>
                  <a:lnTo>
                    <a:pt x="2140" y="170"/>
                  </a:lnTo>
                  <a:lnTo>
                    <a:pt x="1948" y="164"/>
                  </a:lnTo>
                  <a:lnTo>
                    <a:pt x="1762" y="156"/>
                  </a:lnTo>
                  <a:lnTo>
                    <a:pt x="1582" y="148"/>
                  </a:lnTo>
                  <a:lnTo>
                    <a:pt x="1410" y="138"/>
                  </a:lnTo>
                  <a:lnTo>
                    <a:pt x="1244" y="128"/>
                  </a:lnTo>
                  <a:lnTo>
                    <a:pt x="1088" y="116"/>
                  </a:lnTo>
                  <a:lnTo>
                    <a:pt x="938" y="104"/>
                  </a:lnTo>
                  <a:lnTo>
                    <a:pt x="668" y="78"/>
                  </a:lnTo>
                  <a:lnTo>
                    <a:pt x="438" y="54"/>
                  </a:lnTo>
                  <a:lnTo>
                    <a:pt x="254" y="34"/>
                  </a:lnTo>
                  <a:lnTo>
                    <a:pt x="116" y="16"/>
                  </a:lnTo>
                  <a:lnTo>
                    <a:pt x="0" y="0"/>
                  </a:lnTo>
                  <a:lnTo>
                    <a:pt x="0" y="0"/>
                  </a:lnTo>
                  <a:close/>
                </a:path>
              </a:pathLst>
            </a:custGeom>
            <a:solidFill>
              <a:schemeClr val="bg1"/>
            </a:solidFill>
            <a:ln>
              <a:noFill/>
            </a:ln>
          </p:spPr>
        </p:sp>
        <p:sp>
          <p:nvSpPr>
            <p:cNvPr id="20" name="Freeform 5"/>
            <p:cNvSpPr>
              <a:spLocks noEditPoints="1"/>
            </p:cNvSpPr>
            <p:nvPr/>
          </p:nvSpPr>
          <p:spPr bwMode="gray">
            <a:xfrm>
              <a:off x="0" y="508"/>
              <a:ext cx="9144000" cy="6858000"/>
            </a:xfrm>
            <a:custGeom>
              <a:avLst/>
              <a:gdLst/>
              <a:ahLst/>
              <a:cxnLst/>
              <a:rect l="0" t="0" r="r" b="b"/>
              <a:pathLst>
                <a:path w="5760" h="4320">
                  <a:moveTo>
                    <a:pt x="0" y="0"/>
                  </a:moveTo>
                  <a:lnTo>
                    <a:pt x="0" y="4320"/>
                  </a:lnTo>
                  <a:lnTo>
                    <a:pt x="5760" y="4320"/>
                  </a:lnTo>
                  <a:lnTo>
                    <a:pt x="5760" y="0"/>
                  </a:lnTo>
                  <a:lnTo>
                    <a:pt x="0" y="0"/>
                  </a:lnTo>
                  <a:close/>
                  <a:moveTo>
                    <a:pt x="5444" y="4004"/>
                  </a:moveTo>
                  <a:lnTo>
                    <a:pt x="324" y="4004"/>
                  </a:lnTo>
                  <a:lnTo>
                    <a:pt x="324" y="324"/>
                  </a:lnTo>
                  <a:lnTo>
                    <a:pt x="5444" y="324"/>
                  </a:lnTo>
                  <a:lnTo>
                    <a:pt x="5444" y="4004"/>
                  </a:ln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sp>
      </p:grpSp>
      <p:sp>
        <p:nvSpPr>
          <p:cNvPr id="2" name="Title 1"/>
          <p:cNvSpPr>
            <a:spLocks noGrp="1"/>
          </p:cNvSpPr>
          <p:nvPr>
            <p:ph type="title"/>
          </p:nvPr>
        </p:nvSpPr>
        <p:spPr>
          <a:xfrm>
            <a:off x="866440" y="1447800"/>
            <a:ext cx="2712590" cy="1495588"/>
          </a:xfrm>
        </p:spPr>
        <p:txBody>
          <a:bodyPr anchor="b"/>
          <a:lstStyle>
            <a:lvl1pPr algn="l">
              <a:defRPr sz="2400" b="0"/>
            </a:lvl1pPr>
          </a:lstStyle>
          <a:p>
            <a:r>
              <a:rPr lang="en-US" smtClean="0"/>
              <a:t>Click to edit Master title style</a:t>
            </a:r>
            <a:endParaRPr lang="en-US" dirty="0"/>
          </a:p>
        </p:txBody>
      </p:sp>
      <p:sp>
        <p:nvSpPr>
          <p:cNvPr id="3" name="Content Placeholder 2"/>
          <p:cNvSpPr>
            <a:spLocks noGrp="1"/>
          </p:cNvSpPr>
          <p:nvPr>
            <p:ph idx="1"/>
          </p:nvPr>
        </p:nvSpPr>
        <p:spPr>
          <a:xfrm>
            <a:off x="4568927" y="1452881"/>
            <a:ext cx="3632850" cy="4572000"/>
          </a:xfrm>
        </p:spPr>
        <p:txBody>
          <a:bodyPr anchor="ct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bwMode="gray">
          <a:xfrm>
            <a:off x="866440" y="3086845"/>
            <a:ext cx="2712590" cy="2938036"/>
          </a:xfrm>
        </p:spPr>
        <p:txBody>
          <a:bodyPr/>
          <a:lstStyle>
            <a:lvl1pPr marL="0" indent="0">
              <a:buNone/>
              <a:defRPr sz="1400">
                <a:solidFill>
                  <a:schemeClr val="tx2">
                    <a:lumMod val="40000"/>
                    <a:lumOff val="6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p>
            <a:fld id="{E77B5C3D-E538-4E38-814D-F406152A0D49}" type="datetimeFigureOut">
              <a:rPr lang="en-IN" smtClean="0"/>
              <a:t>24-01-2018</a:t>
            </a:fld>
            <a:endParaRPr lang="en-IN"/>
          </a:p>
        </p:txBody>
      </p:sp>
      <p:sp>
        <p:nvSpPr>
          <p:cNvPr id="6" name="Footer Placeholder 5"/>
          <p:cNvSpPr>
            <a:spLocks noGrp="1"/>
          </p:cNvSpPr>
          <p:nvPr>
            <p:ph type="ftr" sz="quarter" idx="11"/>
          </p:nvPr>
        </p:nvSpPr>
        <p:spPr/>
        <p:txBody>
          <a:bodyPr/>
          <a:lstStyle/>
          <a:p>
            <a:endParaRPr lang="en-IN"/>
          </a:p>
        </p:txBody>
      </p:sp>
      <p:sp>
        <p:nvSpPr>
          <p:cNvPr id="19" name="Rectangle 18"/>
          <p:cNvSpPr/>
          <p:nvPr/>
        </p:nvSpPr>
        <p:spPr>
          <a:xfrm>
            <a:off x="7745644" y="-1404"/>
            <a:ext cx="685800" cy="1099458"/>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12" name="Slide Number Placeholder 5"/>
          <p:cNvSpPr>
            <a:spLocks noGrp="1"/>
          </p:cNvSpPr>
          <p:nvPr>
            <p:ph type="sldNum" sz="quarter" idx="12"/>
          </p:nvPr>
        </p:nvSpPr>
        <p:spPr>
          <a:xfrm>
            <a:off x="7678616" y="295730"/>
            <a:ext cx="791308" cy="767687"/>
          </a:xfrm>
          <a:prstGeom prst="rect">
            <a:avLst/>
          </a:prstGeom>
        </p:spPr>
        <p:txBody>
          <a:bodyPr/>
          <a:lstStyle>
            <a:lvl1pPr algn="ctr">
              <a:defRPr/>
            </a:lvl1pPr>
          </a:lstStyle>
          <a:p>
            <a:fld id="{DA10D78D-00E6-469E-AF33-6C8CE6BEEBFD}" type="slidenum">
              <a:rPr lang="en-IN" smtClean="0"/>
              <a:t>‹#›</a:t>
            </a:fld>
            <a:endParaRPr lang="en-IN"/>
          </a:p>
        </p:txBody>
      </p:sp>
    </p:spTree>
    <p:extLst>
      <p:ext uri="{BB962C8B-B14F-4D97-AF65-F5344CB8AC3E}">
        <p14:creationId xmlns:p14="http://schemas.microsoft.com/office/powerpoint/2010/main" val="110418019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grpSp>
        <p:nvGrpSpPr>
          <p:cNvPr id="7" name="Group 6"/>
          <p:cNvGrpSpPr/>
          <p:nvPr/>
        </p:nvGrpSpPr>
        <p:grpSpPr>
          <a:xfrm>
            <a:off x="-2266" y="-2022"/>
            <a:ext cx="9146266" cy="6861037"/>
            <a:chOff x="-2266" y="-2022"/>
            <a:chExt cx="9146266" cy="6861037"/>
          </a:xfrm>
        </p:grpSpPr>
        <p:sp>
          <p:nvSpPr>
            <p:cNvPr id="21" name="Rectangle 20"/>
            <p:cNvSpPr/>
            <p:nvPr/>
          </p:nvSpPr>
          <p:spPr>
            <a:xfrm>
              <a:off x="0" y="0"/>
              <a:ext cx="9144000" cy="6858000"/>
            </a:xfrm>
            <a:prstGeom prst="rect">
              <a:avLst/>
            </a:prstGeom>
            <a:blipFill>
              <a:blip r:embed="rId2">
                <a:duotone>
                  <a:schemeClr val="dk2">
                    <a:shade val="69000"/>
                    <a:hueMod val="108000"/>
                    <a:satMod val="164000"/>
                    <a:lumMod val="74000"/>
                  </a:schemeClr>
                  <a:schemeClr val="dk2">
                    <a:tint val="96000"/>
                    <a:hueMod val="88000"/>
                    <a:satMod val="140000"/>
                    <a:lumMod val="132000"/>
                  </a:schemeClr>
                </a:duotone>
              </a:blip>
              <a:srcRect/>
              <a:stretch>
                <a:fillRect l="-16667" r="-16667"/>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2" name="Oval 21"/>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3" name="Oval 22"/>
            <p:cNvSpPr/>
            <p:nvPr/>
          </p:nvSpPr>
          <p:spPr>
            <a:xfrm>
              <a:off x="629943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4" name="Oval 23"/>
            <p:cNvSpPr/>
            <p:nvPr/>
          </p:nvSpPr>
          <p:spPr>
            <a:xfrm>
              <a:off x="5689832" y="-2022"/>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5" name="Oval 24"/>
            <p:cNvSpPr/>
            <p:nvPr/>
          </p:nvSpPr>
          <p:spPr>
            <a:xfrm>
              <a:off x="-2266"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6" name="Oval 25"/>
            <p:cNvSpPr/>
            <p:nvPr/>
          </p:nvSpPr>
          <p:spPr>
            <a:xfrm>
              <a:off x="6299432" y="5868415"/>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8" name="Rectangle 7"/>
            <p:cNvSpPr/>
            <p:nvPr/>
          </p:nvSpPr>
          <p:spPr>
            <a:xfrm>
              <a:off x="5283673" y="402165"/>
              <a:ext cx="3465769"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0" name="Freeform 5"/>
            <p:cNvSpPr/>
            <p:nvPr/>
          </p:nvSpPr>
          <p:spPr bwMode="gray">
            <a:xfrm rot="15687606">
              <a:off x="3074559" y="1458373"/>
              <a:ext cx="2377690" cy="317748"/>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9" name="Freeform 8"/>
            <p:cNvSpPr/>
            <p:nvPr/>
          </p:nvSpPr>
          <p:spPr bwMode="gray">
            <a:xfrm rot="16200000">
              <a:off x="2852610" y="1765596"/>
              <a:ext cx="5995993" cy="3326809"/>
            </a:xfrm>
            <a:custGeom>
              <a:avLst/>
              <a:gdLst/>
              <a:ahLst/>
              <a:cxnLst/>
              <a:rect l="0" t="0" r="r" b="b"/>
              <a:pathLst>
                <a:path w="4960" h="2752">
                  <a:moveTo>
                    <a:pt x="0" y="0"/>
                  </a:moveTo>
                  <a:lnTo>
                    <a:pt x="0" y="324"/>
                  </a:lnTo>
                  <a:lnTo>
                    <a:pt x="0" y="1992"/>
                  </a:lnTo>
                  <a:lnTo>
                    <a:pt x="0" y="2752"/>
                  </a:lnTo>
                  <a:lnTo>
                    <a:pt x="4960" y="2752"/>
                  </a:lnTo>
                  <a:lnTo>
                    <a:pt x="4960" y="1992"/>
                  </a:lnTo>
                  <a:lnTo>
                    <a:pt x="4960" y="324"/>
                  </a:lnTo>
                  <a:lnTo>
                    <a:pt x="4960" y="0"/>
                  </a:lnTo>
                  <a:lnTo>
                    <a:pt x="4960" y="0"/>
                  </a:lnTo>
                  <a:lnTo>
                    <a:pt x="4734" y="34"/>
                  </a:lnTo>
                  <a:lnTo>
                    <a:pt x="4510" y="64"/>
                  </a:lnTo>
                  <a:lnTo>
                    <a:pt x="4284" y="90"/>
                  </a:lnTo>
                  <a:lnTo>
                    <a:pt x="4060" y="114"/>
                  </a:lnTo>
                  <a:lnTo>
                    <a:pt x="3836" y="132"/>
                  </a:lnTo>
                  <a:lnTo>
                    <a:pt x="3614" y="146"/>
                  </a:lnTo>
                  <a:lnTo>
                    <a:pt x="3392" y="158"/>
                  </a:lnTo>
                  <a:lnTo>
                    <a:pt x="3174" y="166"/>
                  </a:lnTo>
                  <a:lnTo>
                    <a:pt x="2960" y="172"/>
                  </a:lnTo>
                  <a:lnTo>
                    <a:pt x="2748" y="174"/>
                  </a:lnTo>
                  <a:lnTo>
                    <a:pt x="2542" y="174"/>
                  </a:lnTo>
                  <a:lnTo>
                    <a:pt x="2338" y="174"/>
                  </a:lnTo>
                  <a:lnTo>
                    <a:pt x="2140" y="170"/>
                  </a:lnTo>
                  <a:lnTo>
                    <a:pt x="1948" y="164"/>
                  </a:lnTo>
                  <a:lnTo>
                    <a:pt x="1762" y="156"/>
                  </a:lnTo>
                  <a:lnTo>
                    <a:pt x="1582" y="148"/>
                  </a:lnTo>
                  <a:lnTo>
                    <a:pt x="1410" y="138"/>
                  </a:lnTo>
                  <a:lnTo>
                    <a:pt x="1244" y="128"/>
                  </a:lnTo>
                  <a:lnTo>
                    <a:pt x="1088" y="116"/>
                  </a:lnTo>
                  <a:lnTo>
                    <a:pt x="938" y="104"/>
                  </a:lnTo>
                  <a:lnTo>
                    <a:pt x="668" y="78"/>
                  </a:lnTo>
                  <a:lnTo>
                    <a:pt x="438" y="54"/>
                  </a:lnTo>
                  <a:lnTo>
                    <a:pt x="254" y="34"/>
                  </a:lnTo>
                  <a:lnTo>
                    <a:pt x="116" y="16"/>
                  </a:lnTo>
                  <a:lnTo>
                    <a:pt x="0" y="0"/>
                  </a:lnTo>
                  <a:lnTo>
                    <a:pt x="0" y="0"/>
                  </a:lnTo>
                  <a:close/>
                </a:path>
              </a:pathLst>
            </a:custGeom>
            <a:solidFill>
              <a:schemeClr val="bg1"/>
            </a:solidFill>
            <a:ln>
              <a:noFill/>
            </a:ln>
          </p:spPr>
        </p:sp>
        <p:sp>
          <p:nvSpPr>
            <p:cNvPr id="27" name="Freeform 5"/>
            <p:cNvSpPr>
              <a:spLocks noEditPoints="1"/>
            </p:cNvSpPr>
            <p:nvPr/>
          </p:nvSpPr>
          <p:spPr bwMode="gray">
            <a:xfrm>
              <a:off x="0" y="508"/>
              <a:ext cx="9144000" cy="6858000"/>
            </a:xfrm>
            <a:custGeom>
              <a:avLst/>
              <a:gdLst/>
              <a:ahLst/>
              <a:cxnLst/>
              <a:rect l="0" t="0" r="r" b="b"/>
              <a:pathLst>
                <a:path w="5760" h="4320">
                  <a:moveTo>
                    <a:pt x="0" y="0"/>
                  </a:moveTo>
                  <a:lnTo>
                    <a:pt x="0" y="4320"/>
                  </a:lnTo>
                  <a:lnTo>
                    <a:pt x="5760" y="4320"/>
                  </a:lnTo>
                  <a:lnTo>
                    <a:pt x="5760" y="0"/>
                  </a:lnTo>
                  <a:lnTo>
                    <a:pt x="0" y="0"/>
                  </a:lnTo>
                  <a:close/>
                  <a:moveTo>
                    <a:pt x="5444" y="4004"/>
                  </a:moveTo>
                  <a:lnTo>
                    <a:pt x="324" y="4004"/>
                  </a:lnTo>
                  <a:lnTo>
                    <a:pt x="324" y="324"/>
                  </a:lnTo>
                  <a:lnTo>
                    <a:pt x="5444" y="324"/>
                  </a:lnTo>
                  <a:lnTo>
                    <a:pt x="5444" y="4004"/>
                  </a:ln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sp>
      </p:grpSp>
      <p:sp>
        <p:nvSpPr>
          <p:cNvPr id="2" name="Title 1"/>
          <p:cNvSpPr>
            <a:spLocks noGrp="1"/>
          </p:cNvSpPr>
          <p:nvPr>
            <p:ph type="title"/>
          </p:nvPr>
        </p:nvSpPr>
        <p:spPr>
          <a:xfrm>
            <a:off x="851591" y="1343112"/>
            <a:ext cx="3001938" cy="1613085"/>
          </a:xfrm>
        </p:spPr>
        <p:txBody>
          <a:bodyPr anchor="b">
            <a:normAutofit/>
          </a:bodyPr>
          <a:lstStyle>
            <a:lvl1pPr algn="l">
              <a:defRPr sz="24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4722909" y="1320800"/>
            <a:ext cx="2791102" cy="42164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bwMode="gray">
          <a:xfrm>
            <a:off x="851592" y="3086100"/>
            <a:ext cx="3001938" cy="2451100"/>
          </a:xfrm>
        </p:spPr>
        <p:txBody>
          <a:bodyPr>
            <a:normAutofit/>
          </a:bodyPr>
          <a:lstStyle>
            <a:lvl1pPr marL="0" indent="0">
              <a:buNone/>
              <a:defRPr sz="1400">
                <a:solidFill>
                  <a:schemeClr val="tx2">
                    <a:lumMod val="40000"/>
                    <a:lumOff val="6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p>
            <a:fld id="{E77B5C3D-E538-4E38-814D-F406152A0D49}" type="datetimeFigureOut">
              <a:rPr lang="en-IN" smtClean="0"/>
              <a:t>24-01-2018</a:t>
            </a:fld>
            <a:endParaRPr lang="en-IN"/>
          </a:p>
        </p:txBody>
      </p:sp>
      <p:sp>
        <p:nvSpPr>
          <p:cNvPr id="6" name="Footer Placeholder 5"/>
          <p:cNvSpPr>
            <a:spLocks noGrp="1"/>
          </p:cNvSpPr>
          <p:nvPr>
            <p:ph type="ftr" sz="quarter" idx="11"/>
          </p:nvPr>
        </p:nvSpPr>
        <p:spPr/>
        <p:txBody>
          <a:bodyPr/>
          <a:lstStyle/>
          <a:p>
            <a:endParaRPr lang="en-IN"/>
          </a:p>
        </p:txBody>
      </p:sp>
      <p:sp>
        <p:nvSpPr>
          <p:cNvPr id="14" name="Rectangle 13"/>
          <p:cNvSpPr/>
          <p:nvPr/>
        </p:nvSpPr>
        <p:spPr>
          <a:xfrm>
            <a:off x="7745644" y="-1404"/>
            <a:ext cx="685800" cy="1099458"/>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12" name="Slide Number Placeholder 5"/>
          <p:cNvSpPr>
            <a:spLocks noGrp="1"/>
          </p:cNvSpPr>
          <p:nvPr>
            <p:ph type="sldNum" sz="quarter" idx="12"/>
          </p:nvPr>
        </p:nvSpPr>
        <p:spPr>
          <a:xfrm>
            <a:off x="7678616" y="295730"/>
            <a:ext cx="791308" cy="767687"/>
          </a:xfrm>
          <a:prstGeom prst="rect">
            <a:avLst/>
          </a:prstGeom>
        </p:spPr>
        <p:txBody>
          <a:bodyPr/>
          <a:lstStyle>
            <a:lvl1pPr algn="ctr">
              <a:defRPr/>
            </a:lvl1pPr>
          </a:lstStyle>
          <a:p>
            <a:fld id="{DA10D78D-00E6-469E-AF33-6C8CE6BEEBFD}" type="slidenum">
              <a:rPr lang="en-IN" smtClean="0"/>
              <a:t>‹#›</a:t>
            </a:fld>
            <a:endParaRPr lang="en-IN"/>
          </a:p>
        </p:txBody>
      </p:sp>
    </p:spTree>
    <p:extLst>
      <p:ext uri="{BB962C8B-B14F-4D97-AF65-F5344CB8AC3E}">
        <p14:creationId xmlns:p14="http://schemas.microsoft.com/office/powerpoint/2010/main" val="245535760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p:cSld name="Panoramic Picture with Caption">
    <p:spTree>
      <p:nvGrpSpPr>
        <p:cNvPr id="1" name=""/>
        <p:cNvGrpSpPr/>
        <p:nvPr/>
      </p:nvGrpSpPr>
      <p:grpSpPr>
        <a:xfrm>
          <a:off x="0" y="0"/>
          <a:ext cx="0" cy="0"/>
          <a:chOff x="0" y="0"/>
          <a:chExt cx="0" cy="0"/>
        </a:xfrm>
      </p:grpSpPr>
      <p:grpSp>
        <p:nvGrpSpPr>
          <p:cNvPr id="8" name="Group 7"/>
          <p:cNvGrpSpPr/>
          <p:nvPr/>
        </p:nvGrpSpPr>
        <p:grpSpPr>
          <a:xfrm>
            <a:off x="-2266" y="-2022"/>
            <a:ext cx="9146266" cy="6861037"/>
            <a:chOff x="-2266" y="-2022"/>
            <a:chExt cx="9146266" cy="6861037"/>
          </a:xfrm>
        </p:grpSpPr>
        <p:sp>
          <p:nvSpPr>
            <p:cNvPr id="12" name="Rectangle 11"/>
            <p:cNvSpPr/>
            <p:nvPr/>
          </p:nvSpPr>
          <p:spPr>
            <a:xfrm>
              <a:off x="0" y="0"/>
              <a:ext cx="9144000" cy="6858000"/>
            </a:xfrm>
            <a:prstGeom prst="rect">
              <a:avLst/>
            </a:prstGeom>
            <a:blipFill>
              <a:blip r:embed="rId2">
                <a:duotone>
                  <a:schemeClr val="dk2">
                    <a:shade val="69000"/>
                    <a:hueMod val="108000"/>
                    <a:satMod val="164000"/>
                    <a:lumMod val="74000"/>
                  </a:schemeClr>
                  <a:schemeClr val="dk2">
                    <a:tint val="96000"/>
                    <a:hueMod val="88000"/>
                    <a:satMod val="140000"/>
                    <a:lumMod val="132000"/>
                  </a:schemeClr>
                </a:duotone>
              </a:blip>
              <a:srcRect/>
              <a:stretch>
                <a:fillRect l="-16667" r="-16667"/>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Oval 12"/>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629943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5689832" y="-2022"/>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2266"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6299432" y="5868415"/>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Freeform 5"/>
            <p:cNvSpPr/>
            <p:nvPr/>
          </p:nvSpPr>
          <p:spPr bwMode="gray">
            <a:xfrm rot="10204164">
              <a:off x="426788" y="4564241"/>
              <a:ext cx="2377690" cy="317748"/>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5" name="Rectangle 14"/>
            <p:cNvSpPr/>
            <p:nvPr/>
          </p:nvSpPr>
          <p:spPr>
            <a:xfrm>
              <a:off x="421503" y="402165"/>
              <a:ext cx="8327939" cy="3141135"/>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6" name="Freeform 15"/>
            <p:cNvSpPr/>
            <p:nvPr/>
          </p:nvSpPr>
          <p:spPr bwMode="gray">
            <a:xfrm rot="10800000">
              <a:off x="485023" y="2670079"/>
              <a:ext cx="8182128" cy="2130508"/>
            </a:xfrm>
            <a:custGeom>
              <a:avLst/>
              <a:gdLst/>
              <a:ahLst/>
              <a:cxnLst/>
              <a:rect l="l" t="t" r="r" b="b"/>
              <a:pathLst>
                <a:path w="10000" h="9621">
                  <a:moveTo>
                    <a:pt x="0" y="0"/>
                  </a:moveTo>
                  <a:lnTo>
                    <a:pt x="0" y="2411"/>
                  </a:lnTo>
                  <a:lnTo>
                    <a:pt x="0" y="9586"/>
                  </a:lnTo>
                  <a:lnTo>
                    <a:pt x="0" y="9621"/>
                  </a:lnTo>
                  <a:lnTo>
                    <a:pt x="10000" y="9585"/>
                  </a:lnTo>
                  <a:cubicBezTo>
                    <a:pt x="9997" y="8144"/>
                    <a:pt x="10003" y="9571"/>
                    <a:pt x="10000" y="9586"/>
                  </a:cubicBezTo>
                  <a:cubicBezTo>
                    <a:pt x="9997" y="7194"/>
                    <a:pt x="9993" y="4803"/>
                    <a:pt x="9990" y="2411"/>
                  </a:cubicBezTo>
                  <a:lnTo>
                    <a:pt x="9990" y="0"/>
                  </a:lnTo>
                  <a:lnTo>
                    <a:pt x="9990" y="0"/>
                  </a:lnTo>
                  <a:lnTo>
                    <a:pt x="9534" y="253"/>
                  </a:lnTo>
                  <a:lnTo>
                    <a:pt x="9084" y="477"/>
                  </a:lnTo>
                  <a:lnTo>
                    <a:pt x="8628" y="669"/>
                  </a:lnTo>
                  <a:lnTo>
                    <a:pt x="8177" y="847"/>
                  </a:lnTo>
                  <a:lnTo>
                    <a:pt x="7726" y="984"/>
                  </a:lnTo>
                  <a:lnTo>
                    <a:pt x="7279" y="1087"/>
                  </a:lnTo>
                  <a:lnTo>
                    <a:pt x="6832" y="1176"/>
                  </a:lnTo>
                  <a:lnTo>
                    <a:pt x="6393" y="1236"/>
                  </a:lnTo>
                  <a:lnTo>
                    <a:pt x="5962" y="1279"/>
                  </a:lnTo>
                  <a:lnTo>
                    <a:pt x="5534" y="1294"/>
                  </a:lnTo>
                  <a:lnTo>
                    <a:pt x="5120" y="1294"/>
                  </a:lnTo>
                  <a:lnTo>
                    <a:pt x="4709" y="1294"/>
                  </a:lnTo>
                  <a:lnTo>
                    <a:pt x="4311" y="1266"/>
                  </a:lnTo>
                  <a:lnTo>
                    <a:pt x="3923" y="1221"/>
                  </a:lnTo>
                  <a:lnTo>
                    <a:pt x="3548" y="1161"/>
                  </a:lnTo>
                  <a:lnTo>
                    <a:pt x="3187" y="1101"/>
                  </a:lnTo>
                  <a:lnTo>
                    <a:pt x="2840" y="1026"/>
                  </a:lnTo>
                  <a:lnTo>
                    <a:pt x="2505" y="954"/>
                  </a:lnTo>
                  <a:lnTo>
                    <a:pt x="2192" y="865"/>
                  </a:lnTo>
                  <a:lnTo>
                    <a:pt x="1889" y="775"/>
                  </a:lnTo>
                  <a:lnTo>
                    <a:pt x="1346" y="579"/>
                  </a:lnTo>
                  <a:lnTo>
                    <a:pt x="882" y="400"/>
                  </a:lnTo>
                  <a:lnTo>
                    <a:pt x="511" y="253"/>
                  </a:lnTo>
                  <a:lnTo>
                    <a:pt x="234" y="118"/>
                  </a:lnTo>
                  <a:lnTo>
                    <a:pt x="0" y="0"/>
                  </a:lnTo>
                  <a:lnTo>
                    <a:pt x="0" y="0"/>
                  </a:lnTo>
                  <a:close/>
                </a:path>
              </a:pathLst>
            </a:custGeom>
            <a:solidFill>
              <a:schemeClr val="bg1"/>
            </a:solidFill>
            <a:ln>
              <a:noFill/>
            </a:ln>
          </p:spPr>
        </p:sp>
        <p:sp>
          <p:nvSpPr>
            <p:cNvPr id="22" name="Freeform 5"/>
            <p:cNvSpPr>
              <a:spLocks noEditPoints="1"/>
            </p:cNvSpPr>
            <p:nvPr/>
          </p:nvSpPr>
          <p:spPr bwMode="gray">
            <a:xfrm>
              <a:off x="0" y="508"/>
              <a:ext cx="9144000" cy="6858000"/>
            </a:xfrm>
            <a:custGeom>
              <a:avLst/>
              <a:gdLst/>
              <a:ahLst/>
              <a:cxnLst/>
              <a:rect l="0" t="0" r="r" b="b"/>
              <a:pathLst>
                <a:path w="5760" h="4320">
                  <a:moveTo>
                    <a:pt x="0" y="0"/>
                  </a:moveTo>
                  <a:lnTo>
                    <a:pt x="0" y="4320"/>
                  </a:lnTo>
                  <a:lnTo>
                    <a:pt x="5760" y="4320"/>
                  </a:lnTo>
                  <a:lnTo>
                    <a:pt x="5760" y="0"/>
                  </a:lnTo>
                  <a:lnTo>
                    <a:pt x="0" y="0"/>
                  </a:lnTo>
                  <a:close/>
                  <a:moveTo>
                    <a:pt x="5444" y="4004"/>
                  </a:moveTo>
                  <a:lnTo>
                    <a:pt x="324" y="4004"/>
                  </a:lnTo>
                  <a:lnTo>
                    <a:pt x="324" y="324"/>
                  </a:lnTo>
                  <a:lnTo>
                    <a:pt x="5444" y="324"/>
                  </a:lnTo>
                  <a:lnTo>
                    <a:pt x="5444" y="4004"/>
                  </a:ln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sp>
      </p:grpSp>
      <p:sp>
        <p:nvSpPr>
          <p:cNvPr id="2" name="Title 1"/>
          <p:cNvSpPr>
            <a:spLocks noGrp="1"/>
          </p:cNvSpPr>
          <p:nvPr>
            <p:ph type="title"/>
          </p:nvPr>
        </p:nvSpPr>
        <p:spPr>
          <a:xfrm>
            <a:off x="866443" y="4961453"/>
            <a:ext cx="6422002" cy="566738"/>
          </a:xfrm>
        </p:spPr>
        <p:txBody>
          <a:bodyPr anchor="b">
            <a:normAutofit/>
          </a:bodyPr>
          <a:lstStyle>
            <a:lvl1pPr algn="l">
              <a:defRPr sz="24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866441" y="685800"/>
            <a:ext cx="6422004" cy="3429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bwMode="gray">
          <a:xfrm>
            <a:off x="866443" y="5528191"/>
            <a:ext cx="6422003" cy="493712"/>
          </a:xfrm>
        </p:spPr>
        <p:txBody>
          <a:bodyPr>
            <a:normAutofit/>
          </a:bodyPr>
          <a:lstStyle>
            <a:lvl1pPr marL="0" indent="0">
              <a:buNone/>
              <a:defRPr sz="1200">
                <a:solidFill>
                  <a:schemeClr val="tx2">
                    <a:lumMod val="40000"/>
                    <a:lumOff val="6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p>
            <a:fld id="{E77B5C3D-E538-4E38-814D-F406152A0D49}" type="datetimeFigureOut">
              <a:rPr lang="en-IN" smtClean="0"/>
              <a:t>24-01-2018</a:t>
            </a:fld>
            <a:endParaRPr lang="en-IN"/>
          </a:p>
        </p:txBody>
      </p:sp>
      <p:sp>
        <p:nvSpPr>
          <p:cNvPr id="6" name="Footer Placeholder 5"/>
          <p:cNvSpPr>
            <a:spLocks noGrp="1"/>
          </p:cNvSpPr>
          <p:nvPr>
            <p:ph type="ftr" sz="quarter" idx="11"/>
          </p:nvPr>
        </p:nvSpPr>
        <p:spPr/>
        <p:txBody>
          <a:bodyPr/>
          <a:lstStyle/>
          <a:p>
            <a:endParaRPr lang="en-IN"/>
          </a:p>
        </p:txBody>
      </p:sp>
      <p:sp>
        <p:nvSpPr>
          <p:cNvPr id="20" name="Rectangle 19"/>
          <p:cNvSpPr/>
          <p:nvPr/>
        </p:nvSpPr>
        <p:spPr>
          <a:xfrm>
            <a:off x="7745644" y="-7177"/>
            <a:ext cx="685800" cy="1099458"/>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a:xfrm>
            <a:off x="7712364" y="295730"/>
            <a:ext cx="738909" cy="767687"/>
          </a:xfrm>
          <a:prstGeom prst="rect">
            <a:avLst/>
          </a:prstGeom>
        </p:spPr>
        <p:txBody>
          <a:bodyPr/>
          <a:lstStyle>
            <a:lvl1pPr algn="ctr">
              <a:defRPr/>
            </a:lvl1pPr>
          </a:lstStyle>
          <a:p>
            <a:fld id="{DA10D78D-00E6-469E-AF33-6C8CE6BEEBFD}" type="slidenum">
              <a:rPr lang="en-IN" smtClean="0"/>
              <a:t>‹#›</a:t>
            </a:fld>
            <a:endParaRPr lang="en-IN"/>
          </a:p>
        </p:txBody>
      </p:sp>
    </p:spTree>
    <p:extLst>
      <p:ext uri="{BB962C8B-B14F-4D97-AF65-F5344CB8AC3E}">
        <p14:creationId xmlns:p14="http://schemas.microsoft.com/office/powerpoint/2010/main" val="328052495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Title and Caption">
    <p:spTree>
      <p:nvGrpSpPr>
        <p:cNvPr id="1" name=""/>
        <p:cNvGrpSpPr/>
        <p:nvPr/>
      </p:nvGrpSpPr>
      <p:grpSpPr>
        <a:xfrm>
          <a:off x="0" y="0"/>
          <a:ext cx="0" cy="0"/>
          <a:chOff x="0" y="0"/>
          <a:chExt cx="0" cy="0"/>
        </a:xfrm>
      </p:grpSpPr>
      <p:grpSp>
        <p:nvGrpSpPr>
          <p:cNvPr id="3" name="Group 2"/>
          <p:cNvGrpSpPr/>
          <p:nvPr/>
        </p:nvGrpSpPr>
        <p:grpSpPr>
          <a:xfrm>
            <a:off x="-2266" y="-2022"/>
            <a:ext cx="9146266" cy="6861037"/>
            <a:chOff x="-2266" y="-2022"/>
            <a:chExt cx="9146266" cy="6861037"/>
          </a:xfrm>
        </p:grpSpPr>
        <p:sp>
          <p:nvSpPr>
            <p:cNvPr id="11" name="Rectangle 10"/>
            <p:cNvSpPr/>
            <p:nvPr/>
          </p:nvSpPr>
          <p:spPr>
            <a:xfrm>
              <a:off x="0" y="0"/>
              <a:ext cx="9144000" cy="6858000"/>
            </a:xfrm>
            <a:prstGeom prst="rect">
              <a:avLst/>
            </a:prstGeom>
            <a:blipFill>
              <a:blip r:embed="rId2">
                <a:duotone>
                  <a:schemeClr val="dk2">
                    <a:shade val="69000"/>
                    <a:hueMod val="108000"/>
                    <a:satMod val="164000"/>
                    <a:lumMod val="74000"/>
                  </a:schemeClr>
                  <a:schemeClr val="dk2">
                    <a:tint val="96000"/>
                    <a:hueMod val="88000"/>
                    <a:satMod val="140000"/>
                    <a:lumMod val="132000"/>
                  </a:schemeClr>
                </a:duotone>
              </a:blip>
              <a:srcRect/>
              <a:stretch>
                <a:fillRect l="-16667" r="-16667"/>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Oval 12"/>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629943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5689832" y="-2022"/>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2266"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6299432" y="5868415"/>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Rectangle 17"/>
            <p:cNvSpPr/>
            <p:nvPr/>
          </p:nvSpPr>
          <p:spPr>
            <a:xfrm>
              <a:off x="485023" y="4343399"/>
              <a:ext cx="8182128" cy="2112436"/>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2" name="Freeform 5"/>
            <p:cNvSpPr/>
            <p:nvPr/>
          </p:nvSpPr>
          <p:spPr bwMode="gray">
            <a:xfrm rot="21010068">
              <a:off x="6359946" y="2780895"/>
              <a:ext cx="2377690" cy="317748"/>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4" name="Freeform 13"/>
            <p:cNvSpPr/>
            <p:nvPr/>
          </p:nvSpPr>
          <p:spPr bwMode="gray">
            <a:xfrm>
              <a:off x="485023" y="2854646"/>
              <a:ext cx="8182128" cy="2130508"/>
            </a:xfrm>
            <a:custGeom>
              <a:avLst/>
              <a:gdLst/>
              <a:ahLst/>
              <a:cxnLst/>
              <a:rect l="l" t="t" r="r" b="b"/>
              <a:pathLst>
                <a:path w="10000" h="9621">
                  <a:moveTo>
                    <a:pt x="0" y="0"/>
                  </a:moveTo>
                  <a:lnTo>
                    <a:pt x="0" y="2411"/>
                  </a:lnTo>
                  <a:lnTo>
                    <a:pt x="0" y="9586"/>
                  </a:lnTo>
                  <a:lnTo>
                    <a:pt x="0" y="9621"/>
                  </a:lnTo>
                  <a:lnTo>
                    <a:pt x="10000" y="9585"/>
                  </a:lnTo>
                  <a:cubicBezTo>
                    <a:pt x="9997" y="8144"/>
                    <a:pt x="10003" y="9571"/>
                    <a:pt x="10000" y="9586"/>
                  </a:cubicBezTo>
                  <a:cubicBezTo>
                    <a:pt x="9997" y="7194"/>
                    <a:pt x="9993" y="4803"/>
                    <a:pt x="9990" y="2411"/>
                  </a:cubicBezTo>
                  <a:lnTo>
                    <a:pt x="9990" y="0"/>
                  </a:lnTo>
                  <a:lnTo>
                    <a:pt x="9990" y="0"/>
                  </a:lnTo>
                  <a:lnTo>
                    <a:pt x="9534" y="253"/>
                  </a:lnTo>
                  <a:lnTo>
                    <a:pt x="9084" y="477"/>
                  </a:lnTo>
                  <a:lnTo>
                    <a:pt x="8628" y="669"/>
                  </a:lnTo>
                  <a:lnTo>
                    <a:pt x="8177" y="847"/>
                  </a:lnTo>
                  <a:lnTo>
                    <a:pt x="7726" y="984"/>
                  </a:lnTo>
                  <a:lnTo>
                    <a:pt x="7279" y="1087"/>
                  </a:lnTo>
                  <a:lnTo>
                    <a:pt x="6832" y="1176"/>
                  </a:lnTo>
                  <a:lnTo>
                    <a:pt x="6393" y="1236"/>
                  </a:lnTo>
                  <a:lnTo>
                    <a:pt x="5962" y="1279"/>
                  </a:lnTo>
                  <a:lnTo>
                    <a:pt x="5534" y="1294"/>
                  </a:lnTo>
                  <a:lnTo>
                    <a:pt x="5120" y="1294"/>
                  </a:lnTo>
                  <a:lnTo>
                    <a:pt x="4709" y="1294"/>
                  </a:lnTo>
                  <a:lnTo>
                    <a:pt x="4311" y="1266"/>
                  </a:lnTo>
                  <a:lnTo>
                    <a:pt x="3923" y="1221"/>
                  </a:lnTo>
                  <a:lnTo>
                    <a:pt x="3548" y="1161"/>
                  </a:lnTo>
                  <a:lnTo>
                    <a:pt x="3187" y="1101"/>
                  </a:lnTo>
                  <a:lnTo>
                    <a:pt x="2840" y="1026"/>
                  </a:lnTo>
                  <a:lnTo>
                    <a:pt x="2505" y="954"/>
                  </a:lnTo>
                  <a:lnTo>
                    <a:pt x="2192" y="865"/>
                  </a:lnTo>
                  <a:lnTo>
                    <a:pt x="1889" y="775"/>
                  </a:lnTo>
                  <a:lnTo>
                    <a:pt x="1346" y="579"/>
                  </a:lnTo>
                  <a:lnTo>
                    <a:pt x="882" y="400"/>
                  </a:lnTo>
                  <a:lnTo>
                    <a:pt x="511" y="253"/>
                  </a:lnTo>
                  <a:lnTo>
                    <a:pt x="234" y="118"/>
                  </a:lnTo>
                  <a:lnTo>
                    <a:pt x="0" y="0"/>
                  </a:lnTo>
                  <a:lnTo>
                    <a:pt x="0" y="0"/>
                  </a:lnTo>
                  <a:close/>
                </a:path>
              </a:pathLst>
            </a:custGeom>
            <a:solidFill>
              <a:schemeClr val="bg1"/>
            </a:solidFill>
            <a:ln>
              <a:noFill/>
            </a:ln>
          </p:spPr>
        </p:sp>
        <p:sp>
          <p:nvSpPr>
            <p:cNvPr id="22" name="Freeform 5"/>
            <p:cNvSpPr>
              <a:spLocks noEditPoints="1"/>
            </p:cNvSpPr>
            <p:nvPr/>
          </p:nvSpPr>
          <p:spPr bwMode="gray">
            <a:xfrm>
              <a:off x="0" y="508"/>
              <a:ext cx="9144000" cy="6858000"/>
            </a:xfrm>
            <a:custGeom>
              <a:avLst/>
              <a:gdLst/>
              <a:ahLst/>
              <a:cxnLst/>
              <a:rect l="0" t="0" r="r" b="b"/>
              <a:pathLst>
                <a:path w="5760" h="4320">
                  <a:moveTo>
                    <a:pt x="0" y="0"/>
                  </a:moveTo>
                  <a:lnTo>
                    <a:pt x="0" y="4320"/>
                  </a:lnTo>
                  <a:lnTo>
                    <a:pt x="5760" y="4320"/>
                  </a:lnTo>
                  <a:lnTo>
                    <a:pt x="5760" y="0"/>
                  </a:lnTo>
                  <a:lnTo>
                    <a:pt x="0" y="0"/>
                  </a:lnTo>
                  <a:close/>
                  <a:moveTo>
                    <a:pt x="5444" y="4004"/>
                  </a:moveTo>
                  <a:lnTo>
                    <a:pt x="324" y="4004"/>
                  </a:lnTo>
                  <a:lnTo>
                    <a:pt x="324" y="324"/>
                  </a:lnTo>
                  <a:lnTo>
                    <a:pt x="5444" y="324"/>
                  </a:lnTo>
                  <a:lnTo>
                    <a:pt x="5444" y="4004"/>
                  </a:ln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sp>
      </p:grpSp>
      <p:sp>
        <p:nvSpPr>
          <p:cNvPr id="2" name="Title 1"/>
          <p:cNvSpPr>
            <a:spLocks noGrp="1"/>
          </p:cNvSpPr>
          <p:nvPr>
            <p:ph type="title"/>
          </p:nvPr>
        </p:nvSpPr>
        <p:spPr>
          <a:xfrm>
            <a:off x="866441" y="927101"/>
            <a:ext cx="6422004" cy="1692720"/>
          </a:xfrm>
        </p:spPr>
        <p:txBody>
          <a:bodyPr/>
          <a:lstStyle>
            <a:lvl1pPr>
              <a:defRPr sz="3600"/>
            </a:lvl1pPr>
          </a:lstStyle>
          <a:p>
            <a:r>
              <a:rPr lang="en-US" smtClean="0"/>
              <a:t>Click to edit Master title style</a:t>
            </a:r>
            <a:endParaRPr lang="en-US" dirty="0"/>
          </a:p>
        </p:txBody>
      </p:sp>
      <p:sp>
        <p:nvSpPr>
          <p:cNvPr id="15" name="Text Placeholder 3"/>
          <p:cNvSpPr>
            <a:spLocks noGrp="1"/>
          </p:cNvSpPr>
          <p:nvPr>
            <p:ph type="body" sz="half" idx="13"/>
          </p:nvPr>
        </p:nvSpPr>
        <p:spPr>
          <a:xfrm>
            <a:off x="866440" y="3488023"/>
            <a:ext cx="6422005" cy="2536857"/>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4" name="Date Placeholder 3"/>
          <p:cNvSpPr>
            <a:spLocks noGrp="1"/>
          </p:cNvSpPr>
          <p:nvPr>
            <p:ph type="dt" sz="half" idx="10"/>
          </p:nvPr>
        </p:nvSpPr>
        <p:spPr/>
        <p:txBody>
          <a:bodyPr/>
          <a:lstStyle/>
          <a:p>
            <a:fld id="{E77B5C3D-E538-4E38-814D-F406152A0D49}" type="datetimeFigureOut">
              <a:rPr lang="en-IN" smtClean="0"/>
              <a:t>24-01-2018</a:t>
            </a:fld>
            <a:endParaRPr lang="en-IN"/>
          </a:p>
        </p:txBody>
      </p:sp>
      <p:sp>
        <p:nvSpPr>
          <p:cNvPr id="5" name="Footer Placeholder 4"/>
          <p:cNvSpPr>
            <a:spLocks noGrp="1"/>
          </p:cNvSpPr>
          <p:nvPr>
            <p:ph type="ftr" sz="quarter" idx="11"/>
          </p:nvPr>
        </p:nvSpPr>
        <p:spPr/>
        <p:txBody>
          <a:bodyPr/>
          <a:lstStyle/>
          <a:p>
            <a:endParaRPr lang="en-IN"/>
          </a:p>
        </p:txBody>
      </p:sp>
      <p:sp>
        <p:nvSpPr>
          <p:cNvPr id="19" name="Rectangle 18"/>
          <p:cNvSpPr/>
          <p:nvPr/>
        </p:nvSpPr>
        <p:spPr>
          <a:xfrm>
            <a:off x="7745644" y="-7177"/>
            <a:ext cx="685800" cy="1099458"/>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a:xfrm>
            <a:off x="7712364" y="295730"/>
            <a:ext cx="738909" cy="767687"/>
          </a:xfrm>
          <a:prstGeom prst="rect">
            <a:avLst/>
          </a:prstGeom>
        </p:spPr>
        <p:txBody>
          <a:bodyPr/>
          <a:lstStyle>
            <a:lvl1pPr algn="ctr">
              <a:defRPr/>
            </a:lvl1pPr>
          </a:lstStyle>
          <a:p>
            <a:fld id="{DA10D78D-00E6-469E-AF33-6C8CE6BEEBFD}" type="slidenum">
              <a:rPr lang="en-IN" smtClean="0"/>
              <a:t>‹#›</a:t>
            </a:fld>
            <a:endParaRPr lang="en-IN"/>
          </a:p>
        </p:txBody>
      </p:sp>
    </p:spTree>
    <p:extLst>
      <p:ext uri="{BB962C8B-B14F-4D97-AF65-F5344CB8AC3E}">
        <p14:creationId xmlns:p14="http://schemas.microsoft.com/office/powerpoint/2010/main" val="403357642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Quote with Caption">
    <p:spTree>
      <p:nvGrpSpPr>
        <p:cNvPr id="1" name=""/>
        <p:cNvGrpSpPr/>
        <p:nvPr/>
      </p:nvGrpSpPr>
      <p:grpSpPr>
        <a:xfrm>
          <a:off x="0" y="0"/>
          <a:ext cx="0" cy="0"/>
          <a:chOff x="0" y="0"/>
          <a:chExt cx="0" cy="0"/>
        </a:xfrm>
      </p:grpSpPr>
      <p:grpSp>
        <p:nvGrpSpPr>
          <p:cNvPr id="3" name="Group 2"/>
          <p:cNvGrpSpPr/>
          <p:nvPr/>
        </p:nvGrpSpPr>
        <p:grpSpPr>
          <a:xfrm>
            <a:off x="-2266" y="-2022"/>
            <a:ext cx="9146266" cy="6861037"/>
            <a:chOff x="-2266" y="-2022"/>
            <a:chExt cx="9146266" cy="6861037"/>
          </a:xfrm>
        </p:grpSpPr>
        <p:sp>
          <p:nvSpPr>
            <p:cNvPr id="14" name="Rectangle 13"/>
            <p:cNvSpPr/>
            <p:nvPr/>
          </p:nvSpPr>
          <p:spPr>
            <a:xfrm>
              <a:off x="0" y="0"/>
              <a:ext cx="9144000" cy="6858000"/>
            </a:xfrm>
            <a:prstGeom prst="rect">
              <a:avLst/>
            </a:prstGeom>
            <a:blipFill>
              <a:blip r:embed="rId2">
                <a:duotone>
                  <a:schemeClr val="dk2">
                    <a:shade val="69000"/>
                    <a:hueMod val="108000"/>
                    <a:satMod val="164000"/>
                    <a:lumMod val="74000"/>
                  </a:schemeClr>
                  <a:schemeClr val="dk2">
                    <a:tint val="96000"/>
                    <a:hueMod val="88000"/>
                    <a:satMod val="140000"/>
                    <a:lumMod val="132000"/>
                  </a:schemeClr>
                </a:duotone>
              </a:blip>
              <a:srcRect/>
              <a:stretch>
                <a:fillRect l="-16667" r="-16667"/>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629943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5689832" y="-2022"/>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2266"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6299432" y="5868415"/>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2" name="Freeform 5"/>
            <p:cNvSpPr/>
            <p:nvPr/>
          </p:nvSpPr>
          <p:spPr bwMode="gray">
            <a:xfrm rot="21010068">
              <a:off x="6359946" y="4309201"/>
              <a:ext cx="2377690" cy="317748"/>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3" name="Freeform 12"/>
            <p:cNvSpPr/>
            <p:nvPr/>
          </p:nvSpPr>
          <p:spPr bwMode="gray">
            <a:xfrm>
              <a:off x="485023" y="4381500"/>
              <a:ext cx="8182128" cy="2130508"/>
            </a:xfrm>
            <a:custGeom>
              <a:avLst/>
              <a:gdLst/>
              <a:ahLst/>
              <a:cxnLst/>
              <a:rect l="l" t="t" r="r" b="b"/>
              <a:pathLst>
                <a:path w="10000" h="9621">
                  <a:moveTo>
                    <a:pt x="0" y="0"/>
                  </a:moveTo>
                  <a:lnTo>
                    <a:pt x="0" y="2411"/>
                  </a:lnTo>
                  <a:lnTo>
                    <a:pt x="0" y="9586"/>
                  </a:lnTo>
                  <a:lnTo>
                    <a:pt x="0" y="9621"/>
                  </a:lnTo>
                  <a:lnTo>
                    <a:pt x="10000" y="9585"/>
                  </a:lnTo>
                  <a:cubicBezTo>
                    <a:pt x="9997" y="8144"/>
                    <a:pt x="10003" y="9571"/>
                    <a:pt x="10000" y="9586"/>
                  </a:cubicBezTo>
                  <a:cubicBezTo>
                    <a:pt x="9997" y="7194"/>
                    <a:pt x="9993" y="4803"/>
                    <a:pt x="9990" y="2411"/>
                  </a:cubicBezTo>
                  <a:lnTo>
                    <a:pt x="9990" y="0"/>
                  </a:lnTo>
                  <a:lnTo>
                    <a:pt x="9990" y="0"/>
                  </a:lnTo>
                  <a:lnTo>
                    <a:pt x="9534" y="253"/>
                  </a:lnTo>
                  <a:lnTo>
                    <a:pt x="9084" y="477"/>
                  </a:lnTo>
                  <a:lnTo>
                    <a:pt x="8628" y="669"/>
                  </a:lnTo>
                  <a:lnTo>
                    <a:pt x="8177" y="847"/>
                  </a:lnTo>
                  <a:lnTo>
                    <a:pt x="7726" y="984"/>
                  </a:lnTo>
                  <a:lnTo>
                    <a:pt x="7279" y="1087"/>
                  </a:lnTo>
                  <a:lnTo>
                    <a:pt x="6832" y="1176"/>
                  </a:lnTo>
                  <a:lnTo>
                    <a:pt x="6393" y="1236"/>
                  </a:lnTo>
                  <a:lnTo>
                    <a:pt x="5962" y="1279"/>
                  </a:lnTo>
                  <a:lnTo>
                    <a:pt x="5534" y="1294"/>
                  </a:lnTo>
                  <a:lnTo>
                    <a:pt x="5120" y="1294"/>
                  </a:lnTo>
                  <a:lnTo>
                    <a:pt x="4709" y="1294"/>
                  </a:lnTo>
                  <a:lnTo>
                    <a:pt x="4311" y="1266"/>
                  </a:lnTo>
                  <a:lnTo>
                    <a:pt x="3923" y="1221"/>
                  </a:lnTo>
                  <a:lnTo>
                    <a:pt x="3548" y="1161"/>
                  </a:lnTo>
                  <a:lnTo>
                    <a:pt x="3187" y="1101"/>
                  </a:lnTo>
                  <a:lnTo>
                    <a:pt x="2840" y="1026"/>
                  </a:lnTo>
                  <a:lnTo>
                    <a:pt x="2505" y="954"/>
                  </a:lnTo>
                  <a:lnTo>
                    <a:pt x="2192" y="865"/>
                  </a:lnTo>
                  <a:lnTo>
                    <a:pt x="1889" y="775"/>
                  </a:lnTo>
                  <a:lnTo>
                    <a:pt x="1346" y="579"/>
                  </a:lnTo>
                  <a:lnTo>
                    <a:pt x="882" y="400"/>
                  </a:lnTo>
                  <a:lnTo>
                    <a:pt x="511" y="253"/>
                  </a:lnTo>
                  <a:lnTo>
                    <a:pt x="234" y="118"/>
                  </a:lnTo>
                  <a:lnTo>
                    <a:pt x="0" y="0"/>
                  </a:lnTo>
                  <a:lnTo>
                    <a:pt x="0" y="0"/>
                  </a:lnTo>
                  <a:close/>
                </a:path>
              </a:pathLst>
            </a:custGeom>
            <a:solidFill>
              <a:schemeClr val="bg1"/>
            </a:solidFill>
            <a:ln>
              <a:noFill/>
            </a:ln>
          </p:spPr>
        </p:sp>
        <p:sp>
          <p:nvSpPr>
            <p:cNvPr id="23" name="Freeform 5"/>
            <p:cNvSpPr>
              <a:spLocks noEditPoints="1"/>
            </p:cNvSpPr>
            <p:nvPr/>
          </p:nvSpPr>
          <p:spPr bwMode="gray">
            <a:xfrm>
              <a:off x="0" y="508"/>
              <a:ext cx="9144000" cy="6858000"/>
            </a:xfrm>
            <a:custGeom>
              <a:avLst/>
              <a:gdLst/>
              <a:ahLst/>
              <a:cxnLst/>
              <a:rect l="0" t="0" r="r" b="b"/>
              <a:pathLst>
                <a:path w="5760" h="4320">
                  <a:moveTo>
                    <a:pt x="0" y="0"/>
                  </a:moveTo>
                  <a:lnTo>
                    <a:pt x="0" y="4320"/>
                  </a:lnTo>
                  <a:lnTo>
                    <a:pt x="5760" y="4320"/>
                  </a:lnTo>
                  <a:lnTo>
                    <a:pt x="5760" y="0"/>
                  </a:lnTo>
                  <a:lnTo>
                    <a:pt x="0" y="0"/>
                  </a:lnTo>
                  <a:close/>
                  <a:moveTo>
                    <a:pt x="5444" y="4004"/>
                  </a:moveTo>
                  <a:lnTo>
                    <a:pt x="324" y="4004"/>
                  </a:lnTo>
                  <a:lnTo>
                    <a:pt x="324" y="324"/>
                  </a:lnTo>
                  <a:lnTo>
                    <a:pt x="5444" y="324"/>
                  </a:lnTo>
                  <a:lnTo>
                    <a:pt x="5444" y="4004"/>
                  </a:ln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sp>
      </p:grpSp>
      <p:sp>
        <p:nvSpPr>
          <p:cNvPr id="11" name="TextBox 10"/>
          <p:cNvSpPr txBox="1"/>
          <p:nvPr/>
        </p:nvSpPr>
        <p:spPr bwMode="gray">
          <a:xfrm>
            <a:off x="7033421" y="2893960"/>
            <a:ext cx="679240" cy="1323439"/>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cs typeface="Arial"/>
              </a:defRPr>
            </a:lvl1pPr>
          </a:lstStyle>
          <a:p>
            <a:pPr lvl="0"/>
            <a:r>
              <a:rPr lang="en-US" sz="8000" dirty="0">
                <a:solidFill>
                  <a:schemeClr val="tx2">
                    <a:lumMod val="40000"/>
                    <a:lumOff val="60000"/>
                  </a:schemeClr>
                </a:solidFill>
              </a:rPr>
              <a:t>”</a:t>
            </a:r>
          </a:p>
        </p:txBody>
      </p:sp>
      <p:sp>
        <p:nvSpPr>
          <p:cNvPr id="10" name="TextBox 9"/>
          <p:cNvSpPr txBox="1"/>
          <p:nvPr/>
        </p:nvSpPr>
        <p:spPr bwMode="gray">
          <a:xfrm>
            <a:off x="625840" y="590998"/>
            <a:ext cx="601591" cy="1323439"/>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cs typeface="Arial"/>
              </a:defRPr>
            </a:lvl1pPr>
          </a:lstStyle>
          <a:p>
            <a:pPr lvl="0"/>
            <a:r>
              <a:rPr lang="en-US" sz="8000" dirty="0">
                <a:solidFill>
                  <a:schemeClr val="tx2">
                    <a:lumMod val="40000"/>
                    <a:lumOff val="60000"/>
                  </a:schemeClr>
                </a:solidFill>
              </a:rPr>
              <a:t>“</a:t>
            </a:r>
          </a:p>
        </p:txBody>
      </p:sp>
      <p:sp>
        <p:nvSpPr>
          <p:cNvPr id="2" name="Title 1"/>
          <p:cNvSpPr>
            <a:spLocks noGrp="1"/>
          </p:cNvSpPr>
          <p:nvPr>
            <p:ph type="title"/>
          </p:nvPr>
        </p:nvSpPr>
        <p:spPr>
          <a:xfrm>
            <a:off x="1110763" y="914400"/>
            <a:ext cx="6177681" cy="2884679"/>
          </a:xfrm>
        </p:spPr>
        <p:txBody>
          <a:bodyPr anchor="ctr"/>
          <a:lstStyle>
            <a:lvl1pPr>
              <a:defRPr sz="3600"/>
            </a:lvl1pPr>
          </a:lstStyle>
          <a:p>
            <a:r>
              <a:rPr lang="en-US" smtClean="0"/>
              <a:t>Click to edit Master title style</a:t>
            </a:r>
            <a:endParaRPr lang="en-US" dirty="0"/>
          </a:p>
        </p:txBody>
      </p:sp>
      <p:sp>
        <p:nvSpPr>
          <p:cNvPr id="17" name="Text Placeholder 3"/>
          <p:cNvSpPr>
            <a:spLocks noGrp="1"/>
          </p:cNvSpPr>
          <p:nvPr>
            <p:ph type="body" sz="half" idx="13"/>
          </p:nvPr>
        </p:nvSpPr>
        <p:spPr bwMode="gray">
          <a:xfrm>
            <a:off x="1387279" y="3809278"/>
            <a:ext cx="5646142" cy="333113"/>
          </a:xfrm>
        </p:spPr>
        <p:txBody>
          <a:bodyPr>
            <a:normAutofit/>
          </a:bodyPr>
          <a:lstStyle>
            <a:lvl1pPr marL="0" indent="0">
              <a:buNone/>
              <a:defRPr lang="en-US" sz="1400" b="0" i="0" kern="1200" cap="small" dirty="0">
                <a:solidFill>
                  <a:schemeClr val="tx2">
                    <a:lumMod val="40000"/>
                    <a:lumOff val="60000"/>
                  </a:schemeClr>
                </a:solidFill>
                <a:latin typeface="+mn-lt"/>
                <a:ea typeface="+mn-ea"/>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16" name="Text Placeholder 3"/>
          <p:cNvSpPr>
            <a:spLocks noGrp="1"/>
          </p:cNvSpPr>
          <p:nvPr>
            <p:ph type="body" sz="half" idx="2"/>
          </p:nvPr>
        </p:nvSpPr>
        <p:spPr>
          <a:xfrm>
            <a:off x="878870" y="5000815"/>
            <a:ext cx="6422005" cy="1018177"/>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4" name="Date Placeholder 3"/>
          <p:cNvSpPr>
            <a:spLocks noGrp="1"/>
          </p:cNvSpPr>
          <p:nvPr>
            <p:ph type="dt" sz="half" idx="10"/>
          </p:nvPr>
        </p:nvSpPr>
        <p:spPr/>
        <p:txBody>
          <a:bodyPr/>
          <a:lstStyle/>
          <a:p>
            <a:fld id="{E77B5C3D-E538-4E38-814D-F406152A0D49}" type="datetimeFigureOut">
              <a:rPr lang="en-IN" smtClean="0"/>
              <a:t>24-01-2018</a:t>
            </a:fld>
            <a:endParaRPr lang="en-IN"/>
          </a:p>
        </p:txBody>
      </p:sp>
      <p:sp>
        <p:nvSpPr>
          <p:cNvPr id="5" name="Footer Placeholder 4"/>
          <p:cNvSpPr>
            <a:spLocks noGrp="1"/>
          </p:cNvSpPr>
          <p:nvPr>
            <p:ph type="ftr" sz="quarter" idx="11"/>
          </p:nvPr>
        </p:nvSpPr>
        <p:spPr/>
        <p:txBody>
          <a:bodyPr/>
          <a:lstStyle/>
          <a:p>
            <a:endParaRPr lang="en-IN"/>
          </a:p>
        </p:txBody>
      </p:sp>
      <p:sp>
        <p:nvSpPr>
          <p:cNvPr id="22" name="Rectangle 21"/>
          <p:cNvSpPr/>
          <p:nvPr/>
        </p:nvSpPr>
        <p:spPr>
          <a:xfrm>
            <a:off x="7745644" y="-7177"/>
            <a:ext cx="685800" cy="1099458"/>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a:xfrm>
            <a:off x="7712364" y="295730"/>
            <a:ext cx="738909" cy="767687"/>
          </a:xfrm>
          <a:prstGeom prst="rect">
            <a:avLst/>
          </a:prstGeom>
        </p:spPr>
        <p:txBody>
          <a:bodyPr/>
          <a:lstStyle>
            <a:lvl1pPr algn="ctr">
              <a:defRPr/>
            </a:lvl1pPr>
          </a:lstStyle>
          <a:p>
            <a:fld id="{DA10D78D-00E6-469E-AF33-6C8CE6BEEBFD}" type="slidenum">
              <a:rPr lang="en-IN" smtClean="0"/>
              <a:t>‹#›</a:t>
            </a:fld>
            <a:endParaRPr lang="en-IN"/>
          </a:p>
        </p:txBody>
      </p:sp>
    </p:spTree>
    <p:extLst>
      <p:ext uri="{BB962C8B-B14F-4D97-AF65-F5344CB8AC3E}">
        <p14:creationId xmlns:p14="http://schemas.microsoft.com/office/powerpoint/2010/main" val="64048307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Name Card">
    <p:spTree>
      <p:nvGrpSpPr>
        <p:cNvPr id="1" name=""/>
        <p:cNvGrpSpPr/>
        <p:nvPr/>
      </p:nvGrpSpPr>
      <p:grpSpPr>
        <a:xfrm>
          <a:off x="0" y="0"/>
          <a:ext cx="0" cy="0"/>
          <a:chOff x="0" y="0"/>
          <a:chExt cx="0" cy="0"/>
        </a:xfrm>
      </p:grpSpPr>
      <p:grpSp>
        <p:nvGrpSpPr>
          <p:cNvPr id="9" name="Group 8"/>
          <p:cNvGrpSpPr/>
          <p:nvPr/>
        </p:nvGrpSpPr>
        <p:grpSpPr>
          <a:xfrm>
            <a:off x="-2266" y="-2022"/>
            <a:ext cx="9146266" cy="6861037"/>
            <a:chOff x="-2266" y="-2022"/>
            <a:chExt cx="9146266" cy="6861037"/>
          </a:xfrm>
        </p:grpSpPr>
        <p:sp>
          <p:nvSpPr>
            <p:cNvPr id="10" name="Rectangle 9"/>
            <p:cNvSpPr/>
            <p:nvPr/>
          </p:nvSpPr>
          <p:spPr>
            <a:xfrm>
              <a:off x="0" y="0"/>
              <a:ext cx="9144000" cy="6858000"/>
            </a:xfrm>
            <a:prstGeom prst="rect">
              <a:avLst/>
            </a:prstGeom>
            <a:blipFill>
              <a:blip r:embed="rId2">
                <a:duotone>
                  <a:schemeClr val="dk2">
                    <a:shade val="69000"/>
                    <a:hueMod val="108000"/>
                    <a:satMod val="164000"/>
                    <a:lumMod val="74000"/>
                  </a:schemeClr>
                  <a:schemeClr val="dk2">
                    <a:tint val="96000"/>
                    <a:hueMod val="88000"/>
                    <a:satMod val="140000"/>
                    <a:lumMod val="132000"/>
                  </a:schemeClr>
                </a:duotone>
              </a:blip>
              <a:srcRect/>
              <a:stretch>
                <a:fillRect l="-16667" r="-16667"/>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2" name="Oval 11"/>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3" name="Oval 12"/>
            <p:cNvSpPr/>
            <p:nvPr/>
          </p:nvSpPr>
          <p:spPr>
            <a:xfrm>
              <a:off x="629943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Oval 13"/>
            <p:cNvSpPr/>
            <p:nvPr/>
          </p:nvSpPr>
          <p:spPr>
            <a:xfrm>
              <a:off x="5689832" y="-2022"/>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2266"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6299432" y="5868415"/>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7" name="Freeform 5"/>
            <p:cNvSpPr/>
            <p:nvPr/>
          </p:nvSpPr>
          <p:spPr bwMode="gray">
            <a:xfrm rot="21010068">
              <a:off x="6359946" y="4311243"/>
              <a:ext cx="2377690" cy="317748"/>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8" name="Freeform 7"/>
            <p:cNvSpPr/>
            <p:nvPr/>
          </p:nvSpPr>
          <p:spPr bwMode="gray">
            <a:xfrm>
              <a:off x="485023" y="4381500"/>
              <a:ext cx="8182128" cy="2130508"/>
            </a:xfrm>
            <a:custGeom>
              <a:avLst/>
              <a:gdLst/>
              <a:ahLst/>
              <a:cxnLst/>
              <a:rect l="l" t="t" r="r" b="b"/>
              <a:pathLst>
                <a:path w="10000" h="9621">
                  <a:moveTo>
                    <a:pt x="0" y="0"/>
                  </a:moveTo>
                  <a:lnTo>
                    <a:pt x="0" y="2411"/>
                  </a:lnTo>
                  <a:lnTo>
                    <a:pt x="0" y="9586"/>
                  </a:lnTo>
                  <a:lnTo>
                    <a:pt x="0" y="9621"/>
                  </a:lnTo>
                  <a:lnTo>
                    <a:pt x="10000" y="9585"/>
                  </a:lnTo>
                  <a:cubicBezTo>
                    <a:pt x="9997" y="8144"/>
                    <a:pt x="10003" y="9571"/>
                    <a:pt x="10000" y="9586"/>
                  </a:cubicBezTo>
                  <a:cubicBezTo>
                    <a:pt x="9997" y="7194"/>
                    <a:pt x="9993" y="4803"/>
                    <a:pt x="9990" y="2411"/>
                  </a:cubicBezTo>
                  <a:lnTo>
                    <a:pt x="9990" y="0"/>
                  </a:lnTo>
                  <a:lnTo>
                    <a:pt x="9990" y="0"/>
                  </a:lnTo>
                  <a:lnTo>
                    <a:pt x="9534" y="253"/>
                  </a:lnTo>
                  <a:lnTo>
                    <a:pt x="9084" y="477"/>
                  </a:lnTo>
                  <a:lnTo>
                    <a:pt x="8628" y="669"/>
                  </a:lnTo>
                  <a:lnTo>
                    <a:pt x="8177" y="847"/>
                  </a:lnTo>
                  <a:lnTo>
                    <a:pt x="7726" y="984"/>
                  </a:lnTo>
                  <a:lnTo>
                    <a:pt x="7279" y="1087"/>
                  </a:lnTo>
                  <a:lnTo>
                    <a:pt x="6832" y="1176"/>
                  </a:lnTo>
                  <a:lnTo>
                    <a:pt x="6393" y="1236"/>
                  </a:lnTo>
                  <a:lnTo>
                    <a:pt x="5962" y="1279"/>
                  </a:lnTo>
                  <a:lnTo>
                    <a:pt x="5534" y="1294"/>
                  </a:lnTo>
                  <a:lnTo>
                    <a:pt x="5120" y="1294"/>
                  </a:lnTo>
                  <a:lnTo>
                    <a:pt x="4709" y="1294"/>
                  </a:lnTo>
                  <a:lnTo>
                    <a:pt x="4311" y="1266"/>
                  </a:lnTo>
                  <a:lnTo>
                    <a:pt x="3923" y="1221"/>
                  </a:lnTo>
                  <a:lnTo>
                    <a:pt x="3548" y="1161"/>
                  </a:lnTo>
                  <a:lnTo>
                    <a:pt x="3187" y="1101"/>
                  </a:lnTo>
                  <a:lnTo>
                    <a:pt x="2840" y="1026"/>
                  </a:lnTo>
                  <a:lnTo>
                    <a:pt x="2505" y="954"/>
                  </a:lnTo>
                  <a:lnTo>
                    <a:pt x="2192" y="865"/>
                  </a:lnTo>
                  <a:lnTo>
                    <a:pt x="1889" y="775"/>
                  </a:lnTo>
                  <a:lnTo>
                    <a:pt x="1346" y="579"/>
                  </a:lnTo>
                  <a:lnTo>
                    <a:pt x="882" y="400"/>
                  </a:lnTo>
                  <a:lnTo>
                    <a:pt x="511" y="253"/>
                  </a:lnTo>
                  <a:lnTo>
                    <a:pt x="234" y="118"/>
                  </a:lnTo>
                  <a:lnTo>
                    <a:pt x="0" y="0"/>
                  </a:lnTo>
                  <a:lnTo>
                    <a:pt x="0" y="0"/>
                  </a:lnTo>
                  <a:close/>
                </a:path>
              </a:pathLst>
            </a:custGeom>
            <a:solidFill>
              <a:schemeClr val="bg1"/>
            </a:solidFill>
            <a:ln>
              <a:noFill/>
            </a:ln>
          </p:spPr>
        </p:sp>
        <p:sp>
          <p:nvSpPr>
            <p:cNvPr id="17" name="Freeform 5"/>
            <p:cNvSpPr>
              <a:spLocks noEditPoints="1"/>
            </p:cNvSpPr>
            <p:nvPr/>
          </p:nvSpPr>
          <p:spPr bwMode="gray">
            <a:xfrm>
              <a:off x="0" y="508"/>
              <a:ext cx="9144000" cy="6858000"/>
            </a:xfrm>
            <a:custGeom>
              <a:avLst/>
              <a:gdLst/>
              <a:ahLst/>
              <a:cxnLst/>
              <a:rect l="0" t="0" r="r" b="b"/>
              <a:pathLst>
                <a:path w="5760" h="4320">
                  <a:moveTo>
                    <a:pt x="0" y="0"/>
                  </a:moveTo>
                  <a:lnTo>
                    <a:pt x="0" y="4320"/>
                  </a:lnTo>
                  <a:lnTo>
                    <a:pt x="5760" y="4320"/>
                  </a:lnTo>
                  <a:lnTo>
                    <a:pt x="5760" y="0"/>
                  </a:lnTo>
                  <a:lnTo>
                    <a:pt x="0" y="0"/>
                  </a:lnTo>
                  <a:close/>
                  <a:moveTo>
                    <a:pt x="5444" y="4004"/>
                  </a:moveTo>
                  <a:lnTo>
                    <a:pt x="324" y="4004"/>
                  </a:lnTo>
                  <a:lnTo>
                    <a:pt x="324" y="324"/>
                  </a:lnTo>
                  <a:lnTo>
                    <a:pt x="5444" y="324"/>
                  </a:lnTo>
                  <a:lnTo>
                    <a:pt x="5444" y="4004"/>
                  </a:ln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sp>
      </p:grpSp>
      <p:sp>
        <p:nvSpPr>
          <p:cNvPr id="2" name="Title 1"/>
          <p:cNvSpPr>
            <a:spLocks noGrp="1"/>
          </p:cNvSpPr>
          <p:nvPr>
            <p:ph type="title"/>
          </p:nvPr>
        </p:nvSpPr>
        <p:spPr>
          <a:xfrm>
            <a:off x="866441" y="2057400"/>
            <a:ext cx="6422004" cy="2095500"/>
          </a:xfrm>
        </p:spPr>
        <p:txBody>
          <a:bodyPr anchor="b"/>
          <a:lstStyle>
            <a:lvl1pPr algn="l">
              <a:defRPr sz="40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866441" y="5159399"/>
            <a:ext cx="6422004" cy="860400"/>
          </a:xfrm>
        </p:spPr>
        <p:txBody>
          <a:bodyPr anchor="t"/>
          <a:lstStyle>
            <a:lvl1pPr marL="0" indent="0" algn="l">
              <a:buNone/>
              <a:defRPr sz="2000" cap="none">
                <a:solidFill>
                  <a:schemeClr val="accent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E77B5C3D-E538-4E38-814D-F406152A0D49}" type="datetimeFigureOut">
              <a:rPr lang="en-IN" smtClean="0"/>
              <a:t>24-01-2018</a:t>
            </a:fld>
            <a:endParaRPr lang="en-IN"/>
          </a:p>
        </p:txBody>
      </p:sp>
      <p:sp>
        <p:nvSpPr>
          <p:cNvPr id="5" name="Footer Placeholder 4"/>
          <p:cNvSpPr>
            <a:spLocks noGrp="1"/>
          </p:cNvSpPr>
          <p:nvPr>
            <p:ph type="ftr" sz="quarter" idx="11"/>
          </p:nvPr>
        </p:nvSpPr>
        <p:spPr/>
        <p:txBody>
          <a:bodyPr/>
          <a:lstStyle/>
          <a:p>
            <a:endParaRPr lang="en-IN"/>
          </a:p>
        </p:txBody>
      </p:sp>
      <p:sp>
        <p:nvSpPr>
          <p:cNvPr id="11" name="Rectangle 10"/>
          <p:cNvSpPr/>
          <p:nvPr/>
        </p:nvSpPr>
        <p:spPr>
          <a:xfrm>
            <a:off x="7744507" y="39"/>
            <a:ext cx="685800" cy="1099458"/>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a:xfrm>
            <a:off x="7712364" y="295730"/>
            <a:ext cx="738909" cy="767687"/>
          </a:xfrm>
          <a:prstGeom prst="rect">
            <a:avLst/>
          </a:prstGeom>
        </p:spPr>
        <p:txBody>
          <a:bodyPr/>
          <a:lstStyle>
            <a:lvl1pPr algn="ctr">
              <a:defRPr/>
            </a:lvl1pPr>
          </a:lstStyle>
          <a:p>
            <a:fld id="{DA10D78D-00E6-469E-AF33-6C8CE6BEEBFD}" type="slidenum">
              <a:rPr lang="en-IN" smtClean="0"/>
              <a:t>‹#›</a:t>
            </a:fld>
            <a:endParaRPr lang="en-IN"/>
          </a:p>
        </p:txBody>
      </p:sp>
    </p:spTree>
    <p:extLst>
      <p:ext uri="{BB962C8B-B14F-4D97-AF65-F5344CB8AC3E}">
        <p14:creationId xmlns:p14="http://schemas.microsoft.com/office/powerpoint/2010/main" val="404235949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a:xfrm>
            <a:off x="864852" y="921453"/>
            <a:ext cx="6423592" cy="715512"/>
          </a:xfrm>
        </p:spPr>
        <p:txBody>
          <a:bodyPr anchor="ctr"/>
          <a:lstStyle>
            <a:lvl1pPr>
              <a:defRPr sz="3200"/>
            </a:lvl1pPr>
          </a:lstStyle>
          <a:p>
            <a:r>
              <a:rPr lang="en-US" smtClean="0"/>
              <a:t>Click to edit Master title style</a:t>
            </a:r>
            <a:endParaRPr lang="en-US" dirty="0"/>
          </a:p>
        </p:txBody>
      </p:sp>
      <p:sp>
        <p:nvSpPr>
          <p:cNvPr id="3" name="Text Placeholder 2"/>
          <p:cNvSpPr>
            <a:spLocks noGrp="1"/>
          </p:cNvSpPr>
          <p:nvPr>
            <p:ph type="body" idx="1"/>
          </p:nvPr>
        </p:nvSpPr>
        <p:spPr>
          <a:xfrm>
            <a:off x="866440" y="2489200"/>
            <a:ext cx="2313431" cy="657962"/>
          </a:xfrm>
        </p:spPr>
        <p:txBody>
          <a:bodyPr anchor="b">
            <a:noAutofit/>
          </a:bodyPr>
          <a:lstStyle>
            <a:lvl1pPr marL="0" indent="0">
              <a:buNone/>
              <a:defRPr sz="20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22" name="Text Placeholder 3"/>
          <p:cNvSpPr>
            <a:spLocks noGrp="1"/>
          </p:cNvSpPr>
          <p:nvPr>
            <p:ph type="body" sz="half" idx="15"/>
          </p:nvPr>
        </p:nvSpPr>
        <p:spPr>
          <a:xfrm>
            <a:off x="866440" y="3147162"/>
            <a:ext cx="2313431" cy="2877717"/>
          </a:xfrm>
        </p:spPr>
        <p:txBody>
          <a:bodyPr anchor="t">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Text Placeholder 4"/>
          <p:cNvSpPr>
            <a:spLocks noGrp="1"/>
          </p:cNvSpPr>
          <p:nvPr>
            <p:ph type="body" sz="quarter" idx="3"/>
          </p:nvPr>
        </p:nvSpPr>
        <p:spPr>
          <a:xfrm>
            <a:off x="3408471" y="2485332"/>
            <a:ext cx="2326750" cy="657962"/>
          </a:xfrm>
        </p:spPr>
        <p:txBody>
          <a:bodyPr anchor="b">
            <a:noAutofit/>
          </a:bodyPr>
          <a:lstStyle>
            <a:lvl1pPr marL="0" indent="0">
              <a:buNone/>
              <a:defRPr sz="20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23" name="Text Placeholder 3"/>
          <p:cNvSpPr>
            <a:spLocks noGrp="1"/>
          </p:cNvSpPr>
          <p:nvPr>
            <p:ph type="body" sz="half" idx="16"/>
          </p:nvPr>
        </p:nvSpPr>
        <p:spPr>
          <a:xfrm>
            <a:off x="3408471" y="3147162"/>
            <a:ext cx="2326750" cy="2888367"/>
          </a:xfrm>
        </p:spPr>
        <p:txBody>
          <a:bodyPr anchor="t">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14" name="Text Placeholder 4"/>
          <p:cNvSpPr>
            <a:spLocks noGrp="1"/>
          </p:cNvSpPr>
          <p:nvPr>
            <p:ph type="body" sz="quarter" idx="13"/>
          </p:nvPr>
        </p:nvSpPr>
        <p:spPr>
          <a:xfrm>
            <a:off x="5963820" y="2489200"/>
            <a:ext cx="2313740" cy="657962"/>
          </a:xfrm>
        </p:spPr>
        <p:txBody>
          <a:bodyPr anchor="b">
            <a:noAutofit/>
          </a:bodyPr>
          <a:lstStyle>
            <a:lvl1pPr marL="0" indent="0">
              <a:buNone/>
              <a:defRPr sz="20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24" name="Text Placeholder 3"/>
          <p:cNvSpPr>
            <a:spLocks noGrp="1"/>
          </p:cNvSpPr>
          <p:nvPr>
            <p:ph type="body" sz="half" idx="17"/>
          </p:nvPr>
        </p:nvSpPr>
        <p:spPr>
          <a:xfrm>
            <a:off x="5963820" y="3147162"/>
            <a:ext cx="2313740" cy="2877717"/>
          </a:xfrm>
        </p:spPr>
        <p:txBody>
          <a:bodyPr anchor="t">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cxnSp>
        <p:nvCxnSpPr>
          <p:cNvPr id="17" name="Straight Connector 16"/>
          <p:cNvCxnSpPr/>
          <p:nvPr/>
        </p:nvCxnSpPr>
        <p:spPr>
          <a:xfrm>
            <a:off x="3287101" y="2489200"/>
            <a:ext cx="0" cy="3535679"/>
          </a:xfrm>
          <a:prstGeom prst="line">
            <a:avLst/>
          </a:prstGeom>
          <a:ln w="12700" cmpd="sng">
            <a:solidFill>
              <a:schemeClr val="tx1">
                <a:lumMod val="75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5849622" y="2489200"/>
            <a:ext cx="0" cy="3535679"/>
          </a:xfrm>
          <a:prstGeom prst="line">
            <a:avLst/>
          </a:prstGeom>
          <a:ln w="12700" cmpd="sng">
            <a:solidFill>
              <a:schemeClr val="tx1">
                <a:lumMod val="75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E77B5C3D-E538-4E38-814D-F406152A0D49}" type="datetimeFigureOut">
              <a:rPr lang="en-IN" smtClean="0"/>
              <a:t>24-01-2018</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a:xfrm>
            <a:off x="7712364" y="295730"/>
            <a:ext cx="738909" cy="767687"/>
          </a:xfrm>
          <a:prstGeom prst="rect">
            <a:avLst/>
          </a:prstGeom>
        </p:spPr>
        <p:txBody>
          <a:bodyPr/>
          <a:lstStyle>
            <a:lvl1pPr algn="ctr">
              <a:defRPr/>
            </a:lvl1pPr>
          </a:lstStyle>
          <a:p>
            <a:fld id="{DA10D78D-00E6-469E-AF33-6C8CE6BEEBFD}" type="slidenum">
              <a:rPr lang="en-IN" smtClean="0"/>
              <a:t>‹#›</a:t>
            </a:fld>
            <a:endParaRPr lang="en-IN"/>
          </a:p>
        </p:txBody>
      </p:sp>
    </p:spTree>
    <p:extLst>
      <p:ext uri="{BB962C8B-B14F-4D97-AF65-F5344CB8AC3E}">
        <p14:creationId xmlns:p14="http://schemas.microsoft.com/office/powerpoint/2010/main" val="370245141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a:xfrm>
            <a:off x="866441" y="927101"/>
            <a:ext cx="6423592" cy="709864"/>
          </a:xfrm>
        </p:spPr>
        <p:txBody>
          <a:bodyPr anchor="ctr"/>
          <a:lstStyle>
            <a:lvl1pPr>
              <a:defRPr sz="3200"/>
            </a:lvl1pPr>
          </a:lstStyle>
          <a:p>
            <a:r>
              <a:rPr lang="en-US" smtClean="0"/>
              <a:t>Click to edit Master title style</a:t>
            </a:r>
            <a:endParaRPr lang="en-US" dirty="0"/>
          </a:p>
        </p:txBody>
      </p:sp>
      <p:sp>
        <p:nvSpPr>
          <p:cNvPr id="3" name="Text Placeholder 2"/>
          <p:cNvSpPr>
            <a:spLocks noGrp="1"/>
          </p:cNvSpPr>
          <p:nvPr>
            <p:ph type="body" idx="1"/>
          </p:nvPr>
        </p:nvSpPr>
        <p:spPr>
          <a:xfrm>
            <a:off x="880390" y="4179595"/>
            <a:ext cx="2295329" cy="657961"/>
          </a:xfrm>
        </p:spPr>
        <p:txBody>
          <a:bodyPr anchor="b">
            <a:noAutofit/>
          </a:bodyPr>
          <a:lstStyle>
            <a:lvl1pPr marL="0" indent="0">
              <a:buNone/>
              <a:defRPr sz="20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29" name="Picture Placeholder 2"/>
          <p:cNvSpPr>
            <a:spLocks noGrp="1" noChangeAspect="1"/>
          </p:cNvSpPr>
          <p:nvPr>
            <p:ph type="pic" idx="15"/>
          </p:nvPr>
        </p:nvSpPr>
        <p:spPr>
          <a:xfrm>
            <a:off x="1021261" y="2489200"/>
            <a:ext cx="2012937" cy="1447342"/>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23" name="Text Placeholder 3"/>
          <p:cNvSpPr>
            <a:spLocks noGrp="1"/>
          </p:cNvSpPr>
          <p:nvPr>
            <p:ph type="body" sz="half" idx="18"/>
          </p:nvPr>
        </p:nvSpPr>
        <p:spPr>
          <a:xfrm>
            <a:off x="866439" y="4848208"/>
            <a:ext cx="2309279" cy="1176672"/>
          </a:xfrm>
        </p:spPr>
        <p:txBody>
          <a:bodyPr anchor="t">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Text Placeholder 4"/>
          <p:cNvSpPr>
            <a:spLocks noGrp="1"/>
          </p:cNvSpPr>
          <p:nvPr>
            <p:ph type="body" sz="quarter" idx="3"/>
          </p:nvPr>
        </p:nvSpPr>
        <p:spPr>
          <a:xfrm>
            <a:off x="3430434" y="4179594"/>
            <a:ext cx="2291674" cy="657962"/>
          </a:xfrm>
        </p:spPr>
        <p:txBody>
          <a:bodyPr anchor="b">
            <a:noAutofit/>
          </a:bodyPr>
          <a:lstStyle>
            <a:lvl1pPr marL="0" indent="0">
              <a:buNone/>
              <a:defRPr sz="20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30" name="Picture Placeholder 2"/>
          <p:cNvSpPr>
            <a:spLocks noGrp="1" noChangeAspect="1"/>
          </p:cNvSpPr>
          <p:nvPr>
            <p:ph type="pic" idx="16"/>
          </p:nvPr>
        </p:nvSpPr>
        <p:spPr>
          <a:xfrm>
            <a:off x="3550622" y="2486834"/>
            <a:ext cx="2025182" cy="1449708"/>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24" name="Text Placeholder 3"/>
          <p:cNvSpPr>
            <a:spLocks noGrp="1"/>
          </p:cNvSpPr>
          <p:nvPr>
            <p:ph type="body" sz="half" idx="19"/>
          </p:nvPr>
        </p:nvSpPr>
        <p:spPr>
          <a:xfrm>
            <a:off x="3404318" y="4848209"/>
            <a:ext cx="2317790" cy="1188374"/>
          </a:xfrm>
        </p:spPr>
        <p:txBody>
          <a:bodyPr anchor="t">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14" name="Text Placeholder 4"/>
          <p:cNvSpPr>
            <a:spLocks noGrp="1"/>
          </p:cNvSpPr>
          <p:nvPr>
            <p:ph type="body" sz="quarter" idx="13"/>
          </p:nvPr>
        </p:nvSpPr>
        <p:spPr>
          <a:xfrm>
            <a:off x="5963820" y="4166523"/>
            <a:ext cx="2304671" cy="681684"/>
          </a:xfrm>
        </p:spPr>
        <p:txBody>
          <a:bodyPr anchor="b">
            <a:noAutofit/>
          </a:bodyPr>
          <a:lstStyle>
            <a:lvl1pPr marL="0" indent="0">
              <a:buNone/>
              <a:defRPr sz="20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31" name="Picture Placeholder 2"/>
          <p:cNvSpPr>
            <a:spLocks noGrp="1" noChangeAspect="1"/>
          </p:cNvSpPr>
          <p:nvPr>
            <p:ph type="pic" idx="17"/>
          </p:nvPr>
        </p:nvSpPr>
        <p:spPr>
          <a:xfrm>
            <a:off x="6104946" y="2489200"/>
            <a:ext cx="2018838" cy="1447342"/>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27" name="Text Placeholder 3"/>
          <p:cNvSpPr>
            <a:spLocks noGrp="1"/>
          </p:cNvSpPr>
          <p:nvPr>
            <p:ph type="body" sz="half" idx="20"/>
          </p:nvPr>
        </p:nvSpPr>
        <p:spPr>
          <a:xfrm>
            <a:off x="5963820" y="4848209"/>
            <a:ext cx="2304671" cy="1189427"/>
          </a:xfrm>
        </p:spPr>
        <p:txBody>
          <a:bodyPr anchor="t">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cxnSp>
        <p:nvCxnSpPr>
          <p:cNvPr id="17" name="Straight Connector 16"/>
          <p:cNvCxnSpPr/>
          <p:nvPr/>
        </p:nvCxnSpPr>
        <p:spPr>
          <a:xfrm>
            <a:off x="3294441" y="2489200"/>
            <a:ext cx="0" cy="3535679"/>
          </a:xfrm>
          <a:prstGeom prst="line">
            <a:avLst/>
          </a:prstGeom>
          <a:ln w="12700" cmpd="sng">
            <a:solidFill>
              <a:schemeClr val="tx1">
                <a:lumMod val="75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5849622" y="2489200"/>
            <a:ext cx="0" cy="3548436"/>
          </a:xfrm>
          <a:prstGeom prst="line">
            <a:avLst/>
          </a:prstGeom>
          <a:ln w="12700" cmpd="sng">
            <a:solidFill>
              <a:schemeClr val="tx1">
                <a:lumMod val="75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E77B5C3D-E538-4E38-814D-F406152A0D49}" type="datetimeFigureOut">
              <a:rPr lang="en-IN" smtClean="0"/>
              <a:t>24-01-2018</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a:xfrm>
            <a:off x="7712364" y="295730"/>
            <a:ext cx="738909" cy="767687"/>
          </a:xfrm>
          <a:prstGeom prst="rect">
            <a:avLst/>
          </a:prstGeom>
        </p:spPr>
        <p:txBody>
          <a:bodyPr/>
          <a:lstStyle>
            <a:lvl1pPr algn="ctr">
              <a:defRPr/>
            </a:lvl1pPr>
          </a:lstStyle>
          <a:p>
            <a:fld id="{DA10D78D-00E6-469E-AF33-6C8CE6BEEBFD}" type="slidenum">
              <a:rPr lang="en-IN" smtClean="0"/>
              <a:t>‹#›</a:t>
            </a:fld>
            <a:endParaRPr lang="en-IN"/>
          </a:p>
        </p:txBody>
      </p:sp>
    </p:spTree>
    <p:extLst>
      <p:ext uri="{BB962C8B-B14F-4D97-AF65-F5344CB8AC3E}">
        <p14:creationId xmlns:p14="http://schemas.microsoft.com/office/powerpoint/2010/main" val="248626706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10" name="Title 1"/>
          <p:cNvSpPr>
            <a:spLocks noGrp="1"/>
          </p:cNvSpPr>
          <p:nvPr>
            <p:ph type="title"/>
          </p:nvPr>
        </p:nvSpPr>
        <p:spPr>
          <a:xfrm>
            <a:off x="864852" y="921453"/>
            <a:ext cx="6423592" cy="715512"/>
          </a:xfrm>
        </p:spPr>
        <p:txBody>
          <a:bodyPr anchor="ctr"/>
          <a:lstStyle>
            <a:lvl1pPr>
              <a:defRPr sz="3200"/>
            </a:lvl1p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nchor="t" anchorCtr="0"/>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E77B5C3D-E538-4E38-814D-F406152A0D49}" type="datetimeFigureOut">
              <a:rPr lang="en-IN" smtClean="0"/>
              <a:t>24-01-2018</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a:xfrm>
            <a:off x="7712364" y="295730"/>
            <a:ext cx="738909" cy="767687"/>
          </a:xfrm>
          <a:prstGeom prst="rect">
            <a:avLst/>
          </a:prstGeom>
        </p:spPr>
        <p:txBody>
          <a:bodyPr/>
          <a:lstStyle>
            <a:lvl1pPr algn="ctr">
              <a:defRPr/>
            </a:lvl1pPr>
          </a:lstStyle>
          <a:p>
            <a:fld id="{DA10D78D-00E6-469E-AF33-6C8CE6BEEBFD}" type="slidenum">
              <a:rPr lang="en-IN" smtClean="0"/>
              <a:t>‹#›</a:t>
            </a:fld>
            <a:endParaRPr lang="en-IN"/>
          </a:p>
        </p:txBody>
      </p:sp>
    </p:spTree>
    <p:extLst>
      <p:ext uri="{BB962C8B-B14F-4D97-AF65-F5344CB8AC3E}">
        <p14:creationId xmlns:p14="http://schemas.microsoft.com/office/powerpoint/2010/main" val="148891205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grpSp>
        <p:nvGrpSpPr>
          <p:cNvPr id="10" name="Group 9"/>
          <p:cNvGrpSpPr/>
          <p:nvPr/>
        </p:nvGrpSpPr>
        <p:grpSpPr>
          <a:xfrm>
            <a:off x="-2266" y="-2022"/>
            <a:ext cx="9146266" cy="6861037"/>
            <a:chOff x="-2266" y="-2022"/>
            <a:chExt cx="9146266" cy="6861037"/>
          </a:xfrm>
        </p:grpSpPr>
        <p:sp>
          <p:nvSpPr>
            <p:cNvPr id="11" name="Rectangle 10"/>
            <p:cNvSpPr/>
            <p:nvPr/>
          </p:nvSpPr>
          <p:spPr>
            <a:xfrm>
              <a:off x="0" y="0"/>
              <a:ext cx="9144000" cy="6858000"/>
            </a:xfrm>
            <a:prstGeom prst="rect">
              <a:avLst/>
            </a:prstGeom>
            <a:blipFill>
              <a:blip r:embed="rId2">
                <a:duotone>
                  <a:schemeClr val="dk2">
                    <a:shade val="69000"/>
                    <a:hueMod val="108000"/>
                    <a:satMod val="164000"/>
                    <a:lumMod val="74000"/>
                  </a:schemeClr>
                  <a:schemeClr val="dk2">
                    <a:tint val="96000"/>
                    <a:hueMod val="88000"/>
                    <a:satMod val="140000"/>
                    <a:lumMod val="132000"/>
                  </a:schemeClr>
                </a:duotone>
              </a:blip>
              <a:srcRect/>
              <a:stretch>
                <a:fillRect l="-16667" r="-16667"/>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2" name="Oval 11"/>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Oval 13"/>
            <p:cNvSpPr/>
            <p:nvPr/>
          </p:nvSpPr>
          <p:spPr>
            <a:xfrm>
              <a:off x="629943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5689832" y="-2022"/>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2266"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6299432" y="5868415"/>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7" name="Rectangle 6"/>
            <p:cNvSpPr/>
            <p:nvPr/>
          </p:nvSpPr>
          <p:spPr>
            <a:xfrm>
              <a:off x="414867" y="402165"/>
              <a:ext cx="46105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8" name="Freeform 7"/>
            <p:cNvSpPr/>
            <p:nvPr/>
          </p:nvSpPr>
          <p:spPr bwMode="gray">
            <a:xfrm rot="5400000">
              <a:off x="1299309" y="1765596"/>
              <a:ext cx="5995993" cy="3326809"/>
            </a:xfrm>
            <a:custGeom>
              <a:avLst/>
              <a:gdLst/>
              <a:ahLst/>
              <a:cxnLst/>
              <a:rect l="0" t="0" r="r" b="b"/>
              <a:pathLst>
                <a:path w="4960" h="2752">
                  <a:moveTo>
                    <a:pt x="0" y="0"/>
                  </a:moveTo>
                  <a:lnTo>
                    <a:pt x="0" y="324"/>
                  </a:lnTo>
                  <a:lnTo>
                    <a:pt x="0" y="1992"/>
                  </a:lnTo>
                  <a:lnTo>
                    <a:pt x="0" y="2752"/>
                  </a:lnTo>
                  <a:lnTo>
                    <a:pt x="4960" y="2752"/>
                  </a:lnTo>
                  <a:lnTo>
                    <a:pt x="4960" y="1992"/>
                  </a:lnTo>
                  <a:lnTo>
                    <a:pt x="4960" y="324"/>
                  </a:lnTo>
                  <a:lnTo>
                    <a:pt x="4960" y="0"/>
                  </a:lnTo>
                  <a:lnTo>
                    <a:pt x="4960" y="0"/>
                  </a:lnTo>
                  <a:lnTo>
                    <a:pt x="4734" y="34"/>
                  </a:lnTo>
                  <a:lnTo>
                    <a:pt x="4510" y="64"/>
                  </a:lnTo>
                  <a:lnTo>
                    <a:pt x="4284" y="90"/>
                  </a:lnTo>
                  <a:lnTo>
                    <a:pt x="4060" y="114"/>
                  </a:lnTo>
                  <a:lnTo>
                    <a:pt x="3836" y="132"/>
                  </a:lnTo>
                  <a:lnTo>
                    <a:pt x="3614" y="146"/>
                  </a:lnTo>
                  <a:lnTo>
                    <a:pt x="3392" y="158"/>
                  </a:lnTo>
                  <a:lnTo>
                    <a:pt x="3174" y="166"/>
                  </a:lnTo>
                  <a:lnTo>
                    <a:pt x="2960" y="172"/>
                  </a:lnTo>
                  <a:lnTo>
                    <a:pt x="2748" y="174"/>
                  </a:lnTo>
                  <a:lnTo>
                    <a:pt x="2542" y="174"/>
                  </a:lnTo>
                  <a:lnTo>
                    <a:pt x="2338" y="174"/>
                  </a:lnTo>
                  <a:lnTo>
                    <a:pt x="2140" y="170"/>
                  </a:lnTo>
                  <a:lnTo>
                    <a:pt x="1948" y="164"/>
                  </a:lnTo>
                  <a:lnTo>
                    <a:pt x="1762" y="156"/>
                  </a:lnTo>
                  <a:lnTo>
                    <a:pt x="1582" y="148"/>
                  </a:lnTo>
                  <a:lnTo>
                    <a:pt x="1410" y="138"/>
                  </a:lnTo>
                  <a:lnTo>
                    <a:pt x="1244" y="128"/>
                  </a:lnTo>
                  <a:lnTo>
                    <a:pt x="1088" y="116"/>
                  </a:lnTo>
                  <a:lnTo>
                    <a:pt x="938" y="104"/>
                  </a:lnTo>
                  <a:lnTo>
                    <a:pt x="668" y="78"/>
                  </a:lnTo>
                  <a:lnTo>
                    <a:pt x="438" y="54"/>
                  </a:lnTo>
                  <a:lnTo>
                    <a:pt x="254" y="34"/>
                  </a:lnTo>
                  <a:lnTo>
                    <a:pt x="116" y="16"/>
                  </a:lnTo>
                  <a:lnTo>
                    <a:pt x="0" y="0"/>
                  </a:lnTo>
                  <a:lnTo>
                    <a:pt x="0" y="0"/>
                  </a:lnTo>
                  <a:close/>
                </a:path>
              </a:pathLst>
            </a:custGeom>
            <a:solidFill>
              <a:schemeClr val="bg1"/>
            </a:solidFill>
            <a:ln>
              <a:noFill/>
            </a:ln>
          </p:spPr>
        </p:sp>
        <p:sp>
          <p:nvSpPr>
            <p:cNvPr id="9" name="Freeform 5"/>
            <p:cNvSpPr/>
            <p:nvPr/>
          </p:nvSpPr>
          <p:spPr bwMode="gray">
            <a:xfrm rot="4966650">
              <a:off x="4673046" y="5107506"/>
              <a:ext cx="2377690" cy="317748"/>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8" name="Freeform 5"/>
            <p:cNvSpPr>
              <a:spLocks noEditPoints="1"/>
            </p:cNvSpPr>
            <p:nvPr/>
          </p:nvSpPr>
          <p:spPr bwMode="gray">
            <a:xfrm>
              <a:off x="0" y="508"/>
              <a:ext cx="9144000" cy="6858000"/>
            </a:xfrm>
            <a:custGeom>
              <a:avLst/>
              <a:gdLst/>
              <a:ahLst/>
              <a:cxnLst/>
              <a:rect l="0" t="0" r="r" b="b"/>
              <a:pathLst>
                <a:path w="5760" h="4320">
                  <a:moveTo>
                    <a:pt x="0" y="0"/>
                  </a:moveTo>
                  <a:lnTo>
                    <a:pt x="0" y="4320"/>
                  </a:lnTo>
                  <a:lnTo>
                    <a:pt x="5760" y="4320"/>
                  </a:lnTo>
                  <a:lnTo>
                    <a:pt x="5760" y="0"/>
                  </a:lnTo>
                  <a:lnTo>
                    <a:pt x="0" y="0"/>
                  </a:lnTo>
                  <a:close/>
                  <a:moveTo>
                    <a:pt x="5444" y="4004"/>
                  </a:moveTo>
                  <a:lnTo>
                    <a:pt x="324" y="4004"/>
                  </a:lnTo>
                  <a:lnTo>
                    <a:pt x="324" y="324"/>
                  </a:lnTo>
                  <a:lnTo>
                    <a:pt x="5444" y="324"/>
                  </a:lnTo>
                  <a:lnTo>
                    <a:pt x="5444" y="4004"/>
                  </a:ln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sp>
      </p:grpSp>
      <p:sp>
        <p:nvSpPr>
          <p:cNvPr id="2" name="Vertical Title 1"/>
          <p:cNvSpPr>
            <a:spLocks noGrp="1"/>
          </p:cNvSpPr>
          <p:nvPr>
            <p:ph type="title" orient="vert"/>
          </p:nvPr>
        </p:nvSpPr>
        <p:spPr>
          <a:xfrm>
            <a:off x="6168970" y="1447799"/>
            <a:ext cx="1119474" cy="4571999"/>
          </a:xfrm>
        </p:spPr>
        <p:txBody>
          <a:bodyPr vert="eaVert" anchor="ctr" anchorCtr="0"/>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866440" y="1447799"/>
            <a:ext cx="4417234" cy="4572000"/>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E77B5C3D-E538-4E38-814D-F406152A0D49}" type="datetimeFigureOut">
              <a:rPr lang="en-IN" smtClean="0"/>
              <a:t>24-01-2018</a:t>
            </a:fld>
            <a:endParaRPr lang="en-IN"/>
          </a:p>
        </p:txBody>
      </p:sp>
      <p:sp>
        <p:nvSpPr>
          <p:cNvPr id="5" name="Footer Placeholder 4"/>
          <p:cNvSpPr>
            <a:spLocks noGrp="1"/>
          </p:cNvSpPr>
          <p:nvPr>
            <p:ph type="ftr" sz="quarter" idx="11"/>
          </p:nvPr>
        </p:nvSpPr>
        <p:spPr/>
        <p:txBody>
          <a:bodyPr/>
          <a:lstStyle/>
          <a:p>
            <a:endParaRPr lang="en-IN"/>
          </a:p>
        </p:txBody>
      </p:sp>
      <p:sp>
        <p:nvSpPr>
          <p:cNvPr id="13" name="Rectangle 12"/>
          <p:cNvSpPr/>
          <p:nvPr/>
        </p:nvSpPr>
        <p:spPr>
          <a:xfrm>
            <a:off x="7744507" y="39"/>
            <a:ext cx="685800" cy="1099458"/>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a:xfrm>
            <a:off x="7712364" y="295730"/>
            <a:ext cx="738909" cy="767687"/>
          </a:xfrm>
          <a:prstGeom prst="rect">
            <a:avLst/>
          </a:prstGeom>
        </p:spPr>
        <p:txBody>
          <a:bodyPr/>
          <a:lstStyle>
            <a:lvl1pPr algn="ctr">
              <a:defRPr/>
            </a:lvl1pPr>
          </a:lstStyle>
          <a:p>
            <a:fld id="{DA10D78D-00E6-469E-AF33-6C8CE6BEEBFD}" type="slidenum">
              <a:rPr lang="en-IN" smtClean="0"/>
              <a:t>‹#›</a:t>
            </a:fld>
            <a:endParaRPr lang="en-IN"/>
          </a:p>
        </p:txBody>
      </p:sp>
    </p:spTree>
    <p:extLst>
      <p:ext uri="{BB962C8B-B14F-4D97-AF65-F5344CB8AC3E}">
        <p14:creationId xmlns:p14="http://schemas.microsoft.com/office/powerpoint/2010/main" val="71053030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jpe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6" name="Group 5"/>
          <p:cNvGrpSpPr/>
          <p:nvPr/>
        </p:nvGrpSpPr>
        <p:grpSpPr>
          <a:xfrm>
            <a:off x="-2266" y="-2022"/>
            <a:ext cx="9146266" cy="6861037"/>
            <a:chOff x="-2266" y="-2022"/>
            <a:chExt cx="9146266" cy="6861037"/>
          </a:xfrm>
        </p:grpSpPr>
        <p:sp>
          <p:nvSpPr>
            <p:cNvPr id="19" name="Rectangle 18"/>
            <p:cNvSpPr/>
            <p:nvPr/>
          </p:nvSpPr>
          <p:spPr>
            <a:xfrm>
              <a:off x="0" y="0"/>
              <a:ext cx="9144000" cy="6858000"/>
            </a:xfrm>
            <a:prstGeom prst="rect">
              <a:avLst/>
            </a:prstGeom>
            <a:blipFill>
              <a:blip r:embed="rId19">
                <a:duotone>
                  <a:schemeClr val="dk2">
                    <a:shade val="69000"/>
                    <a:hueMod val="108000"/>
                    <a:satMod val="164000"/>
                    <a:lumMod val="74000"/>
                  </a:schemeClr>
                  <a:schemeClr val="dk2">
                    <a:tint val="96000"/>
                    <a:hueMod val="88000"/>
                    <a:satMod val="140000"/>
                    <a:lumMod val="132000"/>
                  </a:schemeClr>
                </a:duotone>
              </a:blip>
              <a:srcRect/>
              <a:stretch>
                <a:fillRect l="-16667" r="-16667"/>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Oval 12"/>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Oval 13"/>
            <p:cNvSpPr/>
            <p:nvPr/>
          </p:nvSpPr>
          <p:spPr>
            <a:xfrm>
              <a:off x="629943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5689832" y="-2022"/>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2266"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6299432" y="5868415"/>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8" name="Freeform 5"/>
            <p:cNvSpPr/>
            <p:nvPr/>
          </p:nvSpPr>
          <p:spPr bwMode="gray">
            <a:xfrm rot="21010068">
              <a:off x="6359946" y="1790293"/>
              <a:ext cx="2377690" cy="317748"/>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26" name="Freeform 25"/>
            <p:cNvSpPr/>
            <p:nvPr/>
          </p:nvSpPr>
          <p:spPr bwMode="gray">
            <a:xfrm>
              <a:off x="485023" y="1856958"/>
              <a:ext cx="8173954" cy="4535226"/>
            </a:xfrm>
            <a:custGeom>
              <a:avLst/>
              <a:gdLst/>
              <a:ahLst/>
              <a:cxnLst/>
              <a:rect l="0" t="0" r="r" b="b"/>
              <a:pathLst>
                <a:path w="4960" h="2752">
                  <a:moveTo>
                    <a:pt x="0" y="0"/>
                  </a:moveTo>
                  <a:lnTo>
                    <a:pt x="0" y="324"/>
                  </a:lnTo>
                  <a:lnTo>
                    <a:pt x="0" y="1992"/>
                  </a:lnTo>
                  <a:lnTo>
                    <a:pt x="0" y="2752"/>
                  </a:lnTo>
                  <a:lnTo>
                    <a:pt x="4960" y="2752"/>
                  </a:lnTo>
                  <a:lnTo>
                    <a:pt x="4960" y="1992"/>
                  </a:lnTo>
                  <a:lnTo>
                    <a:pt x="4960" y="324"/>
                  </a:lnTo>
                  <a:lnTo>
                    <a:pt x="4960" y="0"/>
                  </a:lnTo>
                  <a:lnTo>
                    <a:pt x="4960" y="0"/>
                  </a:lnTo>
                  <a:lnTo>
                    <a:pt x="4734" y="34"/>
                  </a:lnTo>
                  <a:lnTo>
                    <a:pt x="4510" y="64"/>
                  </a:lnTo>
                  <a:lnTo>
                    <a:pt x="4284" y="90"/>
                  </a:lnTo>
                  <a:lnTo>
                    <a:pt x="4060" y="114"/>
                  </a:lnTo>
                  <a:lnTo>
                    <a:pt x="3836" y="132"/>
                  </a:lnTo>
                  <a:lnTo>
                    <a:pt x="3614" y="146"/>
                  </a:lnTo>
                  <a:lnTo>
                    <a:pt x="3392" y="158"/>
                  </a:lnTo>
                  <a:lnTo>
                    <a:pt x="3174" y="166"/>
                  </a:lnTo>
                  <a:lnTo>
                    <a:pt x="2960" y="172"/>
                  </a:lnTo>
                  <a:lnTo>
                    <a:pt x="2748" y="174"/>
                  </a:lnTo>
                  <a:lnTo>
                    <a:pt x="2542" y="174"/>
                  </a:lnTo>
                  <a:lnTo>
                    <a:pt x="2338" y="174"/>
                  </a:lnTo>
                  <a:lnTo>
                    <a:pt x="2140" y="170"/>
                  </a:lnTo>
                  <a:lnTo>
                    <a:pt x="1948" y="164"/>
                  </a:lnTo>
                  <a:lnTo>
                    <a:pt x="1762" y="156"/>
                  </a:lnTo>
                  <a:lnTo>
                    <a:pt x="1582" y="148"/>
                  </a:lnTo>
                  <a:lnTo>
                    <a:pt x="1410" y="138"/>
                  </a:lnTo>
                  <a:lnTo>
                    <a:pt x="1244" y="128"/>
                  </a:lnTo>
                  <a:lnTo>
                    <a:pt x="1088" y="116"/>
                  </a:lnTo>
                  <a:lnTo>
                    <a:pt x="938" y="104"/>
                  </a:lnTo>
                  <a:lnTo>
                    <a:pt x="668" y="78"/>
                  </a:lnTo>
                  <a:lnTo>
                    <a:pt x="438" y="54"/>
                  </a:lnTo>
                  <a:lnTo>
                    <a:pt x="254" y="34"/>
                  </a:lnTo>
                  <a:lnTo>
                    <a:pt x="116" y="16"/>
                  </a:lnTo>
                  <a:lnTo>
                    <a:pt x="0" y="0"/>
                  </a:lnTo>
                  <a:lnTo>
                    <a:pt x="0" y="0"/>
                  </a:lnTo>
                  <a:close/>
                </a:path>
              </a:pathLst>
            </a:custGeom>
            <a:solidFill>
              <a:schemeClr val="bg1"/>
            </a:solidFill>
            <a:ln>
              <a:noFill/>
            </a:ln>
          </p:spPr>
        </p:sp>
        <p:sp>
          <p:nvSpPr>
            <p:cNvPr id="27" name="Freeform 5"/>
            <p:cNvSpPr>
              <a:spLocks noEditPoints="1"/>
            </p:cNvSpPr>
            <p:nvPr/>
          </p:nvSpPr>
          <p:spPr bwMode="gray">
            <a:xfrm>
              <a:off x="0" y="508"/>
              <a:ext cx="9144000" cy="6858000"/>
            </a:xfrm>
            <a:custGeom>
              <a:avLst/>
              <a:gdLst/>
              <a:ahLst/>
              <a:cxnLst/>
              <a:rect l="0" t="0" r="r" b="b"/>
              <a:pathLst>
                <a:path w="5760" h="4320">
                  <a:moveTo>
                    <a:pt x="0" y="0"/>
                  </a:moveTo>
                  <a:lnTo>
                    <a:pt x="0" y="4320"/>
                  </a:lnTo>
                  <a:lnTo>
                    <a:pt x="5760" y="4320"/>
                  </a:lnTo>
                  <a:lnTo>
                    <a:pt x="5760" y="0"/>
                  </a:lnTo>
                  <a:lnTo>
                    <a:pt x="0" y="0"/>
                  </a:lnTo>
                  <a:close/>
                  <a:moveTo>
                    <a:pt x="5444" y="4004"/>
                  </a:moveTo>
                  <a:lnTo>
                    <a:pt x="324" y="4004"/>
                  </a:lnTo>
                  <a:lnTo>
                    <a:pt x="324" y="324"/>
                  </a:lnTo>
                  <a:lnTo>
                    <a:pt x="5444" y="324"/>
                  </a:lnTo>
                  <a:lnTo>
                    <a:pt x="5444" y="4004"/>
                  </a:lnTo>
                  <a:close/>
                </a:path>
              </a:pathLst>
            </a:custGeom>
            <a:solidFill>
              <a:srgbClr val="FFFFFF"/>
            </a:solidFill>
            <a:ln>
              <a:noFill/>
            </a:ln>
            <a:extLst>
              <a:ext uri="{91240B29-F687-4f45-9708-019B960494DF}">
                <a14:hiddenLine xmlns:a14="http://schemas.microsoft.com/office/drawing/2010/main" xmlns="" w="9525">
                  <a:solidFill>
                    <a:srgbClr val="000000"/>
                  </a:solidFill>
                  <a:round/>
                  <a:headEnd/>
                  <a:tailEnd/>
                </a14:hiddenLine>
              </a:ext>
            </a:extLst>
          </p:spPr>
        </p:sp>
      </p:grpSp>
      <p:sp>
        <p:nvSpPr>
          <p:cNvPr id="2" name="Title Placeholder 1"/>
          <p:cNvSpPr>
            <a:spLocks noGrp="1"/>
          </p:cNvSpPr>
          <p:nvPr>
            <p:ph type="title"/>
          </p:nvPr>
        </p:nvSpPr>
        <p:spPr bwMode="gray">
          <a:xfrm>
            <a:off x="866441" y="927099"/>
            <a:ext cx="6345260" cy="709865"/>
          </a:xfrm>
          <a:prstGeom prst="rect">
            <a:avLst/>
          </a:prstGeom>
        </p:spPr>
        <p:txBody>
          <a:bodyPr vert="horz" lIns="91440" tIns="45720" rIns="91440" bIns="45720" rtlCol="0" anchor="ctr">
            <a:noAutofit/>
          </a:bodyPr>
          <a:lstStyle/>
          <a:p>
            <a:r>
              <a:rPr lang="en-US" smtClean="0"/>
              <a:t>Click to edit Master title style</a:t>
            </a:r>
            <a:endParaRPr lang="en-US" dirty="0"/>
          </a:p>
        </p:txBody>
      </p:sp>
      <p:sp>
        <p:nvSpPr>
          <p:cNvPr id="3" name="Text Placeholder 2"/>
          <p:cNvSpPr>
            <a:spLocks noGrp="1"/>
          </p:cNvSpPr>
          <p:nvPr>
            <p:ph type="body" idx="1"/>
          </p:nvPr>
        </p:nvSpPr>
        <p:spPr>
          <a:xfrm>
            <a:off x="866441" y="2489201"/>
            <a:ext cx="6345260" cy="3530599"/>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7560111" y="6377097"/>
            <a:ext cx="990599" cy="228659"/>
          </a:xfrm>
          <a:prstGeom prst="rect">
            <a:avLst/>
          </a:prstGeom>
        </p:spPr>
        <p:txBody>
          <a:bodyPr vert="horz" lIns="91440" tIns="45720" rIns="91440" bIns="45720" rtlCol="0" anchor="t" anchorCtr="0"/>
          <a:lstStyle>
            <a:lvl1pPr algn="r">
              <a:defRPr sz="900" b="1" i="0">
                <a:solidFill>
                  <a:schemeClr val="accent1"/>
                </a:solidFill>
              </a:defRPr>
            </a:lvl1pPr>
          </a:lstStyle>
          <a:p>
            <a:fld id="{E77B5C3D-E538-4E38-814D-F406152A0D49}" type="datetimeFigureOut">
              <a:rPr lang="en-IN" smtClean="0"/>
              <a:t>24-01-2018</a:t>
            </a:fld>
            <a:endParaRPr lang="en-IN"/>
          </a:p>
        </p:txBody>
      </p:sp>
      <p:sp>
        <p:nvSpPr>
          <p:cNvPr id="5" name="Footer Placeholder 4"/>
          <p:cNvSpPr>
            <a:spLocks noGrp="1"/>
          </p:cNvSpPr>
          <p:nvPr>
            <p:ph type="ftr" sz="quarter" idx="3"/>
          </p:nvPr>
        </p:nvSpPr>
        <p:spPr>
          <a:xfrm>
            <a:off x="590842" y="6373195"/>
            <a:ext cx="3859795" cy="228659"/>
          </a:xfrm>
          <a:prstGeom prst="rect">
            <a:avLst/>
          </a:prstGeom>
        </p:spPr>
        <p:txBody>
          <a:bodyPr vert="horz" lIns="91440" tIns="45720" rIns="91440" bIns="45720" rtlCol="0" anchor="b"/>
          <a:lstStyle>
            <a:lvl1pPr algn="l">
              <a:defRPr sz="900" b="1" i="0">
                <a:solidFill>
                  <a:schemeClr val="accent1"/>
                </a:solidFill>
              </a:defRPr>
            </a:lvl1pPr>
          </a:lstStyle>
          <a:p>
            <a:endParaRPr lang="en-IN"/>
          </a:p>
        </p:txBody>
      </p:sp>
      <p:sp>
        <p:nvSpPr>
          <p:cNvPr id="29" name="Rectangle 28"/>
          <p:cNvSpPr/>
          <p:nvPr/>
        </p:nvSpPr>
        <p:spPr>
          <a:xfrm>
            <a:off x="7745644" y="0"/>
            <a:ext cx="685800" cy="1099458"/>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33" name="Slide Number Placeholder 5"/>
          <p:cNvSpPr>
            <a:spLocks noGrp="1"/>
          </p:cNvSpPr>
          <p:nvPr>
            <p:ph type="sldNum" sz="quarter" idx="4"/>
          </p:nvPr>
        </p:nvSpPr>
        <p:spPr bwMode="gray">
          <a:xfrm>
            <a:off x="7678616" y="295730"/>
            <a:ext cx="791308" cy="767687"/>
          </a:xfrm>
          <a:prstGeom prst="rect">
            <a:avLst/>
          </a:prstGeom>
        </p:spPr>
        <p:txBody>
          <a:bodyPr anchor="b"/>
          <a:lstStyle>
            <a:lvl1pPr algn="ctr">
              <a:defRPr sz="2800">
                <a:solidFill>
                  <a:schemeClr val="bg1"/>
                </a:solidFill>
              </a:defRPr>
            </a:lvl1pPr>
          </a:lstStyle>
          <a:p>
            <a:fld id="{DA10D78D-00E6-469E-AF33-6C8CE6BEEBFD}" type="slidenum">
              <a:rPr lang="en-IN" smtClean="0"/>
              <a:t>‹#›</a:t>
            </a:fld>
            <a:endParaRPr lang="en-IN"/>
          </a:p>
        </p:txBody>
      </p:sp>
    </p:spTree>
    <p:extLst>
      <p:ext uri="{BB962C8B-B14F-4D97-AF65-F5344CB8AC3E}">
        <p14:creationId xmlns:p14="http://schemas.microsoft.com/office/powerpoint/2010/main" val="2591494421"/>
      </p:ext>
    </p:extLst>
  </p:cSld>
  <p:clrMap bg1="lt1" tx1="dk1" bg2="lt2" tx2="dk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 id="2147483720" r:id="rId12"/>
    <p:sldLayoutId id="2147483721" r:id="rId13"/>
    <p:sldLayoutId id="2147483722" r:id="rId14"/>
    <p:sldLayoutId id="2147483723" r:id="rId15"/>
    <p:sldLayoutId id="2147483724" r:id="rId16"/>
    <p:sldLayoutId id="2147483725" r:id="rId17"/>
  </p:sldLayoutIdLst>
  <p:txStyles>
    <p:titleStyle>
      <a:lvl1pPr algn="l" defTabSz="457200" rtl="0" eaLnBrk="1" latinLnBrk="0" hangingPunct="1">
        <a:spcBef>
          <a:spcPct val="0"/>
        </a:spcBef>
        <a:buNone/>
        <a:defRPr sz="3200" b="0" i="0" kern="1200">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lumMod val="75000"/>
              <a:lumOff val="25000"/>
            </a:schemeClr>
          </a:solidFill>
          <a:latin typeface="+mn-lt"/>
          <a:ea typeface="+mn-ea"/>
          <a:cs typeface="+mn-cs"/>
        </a:defRPr>
      </a:lvl1pPr>
      <a:lvl2pPr marL="685800" indent="-283464"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lumMod val="75000"/>
              <a:lumOff val="25000"/>
            </a:schemeClr>
          </a:solidFill>
          <a:latin typeface="+mn-lt"/>
          <a:ea typeface="+mn-ea"/>
          <a:cs typeface="+mn-cs"/>
        </a:defRPr>
      </a:lvl2pPr>
      <a:lvl3pPr marL="96012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lumMod val="75000"/>
              <a:lumOff val="25000"/>
            </a:schemeClr>
          </a:solidFill>
          <a:latin typeface="+mn-lt"/>
          <a:ea typeface="+mn-ea"/>
          <a:cs typeface="+mn-cs"/>
        </a:defRPr>
      </a:lvl3pPr>
      <a:lvl4pPr marL="123444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4pPr>
      <a:lvl5pPr marL="150876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5pPr>
      <a:lvl6pPr marL="18146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6pPr>
      <a:lvl7pPr marL="20718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7pPr>
      <a:lvl8pPr marL="22590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8pPr>
      <a:lvl9pPr marL="2486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6.jpeg"/></Relationships>
</file>

<file path=ppt/slides/_rels/slide8.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9.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2.emf"/><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hyperlink" Target="http://passivewifi.cs.washington.edu/files/passive_wifi.pdf" TargetMode="Externa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hyperlink" Target="http://www.loeacom.com/pdf%20files/L1104-WP_Understanding%20MMWCom.pdf" TargetMode="External"/><Relationship Id="rId2" Type="http://schemas.openxmlformats.org/officeDocument/2006/relationships/hyperlink" Target="http://spectrum.ieee.org/telecom/wireless/millimeter-waves-may-be-the-future-of-5g-phones" TargetMode="External"/><Relationship Id="rId1" Type="http://schemas.openxmlformats.org/officeDocument/2006/relationships/slideLayout" Target="../slideLayouts/slideLayout4.xml"/><Relationship Id="rId4" Type="http://schemas.openxmlformats.org/officeDocument/2006/relationships/image" Target="../media/image16.jpe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IN" dirty="0" smtClean="0"/>
              <a:t>Emerging Wireless Technologies</a:t>
            </a:r>
            <a:endParaRPr lang="en-IN" dirty="0"/>
          </a:p>
        </p:txBody>
      </p:sp>
      <p:sp>
        <p:nvSpPr>
          <p:cNvPr id="3" name="Subtitle 2"/>
          <p:cNvSpPr>
            <a:spLocks noGrp="1"/>
          </p:cNvSpPr>
          <p:nvPr>
            <p:ph type="subTitle" idx="1"/>
          </p:nvPr>
        </p:nvSpPr>
        <p:spPr/>
        <p:txBody>
          <a:bodyPr/>
          <a:lstStyle/>
          <a:p>
            <a:endParaRPr lang="en-IN" dirty="0"/>
          </a:p>
        </p:txBody>
      </p:sp>
    </p:spTree>
    <p:extLst>
      <p:ext uri="{BB962C8B-B14F-4D97-AF65-F5344CB8AC3E}">
        <p14:creationId xmlns:p14="http://schemas.microsoft.com/office/powerpoint/2010/main" val="373868687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1034503"/>
            <a:ext cx="7886700" cy="479570"/>
          </a:xfrm>
        </p:spPr>
        <p:txBody>
          <a:bodyPr>
            <a:normAutofit fontScale="90000"/>
          </a:bodyPr>
          <a:lstStyle/>
          <a:p>
            <a:r>
              <a:rPr lang="en-IN" dirty="0" smtClean="0"/>
              <a:t>Different emerging </a:t>
            </a:r>
            <a:r>
              <a:rPr lang="en-IN" dirty="0" smtClean="0"/>
              <a:t>wireless technologies</a:t>
            </a:r>
            <a:endParaRPr lang="en-IN" dirty="0"/>
          </a:p>
        </p:txBody>
      </p:sp>
      <p:sp>
        <p:nvSpPr>
          <p:cNvPr id="3" name="Content Placeholder 2"/>
          <p:cNvSpPr>
            <a:spLocks noGrp="1"/>
          </p:cNvSpPr>
          <p:nvPr>
            <p:ph idx="1"/>
          </p:nvPr>
        </p:nvSpPr>
        <p:spPr>
          <a:xfrm>
            <a:off x="628650" y="2346783"/>
            <a:ext cx="7886700" cy="4066504"/>
          </a:xfrm>
        </p:spPr>
        <p:txBody>
          <a:bodyPr>
            <a:normAutofit fontScale="92500" lnSpcReduction="20000"/>
          </a:bodyPr>
          <a:lstStyle/>
          <a:p>
            <a:r>
              <a:rPr lang="en-IN" b="1" dirty="0"/>
              <a:t>Wireless Fidelity (</a:t>
            </a:r>
            <a:r>
              <a:rPr lang="en-IN" b="1" dirty="0" err="1"/>
              <a:t>WiFi</a:t>
            </a:r>
            <a:r>
              <a:rPr lang="en-IN" b="1" dirty="0" smtClean="0"/>
              <a:t>) – More standards for faster communication.</a:t>
            </a:r>
            <a:endParaRPr lang="en-IN" b="1" dirty="0"/>
          </a:p>
          <a:p>
            <a:r>
              <a:rPr lang="en-IN" b="1" dirty="0"/>
              <a:t>Light Fidelity (</a:t>
            </a:r>
            <a:r>
              <a:rPr lang="en-IN" b="1" dirty="0" err="1"/>
              <a:t>LiFi</a:t>
            </a:r>
            <a:r>
              <a:rPr lang="en-IN" b="1" dirty="0"/>
              <a:t>) ,</a:t>
            </a:r>
          </a:p>
          <a:p>
            <a:r>
              <a:rPr lang="en-IN" b="1" dirty="0"/>
              <a:t>Gigabit Wireless (</a:t>
            </a:r>
            <a:r>
              <a:rPr lang="en-IN" b="1" dirty="0" err="1"/>
              <a:t>GiFi</a:t>
            </a:r>
            <a:r>
              <a:rPr lang="en-IN" b="1" dirty="0"/>
              <a:t>),</a:t>
            </a:r>
          </a:p>
          <a:p>
            <a:r>
              <a:rPr lang="en-IN" b="1" dirty="0"/>
              <a:t>Bluetooth</a:t>
            </a:r>
            <a:r>
              <a:rPr lang="en-IN" b="1" dirty="0" smtClean="0"/>
              <a:t>, (BLE)</a:t>
            </a:r>
            <a:endParaRPr lang="en-IN" b="1" dirty="0"/>
          </a:p>
          <a:p>
            <a:r>
              <a:rPr lang="en-IN" b="1" dirty="0"/>
              <a:t>WiMAX,</a:t>
            </a:r>
          </a:p>
          <a:p>
            <a:r>
              <a:rPr lang="en-IN" b="1" dirty="0"/>
              <a:t>ZigBee</a:t>
            </a:r>
          </a:p>
          <a:p>
            <a:r>
              <a:rPr lang="en-IN" b="1" dirty="0"/>
              <a:t>RFID Technology</a:t>
            </a:r>
            <a:r>
              <a:rPr lang="en-IN" b="1" dirty="0" smtClean="0"/>
              <a:t>.</a:t>
            </a:r>
          </a:p>
          <a:p>
            <a:r>
              <a:rPr lang="en-IN" b="1" dirty="0" smtClean="0"/>
              <a:t>Terabit Satellite</a:t>
            </a:r>
          </a:p>
          <a:p>
            <a:r>
              <a:rPr lang="en-IN" b="1" dirty="0" err="1" smtClean="0"/>
              <a:t>Millimeter</a:t>
            </a:r>
            <a:r>
              <a:rPr lang="en-IN" b="1" dirty="0" smtClean="0"/>
              <a:t> Wave</a:t>
            </a:r>
          </a:p>
          <a:p>
            <a:r>
              <a:rPr lang="en-IN" b="1" dirty="0" smtClean="0"/>
              <a:t>Passive </a:t>
            </a:r>
            <a:r>
              <a:rPr lang="en-IN" b="1" dirty="0" err="1" smtClean="0"/>
              <a:t>WiFi</a:t>
            </a:r>
            <a:endParaRPr lang="en-IN" b="1" dirty="0" smtClean="0"/>
          </a:p>
          <a:p>
            <a:r>
              <a:rPr lang="en-IN" b="1" dirty="0" smtClean="0"/>
              <a:t>Ultra-Wideband</a:t>
            </a:r>
          </a:p>
          <a:p>
            <a:r>
              <a:rPr lang="en-IN" b="1" dirty="0" smtClean="0"/>
              <a:t>Low Power Wide Area Network (LPWA)</a:t>
            </a:r>
            <a:endParaRPr lang="en-IN" b="1" dirty="0"/>
          </a:p>
        </p:txBody>
      </p:sp>
    </p:spTree>
    <p:extLst>
      <p:ext uri="{BB962C8B-B14F-4D97-AF65-F5344CB8AC3E}">
        <p14:creationId xmlns:p14="http://schemas.microsoft.com/office/powerpoint/2010/main" val="324444445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1131094"/>
            <a:ext cx="7886700" cy="566503"/>
          </a:xfrm>
        </p:spPr>
        <p:txBody>
          <a:bodyPr>
            <a:normAutofit fontScale="90000"/>
          </a:bodyPr>
          <a:lstStyle/>
          <a:p>
            <a:r>
              <a:rPr lang="en-IN" dirty="0" smtClean="0"/>
              <a:t>Range vs Data Rate</a:t>
            </a:r>
            <a:endParaRPr lang="en-IN" dirty="0"/>
          </a:p>
        </p:txBody>
      </p:sp>
      <p:pic>
        <p:nvPicPr>
          <p:cNvPr id="1026" name="Picture 2" descr="Latest, Emerging Wireless Technologies"/>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783002" y="2316704"/>
            <a:ext cx="5300349" cy="357388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3656748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470263" y="2103281"/>
            <a:ext cx="8072846" cy="3046988"/>
          </a:xfrm>
          <a:prstGeom prst="rect">
            <a:avLst/>
          </a:prstGeom>
        </p:spPr>
        <p:txBody>
          <a:bodyPr wrap="square">
            <a:spAutoFit/>
          </a:bodyPr>
          <a:lstStyle/>
          <a:p>
            <a:r>
              <a:rPr lang="en-US" sz="2400" b="1" dirty="0"/>
              <a:t>Li-Fi</a:t>
            </a:r>
            <a:r>
              <a:rPr lang="en-US" sz="2400" dirty="0"/>
              <a:t>, as coined by Prof. </a:t>
            </a:r>
            <a:r>
              <a:rPr lang="en-US" sz="2400" dirty="0"/>
              <a:t>Harald Haas during his TED Global talk, is bidirectional, high speed and fully networked wireless communications similar to Wi-Fi. </a:t>
            </a:r>
            <a:endParaRPr lang="en-US" sz="2400" dirty="0" smtClean="0"/>
          </a:p>
          <a:p>
            <a:endParaRPr lang="en-US" sz="2400" dirty="0"/>
          </a:p>
          <a:p>
            <a:r>
              <a:rPr lang="en-US" sz="2400" dirty="0" smtClean="0"/>
              <a:t>Li-Fi </a:t>
            </a:r>
            <a:r>
              <a:rPr lang="en-US" sz="2400" dirty="0"/>
              <a:t>is a subset of optical wireless communication (OWC) and can be a complement to RF communication (Wi-Fi or Cellular network), or a replacement in contexts of data broadcasting.</a:t>
            </a:r>
          </a:p>
        </p:txBody>
      </p:sp>
      <p:sp>
        <p:nvSpPr>
          <p:cNvPr id="5" name="TextBox 4"/>
          <p:cNvSpPr txBox="1"/>
          <p:nvPr/>
        </p:nvSpPr>
        <p:spPr>
          <a:xfrm>
            <a:off x="960281" y="1186467"/>
            <a:ext cx="4057650" cy="461665"/>
          </a:xfrm>
          <a:prstGeom prst="rect">
            <a:avLst/>
          </a:prstGeom>
          <a:noFill/>
        </p:spPr>
        <p:txBody>
          <a:bodyPr wrap="square" rtlCol="0">
            <a:spAutoFit/>
          </a:bodyPr>
          <a:lstStyle/>
          <a:p>
            <a:r>
              <a:rPr lang="en-US" sz="2400" b="1" dirty="0">
                <a:solidFill>
                  <a:schemeClr val="bg1"/>
                </a:solidFill>
                <a:latin typeface="Calibri" pitchFamily="34" charset="0"/>
              </a:rPr>
              <a:t>WHAT IS LI-FI?</a:t>
            </a:r>
          </a:p>
        </p:txBody>
      </p:sp>
    </p:spTree>
    <p:extLst>
      <p:ext uri="{BB962C8B-B14F-4D97-AF65-F5344CB8AC3E}">
        <p14:creationId xmlns:p14="http://schemas.microsoft.com/office/powerpoint/2010/main" val="1620764130"/>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10205" y="874592"/>
            <a:ext cx="6343650" cy="1200150"/>
          </a:xfrm>
        </p:spPr>
        <p:txBody>
          <a:bodyPr>
            <a:noAutofit/>
          </a:bodyPr>
          <a:lstStyle/>
          <a:p>
            <a:r>
              <a:rPr lang="en-US" sz="2700" b="1" dirty="0">
                <a:latin typeface="Calibri" pitchFamily="34" charset="0"/>
              </a:rPr>
              <a:t>Existing wireless technology - Why do we need an alternate technology?</a:t>
            </a:r>
          </a:p>
        </p:txBody>
      </p:sp>
      <p:sp>
        <p:nvSpPr>
          <p:cNvPr id="3" name="Content Placeholder 2"/>
          <p:cNvSpPr>
            <a:spLocks noGrp="1"/>
          </p:cNvSpPr>
          <p:nvPr>
            <p:ph idx="1"/>
          </p:nvPr>
        </p:nvSpPr>
        <p:spPr>
          <a:xfrm>
            <a:off x="714375" y="3006413"/>
            <a:ext cx="5657850" cy="2914650"/>
          </a:xfrm>
        </p:spPr>
        <p:txBody>
          <a:bodyPr>
            <a:normAutofit/>
          </a:bodyPr>
          <a:lstStyle/>
          <a:p>
            <a:r>
              <a:rPr lang="en-US" sz="2400" dirty="0">
                <a:latin typeface="Calibri" pitchFamily="34" charset="0"/>
              </a:rPr>
              <a:t>CAPACITY</a:t>
            </a:r>
          </a:p>
          <a:p>
            <a:r>
              <a:rPr lang="en-US" sz="2400" dirty="0">
                <a:latin typeface="Calibri" pitchFamily="34" charset="0"/>
              </a:rPr>
              <a:t>EFFICIENCY</a:t>
            </a:r>
          </a:p>
          <a:p>
            <a:r>
              <a:rPr lang="en-US" sz="2400" dirty="0">
                <a:latin typeface="Calibri" pitchFamily="34" charset="0"/>
              </a:rPr>
              <a:t>AVAILABILITY</a:t>
            </a:r>
          </a:p>
          <a:p>
            <a:r>
              <a:rPr lang="en-US" sz="2400" dirty="0">
                <a:latin typeface="Calibri" pitchFamily="34" charset="0"/>
              </a:rPr>
              <a:t>SECURITY</a:t>
            </a:r>
          </a:p>
        </p:txBody>
      </p:sp>
      <p:pic>
        <p:nvPicPr>
          <p:cNvPr id="7170" name="Picture 2" descr="C:\Users\Jasleen Kaur\Desktop\LTE-WiFi-LiFi-House-Illustration.jp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543300" y="2795155"/>
            <a:ext cx="4293170" cy="240549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24801335"/>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14500" y="1028700"/>
            <a:ext cx="5086350" cy="1200150"/>
          </a:xfrm>
        </p:spPr>
        <p:txBody>
          <a:bodyPr>
            <a:normAutofit/>
          </a:bodyPr>
          <a:lstStyle/>
          <a:p>
            <a:r>
              <a:rPr lang="en-US" b="1" dirty="0" smtClean="0">
                <a:latin typeface="Calibri" pitchFamily="34" charset="0"/>
              </a:rPr>
              <a:t>WORKING</a:t>
            </a:r>
            <a:endParaRPr lang="en-US" b="1" dirty="0">
              <a:latin typeface="Calibri" pitchFamily="34" charset="0"/>
            </a:endParaRPr>
          </a:p>
        </p:txBody>
      </p:sp>
      <p:pic>
        <p:nvPicPr>
          <p:cNvPr id="2050" name="Picture 2" descr="http://pubs.sciepub.com/jcn/4/1/3/bigimage/fig6.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14499" y="2228850"/>
            <a:ext cx="5796643" cy="438991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13440810"/>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525088" y="1127787"/>
            <a:ext cx="6172200" cy="4080272"/>
          </a:xfrm>
        </p:spPr>
        <p:txBody>
          <a:bodyPr/>
          <a:lstStyle/>
          <a:p>
            <a:endParaRPr lang="en-US" dirty="0" smtClean="0">
              <a:latin typeface="Times New Roman" pitchFamily="18" charset="0"/>
              <a:cs typeface="Times New Roman" pitchFamily="18" charset="0"/>
            </a:endParaRPr>
          </a:p>
          <a:p>
            <a:pPr marL="0" indent="0" algn="ctr">
              <a:buNone/>
            </a:pPr>
            <a:r>
              <a:rPr lang="en-US" sz="2400" b="1" dirty="0" smtClean="0">
                <a:solidFill>
                  <a:schemeClr val="bg1"/>
                </a:solidFill>
                <a:latin typeface="Times New Roman" pitchFamily="18" charset="0"/>
                <a:cs typeface="Times New Roman" pitchFamily="18" charset="0"/>
              </a:rPr>
              <a:t>Transmitting Elements</a:t>
            </a:r>
            <a:endParaRPr lang="en-US" sz="2400" b="1" dirty="0">
              <a:solidFill>
                <a:schemeClr val="bg1"/>
              </a:solidFill>
              <a:latin typeface="Times New Roman" pitchFamily="18" charset="0"/>
              <a:cs typeface="Times New Roman" pitchFamily="18" charset="0"/>
            </a:endParaRPr>
          </a:p>
          <a:p>
            <a:endParaRPr lang="en-US" dirty="0" smtClean="0">
              <a:latin typeface="Times New Roman" pitchFamily="18" charset="0"/>
              <a:cs typeface="Times New Roman" pitchFamily="18" charset="0"/>
            </a:endParaRPr>
          </a:p>
          <a:p>
            <a:pPr marL="0" indent="0">
              <a:buNone/>
            </a:pPr>
            <a:r>
              <a:rPr lang="en-US" dirty="0" smtClean="0">
                <a:latin typeface="Times New Roman" pitchFamily="18" charset="0"/>
                <a:cs typeface="Times New Roman" pitchFamily="18" charset="0"/>
              </a:rPr>
              <a:t> 	LED			       </a:t>
            </a:r>
            <a:endParaRPr lang="en-US" dirty="0" smtClean="0">
              <a:latin typeface="Times New Roman" pitchFamily="18" charset="0"/>
              <a:cs typeface="Times New Roman" pitchFamily="18" charset="0"/>
            </a:endParaRPr>
          </a:p>
          <a:p>
            <a:pPr marL="0" indent="0">
              <a:buNone/>
            </a:pPr>
            <a:r>
              <a:rPr lang="en-US" dirty="0">
                <a:latin typeface="Times New Roman" pitchFamily="18" charset="0"/>
                <a:cs typeface="Times New Roman" pitchFamily="18" charset="0"/>
              </a:rPr>
              <a:t>	</a:t>
            </a:r>
            <a:r>
              <a:rPr lang="en-US" dirty="0" smtClean="0">
                <a:latin typeface="Times New Roman" pitchFamily="18" charset="0"/>
                <a:cs typeface="Times New Roman" pitchFamily="18" charset="0"/>
              </a:rPr>
              <a:t>							</a:t>
            </a:r>
            <a:r>
              <a:rPr lang="en-US" dirty="0" smtClean="0">
                <a:latin typeface="Times New Roman" pitchFamily="18" charset="0"/>
                <a:cs typeface="Times New Roman" pitchFamily="18" charset="0"/>
              </a:rPr>
              <a:t>Fluorescent </a:t>
            </a:r>
            <a:r>
              <a:rPr lang="en-US" dirty="0">
                <a:latin typeface="Times New Roman" pitchFamily="18" charset="0"/>
                <a:cs typeface="Times New Roman" pitchFamily="18" charset="0"/>
              </a:rPr>
              <a:t>Lamp</a:t>
            </a:r>
            <a:r>
              <a:rPr lang="en-US" dirty="0" smtClean="0">
                <a:latin typeface="Times New Roman" pitchFamily="18" charset="0"/>
                <a:cs typeface="Times New Roman" pitchFamily="18" charset="0"/>
              </a:rPr>
              <a:t>	</a:t>
            </a:r>
            <a:endParaRPr lang="en-US" dirty="0">
              <a:latin typeface="Times New Roman" pitchFamily="18" charset="0"/>
              <a:cs typeface="Times New Roman" pitchFamily="18" charset="0"/>
            </a:endParaRPr>
          </a:p>
          <a:p>
            <a:endParaRPr lang="en-US" dirty="0">
              <a:latin typeface="Times New Roman" pitchFamily="18" charset="0"/>
              <a:cs typeface="Times New Roman" pitchFamily="18" charset="0"/>
            </a:endParaRPr>
          </a:p>
        </p:txBody>
      </p:sp>
      <p:pic>
        <p:nvPicPr>
          <p:cNvPr id="5" name="Picture 4"/>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029201" y="3226377"/>
            <a:ext cx="1584484" cy="1657350"/>
          </a:xfrm>
          <a:prstGeom prst="rect">
            <a:avLst/>
          </a:prstGeom>
          <a:noFill/>
        </p:spPr>
      </p:pic>
      <p:sp>
        <p:nvSpPr>
          <p:cNvPr id="2" name="&quot;No&quot; Symbol 1"/>
          <p:cNvSpPr/>
          <p:nvPr/>
        </p:nvSpPr>
        <p:spPr>
          <a:xfrm>
            <a:off x="4853821" y="3167923"/>
            <a:ext cx="1883287" cy="1774259"/>
          </a:xfrm>
          <a:custGeom>
            <a:avLst/>
            <a:gdLst>
              <a:gd name="connsiteX0" fmla="*/ 0 w 2580322"/>
              <a:gd name="connsiteY0" fmla="*/ 1182832 h 2365664"/>
              <a:gd name="connsiteX1" fmla="*/ 1290161 w 2580322"/>
              <a:gd name="connsiteY1" fmla="*/ 0 h 2365664"/>
              <a:gd name="connsiteX2" fmla="*/ 2580322 w 2580322"/>
              <a:gd name="connsiteY2" fmla="*/ 1182832 h 2365664"/>
              <a:gd name="connsiteX3" fmla="*/ 1290161 w 2580322"/>
              <a:gd name="connsiteY3" fmla="*/ 2365664 h 2365664"/>
              <a:gd name="connsiteX4" fmla="*/ 0 w 2580322"/>
              <a:gd name="connsiteY4" fmla="*/ 1182832 h 2365664"/>
              <a:gd name="connsiteX5" fmla="*/ 2022392 w 2580322"/>
              <a:gd name="connsiteY5" fmla="*/ 1553894 h 2365664"/>
              <a:gd name="connsiteX6" fmla="*/ 1819261 w 2580322"/>
              <a:gd name="connsiteY6" fmla="*/ 605723 h 2365664"/>
              <a:gd name="connsiteX7" fmla="*/ 886547 w 2580322"/>
              <a:gd name="connsiteY7" fmla="*/ 532985 h 2365664"/>
              <a:gd name="connsiteX8" fmla="*/ 2022392 w 2580322"/>
              <a:gd name="connsiteY8" fmla="*/ 1553894 h 2365664"/>
              <a:gd name="connsiteX9" fmla="*/ 557930 w 2580322"/>
              <a:gd name="connsiteY9" fmla="*/ 811770 h 2365664"/>
              <a:gd name="connsiteX10" fmla="*/ 761061 w 2580322"/>
              <a:gd name="connsiteY10" fmla="*/ 1759941 h 2365664"/>
              <a:gd name="connsiteX11" fmla="*/ 1693775 w 2580322"/>
              <a:gd name="connsiteY11" fmla="*/ 1832679 h 2365664"/>
              <a:gd name="connsiteX12" fmla="*/ 557930 w 2580322"/>
              <a:gd name="connsiteY12" fmla="*/ 811770 h 2365664"/>
              <a:gd name="connsiteX0" fmla="*/ 0 w 2580322"/>
              <a:gd name="connsiteY0" fmla="*/ 1182832 h 2365664"/>
              <a:gd name="connsiteX1" fmla="*/ 1290161 w 2580322"/>
              <a:gd name="connsiteY1" fmla="*/ 0 h 2365664"/>
              <a:gd name="connsiteX2" fmla="*/ 2580322 w 2580322"/>
              <a:gd name="connsiteY2" fmla="*/ 1182832 h 2365664"/>
              <a:gd name="connsiteX3" fmla="*/ 1290161 w 2580322"/>
              <a:gd name="connsiteY3" fmla="*/ 2365664 h 2365664"/>
              <a:gd name="connsiteX4" fmla="*/ 0 w 2580322"/>
              <a:gd name="connsiteY4" fmla="*/ 1182832 h 2365664"/>
              <a:gd name="connsiteX5" fmla="*/ 2022392 w 2580322"/>
              <a:gd name="connsiteY5" fmla="*/ 1553894 h 2365664"/>
              <a:gd name="connsiteX6" fmla="*/ 1819261 w 2580322"/>
              <a:gd name="connsiteY6" fmla="*/ 605723 h 2365664"/>
              <a:gd name="connsiteX7" fmla="*/ 886547 w 2580322"/>
              <a:gd name="connsiteY7" fmla="*/ 532985 h 2365664"/>
              <a:gd name="connsiteX8" fmla="*/ 2022392 w 2580322"/>
              <a:gd name="connsiteY8" fmla="*/ 1553894 h 2365664"/>
              <a:gd name="connsiteX9" fmla="*/ 363966 w 2580322"/>
              <a:gd name="connsiteY9" fmla="*/ 714788 h 2365664"/>
              <a:gd name="connsiteX10" fmla="*/ 761061 w 2580322"/>
              <a:gd name="connsiteY10" fmla="*/ 1759941 h 2365664"/>
              <a:gd name="connsiteX11" fmla="*/ 1693775 w 2580322"/>
              <a:gd name="connsiteY11" fmla="*/ 1832679 h 2365664"/>
              <a:gd name="connsiteX12" fmla="*/ 363966 w 2580322"/>
              <a:gd name="connsiteY12" fmla="*/ 714788 h 2365664"/>
              <a:gd name="connsiteX0" fmla="*/ 0 w 2580322"/>
              <a:gd name="connsiteY0" fmla="*/ 1182832 h 2365664"/>
              <a:gd name="connsiteX1" fmla="*/ 1290161 w 2580322"/>
              <a:gd name="connsiteY1" fmla="*/ 0 h 2365664"/>
              <a:gd name="connsiteX2" fmla="*/ 2580322 w 2580322"/>
              <a:gd name="connsiteY2" fmla="*/ 1182832 h 2365664"/>
              <a:gd name="connsiteX3" fmla="*/ 1290161 w 2580322"/>
              <a:gd name="connsiteY3" fmla="*/ 2365664 h 2365664"/>
              <a:gd name="connsiteX4" fmla="*/ 0 w 2580322"/>
              <a:gd name="connsiteY4" fmla="*/ 1182832 h 2365664"/>
              <a:gd name="connsiteX5" fmla="*/ 2022392 w 2580322"/>
              <a:gd name="connsiteY5" fmla="*/ 1553894 h 2365664"/>
              <a:gd name="connsiteX6" fmla="*/ 1819261 w 2580322"/>
              <a:gd name="connsiteY6" fmla="*/ 605723 h 2365664"/>
              <a:gd name="connsiteX7" fmla="*/ 886547 w 2580322"/>
              <a:gd name="connsiteY7" fmla="*/ 532985 h 2365664"/>
              <a:gd name="connsiteX8" fmla="*/ 2022392 w 2580322"/>
              <a:gd name="connsiteY8" fmla="*/ 1553894 h 2365664"/>
              <a:gd name="connsiteX9" fmla="*/ 363966 w 2580322"/>
              <a:gd name="connsiteY9" fmla="*/ 714788 h 2365664"/>
              <a:gd name="connsiteX10" fmla="*/ 761061 w 2580322"/>
              <a:gd name="connsiteY10" fmla="*/ 1759941 h 2365664"/>
              <a:gd name="connsiteX11" fmla="*/ 1929303 w 2580322"/>
              <a:gd name="connsiteY11" fmla="*/ 2026643 h 2365664"/>
              <a:gd name="connsiteX12" fmla="*/ 363966 w 2580322"/>
              <a:gd name="connsiteY12" fmla="*/ 714788 h 2365664"/>
              <a:gd name="connsiteX0" fmla="*/ 0 w 2580322"/>
              <a:gd name="connsiteY0" fmla="*/ 1182832 h 2365664"/>
              <a:gd name="connsiteX1" fmla="*/ 1290161 w 2580322"/>
              <a:gd name="connsiteY1" fmla="*/ 0 h 2365664"/>
              <a:gd name="connsiteX2" fmla="*/ 2580322 w 2580322"/>
              <a:gd name="connsiteY2" fmla="*/ 1182832 h 2365664"/>
              <a:gd name="connsiteX3" fmla="*/ 1290161 w 2580322"/>
              <a:gd name="connsiteY3" fmla="*/ 2365664 h 2365664"/>
              <a:gd name="connsiteX4" fmla="*/ 0 w 2580322"/>
              <a:gd name="connsiteY4" fmla="*/ 1182832 h 2365664"/>
              <a:gd name="connsiteX5" fmla="*/ 2022392 w 2580322"/>
              <a:gd name="connsiteY5" fmla="*/ 1553894 h 2365664"/>
              <a:gd name="connsiteX6" fmla="*/ 1819261 w 2580322"/>
              <a:gd name="connsiteY6" fmla="*/ 605723 h 2365664"/>
              <a:gd name="connsiteX7" fmla="*/ 886547 w 2580322"/>
              <a:gd name="connsiteY7" fmla="*/ 532985 h 2365664"/>
              <a:gd name="connsiteX8" fmla="*/ 2022392 w 2580322"/>
              <a:gd name="connsiteY8" fmla="*/ 1553894 h 2365664"/>
              <a:gd name="connsiteX9" fmla="*/ 363966 w 2580322"/>
              <a:gd name="connsiteY9" fmla="*/ 714788 h 2365664"/>
              <a:gd name="connsiteX10" fmla="*/ 705643 w 2580322"/>
              <a:gd name="connsiteY10" fmla="*/ 1856923 h 2365664"/>
              <a:gd name="connsiteX11" fmla="*/ 1929303 w 2580322"/>
              <a:gd name="connsiteY11" fmla="*/ 2026643 h 2365664"/>
              <a:gd name="connsiteX12" fmla="*/ 363966 w 2580322"/>
              <a:gd name="connsiteY12" fmla="*/ 714788 h 2365664"/>
              <a:gd name="connsiteX0" fmla="*/ 0 w 2580322"/>
              <a:gd name="connsiteY0" fmla="*/ 1182832 h 2365664"/>
              <a:gd name="connsiteX1" fmla="*/ 1290161 w 2580322"/>
              <a:gd name="connsiteY1" fmla="*/ 0 h 2365664"/>
              <a:gd name="connsiteX2" fmla="*/ 2580322 w 2580322"/>
              <a:gd name="connsiteY2" fmla="*/ 1182832 h 2365664"/>
              <a:gd name="connsiteX3" fmla="*/ 1290161 w 2580322"/>
              <a:gd name="connsiteY3" fmla="*/ 2365664 h 2365664"/>
              <a:gd name="connsiteX4" fmla="*/ 0 w 2580322"/>
              <a:gd name="connsiteY4" fmla="*/ 1182832 h 2365664"/>
              <a:gd name="connsiteX5" fmla="*/ 2022392 w 2580322"/>
              <a:gd name="connsiteY5" fmla="*/ 1553894 h 2365664"/>
              <a:gd name="connsiteX6" fmla="*/ 1819261 w 2580322"/>
              <a:gd name="connsiteY6" fmla="*/ 605723 h 2365664"/>
              <a:gd name="connsiteX7" fmla="*/ 886547 w 2580322"/>
              <a:gd name="connsiteY7" fmla="*/ 532985 h 2365664"/>
              <a:gd name="connsiteX8" fmla="*/ 2022392 w 2580322"/>
              <a:gd name="connsiteY8" fmla="*/ 1553894 h 2365664"/>
              <a:gd name="connsiteX9" fmla="*/ 363966 w 2580322"/>
              <a:gd name="connsiteY9" fmla="*/ 714788 h 2365664"/>
              <a:gd name="connsiteX10" fmla="*/ 664079 w 2580322"/>
              <a:gd name="connsiteY10" fmla="*/ 1898487 h 2365664"/>
              <a:gd name="connsiteX11" fmla="*/ 1929303 w 2580322"/>
              <a:gd name="connsiteY11" fmla="*/ 2026643 h 2365664"/>
              <a:gd name="connsiteX12" fmla="*/ 363966 w 2580322"/>
              <a:gd name="connsiteY12" fmla="*/ 714788 h 2365664"/>
              <a:gd name="connsiteX0" fmla="*/ 0 w 2580322"/>
              <a:gd name="connsiteY0" fmla="*/ 1182832 h 2365664"/>
              <a:gd name="connsiteX1" fmla="*/ 1290161 w 2580322"/>
              <a:gd name="connsiteY1" fmla="*/ 0 h 2365664"/>
              <a:gd name="connsiteX2" fmla="*/ 2580322 w 2580322"/>
              <a:gd name="connsiteY2" fmla="*/ 1182832 h 2365664"/>
              <a:gd name="connsiteX3" fmla="*/ 1290161 w 2580322"/>
              <a:gd name="connsiteY3" fmla="*/ 2365664 h 2365664"/>
              <a:gd name="connsiteX4" fmla="*/ 0 w 2580322"/>
              <a:gd name="connsiteY4" fmla="*/ 1182832 h 2365664"/>
              <a:gd name="connsiteX5" fmla="*/ 2022392 w 2580322"/>
              <a:gd name="connsiteY5" fmla="*/ 1553894 h 2365664"/>
              <a:gd name="connsiteX6" fmla="*/ 1819261 w 2580322"/>
              <a:gd name="connsiteY6" fmla="*/ 605723 h 2365664"/>
              <a:gd name="connsiteX7" fmla="*/ 664874 w 2580322"/>
              <a:gd name="connsiteY7" fmla="*/ 422149 h 2365664"/>
              <a:gd name="connsiteX8" fmla="*/ 2022392 w 2580322"/>
              <a:gd name="connsiteY8" fmla="*/ 1553894 h 2365664"/>
              <a:gd name="connsiteX9" fmla="*/ 363966 w 2580322"/>
              <a:gd name="connsiteY9" fmla="*/ 714788 h 2365664"/>
              <a:gd name="connsiteX10" fmla="*/ 664079 w 2580322"/>
              <a:gd name="connsiteY10" fmla="*/ 1898487 h 2365664"/>
              <a:gd name="connsiteX11" fmla="*/ 1929303 w 2580322"/>
              <a:gd name="connsiteY11" fmla="*/ 2026643 h 2365664"/>
              <a:gd name="connsiteX12" fmla="*/ 363966 w 2580322"/>
              <a:gd name="connsiteY12" fmla="*/ 714788 h 2365664"/>
              <a:gd name="connsiteX0" fmla="*/ 0 w 2580322"/>
              <a:gd name="connsiteY0" fmla="*/ 1182832 h 2365664"/>
              <a:gd name="connsiteX1" fmla="*/ 1290161 w 2580322"/>
              <a:gd name="connsiteY1" fmla="*/ 0 h 2365664"/>
              <a:gd name="connsiteX2" fmla="*/ 2580322 w 2580322"/>
              <a:gd name="connsiteY2" fmla="*/ 1182832 h 2365664"/>
              <a:gd name="connsiteX3" fmla="*/ 1290161 w 2580322"/>
              <a:gd name="connsiteY3" fmla="*/ 2365664 h 2365664"/>
              <a:gd name="connsiteX4" fmla="*/ 0 w 2580322"/>
              <a:gd name="connsiteY4" fmla="*/ 1182832 h 2365664"/>
              <a:gd name="connsiteX5" fmla="*/ 2188647 w 2580322"/>
              <a:gd name="connsiteY5" fmla="*/ 1817130 h 2365664"/>
              <a:gd name="connsiteX6" fmla="*/ 1819261 w 2580322"/>
              <a:gd name="connsiteY6" fmla="*/ 605723 h 2365664"/>
              <a:gd name="connsiteX7" fmla="*/ 664874 w 2580322"/>
              <a:gd name="connsiteY7" fmla="*/ 422149 h 2365664"/>
              <a:gd name="connsiteX8" fmla="*/ 2188647 w 2580322"/>
              <a:gd name="connsiteY8" fmla="*/ 1817130 h 2365664"/>
              <a:gd name="connsiteX9" fmla="*/ 363966 w 2580322"/>
              <a:gd name="connsiteY9" fmla="*/ 714788 h 2365664"/>
              <a:gd name="connsiteX10" fmla="*/ 664079 w 2580322"/>
              <a:gd name="connsiteY10" fmla="*/ 1898487 h 2365664"/>
              <a:gd name="connsiteX11" fmla="*/ 1929303 w 2580322"/>
              <a:gd name="connsiteY11" fmla="*/ 2026643 h 2365664"/>
              <a:gd name="connsiteX12" fmla="*/ 363966 w 2580322"/>
              <a:gd name="connsiteY12" fmla="*/ 714788 h 2365664"/>
              <a:gd name="connsiteX0" fmla="*/ 0 w 2580322"/>
              <a:gd name="connsiteY0" fmla="*/ 1182832 h 2365664"/>
              <a:gd name="connsiteX1" fmla="*/ 1290161 w 2580322"/>
              <a:gd name="connsiteY1" fmla="*/ 0 h 2365664"/>
              <a:gd name="connsiteX2" fmla="*/ 2580322 w 2580322"/>
              <a:gd name="connsiteY2" fmla="*/ 1182832 h 2365664"/>
              <a:gd name="connsiteX3" fmla="*/ 1290161 w 2580322"/>
              <a:gd name="connsiteY3" fmla="*/ 2365664 h 2365664"/>
              <a:gd name="connsiteX4" fmla="*/ 0 w 2580322"/>
              <a:gd name="connsiteY4" fmla="*/ 1182832 h 2365664"/>
              <a:gd name="connsiteX5" fmla="*/ 2188647 w 2580322"/>
              <a:gd name="connsiteY5" fmla="*/ 1817130 h 2365664"/>
              <a:gd name="connsiteX6" fmla="*/ 1943952 w 2580322"/>
              <a:gd name="connsiteY6" fmla="*/ 508741 h 2365664"/>
              <a:gd name="connsiteX7" fmla="*/ 664874 w 2580322"/>
              <a:gd name="connsiteY7" fmla="*/ 422149 h 2365664"/>
              <a:gd name="connsiteX8" fmla="*/ 2188647 w 2580322"/>
              <a:gd name="connsiteY8" fmla="*/ 1817130 h 2365664"/>
              <a:gd name="connsiteX9" fmla="*/ 363966 w 2580322"/>
              <a:gd name="connsiteY9" fmla="*/ 714788 h 2365664"/>
              <a:gd name="connsiteX10" fmla="*/ 664079 w 2580322"/>
              <a:gd name="connsiteY10" fmla="*/ 1898487 h 2365664"/>
              <a:gd name="connsiteX11" fmla="*/ 1929303 w 2580322"/>
              <a:gd name="connsiteY11" fmla="*/ 2026643 h 2365664"/>
              <a:gd name="connsiteX12" fmla="*/ 363966 w 2580322"/>
              <a:gd name="connsiteY12" fmla="*/ 714788 h 2365664"/>
              <a:gd name="connsiteX0" fmla="*/ 0 w 2469485"/>
              <a:gd name="connsiteY0" fmla="*/ 1182839 h 2365678"/>
              <a:gd name="connsiteX1" fmla="*/ 1290161 w 2469485"/>
              <a:gd name="connsiteY1" fmla="*/ 7 h 2365678"/>
              <a:gd name="connsiteX2" fmla="*/ 2469485 w 2469485"/>
              <a:gd name="connsiteY2" fmla="*/ 1196694 h 2365678"/>
              <a:gd name="connsiteX3" fmla="*/ 1290161 w 2469485"/>
              <a:gd name="connsiteY3" fmla="*/ 2365671 h 2365678"/>
              <a:gd name="connsiteX4" fmla="*/ 0 w 2469485"/>
              <a:gd name="connsiteY4" fmla="*/ 1182839 h 2365678"/>
              <a:gd name="connsiteX5" fmla="*/ 2188647 w 2469485"/>
              <a:gd name="connsiteY5" fmla="*/ 1817137 h 2365678"/>
              <a:gd name="connsiteX6" fmla="*/ 1943952 w 2469485"/>
              <a:gd name="connsiteY6" fmla="*/ 508748 h 2365678"/>
              <a:gd name="connsiteX7" fmla="*/ 664874 w 2469485"/>
              <a:gd name="connsiteY7" fmla="*/ 422156 h 2365678"/>
              <a:gd name="connsiteX8" fmla="*/ 2188647 w 2469485"/>
              <a:gd name="connsiteY8" fmla="*/ 1817137 h 2365678"/>
              <a:gd name="connsiteX9" fmla="*/ 363966 w 2469485"/>
              <a:gd name="connsiteY9" fmla="*/ 714795 h 2365678"/>
              <a:gd name="connsiteX10" fmla="*/ 664079 w 2469485"/>
              <a:gd name="connsiteY10" fmla="*/ 1898494 h 2365678"/>
              <a:gd name="connsiteX11" fmla="*/ 1929303 w 2469485"/>
              <a:gd name="connsiteY11" fmla="*/ 2026650 h 2365678"/>
              <a:gd name="connsiteX12" fmla="*/ 363966 w 2469485"/>
              <a:gd name="connsiteY12" fmla="*/ 714795 h 2365678"/>
              <a:gd name="connsiteX0" fmla="*/ 0 w 2511049"/>
              <a:gd name="connsiteY0" fmla="*/ 1182839 h 2365678"/>
              <a:gd name="connsiteX1" fmla="*/ 1290161 w 2511049"/>
              <a:gd name="connsiteY1" fmla="*/ 7 h 2365678"/>
              <a:gd name="connsiteX2" fmla="*/ 2511049 w 2511049"/>
              <a:gd name="connsiteY2" fmla="*/ 1196694 h 2365678"/>
              <a:gd name="connsiteX3" fmla="*/ 1290161 w 2511049"/>
              <a:gd name="connsiteY3" fmla="*/ 2365671 h 2365678"/>
              <a:gd name="connsiteX4" fmla="*/ 0 w 2511049"/>
              <a:gd name="connsiteY4" fmla="*/ 1182839 h 2365678"/>
              <a:gd name="connsiteX5" fmla="*/ 2188647 w 2511049"/>
              <a:gd name="connsiteY5" fmla="*/ 1817137 h 2365678"/>
              <a:gd name="connsiteX6" fmla="*/ 1943952 w 2511049"/>
              <a:gd name="connsiteY6" fmla="*/ 508748 h 2365678"/>
              <a:gd name="connsiteX7" fmla="*/ 664874 w 2511049"/>
              <a:gd name="connsiteY7" fmla="*/ 422156 h 2365678"/>
              <a:gd name="connsiteX8" fmla="*/ 2188647 w 2511049"/>
              <a:gd name="connsiteY8" fmla="*/ 1817137 h 2365678"/>
              <a:gd name="connsiteX9" fmla="*/ 363966 w 2511049"/>
              <a:gd name="connsiteY9" fmla="*/ 714795 h 2365678"/>
              <a:gd name="connsiteX10" fmla="*/ 664079 w 2511049"/>
              <a:gd name="connsiteY10" fmla="*/ 1898494 h 2365678"/>
              <a:gd name="connsiteX11" fmla="*/ 1929303 w 2511049"/>
              <a:gd name="connsiteY11" fmla="*/ 2026650 h 2365678"/>
              <a:gd name="connsiteX12" fmla="*/ 363966 w 2511049"/>
              <a:gd name="connsiteY12" fmla="*/ 714795 h 2365678"/>
              <a:gd name="connsiteX0" fmla="*/ 0 w 2511049"/>
              <a:gd name="connsiteY0" fmla="*/ 1182839 h 2365678"/>
              <a:gd name="connsiteX1" fmla="*/ 1290161 w 2511049"/>
              <a:gd name="connsiteY1" fmla="*/ 7 h 2365678"/>
              <a:gd name="connsiteX2" fmla="*/ 2511049 w 2511049"/>
              <a:gd name="connsiteY2" fmla="*/ 1196694 h 2365678"/>
              <a:gd name="connsiteX3" fmla="*/ 1290161 w 2511049"/>
              <a:gd name="connsiteY3" fmla="*/ 2365671 h 2365678"/>
              <a:gd name="connsiteX4" fmla="*/ 0 w 2511049"/>
              <a:gd name="connsiteY4" fmla="*/ 1182839 h 2365678"/>
              <a:gd name="connsiteX5" fmla="*/ 2188647 w 2511049"/>
              <a:gd name="connsiteY5" fmla="*/ 1817137 h 2365678"/>
              <a:gd name="connsiteX6" fmla="*/ 1943952 w 2511049"/>
              <a:gd name="connsiteY6" fmla="*/ 508748 h 2365678"/>
              <a:gd name="connsiteX7" fmla="*/ 595602 w 2511049"/>
              <a:gd name="connsiteY7" fmla="*/ 422156 h 2365678"/>
              <a:gd name="connsiteX8" fmla="*/ 2188647 w 2511049"/>
              <a:gd name="connsiteY8" fmla="*/ 1817137 h 2365678"/>
              <a:gd name="connsiteX9" fmla="*/ 363966 w 2511049"/>
              <a:gd name="connsiteY9" fmla="*/ 714795 h 2365678"/>
              <a:gd name="connsiteX10" fmla="*/ 664079 w 2511049"/>
              <a:gd name="connsiteY10" fmla="*/ 1898494 h 2365678"/>
              <a:gd name="connsiteX11" fmla="*/ 1929303 w 2511049"/>
              <a:gd name="connsiteY11" fmla="*/ 2026650 h 2365678"/>
              <a:gd name="connsiteX12" fmla="*/ 363966 w 2511049"/>
              <a:gd name="connsiteY12" fmla="*/ 714795 h 2365678"/>
              <a:gd name="connsiteX0" fmla="*/ 0 w 2511049"/>
              <a:gd name="connsiteY0" fmla="*/ 1182839 h 2365678"/>
              <a:gd name="connsiteX1" fmla="*/ 1290161 w 2511049"/>
              <a:gd name="connsiteY1" fmla="*/ 7 h 2365678"/>
              <a:gd name="connsiteX2" fmla="*/ 2511049 w 2511049"/>
              <a:gd name="connsiteY2" fmla="*/ 1196694 h 2365678"/>
              <a:gd name="connsiteX3" fmla="*/ 1290161 w 2511049"/>
              <a:gd name="connsiteY3" fmla="*/ 2365671 h 2365678"/>
              <a:gd name="connsiteX4" fmla="*/ 0 w 2511049"/>
              <a:gd name="connsiteY4" fmla="*/ 1182839 h 2365678"/>
              <a:gd name="connsiteX5" fmla="*/ 2188647 w 2511049"/>
              <a:gd name="connsiteY5" fmla="*/ 1817137 h 2365678"/>
              <a:gd name="connsiteX6" fmla="*/ 1943952 w 2511049"/>
              <a:gd name="connsiteY6" fmla="*/ 508748 h 2365678"/>
              <a:gd name="connsiteX7" fmla="*/ 595602 w 2511049"/>
              <a:gd name="connsiteY7" fmla="*/ 422156 h 2365678"/>
              <a:gd name="connsiteX8" fmla="*/ 2188647 w 2511049"/>
              <a:gd name="connsiteY8" fmla="*/ 1817137 h 2365678"/>
              <a:gd name="connsiteX9" fmla="*/ 308548 w 2511049"/>
              <a:gd name="connsiteY9" fmla="*/ 631668 h 2365678"/>
              <a:gd name="connsiteX10" fmla="*/ 664079 w 2511049"/>
              <a:gd name="connsiteY10" fmla="*/ 1898494 h 2365678"/>
              <a:gd name="connsiteX11" fmla="*/ 1929303 w 2511049"/>
              <a:gd name="connsiteY11" fmla="*/ 2026650 h 2365678"/>
              <a:gd name="connsiteX12" fmla="*/ 308548 w 2511049"/>
              <a:gd name="connsiteY12" fmla="*/ 631668 h 2365678"/>
              <a:gd name="connsiteX0" fmla="*/ 0 w 2511049"/>
              <a:gd name="connsiteY0" fmla="*/ 1182839 h 2365678"/>
              <a:gd name="connsiteX1" fmla="*/ 1290161 w 2511049"/>
              <a:gd name="connsiteY1" fmla="*/ 7 h 2365678"/>
              <a:gd name="connsiteX2" fmla="*/ 2511049 w 2511049"/>
              <a:gd name="connsiteY2" fmla="*/ 1196694 h 2365678"/>
              <a:gd name="connsiteX3" fmla="*/ 1290161 w 2511049"/>
              <a:gd name="connsiteY3" fmla="*/ 2365671 h 2365678"/>
              <a:gd name="connsiteX4" fmla="*/ 0 w 2511049"/>
              <a:gd name="connsiteY4" fmla="*/ 1182839 h 2365678"/>
              <a:gd name="connsiteX5" fmla="*/ 2188647 w 2511049"/>
              <a:gd name="connsiteY5" fmla="*/ 1817137 h 2365678"/>
              <a:gd name="connsiteX6" fmla="*/ 1943952 w 2511049"/>
              <a:gd name="connsiteY6" fmla="*/ 508748 h 2365678"/>
              <a:gd name="connsiteX7" fmla="*/ 554038 w 2511049"/>
              <a:gd name="connsiteY7" fmla="*/ 394447 h 2365678"/>
              <a:gd name="connsiteX8" fmla="*/ 2188647 w 2511049"/>
              <a:gd name="connsiteY8" fmla="*/ 1817137 h 2365678"/>
              <a:gd name="connsiteX9" fmla="*/ 308548 w 2511049"/>
              <a:gd name="connsiteY9" fmla="*/ 631668 h 2365678"/>
              <a:gd name="connsiteX10" fmla="*/ 664079 w 2511049"/>
              <a:gd name="connsiteY10" fmla="*/ 1898494 h 2365678"/>
              <a:gd name="connsiteX11" fmla="*/ 1929303 w 2511049"/>
              <a:gd name="connsiteY11" fmla="*/ 2026650 h 2365678"/>
              <a:gd name="connsiteX12" fmla="*/ 308548 w 2511049"/>
              <a:gd name="connsiteY12" fmla="*/ 631668 h 23656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511049" h="2365678">
                <a:moveTo>
                  <a:pt x="0" y="1182839"/>
                </a:moveTo>
                <a:cubicBezTo>
                  <a:pt x="0" y="529579"/>
                  <a:pt x="871653" y="-2302"/>
                  <a:pt x="1290161" y="7"/>
                </a:cubicBezTo>
                <a:cubicBezTo>
                  <a:pt x="1708669" y="2316"/>
                  <a:pt x="2511049" y="543434"/>
                  <a:pt x="2511049" y="1196694"/>
                </a:cubicBezTo>
                <a:cubicBezTo>
                  <a:pt x="2511049" y="1849954"/>
                  <a:pt x="1708669" y="2367980"/>
                  <a:pt x="1290161" y="2365671"/>
                </a:cubicBezTo>
                <a:cubicBezTo>
                  <a:pt x="871653" y="2363362"/>
                  <a:pt x="0" y="1836099"/>
                  <a:pt x="0" y="1182839"/>
                </a:cubicBezTo>
                <a:close/>
                <a:moveTo>
                  <a:pt x="2188647" y="1817137"/>
                </a:moveTo>
                <a:cubicBezTo>
                  <a:pt x="2398927" y="1500727"/>
                  <a:pt x="2216387" y="745863"/>
                  <a:pt x="1943952" y="508748"/>
                </a:cubicBezTo>
                <a:cubicBezTo>
                  <a:pt x="1671517" y="271633"/>
                  <a:pt x="853398" y="252672"/>
                  <a:pt x="554038" y="394447"/>
                </a:cubicBezTo>
                <a:lnTo>
                  <a:pt x="2188647" y="1817137"/>
                </a:lnTo>
                <a:close/>
                <a:moveTo>
                  <a:pt x="308548" y="631668"/>
                </a:moveTo>
                <a:cubicBezTo>
                  <a:pt x="98268" y="948078"/>
                  <a:pt x="337032" y="1669861"/>
                  <a:pt x="664079" y="1898494"/>
                </a:cubicBezTo>
                <a:cubicBezTo>
                  <a:pt x="929931" y="2084347"/>
                  <a:pt x="1629943" y="2168425"/>
                  <a:pt x="1929303" y="2026650"/>
                </a:cubicBezTo>
                <a:cubicBezTo>
                  <a:pt x="1550688" y="1686347"/>
                  <a:pt x="687163" y="971971"/>
                  <a:pt x="308548" y="631668"/>
                </a:cubicBezTo>
                <a:close/>
              </a:path>
            </a:pathLst>
          </a:custGeom>
          <a:solidFill>
            <a:srgbClr val="FF0000"/>
          </a:solidFill>
          <a:ln w="0">
            <a:solidFill>
              <a:schemeClr val="accent1">
                <a:shade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solidFill>
                <a:schemeClr val="tx1"/>
              </a:solidFill>
            </a:endParaRPr>
          </a:p>
        </p:txBody>
      </p:sp>
      <p:pic>
        <p:nvPicPr>
          <p:cNvPr id="1026" name="Picture 2" descr="Related image"/>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17162" y="2694191"/>
            <a:ext cx="2513868" cy="251386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36188971"/>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563832" y="922951"/>
            <a:ext cx="6172200" cy="4080272"/>
          </a:xfrm>
        </p:spPr>
        <p:txBody>
          <a:bodyPr/>
          <a:lstStyle/>
          <a:p>
            <a:endParaRPr lang="en-US" dirty="0" smtClean="0">
              <a:latin typeface="Times New Roman" pitchFamily="18" charset="0"/>
              <a:cs typeface="Times New Roman" pitchFamily="18" charset="0"/>
            </a:endParaRPr>
          </a:p>
          <a:p>
            <a:pPr marL="0" indent="0" algn="ctr">
              <a:buNone/>
            </a:pPr>
            <a:r>
              <a:rPr lang="en-US" sz="3200" b="1" dirty="0" smtClean="0">
                <a:solidFill>
                  <a:schemeClr val="bg1"/>
                </a:solidFill>
                <a:latin typeface="Times New Roman" pitchFamily="18" charset="0"/>
                <a:cs typeface="Times New Roman" pitchFamily="18" charset="0"/>
              </a:rPr>
              <a:t>Receiving Elements</a:t>
            </a:r>
            <a:endParaRPr lang="en-US" sz="3200" b="1" dirty="0">
              <a:solidFill>
                <a:schemeClr val="bg1"/>
              </a:solidFill>
              <a:latin typeface="Times New Roman" pitchFamily="18" charset="0"/>
              <a:cs typeface="Times New Roman" pitchFamily="18" charset="0"/>
            </a:endParaRPr>
          </a:p>
          <a:p>
            <a:endParaRPr lang="en-US" dirty="0" smtClean="0">
              <a:latin typeface="Times New Roman" pitchFamily="18" charset="0"/>
              <a:cs typeface="Times New Roman" pitchFamily="18" charset="0"/>
            </a:endParaRPr>
          </a:p>
          <a:p>
            <a:pPr marL="0" indent="0">
              <a:buNone/>
            </a:pPr>
            <a:r>
              <a:rPr lang="en-US" dirty="0" smtClean="0">
                <a:latin typeface="Times New Roman" pitchFamily="18" charset="0"/>
                <a:cs typeface="Times New Roman" pitchFamily="18" charset="0"/>
              </a:rPr>
              <a:t> </a:t>
            </a:r>
            <a:endParaRPr lang="en-US" dirty="0" smtClean="0">
              <a:latin typeface="Times New Roman" pitchFamily="18" charset="0"/>
              <a:cs typeface="Times New Roman" pitchFamily="18" charset="0"/>
            </a:endParaRPr>
          </a:p>
          <a:p>
            <a:pPr marL="0" indent="0">
              <a:buNone/>
            </a:pPr>
            <a:r>
              <a:rPr lang="en-US" dirty="0" smtClean="0">
                <a:latin typeface="Times New Roman" pitchFamily="18" charset="0"/>
                <a:cs typeface="Times New Roman" pitchFamily="18" charset="0"/>
              </a:rPr>
              <a:t>Photo </a:t>
            </a:r>
            <a:r>
              <a:rPr lang="en-US" dirty="0" smtClean="0">
                <a:latin typeface="Times New Roman" pitchFamily="18" charset="0"/>
                <a:cs typeface="Times New Roman" pitchFamily="18" charset="0"/>
              </a:rPr>
              <a:t>Diode		        Image Sensor</a:t>
            </a:r>
          </a:p>
          <a:p>
            <a:endParaRPr lang="en-US" dirty="0">
              <a:latin typeface="Times New Roman" pitchFamily="18" charset="0"/>
              <a:cs typeface="Times New Roman" pitchFamily="18" charset="0"/>
            </a:endParaRPr>
          </a:p>
        </p:txBody>
      </p:sp>
      <p:pic>
        <p:nvPicPr>
          <p:cNvPr id="6" name="Content Placeholder 3" descr="C:\Users\Sri Ram\Desktop\MFG_SD012-70-62-541.JPG"/>
          <p:cNvPicPr>
            <a:picLocks/>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71501" y="3461510"/>
            <a:ext cx="1776845" cy="1776845"/>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p:cNvPicPr/>
          <p:nvPr/>
        </p:nvPicPr>
        <p:blipFill>
          <a:blip r:embed="rId4">
            <a:extLst>
              <a:ext uri="{28A0092B-C50C-407E-A947-70E740481C1C}">
                <a14:useLocalDpi xmlns:a14="http://schemas.microsoft.com/office/drawing/2010/main" val="0"/>
              </a:ext>
            </a:extLst>
          </a:blip>
          <a:srcRect/>
          <a:stretch>
            <a:fillRect/>
          </a:stretch>
        </p:blipFill>
        <p:spPr bwMode="auto">
          <a:xfrm>
            <a:off x="4185014" y="3396479"/>
            <a:ext cx="3109436" cy="1906905"/>
          </a:xfrm>
          <a:prstGeom prst="rect">
            <a:avLst/>
          </a:prstGeom>
          <a:noFill/>
        </p:spPr>
      </p:pic>
    </p:spTree>
    <p:extLst>
      <p:ext uri="{BB962C8B-B14F-4D97-AF65-F5344CB8AC3E}">
        <p14:creationId xmlns:p14="http://schemas.microsoft.com/office/powerpoint/2010/main" val="2557868174"/>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485900" y="1200151"/>
            <a:ext cx="6172200" cy="4251722"/>
          </a:xfrm>
        </p:spPr>
        <p:txBody>
          <a:bodyPr/>
          <a:lstStyle/>
          <a:p>
            <a:endParaRPr lang="en-US" dirty="0" smtClean="0"/>
          </a:p>
          <a:p>
            <a:pPr marL="0" indent="0" algn="ctr">
              <a:buNone/>
            </a:pPr>
            <a:r>
              <a:rPr lang="en-US" dirty="0" smtClean="0"/>
              <a:t>How Li Fi Works</a:t>
            </a:r>
          </a:p>
          <a:p>
            <a:pPr marL="0" indent="0" algn="ctr">
              <a:buNone/>
            </a:pPr>
            <a:endParaRPr lang="en-US" dirty="0"/>
          </a:p>
          <a:p>
            <a:pPr marL="0" indent="0" algn="ctr">
              <a:buNone/>
            </a:pPr>
            <a:endParaRPr lang="en-US" dirty="0" smtClean="0"/>
          </a:p>
          <a:p>
            <a:pPr marL="0" indent="0">
              <a:buNone/>
            </a:pPr>
            <a:endParaRPr lang="en-US" dirty="0"/>
          </a:p>
        </p:txBody>
      </p:sp>
      <p:pic>
        <p:nvPicPr>
          <p:cNvPr id="4" name="Picture 3" descr="How Li-Fi Works"/>
          <p:cNvPicPr/>
          <p:nvPr/>
        </p:nvPicPr>
        <p:blipFill>
          <a:blip r:embed="rId2">
            <a:extLst>
              <a:ext uri="{28A0092B-C50C-407E-A947-70E740481C1C}">
                <a14:useLocalDpi xmlns:a14="http://schemas.microsoft.com/office/drawing/2010/main" val="0"/>
              </a:ext>
            </a:extLst>
          </a:blip>
          <a:srcRect/>
          <a:stretch>
            <a:fillRect/>
          </a:stretch>
        </p:blipFill>
        <p:spPr bwMode="auto">
          <a:xfrm>
            <a:off x="739684" y="1378133"/>
            <a:ext cx="7881802" cy="5009604"/>
          </a:xfrm>
          <a:prstGeom prst="rect">
            <a:avLst/>
          </a:prstGeom>
          <a:noFill/>
          <a:ln>
            <a:noFill/>
          </a:ln>
        </p:spPr>
      </p:pic>
    </p:spTree>
    <p:extLst>
      <p:ext uri="{BB962C8B-B14F-4D97-AF65-F5344CB8AC3E}">
        <p14:creationId xmlns:p14="http://schemas.microsoft.com/office/powerpoint/2010/main" val="2845043357"/>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485900" y="1143001"/>
            <a:ext cx="6172200" cy="4080272"/>
          </a:xfrm>
        </p:spPr>
        <p:txBody>
          <a:bodyPr/>
          <a:lstStyle/>
          <a:p>
            <a:endParaRPr lang="en-US" dirty="0" smtClean="0"/>
          </a:p>
          <a:p>
            <a:pPr marL="0" indent="0" algn="ctr">
              <a:buNone/>
            </a:pPr>
            <a:r>
              <a:rPr lang="en-US" dirty="0" smtClean="0"/>
              <a:t>Real Time Usage of Li Fi</a:t>
            </a:r>
          </a:p>
          <a:p>
            <a:pPr marL="0" indent="0" algn="ctr">
              <a:buNone/>
            </a:pPr>
            <a:endParaRPr lang="en-US" dirty="0"/>
          </a:p>
          <a:p>
            <a:pPr marL="0" indent="0" algn="ctr">
              <a:buNone/>
            </a:pPr>
            <a:endParaRPr lang="en-US" dirty="0" smtClean="0"/>
          </a:p>
          <a:p>
            <a:endParaRPr lang="en-US" dirty="0"/>
          </a:p>
        </p:txBody>
      </p:sp>
      <p:pic>
        <p:nvPicPr>
          <p:cNvPr id="4" name="Picture 3"/>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885950" y="2057400"/>
            <a:ext cx="5543550" cy="3257550"/>
          </a:xfrm>
          <a:prstGeom prst="rect">
            <a:avLst/>
          </a:prstGeom>
          <a:noFill/>
        </p:spPr>
      </p:pic>
    </p:spTree>
    <p:extLst>
      <p:ext uri="{BB962C8B-B14F-4D97-AF65-F5344CB8AC3E}">
        <p14:creationId xmlns:p14="http://schemas.microsoft.com/office/powerpoint/2010/main" val="1087935818"/>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14500" y="1085850"/>
            <a:ext cx="5086350" cy="800100"/>
          </a:xfrm>
        </p:spPr>
        <p:txBody>
          <a:bodyPr>
            <a:normAutofit/>
          </a:bodyPr>
          <a:lstStyle/>
          <a:p>
            <a:r>
              <a:rPr lang="en-US" b="1" dirty="0" smtClean="0">
                <a:latin typeface="Calibri" pitchFamily="34" charset="0"/>
              </a:rPr>
              <a:t>LIFI OVER WIFI</a:t>
            </a:r>
            <a:endParaRPr lang="en-US" b="1" dirty="0">
              <a:latin typeface="Calibri" pitchFamily="34" charset="0"/>
            </a:endParaRPr>
          </a:p>
        </p:txBody>
      </p:sp>
      <p:pic>
        <p:nvPicPr>
          <p:cNvPr id="5122" name="Picture 2" descr="C:\Users\Jasleen Kaur\Desktop\coomparison.JPG"/>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430383" y="2215787"/>
            <a:ext cx="5571308" cy="378618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03472775"/>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3" name="Table 12"/>
          <p:cNvGraphicFramePr>
            <a:graphicFrameLocks noGrp="1"/>
          </p:cNvGraphicFramePr>
          <p:nvPr>
            <p:extLst>
              <p:ext uri="{D42A27DB-BD31-4B8C-83A1-F6EECF244321}">
                <p14:modId xmlns:p14="http://schemas.microsoft.com/office/powerpoint/2010/main" val="2515170294"/>
              </p:ext>
            </p:extLst>
          </p:nvPr>
        </p:nvGraphicFramePr>
        <p:xfrm>
          <a:off x="4400550" y="3782737"/>
          <a:ext cx="3749040" cy="1141960"/>
        </p:xfrm>
        <a:graphic>
          <a:graphicData uri="http://schemas.openxmlformats.org/drawingml/2006/table">
            <a:tbl>
              <a:tblPr firstRow="1" firstCol="1" bandRow="1">
                <a:tableStyleId>{5C22544A-7EE6-4342-B048-85BDC9FD1C3A}</a:tableStyleId>
              </a:tblPr>
              <a:tblGrid>
                <a:gridCol w="1874520">
                  <a:extLst>
                    <a:ext uri="{9D8B030D-6E8A-4147-A177-3AD203B41FA5}">
                      <a16:colId xmlns:a16="http://schemas.microsoft.com/office/drawing/2014/main" val="20000"/>
                    </a:ext>
                  </a:extLst>
                </a:gridCol>
                <a:gridCol w="1874520">
                  <a:extLst>
                    <a:ext uri="{9D8B030D-6E8A-4147-A177-3AD203B41FA5}">
                      <a16:colId xmlns:a16="http://schemas.microsoft.com/office/drawing/2014/main" val="20001"/>
                    </a:ext>
                  </a:extLst>
                </a:gridCol>
              </a:tblGrid>
              <a:tr h="374019">
                <a:tc>
                  <a:txBody>
                    <a:bodyPr/>
                    <a:lstStyle/>
                    <a:p>
                      <a:pPr marL="0" marR="0" algn="ctr">
                        <a:lnSpc>
                          <a:spcPct val="107000"/>
                        </a:lnSpc>
                        <a:spcBef>
                          <a:spcPts val="0"/>
                        </a:spcBef>
                        <a:spcAft>
                          <a:spcPts val="0"/>
                        </a:spcAft>
                      </a:pPr>
                      <a:r>
                        <a:rPr lang="en-US" sz="1200" dirty="0">
                          <a:effectLst/>
                          <a:latin typeface="Times New Roman" pitchFamily="18" charset="0"/>
                          <a:cs typeface="Times New Roman" pitchFamily="18" charset="0"/>
                        </a:rPr>
                        <a:t>Wi-Fi</a:t>
                      </a:r>
                      <a:endParaRPr lang="en-US" sz="800" dirty="0">
                        <a:effectLst/>
                        <a:latin typeface="Times New Roman" pitchFamily="18" charset="0"/>
                        <a:ea typeface="Calibri"/>
                        <a:cs typeface="Times New Roman" pitchFamily="18" charset="0"/>
                      </a:endParaRPr>
                    </a:p>
                  </a:txBody>
                  <a:tcPr marL="51435" marR="51435" marT="0" marB="0"/>
                </a:tc>
                <a:tc>
                  <a:txBody>
                    <a:bodyPr/>
                    <a:lstStyle/>
                    <a:p>
                      <a:pPr marL="0" marR="0" algn="ctr">
                        <a:lnSpc>
                          <a:spcPct val="107000"/>
                        </a:lnSpc>
                        <a:spcBef>
                          <a:spcPts val="0"/>
                        </a:spcBef>
                        <a:spcAft>
                          <a:spcPts val="0"/>
                        </a:spcAft>
                      </a:pPr>
                      <a:r>
                        <a:rPr lang="en-US" sz="1200" dirty="0">
                          <a:effectLst/>
                          <a:latin typeface="Times New Roman" pitchFamily="18" charset="0"/>
                          <a:cs typeface="Times New Roman" pitchFamily="18" charset="0"/>
                        </a:rPr>
                        <a:t>150 Mbps</a:t>
                      </a:r>
                      <a:endParaRPr lang="en-US" sz="800" dirty="0">
                        <a:effectLst/>
                        <a:latin typeface="Times New Roman" pitchFamily="18" charset="0"/>
                        <a:ea typeface="Calibri"/>
                        <a:cs typeface="Times New Roman" pitchFamily="18" charset="0"/>
                      </a:endParaRPr>
                    </a:p>
                  </a:txBody>
                  <a:tcPr marL="51435" marR="51435" marT="0" marB="0"/>
                </a:tc>
                <a:extLst>
                  <a:ext uri="{0D108BD9-81ED-4DB2-BD59-A6C34878D82A}">
                    <a16:rowId xmlns:a16="http://schemas.microsoft.com/office/drawing/2014/main" val="10000"/>
                  </a:ext>
                </a:extLst>
              </a:tr>
              <a:tr h="393922">
                <a:tc>
                  <a:txBody>
                    <a:bodyPr/>
                    <a:lstStyle/>
                    <a:p>
                      <a:pPr marL="0" marR="0" algn="ctr">
                        <a:lnSpc>
                          <a:spcPct val="107000"/>
                        </a:lnSpc>
                        <a:spcBef>
                          <a:spcPts val="0"/>
                        </a:spcBef>
                        <a:spcAft>
                          <a:spcPts val="0"/>
                        </a:spcAft>
                      </a:pPr>
                      <a:r>
                        <a:rPr lang="en-US" sz="1200" dirty="0">
                          <a:effectLst/>
                          <a:latin typeface="Times New Roman" pitchFamily="18" charset="0"/>
                          <a:cs typeface="Times New Roman" pitchFamily="18" charset="0"/>
                        </a:rPr>
                        <a:t>Bluetooth</a:t>
                      </a:r>
                      <a:endParaRPr lang="en-US" sz="800" dirty="0">
                        <a:effectLst/>
                        <a:latin typeface="Times New Roman" pitchFamily="18" charset="0"/>
                        <a:ea typeface="Calibri"/>
                        <a:cs typeface="Times New Roman" pitchFamily="18" charset="0"/>
                      </a:endParaRPr>
                    </a:p>
                  </a:txBody>
                  <a:tcPr marL="51435" marR="51435" marT="0" marB="0"/>
                </a:tc>
                <a:tc>
                  <a:txBody>
                    <a:bodyPr/>
                    <a:lstStyle/>
                    <a:p>
                      <a:pPr marL="0" marR="0" algn="ctr">
                        <a:lnSpc>
                          <a:spcPct val="107000"/>
                        </a:lnSpc>
                        <a:spcBef>
                          <a:spcPts val="0"/>
                        </a:spcBef>
                        <a:spcAft>
                          <a:spcPts val="0"/>
                        </a:spcAft>
                      </a:pPr>
                      <a:r>
                        <a:rPr lang="en-US" sz="1200" dirty="0">
                          <a:effectLst/>
                          <a:latin typeface="Times New Roman" pitchFamily="18" charset="0"/>
                          <a:cs typeface="Times New Roman" pitchFamily="18" charset="0"/>
                        </a:rPr>
                        <a:t>3 </a:t>
                      </a:r>
                      <a:r>
                        <a:rPr lang="en-US" sz="1200" dirty="0" err="1">
                          <a:effectLst/>
                          <a:latin typeface="Times New Roman" pitchFamily="18" charset="0"/>
                          <a:cs typeface="Times New Roman" pitchFamily="18" charset="0"/>
                        </a:rPr>
                        <a:t>Gbps</a:t>
                      </a:r>
                      <a:endParaRPr lang="en-US" sz="800" dirty="0">
                        <a:effectLst/>
                        <a:latin typeface="Times New Roman" pitchFamily="18" charset="0"/>
                        <a:ea typeface="Calibri"/>
                        <a:cs typeface="Times New Roman" pitchFamily="18" charset="0"/>
                      </a:endParaRPr>
                    </a:p>
                  </a:txBody>
                  <a:tcPr marL="51435" marR="51435" marT="0" marB="0"/>
                </a:tc>
                <a:extLst>
                  <a:ext uri="{0D108BD9-81ED-4DB2-BD59-A6C34878D82A}">
                    <a16:rowId xmlns:a16="http://schemas.microsoft.com/office/drawing/2014/main" val="10001"/>
                  </a:ext>
                </a:extLst>
              </a:tr>
              <a:tr h="374019">
                <a:tc>
                  <a:txBody>
                    <a:bodyPr/>
                    <a:lstStyle/>
                    <a:p>
                      <a:pPr marL="0" marR="0" algn="ctr">
                        <a:lnSpc>
                          <a:spcPct val="107000"/>
                        </a:lnSpc>
                        <a:spcBef>
                          <a:spcPts val="0"/>
                        </a:spcBef>
                        <a:spcAft>
                          <a:spcPts val="0"/>
                        </a:spcAft>
                      </a:pPr>
                      <a:r>
                        <a:rPr lang="en-US" sz="1200" dirty="0">
                          <a:effectLst/>
                          <a:latin typeface="Times New Roman" pitchFamily="18" charset="0"/>
                          <a:cs typeface="Times New Roman" pitchFamily="18" charset="0"/>
                        </a:rPr>
                        <a:t>IrDA</a:t>
                      </a:r>
                      <a:endParaRPr lang="en-US" sz="800" dirty="0">
                        <a:effectLst/>
                        <a:latin typeface="Times New Roman" pitchFamily="18" charset="0"/>
                        <a:ea typeface="Calibri"/>
                        <a:cs typeface="Times New Roman" pitchFamily="18" charset="0"/>
                      </a:endParaRPr>
                    </a:p>
                  </a:txBody>
                  <a:tcPr marL="51435" marR="51435" marT="0" marB="0"/>
                </a:tc>
                <a:tc>
                  <a:txBody>
                    <a:bodyPr/>
                    <a:lstStyle/>
                    <a:p>
                      <a:pPr marL="0" marR="0" algn="ctr">
                        <a:lnSpc>
                          <a:spcPct val="107000"/>
                        </a:lnSpc>
                        <a:spcBef>
                          <a:spcPts val="0"/>
                        </a:spcBef>
                        <a:spcAft>
                          <a:spcPts val="0"/>
                        </a:spcAft>
                      </a:pPr>
                      <a:r>
                        <a:rPr lang="en-US" sz="1200" dirty="0">
                          <a:effectLst/>
                          <a:latin typeface="Times New Roman" pitchFamily="18" charset="0"/>
                          <a:cs typeface="Times New Roman" pitchFamily="18" charset="0"/>
                        </a:rPr>
                        <a:t>4 </a:t>
                      </a:r>
                      <a:r>
                        <a:rPr lang="en-US" sz="1200" dirty="0" err="1">
                          <a:effectLst/>
                          <a:latin typeface="Times New Roman" pitchFamily="18" charset="0"/>
                          <a:cs typeface="Times New Roman" pitchFamily="18" charset="0"/>
                        </a:rPr>
                        <a:t>Gbps</a:t>
                      </a:r>
                      <a:endParaRPr lang="en-US" sz="800" dirty="0">
                        <a:effectLst/>
                        <a:latin typeface="Times New Roman" pitchFamily="18" charset="0"/>
                        <a:ea typeface="Calibri"/>
                        <a:cs typeface="Times New Roman" pitchFamily="18" charset="0"/>
                      </a:endParaRPr>
                    </a:p>
                  </a:txBody>
                  <a:tcPr marL="51435" marR="51435" marT="0" marB="0"/>
                </a:tc>
                <a:extLst>
                  <a:ext uri="{0D108BD9-81ED-4DB2-BD59-A6C34878D82A}">
                    <a16:rowId xmlns:a16="http://schemas.microsoft.com/office/drawing/2014/main" val="10002"/>
                  </a:ext>
                </a:extLst>
              </a:tr>
            </a:tbl>
          </a:graphicData>
        </a:graphic>
      </p:graphicFrame>
      <p:sp>
        <p:nvSpPr>
          <p:cNvPr id="3" name="Content Placeholder 2"/>
          <p:cNvSpPr>
            <a:spLocks noGrp="1"/>
          </p:cNvSpPr>
          <p:nvPr>
            <p:ph idx="1"/>
          </p:nvPr>
        </p:nvSpPr>
        <p:spPr>
          <a:xfrm>
            <a:off x="587829" y="925029"/>
            <a:ext cx="8556171" cy="5458205"/>
          </a:xfrm>
        </p:spPr>
        <p:txBody>
          <a:bodyPr>
            <a:normAutofit/>
          </a:bodyPr>
          <a:lstStyle/>
          <a:p>
            <a:pPr marL="0" indent="0">
              <a:buNone/>
            </a:pPr>
            <a:r>
              <a:rPr lang="en-US" sz="3000" b="1" dirty="0" smtClean="0">
                <a:solidFill>
                  <a:schemeClr val="bg1"/>
                </a:solidFill>
                <a:latin typeface="Times New Roman" pitchFamily="18" charset="0"/>
                <a:cs typeface="Times New Roman" pitchFamily="18" charset="0"/>
              </a:rPr>
              <a:t>Comparison </a:t>
            </a:r>
            <a:r>
              <a:rPr lang="en-US" sz="3000" b="1" dirty="0">
                <a:solidFill>
                  <a:schemeClr val="bg1"/>
                </a:solidFill>
                <a:latin typeface="Times New Roman" pitchFamily="18" charset="0"/>
                <a:cs typeface="Times New Roman" pitchFamily="18" charset="0"/>
              </a:rPr>
              <a:t>b</a:t>
            </a:r>
            <a:r>
              <a:rPr lang="en-US" sz="3000" b="1" dirty="0" smtClean="0">
                <a:solidFill>
                  <a:schemeClr val="bg1"/>
                </a:solidFill>
                <a:latin typeface="Times New Roman" pitchFamily="18" charset="0"/>
                <a:cs typeface="Times New Roman" pitchFamily="18" charset="0"/>
              </a:rPr>
              <a:t>etween Various </a:t>
            </a:r>
            <a:r>
              <a:rPr lang="en-US" sz="3000" b="1" dirty="0" smtClean="0">
                <a:solidFill>
                  <a:schemeClr val="bg1"/>
                </a:solidFill>
                <a:latin typeface="Times New Roman" pitchFamily="18" charset="0"/>
                <a:cs typeface="Times New Roman" pitchFamily="18" charset="0"/>
              </a:rPr>
              <a:t>Communication Technologies</a:t>
            </a:r>
            <a:endParaRPr lang="en-US" sz="3000" b="1" dirty="0" smtClean="0">
              <a:solidFill>
                <a:schemeClr val="bg1"/>
              </a:solidFill>
              <a:latin typeface="Times New Roman" pitchFamily="18" charset="0"/>
              <a:cs typeface="Times New Roman" pitchFamily="18" charset="0"/>
            </a:endParaRPr>
          </a:p>
          <a:p>
            <a:pPr marL="0" indent="0">
              <a:buNone/>
            </a:pPr>
            <a:r>
              <a:rPr lang="en-US" dirty="0">
                <a:solidFill>
                  <a:schemeClr val="tx1"/>
                </a:solidFill>
                <a:latin typeface="Times New Roman" pitchFamily="18" charset="0"/>
                <a:cs typeface="Times New Roman" pitchFamily="18" charset="0"/>
              </a:rPr>
              <a:t>                                </a:t>
            </a:r>
          </a:p>
          <a:p>
            <a:pPr marL="0" indent="0">
              <a:buNone/>
            </a:pPr>
            <a:r>
              <a:rPr lang="en-US" dirty="0">
                <a:solidFill>
                  <a:schemeClr val="tx1"/>
                </a:solidFill>
                <a:latin typeface="Times New Roman" pitchFamily="18" charset="0"/>
                <a:cs typeface="Times New Roman" pitchFamily="18" charset="0"/>
              </a:rPr>
              <a:t>	            </a:t>
            </a:r>
            <a:endParaRPr lang="en-US" dirty="0" smtClean="0">
              <a:solidFill>
                <a:schemeClr val="tx1"/>
              </a:solidFill>
              <a:latin typeface="Times New Roman" pitchFamily="18" charset="0"/>
              <a:cs typeface="Times New Roman" pitchFamily="18" charset="0"/>
            </a:endParaRPr>
          </a:p>
          <a:p>
            <a:pPr marL="0" indent="0">
              <a:buNone/>
            </a:pPr>
            <a:r>
              <a:rPr lang="en-US" dirty="0">
                <a:solidFill>
                  <a:schemeClr val="tx1"/>
                </a:solidFill>
                <a:latin typeface="Times New Roman" pitchFamily="18" charset="0"/>
                <a:cs typeface="Times New Roman" pitchFamily="18" charset="0"/>
              </a:rPr>
              <a:t>	</a:t>
            </a:r>
            <a:r>
              <a:rPr lang="en-US" dirty="0" smtClean="0">
                <a:solidFill>
                  <a:schemeClr val="tx1"/>
                </a:solidFill>
                <a:latin typeface="Times New Roman" pitchFamily="18" charset="0"/>
                <a:cs typeface="Times New Roman" pitchFamily="18" charset="0"/>
              </a:rPr>
              <a:t>	Wired</a:t>
            </a:r>
            <a:endParaRPr lang="en-US" dirty="0">
              <a:solidFill>
                <a:schemeClr val="tx1"/>
              </a:solidFill>
              <a:latin typeface="Times New Roman" pitchFamily="18" charset="0"/>
              <a:cs typeface="Times New Roman" pitchFamily="18" charset="0"/>
            </a:endParaRPr>
          </a:p>
          <a:p>
            <a:pPr marL="0" indent="0">
              <a:buNone/>
            </a:pPr>
            <a:endParaRPr lang="en-US" dirty="0">
              <a:solidFill>
                <a:schemeClr val="tx1"/>
              </a:solidFill>
              <a:latin typeface="Times New Roman" pitchFamily="18" charset="0"/>
              <a:cs typeface="Times New Roman" pitchFamily="18" charset="0"/>
            </a:endParaRPr>
          </a:p>
          <a:p>
            <a:pPr marL="0" indent="0">
              <a:buNone/>
            </a:pPr>
            <a:endParaRPr lang="en-US" dirty="0">
              <a:solidFill>
                <a:schemeClr val="tx1"/>
              </a:solidFill>
              <a:latin typeface="Times New Roman" pitchFamily="18" charset="0"/>
              <a:cs typeface="Times New Roman" pitchFamily="18" charset="0"/>
            </a:endParaRPr>
          </a:p>
          <a:p>
            <a:pPr marL="0" indent="0">
              <a:buNone/>
            </a:pPr>
            <a:r>
              <a:rPr lang="en-US" sz="2600" dirty="0" smtClean="0">
                <a:solidFill>
                  <a:schemeClr val="tx1"/>
                </a:solidFill>
                <a:latin typeface="Times New Roman" pitchFamily="18" charset="0"/>
                <a:cs typeface="Times New Roman" pitchFamily="18" charset="0"/>
              </a:rPr>
              <a:t>	</a:t>
            </a:r>
            <a:r>
              <a:rPr lang="en-US" sz="2600" dirty="0" smtClean="0">
                <a:solidFill>
                  <a:schemeClr val="tx1"/>
                </a:solidFill>
                <a:latin typeface="Times New Roman" pitchFamily="18" charset="0"/>
                <a:cs typeface="Times New Roman" pitchFamily="18" charset="0"/>
              </a:rPr>
              <a:t>	</a:t>
            </a:r>
            <a:r>
              <a:rPr lang="en-US" dirty="0" smtClean="0">
                <a:solidFill>
                  <a:schemeClr val="tx1"/>
                </a:solidFill>
                <a:latin typeface="Times New Roman" pitchFamily="18" charset="0"/>
                <a:cs typeface="Times New Roman" pitchFamily="18" charset="0"/>
              </a:rPr>
              <a:t>Wireless(Current)</a:t>
            </a:r>
          </a:p>
          <a:p>
            <a:pPr marL="0" indent="0">
              <a:buNone/>
            </a:pPr>
            <a:endParaRPr lang="en-US" dirty="0" smtClean="0">
              <a:solidFill>
                <a:schemeClr val="tx1"/>
              </a:solidFill>
              <a:latin typeface="Times New Roman" pitchFamily="18" charset="0"/>
              <a:cs typeface="Times New Roman" pitchFamily="18" charset="0"/>
            </a:endParaRPr>
          </a:p>
          <a:p>
            <a:pPr marL="0" indent="0">
              <a:buNone/>
            </a:pPr>
            <a:endParaRPr lang="en-US" dirty="0" smtClean="0">
              <a:solidFill>
                <a:schemeClr val="tx1"/>
              </a:solidFill>
              <a:latin typeface="Times New Roman" pitchFamily="18" charset="0"/>
              <a:cs typeface="Times New Roman" pitchFamily="18" charset="0"/>
            </a:endParaRPr>
          </a:p>
          <a:p>
            <a:pPr marL="0" indent="0">
              <a:buNone/>
            </a:pPr>
            <a:r>
              <a:rPr lang="en-US" dirty="0">
                <a:solidFill>
                  <a:schemeClr val="tx1"/>
                </a:solidFill>
                <a:latin typeface="Times New Roman" pitchFamily="18" charset="0"/>
                <a:cs typeface="Times New Roman" pitchFamily="18" charset="0"/>
              </a:rPr>
              <a:t>	</a:t>
            </a:r>
            <a:r>
              <a:rPr lang="en-US" dirty="0" smtClean="0">
                <a:solidFill>
                  <a:schemeClr val="tx1"/>
                </a:solidFill>
                <a:latin typeface="Times New Roman" pitchFamily="18" charset="0"/>
                <a:cs typeface="Times New Roman" pitchFamily="18" charset="0"/>
              </a:rPr>
              <a:t>	Wireless(Future)</a:t>
            </a:r>
          </a:p>
          <a:p>
            <a:pPr marL="0" indent="0">
              <a:buNone/>
            </a:pPr>
            <a:endParaRPr lang="en-US" sz="1200" dirty="0">
              <a:solidFill>
                <a:schemeClr val="bg1"/>
              </a:solidFill>
              <a:latin typeface="Times New Roman" pitchFamily="18" charset="0"/>
              <a:cs typeface="Times New Roman" pitchFamily="18" charset="0"/>
            </a:endParaRPr>
          </a:p>
        </p:txBody>
      </p:sp>
      <p:graphicFrame>
        <p:nvGraphicFramePr>
          <p:cNvPr id="12" name="Table 11"/>
          <p:cNvGraphicFramePr>
            <a:graphicFrameLocks noGrp="1"/>
          </p:cNvGraphicFramePr>
          <p:nvPr>
            <p:extLst>
              <p:ext uri="{D42A27DB-BD31-4B8C-83A1-F6EECF244321}">
                <p14:modId xmlns:p14="http://schemas.microsoft.com/office/powerpoint/2010/main" val="4183219981"/>
              </p:ext>
            </p:extLst>
          </p:nvPr>
        </p:nvGraphicFramePr>
        <p:xfrm>
          <a:off x="4297680" y="2321827"/>
          <a:ext cx="3851910" cy="1149330"/>
        </p:xfrm>
        <a:graphic>
          <a:graphicData uri="http://schemas.openxmlformats.org/drawingml/2006/table">
            <a:tbl>
              <a:tblPr firstRow="1" firstCol="1" bandRow="1">
                <a:tableStyleId>{5C22544A-7EE6-4342-B048-85BDC9FD1C3A}</a:tableStyleId>
              </a:tblPr>
              <a:tblGrid>
                <a:gridCol w="1925955">
                  <a:extLst>
                    <a:ext uri="{9D8B030D-6E8A-4147-A177-3AD203B41FA5}">
                      <a16:colId xmlns:a16="http://schemas.microsoft.com/office/drawing/2014/main" val="20000"/>
                    </a:ext>
                  </a:extLst>
                </a:gridCol>
                <a:gridCol w="1925955">
                  <a:extLst>
                    <a:ext uri="{9D8B030D-6E8A-4147-A177-3AD203B41FA5}">
                      <a16:colId xmlns:a16="http://schemas.microsoft.com/office/drawing/2014/main" val="20001"/>
                    </a:ext>
                  </a:extLst>
                </a:gridCol>
              </a:tblGrid>
              <a:tr h="383110">
                <a:tc>
                  <a:txBody>
                    <a:bodyPr/>
                    <a:lstStyle/>
                    <a:p>
                      <a:pPr marL="0" marR="0" algn="ctr">
                        <a:lnSpc>
                          <a:spcPct val="107000"/>
                        </a:lnSpc>
                        <a:spcBef>
                          <a:spcPts val="0"/>
                        </a:spcBef>
                        <a:spcAft>
                          <a:spcPts val="0"/>
                        </a:spcAft>
                      </a:pPr>
                      <a:r>
                        <a:rPr lang="en-US" sz="1200" dirty="0">
                          <a:effectLst/>
                          <a:latin typeface="Times New Roman" pitchFamily="18" charset="0"/>
                          <a:cs typeface="Times New Roman" pitchFamily="18" charset="0"/>
                        </a:rPr>
                        <a:t>Fire wire</a:t>
                      </a:r>
                      <a:endParaRPr lang="en-US" sz="800" dirty="0">
                        <a:effectLst/>
                        <a:latin typeface="Times New Roman" pitchFamily="18" charset="0"/>
                        <a:ea typeface="Calibri"/>
                        <a:cs typeface="Times New Roman" pitchFamily="18" charset="0"/>
                      </a:endParaRPr>
                    </a:p>
                  </a:txBody>
                  <a:tcPr marL="51435" marR="51435" marT="0" marB="0"/>
                </a:tc>
                <a:tc>
                  <a:txBody>
                    <a:bodyPr/>
                    <a:lstStyle/>
                    <a:p>
                      <a:pPr marL="0" marR="0" algn="ctr">
                        <a:lnSpc>
                          <a:spcPct val="107000"/>
                        </a:lnSpc>
                        <a:spcBef>
                          <a:spcPts val="0"/>
                        </a:spcBef>
                        <a:spcAft>
                          <a:spcPts val="0"/>
                        </a:spcAft>
                      </a:pPr>
                      <a:r>
                        <a:rPr lang="en-US" sz="1200" dirty="0">
                          <a:effectLst/>
                          <a:latin typeface="Times New Roman" pitchFamily="18" charset="0"/>
                          <a:cs typeface="Times New Roman" pitchFamily="18" charset="0"/>
                        </a:rPr>
                        <a:t>800  Mbps</a:t>
                      </a:r>
                      <a:endParaRPr lang="en-US" sz="800" dirty="0">
                        <a:effectLst/>
                        <a:latin typeface="Times New Roman" pitchFamily="18" charset="0"/>
                        <a:ea typeface="Calibri"/>
                        <a:cs typeface="Times New Roman" pitchFamily="18" charset="0"/>
                      </a:endParaRPr>
                    </a:p>
                  </a:txBody>
                  <a:tcPr marL="51435" marR="51435" marT="0" marB="0"/>
                </a:tc>
                <a:extLst>
                  <a:ext uri="{0D108BD9-81ED-4DB2-BD59-A6C34878D82A}">
                    <a16:rowId xmlns:a16="http://schemas.microsoft.com/office/drawing/2014/main" val="10000"/>
                  </a:ext>
                </a:extLst>
              </a:tr>
              <a:tr h="383110">
                <a:tc>
                  <a:txBody>
                    <a:bodyPr/>
                    <a:lstStyle/>
                    <a:p>
                      <a:pPr marL="0" marR="0" algn="ctr">
                        <a:lnSpc>
                          <a:spcPct val="107000"/>
                        </a:lnSpc>
                        <a:spcBef>
                          <a:spcPts val="0"/>
                        </a:spcBef>
                        <a:spcAft>
                          <a:spcPts val="0"/>
                        </a:spcAft>
                      </a:pPr>
                      <a:r>
                        <a:rPr lang="en-US" sz="1200" dirty="0">
                          <a:effectLst/>
                          <a:latin typeface="Times New Roman" pitchFamily="18" charset="0"/>
                          <a:cs typeface="Times New Roman" pitchFamily="18" charset="0"/>
                        </a:rPr>
                        <a:t>USB 3.0</a:t>
                      </a:r>
                      <a:endParaRPr lang="en-US" sz="800" dirty="0">
                        <a:effectLst/>
                        <a:latin typeface="Times New Roman" pitchFamily="18" charset="0"/>
                        <a:ea typeface="Calibri"/>
                        <a:cs typeface="Times New Roman" pitchFamily="18" charset="0"/>
                      </a:endParaRPr>
                    </a:p>
                  </a:txBody>
                  <a:tcPr marL="51435" marR="51435" marT="0" marB="0"/>
                </a:tc>
                <a:tc>
                  <a:txBody>
                    <a:bodyPr/>
                    <a:lstStyle/>
                    <a:p>
                      <a:pPr marL="0" marR="0" algn="ctr">
                        <a:lnSpc>
                          <a:spcPct val="107000"/>
                        </a:lnSpc>
                        <a:spcBef>
                          <a:spcPts val="0"/>
                        </a:spcBef>
                        <a:spcAft>
                          <a:spcPts val="0"/>
                        </a:spcAft>
                      </a:pPr>
                      <a:r>
                        <a:rPr lang="en-US" sz="1200" dirty="0">
                          <a:effectLst/>
                          <a:latin typeface="Times New Roman" pitchFamily="18" charset="0"/>
                          <a:cs typeface="Times New Roman" pitchFamily="18" charset="0"/>
                        </a:rPr>
                        <a:t>5 </a:t>
                      </a:r>
                      <a:r>
                        <a:rPr lang="en-US" sz="1200" dirty="0" err="1">
                          <a:effectLst/>
                          <a:latin typeface="Times New Roman" pitchFamily="18" charset="0"/>
                          <a:cs typeface="Times New Roman" pitchFamily="18" charset="0"/>
                        </a:rPr>
                        <a:t>Gbps</a:t>
                      </a:r>
                      <a:endParaRPr lang="en-US" sz="800" dirty="0">
                        <a:effectLst/>
                        <a:latin typeface="Times New Roman" pitchFamily="18" charset="0"/>
                        <a:ea typeface="Calibri"/>
                        <a:cs typeface="Times New Roman" pitchFamily="18" charset="0"/>
                      </a:endParaRPr>
                    </a:p>
                  </a:txBody>
                  <a:tcPr marL="51435" marR="51435" marT="0" marB="0"/>
                </a:tc>
                <a:extLst>
                  <a:ext uri="{0D108BD9-81ED-4DB2-BD59-A6C34878D82A}">
                    <a16:rowId xmlns:a16="http://schemas.microsoft.com/office/drawing/2014/main" val="10001"/>
                  </a:ext>
                </a:extLst>
              </a:tr>
              <a:tr h="383110">
                <a:tc>
                  <a:txBody>
                    <a:bodyPr/>
                    <a:lstStyle/>
                    <a:p>
                      <a:pPr marL="0" marR="0" algn="ctr">
                        <a:lnSpc>
                          <a:spcPct val="107000"/>
                        </a:lnSpc>
                        <a:spcBef>
                          <a:spcPts val="0"/>
                        </a:spcBef>
                        <a:spcAft>
                          <a:spcPts val="0"/>
                        </a:spcAft>
                      </a:pPr>
                      <a:r>
                        <a:rPr lang="en-US" sz="1200" dirty="0">
                          <a:effectLst/>
                          <a:latin typeface="Times New Roman" pitchFamily="18" charset="0"/>
                          <a:cs typeface="Times New Roman" pitchFamily="18" charset="0"/>
                        </a:rPr>
                        <a:t>Thunderbolt</a:t>
                      </a:r>
                      <a:endParaRPr lang="en-US" sz="800" dirty="0">
                        <a:effectLst/>
                        <a:latin typeface="Times New Roman" pitchFamily="18" charset="0"/>
                        <a:ea typeface="Calibri"/>
                        <a:cs typeface="Times New Roman" pitchFamily="18" charset="0"/>
                      </a:endParaRPr>
                    </a:p>
                  </a:txBody>
                  <a:tcPr marL="51435" marR="51435" marT="0" marB="0"/>
                </a:tc>
                <a:tc>
                  <a:txBody>
                    <a:bodyPr/>
                    <a:lstStyle/>
                    <a:p>
                      <a:pPr marL="0" marR="0" algn="ctr">
                        <a:lnSpc>
                          <a:spcPct val="107000"/>
                        </a:lnSpc>
                        <a:spcBef>
                          <a:spcPts val="0"/>
                        </a:spcBef>
                        <a:spcAft>
                          <a:spcPts val="0"/>
                        </a:spcAft>
                      </a:pPr>
                      <a:r>
                        <a:rPr lang="en-US" sz="1200" dirty="0">
                          <a:effectLst/>
                          <a:latin typeface="Times New Roman" pitchFamily="18" charset="0"/>
                          <a:cs typeface="Times New Roman" pitchFamily="18" charset="0"/>
                        </a:rPr>
                        <a:t>20 </a:t>
                      </a:r>
                      <a:r>
                        <a:rPr lang="en-US" sz="1200" dirty="0" err="1">
                          <a:effectLst/>
                          <a:latin typeface="Times New Roman" pitchFamily="18" charset="0"/>
                          <a:cs typeface="Times New Roman" pitchFamily="18" charset="0"/>
                        </a:rPr>
                        <a:t>Gbps</a:t>
                      </a:r>
                      <a:endParaRPr lang="en-US" sz="800" dirty="0">
                        <a:effectLst/>
                        <a:latin typeface="Times New Roman" pitchFamily="18" charset="0"/>
                        <a:ea typeface="Calibri"/>
                        <a:cs typeface="Times New Roman" pitchFamily="18" charset="0"/>
                      </a:endParaRPr>
                    </a:p>
                  </a:txBody>
                  <a:tcPr marL="51435" marR="51435" marT="0" marB="0"/>
                </a:tc>
                <a:extLst>
                  <a:ext uri="{0D108BD9-81ED-4DB2-BD59-A6C34878D82A}">
                    <a16:rowId xmlns:a16="http://schemas.microsoft.com/office/drawing/2014/main" val="10002"/>
                  </a:ext>
                </a:extLst>
              </a:tr>
            </a:tbl>
          </a:graphicData>
        </a:graphic>
      </p:graphicFrame>
      <p:graphicFrame>
        <p:nvGraphicFramePr>
          <p:cNvPr id="14" name="Table 13"/>
          <p:cNvGraphicFramePr>
            <a:graphicFrameLocks noGrp="1"/>
          </p:cNvGraphicFramePr>
          <p:nvPr>
            <p:extLst>
              <p:ext uri="{D42A27DB-BD31-4B8C-83A1-F6EECF244321}">
                <p14:modId xmlns:p14="http://schemas.microsoft.com/office/powerpoint/2010/main" val="3081454971"/>
              </p:ext>
            </p:extLst>
          </p:nvPr>
        </p:nvGraphicFramePr>
        <p:xfrm>
          <a:off x="4400550" y="5080861"/>
          <a:ext cx="3646170" cy="1302373"/>
        </p:xfrm>
        <a:graphic>
          <a:graphicData uri="http://schemas.openxmlformats.org/drawingml/2006/table">
            <a:tbl>
              <a:tblPr firstRow="1" firstCol="1" bandRow="1">
                <a:tableStyleId>{5C22544A-7EE6-4342-B048-85BDC9FD1C3A}</a:tableStyleId>
              </a:tblPr>
              <a:tblGrid>
                <a:gridCol w="1823085">
                  <a:extLst>
                    <a:ext uri="{9D8B030D-6E8A-4147-A177-3AD203B41FA5}">
                      <a16:colId xmlns:a16="http://schemas.microsoft.com/office/drawing/2014/main" val="20000"/>
                    </a:ext>
                  </a:extLst>
                </a:gridCol>
                <a:gridCol w="1823085">
                  <a:extLst>
                    <a:ext uri="{9D8B030D-6E8A-4147-A177-3AD203B41FA5}">
                      <a16:colId xmlns:a16="http://schemas.microsoft.com/office/drawing/2014/main" val="20001"/>
                    </a:ext>
                  </a:extLst>
                </a:gridCol>
              </a:tblGrid>
              <a:tr h="483785">
                <a:tc>
                  <a:txBody>
                    <a:bodyPr/>
                    <a:lstStyle/>
                    <a:p>
                      <a:pPr marL="0" marR="0" lvl="0" indent="0" algn="ctr" defTabSz="914400" rtl="0" eaLnBrk="1" fontAlgn="auto" latinLnBrk="0" hangingPunct="1">
                        <a:lnSpc>
                          <a:spcPct val="107000"/>
                        </a:lnSpc>
                        <a:spcBef>
                          <a:spcPts val="0"/>
                        </a:spcBef>
                        <a:spcAft>
                          <a:spcPts val="0"/>
                        </a:spcAft>
                        <a:buClrTx/>
                        <a:buSzTx/>
                        <a:buFontTx/>
                        <a:buNone/>
                        <a:tabLst/>
                        <a:defRPr/>
                      </a:pPr>
                      <a:r>
                        <a:rPr kumimoji="0" lang="en-US" sz="1200" b="1" i="0" u="none" strike="noStrike" kern="1200" cap="none" spc="0" normalizeH="0" baseline="0" noProof="0" dirty="0" smtClean="0">
                          <a:ln>
                            <a:noFill/>
                          </a:ln>
                          <a:solidFill>
                            <a:prstClr val="white"/>
                          </a:solidFill>
                          <a:effectLst/>
                          <a:uLnTx/>
                          <a:uFillTx/>
                          <a:latin typeface="Times New Roman" pitchFamily="18" charset="0"/>
                          <a:ea typeface="+mn-ea"/>
                          <a:cs typeface="Times New Roman" pitchFamily="18" charset="0"/>
                        </a:rPr>
                        <a:t>Li-Fi</a:t>
                      </a:r>
                      <a:endParaRPr kumimoji="0" lang="en-US" sz="800" b="1" i="0" u="none" strike="noStrike" kern="1200" cap="none" spc="0" normalizeH="0" baseline="0" noProof="0" dirty="0" smtClean="0">
                        <a:ln>
                          <a:noFill/>
                        </a:ln>
                        <a:solidFill>
                          <a:prstClr val="white"/>
                        </a:solidFill>
                        <a:effectLst/>
                        <a:uLnTx/>
                        <a:uFillTx/>
                        <a:latin typeface="Times New Roman" pitchFamily="18" charset="0"/>
                        <a:ea typeface="Calibri"/>
                        <a:cs typeface="Times New Roman" pitchFamily="18" charset="0"/>
                      </a:endParaRPr>
                    </a:p>
                    <a:p>
                      <a:pPr marL="0" marR="0" algn="ctr">
                        <a:lnSpc>
                          <a:spcPct val="107000"/>
                        </a:lnSpc>
                        <a:spcBef>
                          <a:spcPts val="0"/>
                        </a:spcBef>
                        <a:spcAft>
                          <a:spcPts val="0"/>
                        </a:spcAft>
                      </a:pPr>
                      <a:endParaRPr lang="en-US" sz="800" dirty="0">
                        <a:effectLst/>
                        <a:latin typeface="Times New Roman" pitchFamily="18" charset="0"/>
                        <a:ea typeface="Calibri"/>
                        <a:cs typeface="Times New Roman" pitchFamily="18" charset="0"/>
                      </a:endParaRPr>
                    </a:p>
                  </a:txBody>
                  <a:tcPr marL="51435" marR="51435" marT="0" marB="0"/>
                </a:tc>
                <a:tc>
                  <a:txBody>
                    <a:bodyPr/>
                    <a:lstStyle/>
                    <a:p>
                      <a:pPr marL="0" marR="0" algn="ctr">
                        <a:lnSpc>
                          <a:spcPct val="107000"/>
                        </a:lnSpc>
                        <a:spcBef>
                          <a:spcPts val="0"/>
                        </a:spcBef>
                        <a:spcAft>
                          <a:spcPts val="0"/>
                        </a:spcAft>
                      </a:pPr>
                      <a:r>
                        <a:rPr lang="en-US" sz="1200" dirty="0" smtClean="0">
                          <a:effectLst/>
                          <a:latin typeface="Times New Roman" pitchFamily="18" charset="0"/>
                          <a:cs typeface="Times New Roman" pitchFamily="18" charset="0"/>
                        </a:rPr>
                        <a:t>10 </a:t>
                      </a:r>
                      <a:r>
                        <a:rPr lang="en-US" sz="1200" dirty="0" err="1">
                          <a:effectLst/>
                          <a:latin typeface="Times New Roman" pitchFamily="18" charset="0"/>
                          <a:cs typeface="Times New Roman" pitchFamily="18" charset="0"/>
                        </a:rPr>
                        <a:t>Gbps</a:t>
                      </a:r>
                      <a:endParaRPr lang="en-US" sz="800" dirty="0">
                        <a:effectLst/>
                        <a:latin typeface="Times New Roman" pitchFamily="18" charset="0"/>
                        <a:ea typeface="Calibri"/>
                        <a:cs typeface="Times New Roman" pitchFamily="18" charset="0"/>
                      </a:endParaRPr>
                    </a:p>
                  </a:txBody>
                  <a:tcPr marL="51435" marR="51435" marT="0" marB="0"/>
                </a:tc>
                <a:extLst>
                  <a:ext uri="{0D108BD9-81ED-4DB2-BD59-A6C34878D82A}">
                    <a16:rowId xmlns:a16="http://schemas.microsoft.com/office/drawing/2014/main" val="10000"/>
                  </a:ext>
                </a:extLst>
              </a:tr>
              <a:tr h="409294">
                <a:tc>
                  <a:txBody>
                    <a:bodyPr/>
                    <a:lstStyle/>
                    <a:p>
                      <a:pPr marL="0" marR="0" algn="ctr">
                        <a:lnSpc>
                          <a:spcPct val="107000"/>
                        </a:lnSpc>
                        <a:spcBef>
                          <a:spcPts val="0"/>
                        </a:spcBef>
                        <a:spcAft>
                          <a:spcPts val="0"/>
                        </a:spcAft>
                      </a:pPr>
                      <a:r>
                        <a:rPr lang="en-US" sz="1200" dirty="0">
                          <a:effectLst/>
                          <a:latin typeface="Times New Roman" pitchFamily="18" charset="0"/>
                          <a:cs typeface="Times New Roman" pitchFamily="18" charset="0"/>
                        </a:rPr>
                        <a:t>Giga-IR</a:t>
                      </a:r>
                      <a:endParaRPr lang="en-US" sz="800" dirty="0">
                        <a:effectLst/>
                        <a:latin typeface="Times New Roman" pitchFamily="18" charset="0"/>
                        <a:ea typeface="Calibri"/>
                        <a:cs typeface="Times New Roman" pitchFamily="18" charset="0"/>
                      </a:endParaRPr>
                    </a:p>
                  </a:txBody>
                  <a:tcPr marL="51435" marR="51435" marT="0" marB="0"/>
                </a:tc>
                <a:tc>
                  <a:txBody>
                    <a:bodyPr/>
                    <a:lstStyle/>
                    <a:p>
                      <a:pPr marL="0" marR="0" algn="ctr">
                        <a:lnSpc>
                          <a:spcPct val="107000"/>
                        </a:lnSpc>
                        <a:spcBef>
                          <a:spcPts val="0"/>
                        </a:spcBef>
                        <a:spcAft>
                          <a:spcPts val="0"/>
                        </a:spcAft>
                      </a:pPr>
                      <a:r>
                        <a:rPr lang="en-US" sz="1200">
                          <a:effectLst/>
                          <a:latin typeface="Times New Roman" pitchFamily="18" charset="0"/>
                          <a:cs typeface="Times New Roman" pitchFamily="18" charset="0"/>
                        </a:rPr>
                        <a:t>1 Gbps</a:t>
                      </a:r>
                      <a:endParaRPr lang="en-US" sz="800">
                        <a:effectLst/>
                        <a:latin typeface="Times New Roman" pitchFamily="18" charset="0"/>
                        <a:ea typeface="Calibri"/>
                        <a:cs typeface="Times New Roman" pitchFamily="18" charset="0"/>
                      </a:endParaRPr>
                    </a:p>
                  </a:txBody>
                  <a:tcPr marL="51435" marR="51435" marT="0" marB="0"/>
                </a:tc>
                <a:extLst>
                  <a:ext uri="{0D108BD9-81ED-4DB2-BD59-A6C34878D82A}">
                    <a16:rowId xmlns:a16="http://schemas.microsoft.com/office/drawing/2014/main" val="10001"/>
                  </a:ext>
                </a:extLst>
              </a:tr>
              <a:tr h="409294">
                <a:tc>
                  <a:txBody>
                    <a:bodyPr/>
                    <a:lstStyle/>
                    <a:p>
                      <a:pPr marL="0" marR="0" indent="0" algn="ctr" defTabSz="914400" rtl="0" eaLnBrk="1" fontAlgn="auto" latinLnBrk="0" hangingPunct="1">
                        <a:lnSpc>
                          <a:spcPct val="107000"/>
                        </a:lnSpc>
                        <a:spcBef>
                          <a:spcPts val="0"/>
                        </a:spcBef>
                        <a:spcAft>
                          <a:spcPts val="0"/>
                        </a:spcAft>
                        <a:buClrTx/>
                        <a:buSzTx/>
                        <a:buFontTx/>
                        <a:buNone/>
                        <a:tabLst/>
                        <a:defRPr/>
                      </a:pPr>
                      <a:r>
                        <a:rPr lang="en-US" sz="1200" dirty="0" smtClean="0">
                          <a:effectLst/>
                          <a:latin typeface="Times New Roman" pitchFamily="18" charset="0"/>
                          <a:cs typeface="Times New Roman" pitchFamily="18" charset="0"/>
                        </a:rPr>
                        <a:t>Wi-Gig</a:t>
                      </a:r>
                      <a:endParaRPr lang="en-US" sz="800" dirty="0" smtClean="0">
                        <a:effectLst/>
                        <a:latin typeface="Times New Roman" pitchFamily="18" charset="0"/>
                        <a:ea typeface="Calibri"/>
                        <a:cs typeface="Times New Roman" pitchFamily="18" charset="0"/>
                      </a:endParaRPr>
                    </a:p>
                  </a:txBody>
                  <a:tcPr marL="51435" marR="51435" marT="0" marB="0"/>
                </a:tc>
                <a:tc>
                  <a:txBody>
                    <a:bodyPr/>
                    <a:lstStyle/>
                    <a:p>
                      <a:pPr marL="0" marR="0" algn="ctr">
                        <a:lnSpc>
                          <a:spcPct val="107000"/>
                        </a:lnSpc>
                        <a:spcBef>
                          <a:spcPts val="0"/>
                        </a:spcBef>
                        <a:spcAft>
                          <a:spcPts val="0"/>
                        </a:spcAft>
                      </a:pPr>
                      <a:r>
                        <a:rPr lang="en-US" sz="1200" dirty="0" smtClean="0">
                          <a:effectLst/>
                          <a:latin typeface="Times New Roman" pitchFamily="18" charset="0"/>
                          <a:cs typeface="Times New Roman" pitchFamily="18" charset="0"/>
                        </a:rPr>
                        <a:t>2Gbps</a:t>
                      </a:r>
                      <a:endParaRPr lang="en-US" sz="800" dirty="0">
                        <a:effectLst/>
                        <a:latin typeface="Times New Roman" pitchFamily="18" charset="0"/>
                        <a:ea typeface="Calibri"/>
                        <a:cs typeface="Times New Roman" pitchFamily="18" charset="0"/>
                      </a:endParaRPr>
                    </a:p>
                  </a:txBody>
                  <a:tcPr marL="51435" marR="51435" marT="0" marB="0"/>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53668415"/>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512026" y="940526"/>
            <a:ext cx="6172200" cy="4080272"/>
          </a:xfrm>
        </p:spPr>
        <p:txBody>
          <a:bodyPr>
            <a:normAutofit/>
          </a:bodyPr>
          <a:lstStyle/>
          <a:p>
            <a:pPr marL="0" indent="0" algn="ctr">
              <a:buNone/>
            </a:pPr>
            <a:r>
              <a:rPr lang="en-US" sz="2400" b="1" dirty="0" smtClean="0">
                <a:solidFill>
                  <a:schemeClr val="bg1"/>
                </a:solidFill>
                <a:latin typeface="Times New Roman" pitchFamily="18" charset="0"/>
                <a:cs typeface="Times New Roman" pitchFamily="18" charset="0"/>
              </a:rPr>
              <a:t>Applications of Li Fi</a:t>
            </a:r>
            <a:endParaRPr lang="en-US" sz="1600" b="1" dirty="0">
              <a:solidFill>
                <a:schemeClr val="bg1"/>
              </a:solidFill>
              <a:latin typeface="Times New Roman" pitchFamily="18" charset="0"/>
              <a:cs typeface="Times New Roman" pitchFamily="18" charset="0"/>
            </a:endParaRPr>
          </a:p>
          <a:p>
            <a:pPr lvl="0">
              <a:buFont typeface="Wingdings" pitchFamily="2" charset="2"/>
              <a:buChar char="Ø"/>
            </a:pPr>
            <a:r>
              <a:rPr lang="en-US" sz="2400" b="1" dirty="0" smtClean="0">
                <a:solidFill>
                  <a:schemeClr val="bg1"/>
                </a:solidFill>
                <a:latin typeface="Times New Roman" pitchFamily="18" charset="0"/>
                <a:cs typeface="Times New Roman" pitchFamily="18" charset="0"/>
              </a:rPr>
              <a:t>Airways</a:t>
            </a:r>
            <a:endParaRPr lang="en-US" sz="2400" b="1" dirty="0" smtClean="0">
              <a:solidFill>
                <a:schemeClr val="bg1"/>
              </a:solidFill>
              <a:latin typeface="Times New Roman" pitchFamily="18" charset="0"/>
              <a:cs typeface="Times New Roman" pitchFamily="18" charset="0"/>
            </a:endParaRPr>
          </a:p>
          <a:p>
            <a:pPr marL="0" indent="0">
              <a:buNone/>
            </a:pPr>
            <a:endParaRPr lang="en-US" sz="2400" b="1" dirty="0">
              <a:solidFill>
                <a:schemeClr val="bg1"/>
              </a:solidFill>
              <a:latin typeface="Times New Roman" pitchFamily="18" charset="0"/>
              <a:cs typeface="Times New Roman" pitchFamily="18" charset="0"/>
            </a:endParaRPr>
          </a:p>
          <a:p>
            <a:pPr marL="0" indent="0">
              <a:buNone/>
            </a:pPr>
            <a:endParaRPr lang="en-US" sz="2400" b="1" dirty="0" smtClean="0">
              <a:solidFill>
                <a:schemeClr val="bg1"/>
              </a:solidFill>
              <a:latin typeface="Times New Roman" pitchFamily="18" charset="0"/>
              <a:cs typeface="Times New Roman" pitchFamily="18" charset="0"/>
            </a:endParaRPr>
          </a:p>
        </p:txBody>
      </p:sp>
      <p:pic>
        <p:nvPicPr>
          <p:cNvPr id="4" name="Picture 3"/>
          <p:cNvPicPr/>
          <p:nvPr/>
        </p:nvPicPr>
        <p:blipFill>
          <a:blip r:embed="rId2"/>
          <a:srcRect/>
          <a:stretch>
            <a:fillRect/>
          </a:stretch>
        </p:blipFill>
        <p:spPr bwMode="auto">
          <a:xfrm>
            <a:off x="1289957" y="2442753"/>
            <a:ext cx="6394269" cy="3944983"/>
          </a:xfrm>
          <a:prstGeom prst="rect">
            <a:avLst/>
          </a:prstGeom>
          <a:noFill/>
          <a:ln w="9525">
            <a:noFill/>
            <a:miter lim="800000"/>
            <a:headEnd/>
            <a:tailEnd/>
          </a:ln>
        </p:spPr>
      </p:pic>
    </p:spTree>
    <p:extLst>
      <p:ext uri="{BB962C8B-B14F-4D97-AF65-F5344CB8AC3E}">
        <p14:creationId xmlns:p14="http://schemas.microsoft.com/office/powerpoint/2010/main" val="2109470704"/>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802674" y="943792"/>
            <a:ext cx="5086350" cy="1200150"/>
          </a:xfrm>
        </p:spPr>
        <p:txBody>
          <a:bodyPr>
            <a:noAutofit/>
          </a:bodyPr>
          <a:lstStyle/>
          <a:p>
            <a:r>
              <a:rPr lang="en-US" b="1" dirty="0" smtClean="0">
                <a:latin typeface="Calibri" pitchFamily="34" charset="0"/>
              </a:rPr>
              <a:t>DISADVANTAGES</a:t>
            </a:r>
            <a:endParaRPr lang="en-US" b="1" dirty="0">
              <a:latin typeface="Calibri" pitchFamily="34" charset="0"/>
            </a:endParaRPr>
          </a:p>
        </p:txBody>
      </p:sp>
      <p:sp>
        <p:nvSpPr>
          <p:cNvPr id="3" name="Content Placeholder 2"/>
          <p:cNvSpPr>
            <a:spLocks noGrp="1"/>
          </p:cNvSpPr>
          <p:nvPr>
            <p:ph idx="1"/>
          </p:nvPr>
        </p:nvSpPr>
        <p:spPr>
          <a:xfrm>
            <a:off x="466997" y="2540725"/>
            <a:ext cx="8232866" cy="3272245"/>
          </a:xfrm>
        </p:spPr>
        <p:txBody>
          <a:bodyPr>
            <a:normAutofit/>
          </a:bodyPr>
          <a:lstStyle/>
          <a:p>
            <a:pPr marL="0" indent="0">
              <a:buNone/>
            </a:pPr>
            <a:r>
              <a:rPr lang="en-US" dirty="0"/>
              <a:t>Nothing in this world is perfect and so does </a:t>
            </a:r>
            <a:r>
              <a:rPr lang="en-US" dirty="0" smtClean="0"/>
              <a:t>LIFI.</a:t>
            </a:r>
          </a:p>
          <a:p>
            <a:r>
              <a:rPr lang="en-US" dirty="0" smtClean="0"/>
              <a:t>These </a:t>
            </a:r>
            <a:r>
              <a:rPr lang="en-US" dirty="0"/>
              <a:t>signals cannot penetrate walls. So the person needs wired bulb in that room also. </a:t>
            </a:r>
          </a:p>
          <a:p>
            <a:r>
              <a:rPr lang="en-US" dirty="0" smtClean="0"/>
              <a:t>Only </a:t>
            </a:r>
            <a:r>
              <a:rPr lang="en-US" dirty="0"/>
              <a:t>works if there is direct line of sight between source and receiver</a:t>
            </a:r>
            <a:r>
              <a:rPr lang="en-US" dirty="0" smtClean="0"/>
              <a:t>.</a:t>
            </a:r>
          </a:p>
          <a:p>
            <a:r>
              <a:rPr lang="en-US" dirty="0" smtClean="0"/>
              <a:t>Used for broadcast and it is difficult to uplink.</a:t>
            </a:r>
            <a:endParaRPr lang="en-US" dirty="0"/>
          </a:p>
        </p:txBody>
      </p:sp>
    </p:spTree>
    <p:extLst>
      <p:ext uri="{BB962C8B-B14F-4D97-AF65-F5344CB8AC3E}">
        <p14:creationId xmlns:p14="http://schemas.microsoft.com/office/powerpoint/2010/main" val="122693111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85900" y="1124818"/>
            <a:ext cx="5086350" cy="907256"/>
          </a:xfrm>
        </p:spPr>
        <p:txBody>
          <a:bodyPr/>
          <a:lstStyle/>
          <a:p>
            <a:r>
              <a:rPr lang="en-US" b="1" dirty="0" smtClean="0">
                <a:latin typeface="Calibri" pitchFamily="34" charset="0"/>
              </a:rPr>
              <a:t>APPLICATIONS</a:t>
            </a:r>
            <a:endParaRPr lang="en-US" b="1" dirty="0">
              <a:latin typeface="Calibri" pitchFamily="34" charset="0"/>
            </a:endParaRPr>
          </a:p>
        </p:txBody>
      </p:sp>
      <p:sp>
        <p:nvSpPr>
          <p:cNvPr id="3" name="Content Placeholder 2"/>
          <p:cNvSpPr>
            <a:spLocks noGrp="1"/>
          </p:cNvSpPr>
          <p:nvPr>
            <p:ph idx="1"/>
          </p:nvPr>
        </p:nvSpPr>
        <p:spPr>
          <a:xfrm>
            <a:off x="798468" y="2232115"/>
            <a:ext cx="7796892" cy="4220935"/>
          </a:xfrm>
        </p:spPr>
        <p:txBody>
          <a:bodyPr>
            <a:normAutofit/>
          </a:bodyPr>
          <a:lstStyle/>
          <a:p>
            <a:r>
              <a:rPr lang="en-US" b="1" dirty="0"/>
              <a:t>Underwater communications: </a:t>
            </a:r>
            <a:r>
              <a:rPr lang="en-US" dirty="0"/>
              <a:t>Since radio waves cannot be used under water because these waves are strongly absorbed by sea water within feet of their transmission and this renders it unusable underwater but LIFI is suitable for underwater communication </a:t>
            </a:r>
            <a:endParaRPr lang="en-US" dirty="0" smtClean="0"/>
          </a:p>
          <a:p>
            <a:r>
              <a:rPr lang="en-US" b="1" dirty="0" smtClean="0"/>
              <a:t>Health </a:t>
            </a:r>
            <a:r>
              <a:rPr lang="en-US" b="1" dirty="0"/>
              <a:t>sector: </a:t>
            </a:r>
            <a:r>
              <a:rPr lang="en-US" dirty="0"/>
              <a:t>Since WIFI is not safe to be used in hospitals and other various health care sectors because it penetrates human body. LIFI can be implemented and well suit in this </a:t>
            </a:r>
            <a:r>
              <a:rPr lang="en-US" dirty="0" smtClean="0"/>
              <a:t>sector.</a:t>
            </a:r>
          </a:p>
          <a:p>
            <a:r>
              <a:rPr lang="en-US" b="1" dirty="0" smtClean="0"/>
              <a:t>Internet </a:t>
            </a:r>
            <a:r>
              <a:rPr lang="en-US" b="1" dirty="0"/>
              <a:t>anywhere: </a:t>
            </a:r>
            <a:r>
              <a:rPr lang="en-US" dirty="0"/>
              <a:t>street lamps, light of vehicles can be used to access internet anywhere in footpaths, roads, malls, anywhere where light source is </a:t>
            </a:r>
            <a:r>
              <a:rPr lang="en-US" dirty="0" smtClean="0"/>
              <a:t>available.</a:t>
            </a:r>
          </a:p>
          <a:p>
            <a:r>
              <a:rPr lang="en-US" b="1" dirty="0" smtClean="0"/>
              <a:t>Safety</a:t>
            </a:r>
            <a:r>
              <a:rPr lang="en-US" dirty="0" smtClean="0"/>
              <a:t> </a:t>
            </a:r>
            <a:r>
              <a:rPr lang="en-US" b="1" dirty="0"/>
              <a:t>and management</a:t>
            </a:r>
            <a:r>
              <a:rPr lang="en-US" dirty="0"/>
              <a:t>: it can be used to update traffic information at almost every instant and it will be easy for traffic police to deal with traffic and catch the one who breaks the rule.</a:t>
            </a:r>
          </a:p>
        </p:txBody>
      </p:sp>
    </p:spTree>
    <p:extLst>
      <p:ext uri="{BB962C8B-B14F-4D97-AF65-F5344CB8AC3E}">
        <p14:creationId xmlns:p14="http://schemas.microsoft.com/office/powerpoint/2010/main" val="88095039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91489" y="2225583"/>
            <a:ext cx="8325939" cy="4188279"/>
          </a:xfrm>
        </p:spPr>
        <p:txBody>
          <a:bodyPr>
            <a:noAutofit/>
          </a:bodyPr>
          <a:lstStyle/>
          <a:p>
            <a:r>
              <a:rPr lang="en-US" sz="2000" dirty="0" smtClean="0"/>
              <a:t>Finding the location of a person : </a:t>
            </a:r>
          </a:p>
          <a:p>
            <a:pPr marL="0" indent="0">
              <a:buNone/>
            </a:pPr>
            <a:r>
              <a:rPr lang="en-US" sz="2000" dirty="0"/>
              <a:t>	</a:t>
            </a:r>
            <a:r>
              <a:rPr lang="en-US" sz="2000" dirty="0" err="1" smtClean="0"/>
              <a:t>LiFi</a:t>
            </a:r>
            <a:r>
              <a:rPr lang="en-US" sz="2000" dirty="0" smtClean="0"/>
              <a:t> uses visible light and this property can be exploited in finding the location of people. Suppose if a child is misplaced and he/she is wearing an earing which is made of </a:t>
            </a:r>
            <a:r>
              <a:rPr lang="en-US" sz="2000" dirty="0" err="1" smtClean="0"/>
              <a:t>Led’s</a:t>
            </a:r>
            <a:r>
              <a:rPr lang="en-US" sz="2000" dirty="0" smtClean="0"/>
              <a:t>. this led can constantly communicate with the visible light available and reveal the location of the child.</a:t>
            </a:r>
          </a:p>
          <a:p>
            <a:r>
              <a:rPr lang="en-US" sz="2000" dirty="0" smtClean="0"/>
              <a:t>Navigation System : since visible light is present everywhere, we can create internal navigation systems for the bigger areas to create automated machinery/ automatic navigation for the visitors.</a:t>
            </a:r>
          </a:p>
          <a:p>
            <a:endParaRPr lang="en-US" sz="2000" dirty="0"/>
          </a:p>
        </p:txBody>
      </p:sp>
      <p:sp>
        <p:nvSpPr>
          <p:cNvPr id="4" name="TextBox 3"/>
          <p:cNvSpPr txBox="1"/>
          <p:nvPr/>
        </p:nvSpPr>
        <p:spPr>
          <a:xfrm>
            <a:off x="1543050" y="1257300"/>
            <a:ext cx="5657850" cy="553998"/>
          </a:xfrm>
          <a:prstGeom prst="rect">
            <a:avLst/>
          </a:prstGeom>
          <a:noFill/>
        </p:spPr>
        <p:txBody>
          <a:bodyPr wrap="square" rtlCol="0">
            <a:spAutoFit/>
          </a:bodyPr>
          <a:lstStyle/>
          <a:p>
            <a:r>
              <a:rPr lang="en-US" sz="3000" b="1" dirty="0">
                <a:latin typeface="Calibri" pitchFamily="34" charset="0"/>
              </a:rPr>
              <a:t>IDEAS FOR MORE APPLICATIONS : </a:t>
            </a:r>
          </a:p>
        </p:txBody>
      </p:sp>
    </p:spTree>
    <p:extLst>
      <p:ext uri="{BB962C8B-B14F-4D97-AF65-F5344CB8AC3E}">
        <p14:creationId xmlns:p14="http://schemas.microsoft.com/office/powerpoint/2010/main" val="109714265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86641" y="2271303"/>
            <a:ext cx="7695656" cy="4260125"/>
          </a:xfrm>
        </p:spPr>
        <p:txBody>
          <a:bodyPr>
            <a:normAutofit/>
          </a:bodyPr>
          <a:lstStyle/>
          <a:p>
            <a:r>
              <a:rPr lang="en-US" dirty="0"/>
              <a:t>Underwater Applications : the LEDs can be embedded in the water bed to reveal the various impurities underwater. The various </a:t>
            </a:r>
            <a:r>
              <a:rPr lang="en-US" dirty="0" err="1"/>
              <a:t>leds</a:t>
            </a:r>
            <a:r>
              <a:rPr lang="en-US" dirty="0"/>
              <a:t> will communicate with each other to give the overall amount of impurity in that particular area.</a:t>
            </a:r>
          </a:p>
          <a:p>
            <a:endParaRPr lang="en-US" dirty="0" smtClean="0"/>
          </a:p>
          <a:p>
            <a:r>
              <a:rPr lang="en-US" dirty="0" smtClean="0"/>
              <a:t>Instant </a:t>
            </a:r>
            <a:r>
              <a:rPr lang="en-US" dirty="0"/>
              <a:t>data transfer between the devices : the high speed transfer of the </a:t>
            </a:r>
            <a:r>
              <a:rPr lang="en-US" dirty="0" err="1"/>
              <a:t>leds</a:t>
            </a:r>
            <a:r>
              <a:rPr lang="en-US" dirty="0"/>
              <a:t> can be used to transfer the data between the devices. </a:t>
            </a:r>
          </a:p>
          <a:p>
            <a:r>
              <a:rPr lang="en-US" dirty="0"/>
              <a:t>The disadvantage of the </a:t>
            </a:r>
            <a:r>
              <a:rPr lang="en-US" dirty="0" err="1"/>
              <a:t>Lifi</a:t>
            </a:r>
            <a:r>
              <a:rPr lang="en-US" dirty="0"/>
              <a:t> is uplink is difficult.</a:t>
            </a:r>
          </a:p>
          <a:p>
            <a:pPr lvl="1"/>
            <a:r>
              <a:rPr lang="en-US" sz="1500" dirty="0"/>
              <a:t>So we can have the photodiodes embedded near to the people on the pillars </a:t>
            </a:r>
            <a:r>
              <a:rPr lang="en-US" sz="1500" dirty="0" smtClean="0"/>
              <a:t>Or </a:t>
            </a:r>
            <a:r>
              <a:rPr lang="en-US" sz="1500" dirty="0"/>
              <a:t>we can have the same led behaving as a photodiode as well as an led.</a:t>
            </a:r>
          </a:p>
          <a:p>
            <a:endParaRPr lang="en-US" dirty="0"/>
          </a:p>
        </p:txBody>
      </p:sp>
      <p:sp>
        <p:nvSpPr>
          <p:cNvPr id="4" name="TextBox 3"/>
          <p:cNvSpPr txBox="1"/>
          <p:nvPr/>
        </p:nvSpPr>
        <p:spPr>
          <a:xfrm>
            <a:off x="1543050" y="1257300"/>
            <a:ext cx="5657850" cy="553998"/>
          </a:xfrm>
          <a:prstGeom prst="rect">
            <a:avLst/>
          </a:prstGeom>
          <a:noFill/>
        </p:spPr>
        <p:txBody>
          <a:bodyPr wrap="square" rtlCol="0">
            <a:spAutoFit/>
          </a:bodyPr>
          <a:lstStyle/>
          <a:p>
            <a:r>
              <a:rPr lang="en-US" sz="3000" b="1" dirty="0">
                <a:solidFill>
                  <a:schemeClr val="bg1"/>
                </a:solidFill>
                <a:latin typeface="Calibri" pitchFamily="34" charset="0"/>
              </a:rPr>
              <a:t>IDEAS FOR MORE APPLICATIONS : </a:t>
            </a:r>
          </a:p>
        </p:txBody>
      </p:sp>
    </p:spTree>
    <p:extLst>
      <p:ext uri="{BB962C8B-B14F-4D97-AF65-F5344CB8AC3E}">
        <p14:creationId xmlns:p14="http://schemas.microsoft.com/office/powerpoint/2010/main" val="59773765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Wireless Technologies in </a:t>
            </a:r>
            <a:r>
              <a:rPr lang="en-US" dirty="0" err="1" smtClean="0"/>
              <a:t>IoT</a:t>
            </a:r>
            <a:endParaRPr lang="en-US" dirty="0"/>
          </a:p>
        </p:txBody>
      </p:sp>
      <p:pic>
        <p:nvPicPr>
          <p:cNvPr id="4" name="Content Placeholder 3"/>
          <p:cNvPicPr>
            <a:picLocks noGrp="1" noChangeAspect="1"/>
          </p:cNvPicPr>
          <p:nvPr>
            <p:ph idx="1"/>
          </p:nvPr>
        </p:nvPicPr>
        <p:blipFill>
          <a:blip r:embed="rId2"/>
          <a:stretch>
            <a:fillRect/>
          </a:stretch>
        </p:blipFill>
        <p:spPr>
          <a:xfrm>
            <a:off x="1381746" y="2136502"/>
            <a:ext cx="6338402" cy="4569546"/>
          </a:xfrm>
          <a:prstGeom prst="rect">
            <a:avLst/>
          </a:prstGeom>
        </p:spPr>
      </p:pic>
    </p:spTree>
    <p:extLst>
      <p:ext uri="{BB962C8B-B14F-4D97-AF65-F5344CB8AC3E}">
        <p14:creationId xmlns:p14="http://schemas.microsoft.com/office/powerpoint/2010/main" val="82968696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pic>
        <p:nvPicPr>
          <p:cNvPr id="4" name="Content Placeholder 3"/>
          <p:cNvPicPr>
            <a:picLocks noGrp="1" noChangeAspect="1"/>
          </p:cNvPicPr>
          <p:nvPr>
            <p:ph idx="1"/>
          </p:nvPr>
        </p:nvPicPr>
        <p:blipFill>
          <a:blip r:embed="rId2"/>
          <a:stretch>
            <a:fillRect/>
          </a:stretch>
        </p:blipFill>
        <p:spPr>
          <a:xfrm>
            <a:off x="716908" y="451393"/>
            <a:ext cx="7029366" cy="6191645"/>
          </a:xfrm>
          <a:prstGeom prst="rect">
            <a:avLst/>
          </a:prstGeom>
        </p:spPr>
      </p:pic>
    </p:spTree>
    <p:extLst>
      <p:ext uri="{BB962C8B-B14F-4D97-AF65-F5344CB8AC3E}">
        <p14:creationId xmlns:p14="http://schemas.microsoft.com/office/powerpoint/2010/main" val="243860805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Passive Wi-Fi</a:t>
            </a:r>
            <a:endParaRPr lang="en-IN" dirty="0"/>
          </a:p>
        </p:txBody>
      </p:sp>
      <p:sp>
        <p:nvSpPr>
          <p:cNvPr id="3" name="Content Placeholder 2"/>
          <p:cNvSpPr>
            <a:spLocks noGrp="1"/>
          </p:cNvSpPr>
          <p:nvPr>
            <p:ph idx="1"/>
          </p:nvPr>
        </p:nvSpPr>
        <p:spPr>
          <a:xfrm>
            <a:off x="865970" y="2610313"/>
            <a:ext cx="7200900" cy="2686050"/>
          </a:xfrm>
        </p:spPr>
        <p:txBody>
          <a:bodyPr/>
          <a:lstStyle/>
          <a:p>
            <a:r>
              <a:rPr lang="en-IN" dirty="0" smtClean="0">
                <a:hlinkClick r:id="rId2"/>
              </a:rPr>
              <a:t>http</a:t>
            </a:r>
            <a:r>
              <a:rPr lang="en-IN" dirty="0">
                <a:hlinkClick r:id="rId2"/>
              </a:rPr>
              <a:t>://</a:t>
            </a:r>
            <a:r>
              <a:rPr lang="en-IN" dirty="0" smtClean="0">
                <a:hlinkClick r:id="rId2"/>
              </a:rPr>
              <a:t>passivewifi.cs.washington.edu/files/passive_wifi.pdf</a:t>
            </a:r>
            <a:endParaRPr lang="en-IN" dirty="0" smtClean="0"/>
          </a:p>
          <a:p>
            <a:endParaRPr lang="en-IN" dirty="0"/>
          </a:p>
          <a:p>
            <a:endParaRPr lang="en-IN" dirty="0"/>
          </a:p>
        </p:txBody>
      </p:sp>
      <p:pic>
        <p:nvPicPr>
          <p:cNvPr id="4" name="Picture 3"/>
          <p:cNvPicPr>
            <a:picLocks noChangeAspect="1"/>
          </p:cNvPicPr>
          <p:nvPr/>
        </p:nvPicPr>
        <p:blipFill>
          <a:blip r:embed="rId3"/>
          <a:stretch>
            <a:fillRect/>
          </a:stretch>
        </p:blipFill>
        <p:spPr>
          <a:xfrm>
            <a:off x="2358866" y="3281151"/>
            <a:ext cx="4499134" cy="3248337"/>
          </a:xfrm>
          <a:prstGeom prst="rect">
            <a:avLst/>
          </a:prstGeom>
        </p:spPr>
      </p:pic>
    </p:spTree>
    <p:extLst>
      <p:ext uri="{BB962C8B-B14F-4D97-AF65-F5344CB8AC3E}">
        <p14:creationId xmlns:p14="http://schemas.microsoft.com/office/powerpoint/2010/main" val="355260780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err="1" smtClean="0"/>
              <a:t>Gi</a:t>
            </a:r>
            <a:r>
              <a:rPr lang="en-IN" dirty="0" smtClean="0"/>
              <a:t>-Fi</a:t>
            </a:r>
            <a:endParaRPr lang="en-IN" dirty="0"/>
          </a:p>
        </p:txBody>
      </p:sp>
      <p:sp>
        <p:nvSpPr>
          <p:cNvPr id="3" name="Content Placeholder 2"/>
          <p:cNvSpPr>
            <a:spLocks noGrp="1"/>
          </p:cNvSpPr>
          <p:nvPr>
            <p:ph sz="half" idx="1"/>
          </p:nvPr>
        </p:nvSpPr>
        <p:spPr>
          <a:xfrm>
            <a:off x="265549" y="2280193"/>
            <a:ext cx="5027857" cy="4198984"/>
          </a:xfrm>
        </p:spPr>
        <p:txBody>
          <a:bodyPr>
            <a:normAutofit fontScale="77500" lnSpcReduction="20000"/>
          </a:bodyPr>
          <a:lstStyle/>
          <a:p>
            <a:r>
              <a:rPr lang="en-IN" dirty="0" smtClean="0"/>
              <a:t>IEEE 802.15.3c</a:t>
            </a:r>
          </a:p>
          <a:p>
            <a:r>
              <a:rPr lang="en-IN" dirty="0" err="1" smtClean="0"/>
              <a:t>Millimeter</a:t>
            </a:r>
            <a:r>
              <a:rPr lang="en-IN" dirty="0" smtClean="0"/>
              <a:t> wave communication</a:t>
            </a:r>
          </a:p>
          <a:p>
            <a:r>
              <a:rPr lang="en-IN" dirty="0"/>
              <a:t>better data transfer rate with minimum power </a:t>
            </a:r>
            <a:r>
              <a:rPr lang="en-IN" dirty="0" smtClean="0"/>
              <a:t>consumption</a:t>
            </a:r>
          </a:p>
          <a:p>
            <a:r>
              <a:rPr lang="en-IN" dirty="0"/>
              <a:t>The subscriber station basically comprises of a small antenna that is mounted on the top in order to support the </a:t>
            </a:r>
            <a:r>
              <a:rPr lang="en-IN" dirty="0" smtClean="0"/>
              <a:t>line </a:t>
            </a:r>
            <a:r>
              <a:rPr lang="en-IN" dirty="0"/>
              <a:t>of sight operations. In order to avoid any interference, it transmits multiples signals across the path of transmission, at the same time having different </a:t>
            </a:r>
            <a:r>
              <a:rPr lang="en-IN" dirty="0" smtClean="0"/>
              <a:t>frequencies.</a:t>
            </a:r>
          </a:p>
          <a:p>
            <a:r>
              <a:rPr lang="en-IN" dirty="0" smtClean="0"/>
              <a:t>Future of 5G cellular networks and 5G mobile phones</a:t>
            </a:r>
          </a:p>
          <a:p>
            <a:r>
              <a:rPr lang="en-IN" dirty="0" smtClean="0"/>
              <a:t>Works without interference with existing technology</a:t>
            </a:r>
          </a:p>
          <a:p>
            <a:r>
              <a:rPr lang="en-IN" dirty="0">
                <a:hlinkClick r:id="rId2"/>
              </a:rPr>
              <a:t>http://</a:t>
            </a:r>
            <a:r>
              <a:rPr lang="en-IN" dirty="0" smtClean="0">
                <a:hlinkClick r:id="rId2"/>
              </a:rPr>
              <a:t>spectrum.ieee.org/telecom/wireless/millimeter-waves-may-be-the-future-of-5g-phones</a:t>
            </a:r>
            <a:endParaRPr lang="en-IN" dirty="0" smtClean="0"/>
          </a:p>
          <a:p>
            <a:r>
              <a:rPr lang="en-IN" dirty="0">
                <a:hlinkClick r:id="rId3"/>
              </a:rPr>
              <a:t>http://</a:t>
            </a:r>
            <a:r>
              <a:rPr lang="en-IN" dirty="0" smtClean="0">
                <a:hlinkClick r:id="rId3"/>
              </a:rPr>
              <a:t>www.loeacom.com/pdf%20files/L1104-WP_Understanding%20MMWCom.pdf</a:t>
            </a:r>
            <a:endParaRPr lang="en-IN" dirty="0" smtClean="0"/>
          </a:p>
          <a:p>
            <a:endParaRPr lang="en-IN" dirty="0"/>
          </a:p>
        </p:txBody>
      </p:sp>
      <p:pic>
        <p:nvPicPr>
          <p:cNvPr id="3076" name="Picture 4" descr="Gigabit Wireless"/>
          <p:cNvPicPr>
            <a:picLocks noGrp="1" noChangeAspect="1" noChangeArrowheads="1"/>
          </p:cNvPicPr>
          <p:nvPr>
            <p:ph sz="half" idx="2"/>
          </p:nvPr>
        </p:nvPicPr>
        <p:blipFill>
          <a:blip r:embed="rId4">
            <a:extLst>
              <a:ext uri="{28A0092B-C50C-407E-A947-70E740481C1C}">
                <a14:useLocalDpi xmlns:a14="http://schemas.microsoft.com/office/drawing/2010/main" val="0"/>
              </a:ext>
            </a:extLst>
          </a:blip>
          <a:srcRect/>
          <a:stretch>
            <a:fillRect/>
          </a:stretch>
        </p:blipFill>
        <p:spPr bwMode="auto">
          <a:xfrm>
            <a:off x="5293406" y="2778406"/>
            <a:ext cx="3636962" cy="211226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8807831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sz="half" idx="1"/>
          </p:nvPr>
        </p:nvSpPr>
        <p:spPr/>
        <p:txBody>
          <a:bodyPr/>
          <a:lstStyle/>
          <a:p>
            <a:endParaRPr lang="en-US"/>
          </a:p>
        </p:txBody>
      </p:sp>
      <p:sp>
        <p:nvSpPr>
          <p:cNvPr id="4" name="Content Placeholder 3"/>
          <p:cNvSpPr>
            <a:spLocks noGrp="1"/>
          </p:cNvSpPr>
          <p:nvPr>
            <p:ph sz="half" idx="2"/>
          </p:nvPr>
        </p:nvSpPr>
        <p:spPr/>
        <p:txBody>
          <a:bodyPr/>
          <a:lstStyle/>
          <a:p>
            <a:endParaRPr lang="en-US"/>
          </a:p>
        </p:txBody>
      </p:sp>
    </p:spTree>
    <p:extLst>
      <p:ext uri="{BB962C8B-B14F-4D97-AF65-F5344CB8AC3E}">
        <p14:creationId xmlns:p14="http://schemas.microsoft.com/office/powerpoint/2010/main" val="14271036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Terabit Satellite</a:t>
            </a:r>
            <a:endParaRPr lang="en-IN" dirty="0"/>
          </a:p>
        </p:txBody>
      </p:sp>
      <p:sp>
        <p:nvSpPr>
          <p:cNvPr id="3" name="Content Placeholder 2"/>
          <p:cNvSpPr>
            <a:spLocks noGrp="1"/>
          </p:cNvSpPr>
          <p:nvPr>
            <p:ph idx="1"/>
          </p:nvPr>
        </p:nvSpPr>
        <p:spPr/>
        <p:txBody>
          <a:bodyPr/>
          <a:lstStyle/>
          <a:p>
            <a:r>
              <a:rPr lang="en-IN" dirty="0" smtClean="0"/>
              <a:t>Satellite Internet Communication</a:t>
            </a:r>
          </a:p>
          <a:p>
            <a:r>
              <a:rPr lang="en-IN" dirty="0" smtClean="0"/>
              <a:t>1Gbps of data transmission</a:t>
            </a:r>
          </a:p>
          <a:p>
            <a:r>
              <a:rPr lang="en-IN" dirty="0" smtClean="0"/>
              <a:t>Use satellite to communicate. There are gateways present that help in connecting with the internet</a:t>
            </a:r>
          </a:p>
          <a:p>
            <a:r>
              <a:rPr lang="en-IN" dirty="0" smtClean="0"/>
              <a:t>Convert phone to satellite phone </a:t>
            </a:r>
            <a:r>
              <a:rPr lang="en-IN" smtClean="0"/>
              <a:t>using SatSleeve</a:t>
            </a:r>
            <a:r>
              <a:rPr lang="en-IN" dirty="0" smtClean="0"/>
              <a:t/>
            </a:r>
            <a:br>
              <a:rPr lang="en-IN" dirty="0" smtClean="0"/>
            </a:br>
            <a:endParaRPr lang="en-IN" dirty="0"/>
          </a:p>
        </p:txBody>
      </p:sp>
    </p:spTree>
    <p:extLst>
      <p:ext uri="{BB962C8B-B14F-4D97-AF65-F5344CB8AC3E}">
        <p14:creationId xmlns:p14="http://schemas.microsoft.com/office/powerpoint/2010/main" val="99727551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dirty="0" smtClean="0"/>
              <a:t>Frequency, Range and Wavelength</a:t>
            </a:r>
            <a:endParaRPr lang="en-IN" dirty="0"/>
          </a:p>
        </p:txBody>
      </p:sp>
      <p:sp>
        <p:nvSpPr>
          <p:cNvPr id="3" name="Content Placeholder 2"/>
          <p:cNvSpPr>
            <a:spLocks noGrp="1"/>
          </p:cNvSpPr>
          <p:nvPr>
            <p:ph idx="1"/>
          </p:nvPr>
        </p:nvSpPr>
        <p:spPr>
          <a:xfrm>
            <a:off x="396178" y="2515327"/>
            <a:ext cx="8225308" cy="3530599"/>
          </a:xfrm>
        </p:spPr>
        <p:txBody>
          <a:bodyPr>
            <a:normAutofit/>
          </a:bodyPr>
          <a:lstStyle/>
          <a:p>
            <a:r>
              <a:rPr lang="en-IN" sz="2000" dirty="0" smtClean="0"/>
              <a:t>Higher Frequency – Low Range, Low Wavelength – Less Penetration – Broader Bands and Higher </a:t>
            </a:r>
            <a:r>
              <a:rPr lang="en-IN" sz="2000" dirty="0" smtClean="0"/>
              <a:t>Bitrate</a:t>
            </a:r>
          </a:p>
          <a:p>
            <a:endParaRPr lang="en-IN" sz="2000" dirty="0"/>
          </a:p>
          <a:p>
            <a:endParaRPr lang="en-IN" sz="2000" dirty="0" smtClean="0"/>
          </a:p>
          <a:p>
            <a:r>
              <a:rPr lang="en-IN" sz="2000" dirty="0" smtClean="0"/>
              <a:t>Low Frequency – Higher Range, Higher Wavelength – </a:t>
            </a:r>
            <a:r>
              <a:rPr lang="en-IN" sz="2000" dirty="0" smtClean="0"/>
              <a:t>High </a:t>
            </a:r>
            <a:r>
              <a:rPr lang="en-IN" sz="2000" dirty="0" smtClean="0"/>
              <a:t>Penetration – Narrow Bands and Lower Bitrate</a:t>
            </a:r>
            <a:endParaRPr lang="en-IN" sz="2000" dirty="0"/>
          </a:p>
        </p:txBody>
      </p:sp>
    </p:spTree>
    <p:extLst>
      <p:ext uri="{BB962C8B-B14F-4D97-AF65-F5344CB8AC3E}">
        <p14:creationId xmlns:p14="http://schemas.microsoft.com/office/powerpoint/2010/main" val="318298815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a:t>http://pubs.sciepub.com/jcn/4/1/3/</a:t>
            </a:r>
          </a:p>
        </p:txBody>
      </p:sp>
    </p:spTree>
    <p:extLst>
      <p:ext uri="{BB962C8B-B14F-4D97-AF65-F5344CB8AC3E}">
        <p14:creationId xmlns:p14="http://schemas.microsoft.com/office/powerpoint/2010/main" val="3302866404"/>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Boardroom">
  <a:themeElements>
    <a:clrScheme name="Ion Boardroom">
      <a:dk1>
        <a:sysClr val="windowText" lastClr="000000"/>
      </a:dk1>
      <a:lt1>
        <a:sysClr val="window" lastClr="FFFFFF"/>
      </a:lt1>
      <a:dk2>
        <a:srgbClr val="1E5155"/>
      </a:dk2>
      <a:lt2>
        <a:srgbClr val="EBEBEB"/>
      </a:lt2>
      <a:accent1>
        <a:srgbClr val="B01513"/>
      </a:accent1>
      <a:accent2>
        <a:srgbClr val="EA6312"/>
      </a:accent2>
      <a:accent3>
        <a:srgbClr val="E6B729"/>
      </a:accent3>
      <a:accent4>
        <a:srgbClr val="6AAC90"/>
      </a:accent4>
      <a:accent5>
        <a:srgbClr val="5F9C9D"/>
      </a:accent5>
      <a:accent6>
        <a:srgbClr val="9E5E9B"/>
      </a:accent6>
      <a:hlink>
        <a:srgbClr val="58C1BA"/>
      </a:hlink>
      <a:folHlink>
        <a:srgbClr val="9DD0CB"/>
      </a:folHlink>
    </a:clrScheme>
    <a:fontScheme name="Ion Boardroom">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Boardroom">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7000"/>
                <a:hueMod val="88000"/>
                <a:satMod val="130000"/>
                <a:lumMod val="124000"/>
              </a:schemeClr>
            </a:gs>
            <a:gs pos="100000">
              <a:schemeClr val="phClr">
                <a:tint val="96000"/>
                <a:shade val="88000"/>
                <a:hueMod val="108000"/>
                <a:satMod val="164000"/>
                <a:lumMod val="76000"/>
              </a:schemeClr>
            </a:gs>
          </a:gsLst>
          <a:path path="circle">
            <a:fillToRect l="45000" t="65000" r="125000" b="100000"/>
          </a:path>
        </a:gradFill>
        <a:blipFill rotWithShape="1">
          <a:blip xmlns:r="http://schemas.openxmlformats.org/officeDocument/2006/relationships" r:embed="rId1">
            <a:duotone>
              <a:schemeClr val="phClr">
                <a:shade val="69000"/>
                <a:hueMod val="108000"/>
                <a:satMod val="164000"/>
                <a:lumMod val="74000"/>
              </a:schemeClr>
              <a:schemeClr val="phClr">
                <a:tint val="96000"/>
                <a:hueMod val="88000"/>
                <a:satMod val="140000"/>
                <a:lumMod val="132000"/>
              </a:schemeClr>
            </a:duotone>
          </a:blip>
          <a:stretch/>
        </a:blipFill>
      </a:bgFillStyleLst>
    </a:fmtScheme>
  </a:themeElements>
  <a:objectDefaults/>
  <a:extraClrSchemeLst/>
  <a:extLst>
    <a:ext uri="{05A4C25C-085E-4340-85A3-A5531E510DB2}">
      <thm15:themeFamily xmlns:thm15="http://schemas.microsoft.com/office/thememl/2012/main" name="Ion Boardroom" id="{FC33163D-4339-46B1-8EED-24C834239D99}" vid="{EC7F02AD-9687-440F-A9DF-FAA6F22270D7}"/>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Ion Boardroom</Template>
  <TotalTime>255</TotalTime>
  <Words>597</Words>
  <Application>Microsoft Office PowerPoint</Application>
  <PresentationFormat>On-screen Show (4:3)</PresentationFormat>
  <Paragraphs>117</Paragraphs>
  <Slides>25</Slides>
  <Notes>2</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25</vt:i4>
      </vt:variant>
    </vt:vector>
  </HeadingPairs>
  <TitlesOfParts>
    <vt:vector size="32" baseType="lpstr">
      <vt:lpstr>Arial</vt:lpstr>
      <vt:lpstr>Calibri</vt:lpstr>
      <vt:lpstr>Century Gothic</vt:lpstr>
      <vt:lpstr>Times New Roman</vt:lpstr>
      <vt:lpstr>Wingdings</vt:lpstr>
      <vt:lpstr>Wingdings 3</vt:lpstr>
      <vt:lpstr>Ion Boardroom</vt:lpstr>
      <vt:lpstr>Emerging Wireless Technologies</vt:lpstr>
      <vt:lpstr>Different emerging wireless technologies</vt:lpstr>
      <vt:lpstr>Range vs Data Rate</vt:lpstr>
      <vt:lpstr>PowerPoint Presentation</vt:lpstr>
      <vt:lpstr>Existing wireless technology - Why do we need an alternate technology?</vt:lpstr>
      <vt:lpstr>WORKING</vt:lpstr>
      <vt:lpstr>PowerPoint Presentation</vt:lpstr>
      <vt:lpstr>PowerPoint Presentation</vt:lpstr>
      <vt:lpstr>PowerPoint Presentation</vt:lpstr>
      <vt:lpstr>PowerPoint Presentation</vt:lpstr>
      <vt:lpstr>LIFI OVER WIFI</vt:lpstr>
      <vt:lpstr>PowerPoint Presentation</vt:lpstr>
      <vt:lpstr>PowerPoint Presentation</vt:lpstr>
      <vt:lpstr>DISADVANTAGES</vt:lpstr>
      <vt:lpstr>APPLICATIONS</vt:lpstr>
      <vt:lpstr>PowerPoint Presentation</vt:lpstr>
      <vt:lpstr>PowerPoint Presentation</vt:lpstr>
      <vt:lpstr>Wireless Technologies in IoT</vt:lpstr>
      <vt:lpstr>PowerPoint Presentation</vt:lpstr>
      <vt:lpstr>Passive Wi-Fi</vt:lpstr>
      <vt:lpstr>Gi-Fi</vt:lpstr>
      <vt:lpstr>PowerPoint Presentation</vt:lpstr>
      <vt:lpstr>Terabit Satellite</vt:lpstr>
      <vt:lpstr>Frequency, Range and Wavelength</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Emerging Wireless Technologies</dc:title>
  <dc:creator>Anuradha Ravi</dc:creator>
  <cp:lastModifiedBy>Anuradha Ravi</cp:lastModifiedBy>
  <cp:revision>37</cp:revision>
  <dcterms:created xsi:type="dcterms:W3CDTF">2016-11-01T17:39:22Z</dcterms:created>
  <dcterms:modified xsi:type="dcterms:W3CDTF">2018-01-24T07:27:21Z</dcterms:modified>
</cp:coreProperties>
</file>