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2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Wearable technology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32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96403"/>
            <a:ext cx="9601200" cy="924059"/>
          </a:xfrm>
        </p:spPr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00388"/>
            <a:ext cx="9601200" cy="4204952"/>
          </a:xfrm>
        </p:spPr>
        <p:txBody>
          <a:bodyPr>
            <a:normAutofit/>
          </a:bodyPr>
          <a:lstStyle/>
          <a:p>
            <a:r>
              <a:rPr lang="en-IN" dirty="0"/>
              <a:t>A</a:t>
            </a:r>
            <a:r>
              <a:rPr lang="en-IN" dirty="0" smtClean="0"/>
              <a:t>lways </a:t>
            </a:r>
            <a:r>
              <a:rPr lang="en-IN" dirty="0"/>
              <a:t>present, always working collection of personal applications. </a:t>
            </a:r>
            <a:endParaRPr lang="en-IN" dirty="0" smtClean="0"/>
          </a:p>
          <a:p>
            <a:r>
              <a:rPr lang="en-IN" dirty="0" smtClean="0"/>
              <a:t>These </a:t>
            </a:r>
            <a:r>
              <a:rPr lang="en-IN" dirty="0"/>
              <a:t>applications are mobile, persistent, aware of the user's goals and context, and function even when the user is directing her attention elsewhere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Characteristics</a:t>
            </a:r>
          </a:p>
          <a:p>
            <a:r>
              <a:rPr lang="en-IN" dirty="0" smtClean="0"/>
              <a:t>Mobile</a:t>
            </a:r>
          </a:p>
          <a:p>
            <a:r>
              <a:rPr lang="en-IN" dirty="0" smtClean="0"/>
              <a:t>Persistent</a:t>
            </a:r>
          </a:p>
          <a:p>
            <a:r>
              <a:rPr lang="en-IN" dirty="0" smtClean="0"/>
              <a:t>Proactive (Semi-autonomous. Wearable </a:t>
            </a:r>
            <a:r>
              <a:rPr lang="en-IN" dirty="0"/>
              <a:t>applications are capable of taking action to get the user's attention</a:t>
            </a:r>
            <a:r>
              <a:rPr lang="en-IN" dirty="0" smtClean="0"/>
              <a:t>.)</a:t>
            </a:r>
          </a:p>
          <a:p>
            <a:r>
              <a:rPr lang="en-IN" dirty="0" smtClean="0"/>
              <a:t>Context Aware</a:t>
            </a:r>
          </a:p>
          <a:p>
            <a:r>
              <a:rPr lang="en-IN" dirty="0" smtClean="0"/>
              <a:t>Secondary or Tertiary Task (Help but not distract)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929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	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Augmentation – Enhances user’s information</a:t>
            </a:r>
          </a:p>
          <a:p>
            <a:r>
              <a:rPr lang="en-IN" dirty="0" smtClean="0"/>
              <a:t>Privacy - </a:t>
            </a:r>
            <a:r>
              <a:rPr lang="en-IN" dirty="0"/>
              <a:t>Context awareness requires knowledge of context, which is gained through sensing and interpreting data from the wearer and the wearer's environment. </a:t>
            </a:r>
            <a:endParaRPr lang="en-IN" dirty="0" smtClean="0"/>
          </a:p>
          <a:p>
            <a:r>
              <a:rPr lang="en-IN" dirty="0" smtClean="0"/>
              <a:t>Consolidation - </a:t>
            </a:r>
            <a:r>
              <a:rPr lang="en-IN" dirty="0"/>
              <a:t>Consolidating applications into an integrated context-aware environment allows for the elimination of redundant batteries, wireless network interfaces, packaging, etc. More importantly, it allows a top-level attention manager to broker all of these applications to make the best possible use of the wearer's personal bandwidth.</a:t>
            </a:r>
            <a:endParaRPr lang="en-IN" dirty="0" smtClean="0"/>
          </a:p>
          <a:p>
            <a:r>
              <a:rPr lang="en-IN" dirty="0" smtClean="0"/>
              <a:t>Trust and Transparency</a:t>
            </a:r>
          </a:p>
          <a:p>
            <a:r>
              <a:rPr lang="en-IN" dirty="0" smtClean="0"/>
              <a:t>Context-Awareness is the key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15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Uses of Wearable Technology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Healthcare</a:t>
            </a:r>
          </a:p>
          <a:p>
            <a:r>
              <a:rPr lang="en-IN" dirty="0" smtClean="0"/>
              <a:t>Diet Management</a:t>
            </a:r>
          </a:p>
          <a:p>
            <a:r>
              <a:rPr lang="en-IN" dirty="0" smtClean="0"/>
              <a:t>Police and Security</a:t>
            </a:r>
          </a:p>
          <a:p>
            <a:r>
              <a:rPr lang="en-IN" dirty="0" smtClean="0"/>
              <a:t>Traffic Management</a:t>
            </a:r>
          </a:p>
          <a:p>
            <a:r>
              <a:rPr lang="en-IN" dirty="0" smtClean="0"/>
              <a:t>Car Insurance</a:t>
            </a:r>
          </a:p>
          <a:p>
            <a:r>
              <a:rPr lang="en-IN" dirty="0" smtClean="0"/>
              <a:t>Personal Navigation</a:t>
            </a:r>
          </a:p>
          <a:p>
            <a:r>
              <a:rPr lang="en-IN" dirty="0" smtClean="0"/>
              <a:t>Arranging Meetings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89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L Wearable Technology Applications Chart 201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1" y="195360"/>
            <a:ext cx="12088969" cy="65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0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tecnoartenews.com/wp-content/uploads/2013/04/biostamp-tatuagem-eletronica-temporaria-02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374" y="727657"/>
            <a:ext cx="5097350" cy="509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0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MC10 – Bio Stamp</a:t>
            </a:r>
            <a:endParaRPr lang="en-IN" dirty="0"/>
          </a:p>
        </p:txBody>
      </p:sp>
      <p:pic>
        <p:nvPicPr>
          <p:cNvPr id="3074" name="Picture 2" descr="http://payload315.cargocollective.com/1/17/550695/8615816/biostamp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57" y="1693570"/>
            <a:ext cx="7458086" cy="466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34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6250"/>
            <a:ext cx="9601200" cy="1485900"/>
          </a:xfrm>
        </p:spPr>
        <p:txBody>
          <a:bodyPr/>
          <a:lstStyle/>
          <a:p>
            <a:r>
              <a:rPr lang="en-IN" dirty="0" smtClean="0"/>
              <a:t>Technologies required for Wearable Technology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725" y="1332963"/>
            <a:ext cx="9512048" cy="52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89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2361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265</TotalTime>
  <Words>130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Franklin Gothic Book</vt:lpstr>
      <vt:lpstr>Crop</vt:lpstr>
      <vt:lpstr>Wearable technology</vt:lpstr>
      <vt:lpstr>Introduction</vt:lpstr>
      <vt:lpstr>Advantages  </vt:lpstr>
      <vt:lpstr>Uses of Wearable Technology</vt:lpstr>
      <vt:lpstr>PowerPoint Presentation</vt:lpstr>
      <vt:lpstr>PowerPoint Presentation</vt:lpstr>
      <vt:lpstr>MC10 – Bio Stamp</vt:lpstr>
      <vt:lpstr>Technologies required for Wearable Technology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Wearable technology</dc:title>
  <dc:creator>Anuradha Ravi</dc:creator>
  <cp:lastModifiedBy>Anuradha Ravi</cp:lastModifiedBy>
  <cp:revision>9</cp:revision>
  <dcterms:created xsi:type="dcterms:W3CDTF">2016-10-20T15:28:10Z</dcterms:created>
  <dcterms:modified xsi:type="dcterms:W3CDTF">2016-10-20T19:53:16Z</dcterms:modified>
</cp:coreProperties>
</file>