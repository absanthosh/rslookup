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1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77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60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956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23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950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985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3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6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2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092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890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76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512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950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250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734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C8F0CDF-AED9-48AF-9A8C-457D41532E57}" type="datetimeFigureOut">
              <a:rPr lang="en-US" smtClean="0"/>
              <a:t>2/14/2018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537C271-D97E-4DB9-B04D-48E1B198E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96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Google Maps and its Implementation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6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8650" y="597081"/>
            <a:ext cx="7886700" cy="65377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Google Maps work?</a:t>
            </a:r>
            <a:endParaRPr lang="en-US" dirty="0"/>
          </a:p>
        </p:txBody>
      </p:sp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628650" y="1250858"/>
            <a:ext cx="7886700" cy="5450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View</a:t>
            </a:r>
          </a:p>
          <a:p>
            <a:r>
              <a:rPr lang="en-US" dirty="0" smtClean="0"/>
              <a:t>Buildings extracted from satellite view</a:t>
            </a:r>
          </a:p>
          <a:p>
            <a:r>
              <a:rPr lang="en-US" dirty="0" smtClean="0"/>
              <a:t>Places extracted using street view and local guides</a:t>
            </a:r>
          </a:p>
          <a:p>
            <a:r>
              <a:rPr lang="en-US" dirty="0" smtClean="0"/>
              <a:t>Areas of interest is derived from buildings and street view data.</a:t>
            </a:r>
          </a:p>
          <a:p>
            <a:pPr marL="0" indent="0">
              <a:buNone/>
            </a:pPr>
            <a:r>
              <a:rPr lang="en-US" dirty="0" smtClean="0"/>
              <a:t>The Direction</a:t>
            </a:r>
          </a:p>
          <a:p>
            <a:pPr marL="0" indent="0">
              <a:buNone/>
            </a:pPr>
            <a:r>
              <a:rPr lang="en-US" dirty="0" smtClean="0"/>
              <a:t>The Prediction</a:t>
            </a:r>
          </a:p>
          <a:p>
            <a:r>
              <a:rPr lang="en-US" dirty="0" smtClean="0"/>
              <a:t>Using GPS data extracted from mobile devices. (Via crowdsourcing)</a:t>
            </a:r>
          </a:p>
          <a:p>
            <a:r>
              <a:rPr lang="en-US" dirty="0" smtClean="0"/>
              <a:t>Past traffic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05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Google Maps Work?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3817" y="1690689"/>
            <a:ext cx="3745258" cy="4351338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1447800"/>
            <a:ext cx="49149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948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Street View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Enables OCR to read characters from sign boards.</a:t>
            </a:r>
          </a:p>
          <a:p>
            <a:r>
              <a:rPr lang="en-US" dirty="0" smtClean="0"/>
              <a:t>Latest Google algorithm uses a combination of CNN and RNN to identify each character in the sign board.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23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Superintelligent</a:t>
            </a:r>
            <a:r>
              <a:rPr lang="en-US" dirty="0" smtClean="0"/>
              <a:t> 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Increase Human Intelligence.</a:t>
            </a:r>
          </a:p>
          <a:p>
            <a:r>
              <a:rPr lang="en-US" dirty="0" smtClean="0"/>
              <a:t>Elon Musk’s </a:t>
            </a:r>
            <a:r>
              <a:rPr lang="en-US" dirty="0" err="1" smtClean="0"/>
              <a:t>Neuralink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32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88</TotalTime>
  <Words>101</Words>
  <Application>Microsoft Office PowerPoint</Application>
  <PresentationFormat>On-screen Show (4:3)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Google Maps and its Implementation</vt:lpstr>
      <vt:lpstr>How Google Maps work?</vt:lpstr>
      <vt:lpstr>How Google Maps Work?</vt:lpstr>
      <vt:lpstr>Street View</vt:lpstr>
      <vt:lpstr>Superintelligent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Maps and its Implementation</dc:title>
  <dc:creator>Anuradha Ravi</dc:creator>
  <cp:lastModifiedBy>Anuradha Ravi</cp:lastModifiedBy>
  <cp:revision>5</cp:revision>
  <dcterms:created xsi:type="dcterms:W3CDTF">2018-02-14T07:01:28Z</dcterms:created>
  <dcterms:modified xsi:type="dcterms:W3CDTF">2018-02-14T08:29:59Z</dcterms:modified>
</cp:coreProperties>
</file>