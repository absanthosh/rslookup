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51928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2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44409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880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81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55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82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4914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898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26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411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7C054271-95A0-498B-869F-B1DAD67CF648}" type="datetimeFigureOut">
              <a:rPr lang="en-IN" smtClean="0"/>
              <a:t>02-02-2018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E4BB40FD-20C8-4978-9A7D-F41F1071459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854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11" orient="horz" pos="1368" userDrawn="1">
          <p15:clr>
            <a:srgbClr val="F26B43"/>
          </p15:clr>
        </p15:guide>
        <p15:guide id="12" orient="horz" pos="1440" userDrawn="1">
          <p15:clr>
            <a:srgbClr val="F26B43"/>
          </p15:clr>
        </p15:guide>
        <p15:guide id="13" orient="horz" pos="3696" userDrawn="1">
          <p15:clr>
            <a:srgbClr val="F26B43"/>
          </p15:clr>
        </p15:guide>
        <p15:guide id="14" orient="horz" pos="432" userDrawn="1">
          <p15:clr>
            <a:srgbClr val="F26B43"/>
          </p15:clr>
        </p15:guide>
        <p15:guide id="15" orient="horz" pos="1512" userDrawn="1">
          <p15:clr>
            <a:srgbClr val="F26B43"/>
          </p15:clr>
        </p15:guide>
        <p15:guide id="16" pos="5184" userDrawn="1">
          <p15:clr>
            <a:srgbClr val="F26B43"/>
          </p15:clr>
        </p15:guide>
        <p15:guide id="17" pos="702" userDrawn="1">
          <p15:clr>
            <a:srgbClr val="F26B43"/>
          </p15:clr>
        </p15:guide>
        <p15:guide id="18" pos="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Location Tracking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198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Methods for tracking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GPS</a:t>
            </a:r>
          </a:p>
          <a:p>
            <a:r>
              <a:rPr lang="en-IN" dirty="0" smtClean="0"/>
              <a:t>GSM</a:t>
            </a:r>
          </a:p>
          <a:p>
            <a:r>
              <a:rPr lang="en-IN" dirty="0" smtClean="0"/>
              <a:t>RFID</a:t>
            </a:r>
          </a:p>
          <a:p>
            <a:r>
              <a:rPr lang="en-IN" dirty="0" err="1" smtClean="0"/>
              <a:t>WiFi</a:t>
            </a:r>
            <a:endParaRPr lang="en-IN" dirty="0" smtClean="0"/>
          </a:p>
          <a:p>
            <a:r>
              <a:rPr lang="en-IN" dirty="0" smtClean="0"/>
              <a:t>Bluetooth Signal Strength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51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Working of GPS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30 satellites orbiting the Earth sending signals about location coordinate to the receiver</a:t>
            </a:r>
          </a:p>
          <a:p>
            <a:r>
              <a:rPr lang="en-IN" dirty="0" smtClean="0"/>
              <a:t>Four satellites visible to the receiver</a:t>
            </a:r>
          </a:p>
          <a:p>
            <a:r>
              <a:rPr lang="en-IN" dirty="0" smtClean="0"/>
              <a:t>Satellites are mounted with atomic clocks</a:t>
            </a:r>
          </a:p>
          <a:p>
            <a:r>
              <a:rPr lang="en-IN" dirty="0" smtClean="0"/>
              <a:t>Trilateration</a:t>
            </a:r>
          </a:p>
          <a:p>
            <a:endParaRPr lang="en-IN" dirty="0" smtClean="0"/>
          </a:p>
        </p:txBody>
      </p:sp>
      <p:pic>
        <p:nvPicPr>
          <p:cNvPr id="1026" name="Picture 2" descr="http://farm3.static.flickr.com/2656/3728939543_15aaefe316_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339" y="3682073"/>
            <a:ext cx="2465726" cy="246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34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449" y="437605"/>
            <a:ext cx="7200900" cy="6858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Phone tracking with GSM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819" y="1685108"/>
            <a:ext cx="7984671" cy="4598125"/>
          </a:xfrm>
        </p:spPr>
        <p:txBody>
          <a:bodyPr/>
          <a:lstStyle/>
          <a:p>
            <a:r>
              <a:rPr lang="en-IN" dirty="0"/>
              <a:t>The technology of locating is based on measuring power levels and antenna patterns and uses the concept that a powered mobile phone always communicates wirelessly with one of the closest base stations, so knowledge of the location of the base station implies the cell phone is nearby.</a:t>
            </a:r>
            <a:endParaRPr lang="en-IN" b="1" dirty="0" smtClean="0"/>
          </a:p>
          <a:p>
            <a:r>
              <a:rPr lang="en-IN" b="1" dirty="0" err="1" smtClean="0"/>
              <a:t>Multilateration</a:t>
            </a:r>
            <a:r>
              <a:rPr lang="en-IN" dirty="0"/>
              <a:t> (</a:t>
            </a:r>
            <a:r>
              <a:rPr lang="en-IN" b="1" dirty="0"/>
              <a:t>MLAT</a:t>
            </a:r>
            <a:r>
              <a:rPr lang="en-IN" dirty="0"/>
              <a:t>) is a navigation technique based on the measurement of the </a:t>
            </a:r>
            <a:r>
              <a:rPr lang="en-IN" i="1" dirty="0"/>
              <a:t>difference</a:t>
            </a:r>
            <a:r>
              <a:rPr lang="en-IN" dirty="0"/>
              <a:t> in distance to two stations at known locations that broadcast signals at known times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70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970" y="347322"/>
            <a:ext cx="7886700" cy="48923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Tracking System Algorithm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6724" y="1183085"/>
            <a:ext cx="5319192" cy="537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8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129" y="646611"/>
            <a:ext cx="8115300" cy="1338943"/>
          </a:xfrm>
        </p:spPr>
        <p:txBody>
          <a:bodyPr>
            <a:normAutofit/>
          </a:bodyPr>
          <a:lstStyle/>
          <a:p>
            <a:r>
              <a:rPr lang="en-IN" dirty="0" smtClean="0"/>
              <a:t>Finding Location using </a:t>
            </a:r>
            <a:r>
              <a:rPr lang="en-IN" dirty="0" err="1" smtClean="0"/>
              <a:t>CrowdSourcing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Broadcast request.</a:t>
            </a:r>
          </a:p>
          <a:p>
            <a:r>
              <a:rPr lang="en-IN" dirty="0" smtClean="0"/>
              <a:t>All the devices receive request</a:t>
            </a:r>
          </a:p>
          <a:p>
            <a:r>
              <a:rPr lang="en-IN" dirty="0" smtClean="0"/>
              <a:t>The ones that find </a:t>
            </a:r>
            <a:r>
              <a:rPr lang="en-IN" smtClean="0"/>
              <a:t>the object, </a:t>
            </a:r>
            <a:r>
              <a:rPr lang="en-IN" dirty="0" smtClean="0"/>
              <a:t>replies back.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9603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http://gisgeography.com/trilateration-triangulation-gps/</a:t>
            </a:r>
          </a:p>
        </p:txBody>
      </p:sp>
    </p:spTree>
    <p:extLst>
      <p:ext uri="{BB962C8B-B14F-4D97-AF65-F5344CB8AC3E}">
        <p14:creationId xmlns:p14="http://schemas.microsoft.com/office/powerpoint/2010/main" val="162667791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54</TotalTime>
  <Words>85</Words>
  <Application>Microsoft Office PowerPoint</Application>
  <PresentationFormat>On-screen Show (4:3)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Franklin Gothic Book</vt:lpstr>
      <vt:lpstr>Crop</vt:lpstr>
      <vt:lpstr>Location Tracking</vt:lpstr>
      <vt:lpstr>Methods for tracking</vt:lpstr>
      <vt:lpstr>Working of GPS</vt:lpstr>
      <vt:lpstr>Phone tracking with GSM</vt:lpstr>
      <vt:lpstr>Tracking System Algorithm</vt:lpstr>
      <vt:lpstr>Finding Location using CrowdSourcing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Location Tracking</dc:title>
  <dc:creator>Anuradha Ravi</dc:creator>
  <cp:lastModifiedBy>Anuradha Ravi</cp:lastModifiedBy>
  <cp:revision>6</cp:revision>
  <dcterms:created xsi:type="dcterms:W3CDTF">2016-10-26T07:12:32Z</dcterms:created>
  <dcterms:modified xsi:type="dcterms:W3CDTF">2018-02-02T07:25:21Z</dcterms:modified>
</cp:coreProperties>
</file>