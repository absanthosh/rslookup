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9" r:id="rId9"/>
    <p:sldId id="263" r:id="rId10"/>
    <p:sldId id="264" r:id="rId11"/>
    <p:sldId id="266" r:id="rId12"/>
    <p:sldId id="267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072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3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0180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7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6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0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6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799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391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5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9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0D293CEB-4DF3-4EC8-8BD8-C0A6984937AA}" type="datetimeFigureOut">
              <a:rPr lang="en-US" smtClean="0"/>
              <a:t>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3C8FC88E-EDC2-4715-BC66-F1D518CE76B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9183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0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Block Chain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Anuradha Ravi</a:t>
            </a:r>
          </a:p>
          <a:p>
            <a:r>
              <a:rPr lang="en-US" sz="2800" b="1" dirty="0" smtClean="0"/>
              <a:t>CCC628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072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Trivia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Google Announces Google Assistant with Smart Displays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04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9" y="404316"/>
            <a:ext cx="8071213" cy="797468"/>
          </a:xfrm>
        </p:spPr>
        <p:txBody>
          <a:bodyPr/>
          <a:lstStyle/>
          <a:p>
            <a:r>
              <a:rPr lang="en-US" dirty="0" smtClean="0"/>
              <a:t>What is a Block Chain?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489165"/>
            <a:ext cx="8071213" cy="4661672"/>
          </a:xfrm>
        </p:spPr>
        <p:txBody>
          <a:bodyPr/>
          <a:lstStyle/>
          <a:p>
            <a:r>
              <a:rPr lang="en-US" dirty="0" smtClean="0"/>
              <a:t>A New revolution in the world of Trust and Privacy</a:t>
            </a:r>
          </a:p>
          <a:p>
            <a:r>
              <a:rPr lang="en-US" dirty="0" smtClean="0"/>
              <a:t>What is the underlying principle?</a:t>
            </a:r>
          </a:p>
          <a:p>
            <a:pPr lvl="1"/>
            <a:r>
              <a:rPr lang="en-US" dirty="0" smtClean="0"/>
              <a:t>Distributed Database/Distributed ledger management</a:t>
            </a:r>
          </a:p>
          <a:p>
            <a:pPr lvl="1"/>
            <a:r>
              <a:rPr lang="en-US" dirty="0" smtClean="0"/>
              <a:t>P2P (Peer to Peer Network)</a:t>
            </a:r>
          </a:p>
          <a:p>
            <a:r>
              <a:rPr lang="en-US" dirty="0" smtClean="0"/>
              <a:t>Why do we need Block Chain?</a:t>
            </a:r>
          </a:p>
          <a:p>
            <a:pPr lvl="1"/>
            <a:r>
              <a:rPr lang="en-US" dirty="0" smtClean="0"/>
              <a:t>To eliminated third party involvement</a:t>
            </a:r>
          </a:p>
          <a:p>
            <a:pPr lvl="1"/>
            <a:r>
              <a:rPr lang="en-US" dirty="0" smtClean="0"/>
              <a:t>To overcome single point of failure</a:t>
            </a:r>
          </a:p>
          <a:p>
            <a:pPr lvl="1"/>
            <a:r>
              <a:rPr lang="en-US" dirty="0" smtClean="0"/>
              <a:t>To distribute tasks among different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65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306978"/>
            <a:ext cx="7200900" cy="842554"/>
          </a:xfrm>
        </p:spPr>
        <p:txBody>
          <a:bodyPr/>
          <a:lstStyle/>
          <a:p>
            <a:r>
              <a:rPr lang="en-US" dirty="0" smtClean="0"/>
              <a:t>What is a Block?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149532"/>
            <a:ext cx="7827917" cy="5342708"/>
          </a:xfrm>
        </p:spPr>
        <p:txBody>
          <a:bodyPr>
            <a:normAutofit/>
          </a:bodyPr>
          <a:lstStyle/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Block Header</a:t>
            </a:r>
          </a:p>
          <a:p>
            <a:pPr lvl="2"/>
            <a:r>
              <a:rPr lang="en-US" dirty="0" smtClean="0"/>
              <a:t>Hash of previous block</a:t>
            </a:r>
          </a:p>
          <a:p>
            <a:pPr lvl="2"/>
            <a:r>
              <a:rPr lang="en-US" dirty="0" smtClean="0"/>
              <a:t>Timestamp</a:t>
            </a:r>
          </a:p>
          <a:p>
            <a:pPr lvl="2"/>
            <a:r>
              <a:rPr lang="en-US" dirty="0" smtClean="0"/>
              <a:t>Any other fields that are required.</a:t>
            </a:r>
          </a:p>
          <a:p>
            <a:pPr lvl="1"/>
            <a:r>
              <a:rPr lang="en-US" dirty="0" smtClean="0"/>
              <a:t>Transactions</a:t>
            </a:r>
          </a:p>
          <a:p>
            <a:pPr lvl="2"/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Hash</a:t>
            </a:r>
          </a:p>
          <a:p>
            <a:r>
              <a:rPr lang="en-US" dirty="0" smtClean="0"/>
              <a:t>A chain is formulated by adding new block to the already existing chain. </a:t>
            </a:r>
          </a:p>
          <a:p>
            <a:r>
              <a:rPr lang="en-US" dirty="0" smtClean="0"/>
              <a:t>A new block with many transactions/data can be added, but it needs verification.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9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Variants of Block Chain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476104"/>
            <a:ext cx="7409906" cy="474181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Proof of work</a:t>
            </a:r>
          </a:p>
          <a:p>
            <a:r>
              <a:rPr lang="en-US" dirty="0" smtClean="0"/>
              <a:t>Proof of stake</a:t>
            </a:r>
          </a:p>
          <a:p>
            <a:r>
              <a:rPr lang="en-US" dirty="0" smtClean="0"/>
              <a:t>Proof of elapsed time </a:t>
            </a:r>
          </a:p>
          <a:p>
            <a:r>
              <a:rPr lang="en-US" dirty="0" smtClean="0"/>
              <a:t>Smart Contracts</a:t>
            </a:r>
          </a:p>
          <a:p>
            <a:r>
              <a:rPr lang="en-US" dirty="0" smtClean="0"/>
              <a:t>Private Block Chains</a:t>
            </a:r>
          </a:p>
          <a:p>
            <a:r>
              <a:rPr lang="en-US" dirty="0" err="1" smtClean="0"/>
              <a:t>HyperLedger</a:t>
            </a:r>
            <a:endParaRPr lang="en-US" dirty="0" smtClean="0"/>
          </a:p>
          <a:p>
            <a:r>
              <a:rPr lang="en-US" dirty="0" smtClean="0"/>
              <a:t>Block Chains for </a:t>
            </a:r>
            <a:r>
              <a:rPr lang="en-US" dirty="0" err="1" smtClean="0"/>
              <a:t>IoT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Some </a:t>
            </a:r>
            <a:r>
              <a:rPr lang="en-US" dirty="0" err="1" smtClean="0"/>
              <a:t>UseCases</a:t>
            </a:r>
            <a:endParaRPr lang="en-US" dirty="0" smtClean="0"/>
          </a:p>
          <a:p>
            <a:r>
              <a:rPr lang="en-US" dirty="0" err="1" smtClean="0"/>
              <a:t>Goelm</a:t>
            </a:r>
            <a:endParaRPr lang="en-US" dirty="0" smtClean="0"/>
          </a:p>
          <a:p>
            <a:r>
              <a:rPr lang="en-US" dirty="0" err="1" smtClean="0"/>
              <a:t>Sparc</a:t>
            </a:r>
            <a:endParaRPr lang="en-US" dirty="0" smtClean="0"/>
          </a:p>
          <a:p>
            <a:r>
              <a:rPr lang="en-US" dirty="0" smtClean="0"/>
              <a:t>SONM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1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Chain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Networked Peer to Peer Write once and read only database systems</a:t>
            </a:r>
          </a:p>
          <a:p>
            <a:r>
              <a:rPr lang="en-US" dirty="0" smtClean="0"/>
              <a:t>Network Immutability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5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Consensus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200900" cy="4180114"/>
          </a:xfrm>
        </p:spPr>
        <p:txBody>
          <a:bodyPr>
            <a:normAutofit/>
          </a:bodyPr>
          <a:lstStyle/>
          <a:p>
            <a:r>
              <a:rPr lang="en-US" dirty="0" smtClean="0"/>
              <a:t>Proof of Work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Proof of Stake</a:t>
            </a:r>
          </a:p>
          <a:p>
            <a:endParaRPr lang="en-US" dirty="0" smtClean="0"/>
          </a:p>
          <a:p>
            <a:r>
              <a:rPr lang="en-US" dirty="0" smtClean="0"/>
              <a:t>Delegated Proof of Stake</a:t>
            </a:r>
          </a:p>
          <a:p>
            <a:pPr lvl="1"/>
            <a:r>
              <a:rPr lang="en-US" dirty="0" err="1" smtClean="0"/>
              <a:t>Nxt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Byzantine Fault Tolerant Algorithm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407" y="1580606"/>
            <a:ext cx="3474720" cy="94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046" y="2937510"/>
            <a:ext cx="5170842" cy="981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046" y="4570095"/>
            <a:ext cx="4787674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1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 related to POW and POS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POW</a:t>
            </a:r>
          </a:p>
          <a:p>
            <a:pPr lvl="1"/>
            <a:r>
              <a:rPr lang="en-US" dirty="0" smtClean="0"/>
              <a:t>Huge computation involvement.</a:t>
            </a:r>
          </a:p>
          <a:p>
            <a:r>
              <a:rPr lang="en-US" dirty="0" smtClean="0"/>
              <a:t>POS</a:t>
            </a:r>
          </a:p>
          <a:p>
            <a:pPr lvl="1"/>
            <a:r>
              <a:rPr lang="en-US" dirty="0" smtClean="0"/>
              <a:t>Security as multiple branches can be created </a:t>
            </a:r>
            <a:r>
              <a:rPr lang="en-US" smtClean="0"/>
              <a:t>to perform mining.</a:t>
            </a:r>
          </a:p>
        </p:txBody>
      </p:sp>
    </p:spTree>
    <p:extLst>
      <p:ext uri="{BB962C8B-B14F-4D97-AF65-F5344CB8AC3E}">
        <p14:creationId xmlns:p14="http://schemas.microsoft.com/office/powerpoint/2010/main" val="162162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215537"/>
            <a:ext cx="7200900" cy="698863"/>
          </a:xfrm>
        </p:spPr>
        <p:txBody>
          <a:bodyPr/>
          <a:lstStyle/>
          <a:p>
            <a:r>
              <a:rPr lang="en-US" dirty="0" smtClean="0"/>
              <a:t>A Summary</a:t>
            </a:r>
            <a:endParaRPr lang="en-US" dirty="0"/>
          </a:p>
        </p:txBody>
      </p:sp>
      <p:pic>
        <p:nvPicPr>
          <p:cNvPr id="1026" name="Picture 2" descr="https://www2.deloitte.com/content/dam/insights/us/articles/blockchain-applications-and-trust-in-a-global-economy/DUP3039_TT16Blockchain_Figure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8" y="914400"/>
            <a:ext cx="7958137" cy="566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46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static.twentyoverten.com/58aa4071603d6374ac39557a/BJ2S4FN--/bitcoin-overview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596" y="522513"/>
            <a:ext cx="6223146" cy="518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888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215537"/>
            <a:ext cx="7200900" cy="698863"/>
          </a:xfrm>
        </p:spPr>
        <p:txBody>
          <a:bodyPr>
            <a:noAutofit/>
          </a:bodyPr>
          <a:lstStyle/>
          <a:p>
            <a:r>
              <a:rPr lang="en-US" sz="2800" dirty="0" smtClean="0"/>
              <a:t>CASE STUDY – Using Smart Contracts</a:t>
            </a: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936" y="914400"/>
            <a:ext cx="7850496" cy="5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06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68" y="241663"/>
            <a:ext cx="7200900" cy="52904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568" y="1071153"/>
            <a:ext cx="7398816" cy="527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24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215537"/>
            <a:ext cx="7200900" cy="738052"/>
          </a:xfrm>
        </p:spPr>
        <p:txBody>
          <a:bodyPr/>
          <a:lstStyle/>
          <a:p>
            <a:r>
              <a:rPr lang="en-US" dirty="0" smtClean="0"/>
              <a:t>IBM Watson IBM </a:t>
            </a:r>
            <a:r>
              <a:rPr lang="en-US" dirty="0" err="1" smtClean="0"/>
              <a:t>Blockchain</a:t>
            </a:r>
            <a:endParaRPr lang="en-US" dirty="0"/>
          </a:p>
        </p:txBody>
      </p:sp>
      <p:pic>
        <p:nvPicPr>
          <p:cNvPr id="3074" name="Picture 2" descr="IBM Watson Blockchai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889" y="1358537"/>
            <a:ext cx="5315568" cy="448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47492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344</TotalTime>
  <Words>221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Franklin Gothic Book</vt:lpstr>
      <vt:lpstr>Crop</vt:lpstr>
      <vt:lpstr>Block Chain</vt:lpstr>
      <vt:lpstr>Some Trivia</vt:lpstr>
      <vt:lpstr>What is a Block Chain?</vt:lpstr>
      <vt:lpstr>What is a Block?</vt:lpstr>
      <vt:lpstr>Variants of Block Chain </vt:lpstr>
      <vt:lpstr>Block Chain System</vt:lpstr>
      <vt:lpstr>Consensus Algorithm</vt:lpstr>
      <vt:lpstr>Issues related to POW and POS</vt:lpstr>
      <vt:lpstr>A Summary</vt:lpstr>
      <vt:lpstr>PowerPoint Presentation</vt:lpstr>
      <vt:lpstr>CASE STUDY – Using Smart Contracts</vt:lpstr>
      <vt:lpstr>PowerPoint Presentation</vt:lpstr>
      <vt:lpstr>IBM Watson IBM Blockchain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</dc:title>
  <dc:creator>Anuradha Ravi</dc:creator>
  <cp:lastModifiedBy>Anuradha Ravi</cp:lastModifiedBy>
  <cp:revision>25</cp:revision>
  <dcterms:created xsi:type="dcterms:W3CDTF">2018-01-10T05:42:51Z</dcterms:created>
  <dcterms:modified xsi:type="dcterms:W3CDTF">2018-01-15T12:47:31Z</dcterms:modified>
</cp:coreProperties>
</file>