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8" r:id="rId2"/>
    <p:sldId id="259" r:id="rId3"/>
    <p:sldId id="260" r:id="rId4"/>
    <p:sldId id="261" r:id="rId5"/>
    <p:sldId id="336" r:id="rId6"/>
    <p:sldId id="339" r:id="rId7"/>
    <p:sldId id="337" r:id="rId8"/>
    <p:sldId id="338" r:id="rId9"/>
    <p:sldId id="266" r:id="rId10"/>
    <p:sldId id="268" r:id="rId11"/>
    <p:sldId id="269" r:id="rId12"/>
    <p:sldId id="270" r:id="rId13"/>
    <p:sldId id="328" r:id="rId14"/>
    <p:sldId id="322" r:id="rId15"/>
    <p:sldId id="271" r:id="rId16"/>
    <p:sldId id="272" r:id="rId17"/>
    <p:sldId id="273" r:id="rId18"/>
    <p:sldId id="274" r:id="rId19"/>
    <p:sldId id="324" r:id="rId20"/>
    <p:sldId id="334" r:id="rId21"/>
    <p:sldId id="327" r:id="rId22"/>
    <p:sldId id="276" r:id="rId23"/>
    <p:sldId id="331" r:id="rId24"/>
    <p:sldId id="278" r:id="rId25"/>
    <p:sldId id="279" r:id="rId26"/>
    <p:sldId id="323" r:id="rId27"/>
    <p:sldId id="280" r:id="rId28"/>
    <p:sldId id="341" r:id="rId29"/>
    <p:sldId id="332" r:id="rId30"/>
    <p:sldId id="333" r:id="rId31"/>
    <p:sldId id="281" r:id="rId32"/>
    <p:sldId id="282" r:id="rId33"/>
    <p:sldId id="283" r:id="rId34"/>
    <p:sldId id="284" r:id="rId35"/>
    <p:sldId id="293" r:id="rId36"/>
    <p:sldId id="294" r:id="rId37"/>
    <p:sldId id="340" r:id="rId38"/>
    <p:sldId id="295" r:id="rId39"/>
    <p:sldId id="296" r:id="rId40"/>
    <p:sldId id="300" r:id="rId41"/>
    <p:sldId id="301" r:id="rId42"/>
    <p:sldId id="302" r:id="rId43"/>
    <p:sldId id="329" r:id="rId44"/>
    <p:sldId id="303" r:id="rId45"/>
    <p:sldId id="304" r:id="rId46"/>
    <p:sldId id="305" r:id="rId47"/>
    <p:sldId id="306" r:id="rId48"/>
    <p:sldId id="307" r:id="rId49"/>
    <p:sldId id="310" r:id="rId50"/>
    <p:sldId id="311" r:id="rId51"/>
    <p:sldId id="312" r:id="rId52"/>
    <p:sldId id="313" r:id="rId53"/>
    <p:sldId id="314" r:id="rId54"/>
    <p:sldId id="315" r:id="rId55"/>
    <p:sldId id="316" r:id="rId56"/>
    <p:sldId id="317" r:id="rId57"/>
    <p:sldId id="318" r:id="rId58"/>
    <p:sldId id="320" r:id="rId59"/>
    <p:sldId id="330" r:id="rId60"/>
    <p:sldId id="321"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465E84-6527-4EE9-BB46-C2A8A692D327}" type="datetimeFigureOut">
              <a:rPr lang="en-US" smtClean="0"/>
              <a:pPr/>
              <a:t>11/6/2017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3824F5-63EA-46F8-B819-5A4E2470002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06B581D-FF7C-4852-BF08-E2A574FDB213}"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E20ADA7F-1119-4218-8B48-2B8618AE749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0E8F6C-2BC6-4B1C-9E9A-3CA60990677F}"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E20ADA7F-1119-4218-8B48-2B8618AE749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3DF17E-028B-4DE6-A124-44B3F00EF5B5}"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E20ADA7F-1119-4218-8B48-2B8618AE749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CE3945D-742B-4E2D-BAF5-D06D6331773A}" type="datetime1">
              <a:rPr lang="en-US" smtClean="0"/>
              <a:pPr/>
              <a:t>11/6/2017</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sp>
        <p:nvSpPr>
          <p:cNvPr id="7" name="Slide Number Placeholder 6"/>
          <p:cNvSpPr>
            <a:spLocks noGrp="1"/>
          </p:cNvSpPr>
          <p:nvPr>
            <p:ph type="sldNum" sz="quarter" idx="12"/>
          </p:nvPr>
        </p:nvSpPr>
        <p:spPr/>
        <p:txBody>
          <a:bodyPr/>
          <a:lstStyle/>
          <a:p>
            <a:fld id="{E20ADA7F-1119-4218-8B48-2B8618AE749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634EA20-2C80-4918-AE1D-0786899D9C82}" type="datetime1">
              <a:rPr lang="en-US" smtClean="0"/>
              <a:pPr/>
              <a:t>11/6/2017</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
        <p:nvSpPr>
          <p:cNvPr id="9" name="Slide Number Placeholder 8"/>
          <p:cNvSpPr>
            <a:spLocks noGrp="1"/>
          </p:cNvSpPr>
          <p:nvPr>
            <p:ph type="sldNum" sz="quarter" idx="12"/>
          </p:nvPr>
        </p:nvSpPr>
        <p:spPr/>
        <p:txBody>
          <a:bodyPr/>
          <a:lstStyle/>
          <a:p>
            <a:fld id="{E20ADA7F-1119-4218-8B48-2B8618AE749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3A0F881-CF5D-42B2-B12D-6826F5D2234D}" type="datetime1">
              <a:rPr lang="en-US" smtClean="0"/>
              <a:pPr/>
              <a:t>11/6/2017</a:t>
            </a:fld>
            <a:endParaRPr lang="en-US"/>
          </a:p>
        </p:txBody>
      </p:sp>
      <p:sp>
        <p:nvSpPr>
          <p:cNvPr id="4" name="Footer Placeholder 3"/>
          <p:cNvSpPr>
            <a:spLocks noGrp="1"/>
          </p:cNvSpPr>
          <p:nvPr>
            <p:ph type="ftr" sz="quarter" idx="11"/>
          </p:nvPr>
        </p:nvSpPr>
        <p:spPr/>
        <p:txBody>
          <a:bodyPr/>
          <a:lstStyle/>
          <a:p>
            <a:r>
              <a:rPr lang="en-US" smtClean="0"/>
              <a:t>Dr Jyoti K Sharma</a:t>
            </a:r>
            <a:endParaRPr lang="en-US"/>
          </a:p>
        </p:txBody>
      </p:sp>
      <p:sp>
        <p:nvSpPr>
          <p:cNvPr id="5" name="Slide Number Placeholder 4"/>
          <p:cNvSpPr>
            <a:spLocks noGrp="1"/>
          </p:cNvSpPr>
          <p:nvPr>
            <p:ph type="sldNum" sz="quarter" idx="12"/>
          </p:nvPr>
        </p:nvSpPr>
        <p:spPr/>
        <p:txBody>
          <a:bodyPr/>
          <a:lstStyle/>
          <a:p>
            <a:fld id="{E20ADA7F-1119-4218-8B48-2B8618AE749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2F1497-FED8-402B-AF22-BFB7686F9C45}" type="datetime1">
              <a:rPr lang="en-US" smtClean="0"/>
              <a:pPr/>
              <a:t>11/6/2017</a:t>
            </a:fld>
            <a:endParaRPr lang="en-US"/>
          </a:p>
        </p:txBody>
      </p:sp>
      <p:sp>
        <p:nvSpPr>
          <p:cNvPr id="3" name="Footer Placeholder 2"/>
          <p:cNvSpPr>
            <a:spLocks noGrp="1"/>
          </p:cNvSpPr>
          <p:nvPr>
            <p:ph type="ftr" sz="quarter" idx="11"/>
          </p:nvPr>
        </p:nvSpPr>
        <p:spPr/>
        <p:txBody>
          <a:bodyPr/>
          <a:lstStyle/>
          <a:p>
            <a:r>
              <a:rPr lang="en-US" smtClean="0"/>
              <a:t>Dr Jyoti K Sharma</a:t>
            </a:r>
            <a:endParaRPr lang="en-US"/>
          </a:p>
        </p:txBody>
      </p:sp>
      <p:sp>
        <p:nvSpPr>
          <p:cNvPr id="4" name="Slide Number Placeholder 3"/>
          <p:cNvSpPr>
            <a:spLocks noGrp="1"/>
          </p:cNvSpPr>
          <p:nvPr>
            <p:ph type="sldNum" sz="quarter" idx="12"/>
          </p:nvPr>
        </p:nvSpPr>
        <p:spPr/>
        <p:txBody>
          <a:bodyPr/>
          <a:lstStyle/>
          <a:p>
            <a:fld id="{E20ADA7F-1119-4218-8B48-2B8618AE749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EFC9C1-1DCC-461B-8E2D-A8FCC72E70D6}" type="datetime1">
              <a:rPr lang="en-US" smtClean="0"/>
              <a:pPr/>
              <a:t>11/6/2017</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sp>
        <p:nvSpPr>
          <p:cNvPr id="7" name="Slide Number Placeholder 6"/>
          <p:cNvSpPr>
            <a:spLocks noGrp="1"/>
          </p:cNvSpPr>
          <p:nvPr>
            <p:ph type="sldNum" sz="quarter" idx="12"/>
          </p:nvPr>
        </p:nvSpPr>
        <p:spPr/>
        <p:txBody>
          <a:bodyPr/>
          <a:lstStyle/>
          <a:p>
            <a:fld id="{E20ADA7F-1119-4218-8B48-2B8618AE749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AF91206-CEC6-4BAA-9B0E-706D8F752EFE}" type="datetime1">
              <a:rPr lang="en-US" smtClean="0"/>
              <a:pPr/>
              <a:t>11/6/2017</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sp>
        <p:nvSpPr>
          <p:cNvPr id="7" name="Slide Number Placeholder 6"/>
          <p:cNvSpPr>
            <a:spLocks noGrp="1"/>
          </p:cNvSpPr>
          <p:nvPr>
            <p:ph type="sldNum" sz="quarter" idx="12"/>
          </p:nvPr>
        </p:nvSpPr>
        <p:spPr/>
        <p:txBody>
          <a:bodyPr/>
          <a:lstStyle/>
          <a:p>
            <a:fld id="{E20ADA7F-1119-4218-8B48-2B8618AE749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82EB8E-1ADC-46CB-BA99-E6546EA3A798}"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E20ADA7F-1119-4218-8B48-2B8618AE749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1C3E36-3D91-4595-9D1A-8DCDA61BAB88}"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E20ADA7F-1119-4218-8B48-2B8618AE749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693B82-48D3-4BBE-97D2-E3ECF3F6C493}" type="datetime1">
              <a:rPr lang="en-US" smtClean="0"/>
              <a:pPr/>
              <a:t>11/6/2017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Dr Jyoti K Sharma</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0ADA7F-1119-4218-8B48-2B8618AE749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en.wikipedia.org/wiki/Dendritic_cells" TargetMode="External"/><Relationship Id="rId3" Type="http://schemas.openxmlformats.org/officeDocument/2006/relationships/hyperlink" Target="http://en.wikipedia.org/wiki/Cluster_of_differentiation" TargetMode="External"/><Relationship Id="rId7" Type="http://schemas.openxmlformats.org/officeDocument/2006/relationships/hyperlink" Target="http://en.wikipedia.org/wiki/Macrophages" TargetMode="External"/><Relationship Id="rId2" Type="http://schemas.openxmlformats.org/officeDocument/2006/relationships/hyperlink" Target="http://en.wikipedia.org/wiki/Molecular_biology" TargetMode="External"/><Relationship Id="rId1" Type="http://schemas.openxmlformats.org/officeDocument/2006/relationships/slideLayout" Target="../slideLayouts/slideLayout2.xml"/><Relationship Id="rId6" Type="http://schemas.openxmlformats.org/officeDocument/2006/relationships/hyperlink" Target="http://en.wikipedia.org/wiki/Monocytes" TargetMode="External"/><Relationship Id="rId5" Type="http://schemas.openxmlformats.org/officeDocument/2006/relationships/hyperlink" Target="http://en.wikipedia.org/wiki/T_helper_cell" TargetMode="External"/><Relationship Id="rId10" Type="http://schemas.openxmlformats.org/officeDocument/2006/relationships/image" Target="../media/image1.jpeg"/><Relationship Id="rId4" Type="http://schemas.openxmlformats.org/officeDocument/2006/relationships/hyperlink" Target="http://en.wikipedia.org/wiki/Glycoprotein" TargetMode="External"/><Relationship Id="rId9" Type="http://schemas.openxmlformats.org/officeDocument/2006/relationships/hyperlink" Target="http://en.wikipedia.org/wiki/Leukocytes"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www.niaid.nih.gov/topics/hivaids/multimediapubs/multimedia/Pages/default.aspx" TargetMode="Externa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hyperlink" Target="http://evolution-biology.wikispaces.com/file/view/gem_01_img0019.jpg/185566525/300x200/gem_01_img0019.jpg" TargetMode="External"/><Relationship Id="rId1" Type="http://schemas.openxmlformats.org/officeDocument/2006/relationships/slideLayout" Target="../slideLayouts/slideLayout2.xml"/><Relationship Id="rId6" Type="http://schemas.openxmlformats.org/officeDocument/2006/relationships/hyperlink" Target="http://castellolab.com/wp-content/uploads/2014/12/0981.jpg" TargetMode="External"/><Relationship Id="rId5" Type="http://schemas.openxmlformats.org/officeDocument/2006/relationships/image" Target="../media/image20.png"/><Relationship Id="rId4" Type="http://schemas.openxmlformats.org/officeDocument/2006/relationships/hyperlink" Target="http://earthguide.ucsd.edu/virtualmuseum/images/HIVParticlesonLymphocite.jpg"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6.xml"/><Relationship Id="rId4" Type="http://schemas.openxmlformats.org/officeDocument/2006/relationships/image" Target="../media/image1.jpe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43.jpeg"/><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5105400"/>
          </a:xfrm>
        </p:spPr>
        <p:txBody>
          <a:bodyPr>
            <a:normAutofit fontScale="90000"/>
          </a:bodyPr>
          <a:lstStyle/>
          <a:p>
            <a:r>
              <a:rPr lang="en-US" b="1" dirty="0" smtClean="0">
                <a:solidFill>
                  <a:srgbClr val="0033CC"/>
                </a:solidFill>
                <a:latin typeface="Arial Black" pitchFamily="34" charset="0"/>
                <a:cs typeface="Arial" pitchFamily="34" charset="0"/>
              </a:rPr>
              <a:t/>
            </a:r>
            <a:br>
              <a:rPr lang="en-US" b="1" dirty="0" smtClean="0">
                <a:solidFill>
                  <a:srgbClr val="0033CC"/>
                </a:solidFill>
                <a:latin typeface="Arial Black" pitchFamily="34" charset="0"/>
                <a:cs typeface="Arial" pitchFamily="34" charset="0"/>
              </a:rPr>
            </a:br>
            <a:r>
              <a:rPr lang="en-US" b="1" dirty="0" smtClean="0">
                <a:solidFill>
                  <a:srgbClr val="0033CC"/>
                </a:solidFill>
                <a:latin typeface="Arial Black" pitchFamily="34" charset="0"/>
                <a:cs typeface="Arial" pitchFamily="34" charset="0"/>
              </a:rPr>
              <a:t/>
            </a:r>
            <a:br>
              <a:rPr lang="en-US" b="1" dirty="0" smtClean="0">
                <a:solidFill>
                  <a:srgbClr val="0033CC"/>
                </a:solidFill>
                <a:latin typeface="Arial Black" pitchFamily="34" charset="0"/>
                <a:cs typeface="Arial" pitchFamily="34" charset="0"/>
              </a:rPr>
            </a:br>
            <a:r>
              <a:rPr lang="en-US" b="1" dirty="0" smtClean="0">
                <a:solidFill>
                  <a:srgbClr val="0033CC"/>
                </a:solidFill>
                <a:latin typeface="Arial Black" pitchFamily="34" charset="0"/>
                <a:cs typeface="Arial" pitchFamily="34" charset="0"/>
              </a:rPr>
              <a:t/>
            </a:r>
            <a:br>
              <a:rPr lang="en-US" b="1" dirty="0" smtClean="0">
                <a:solidFill>
                  <a:srgbClr val="0033CC"/>
                </a:solidFill>
                <a:latin typeface="Arial Black" pitchFamily="34" charset="0"/>
                <a:cs typeface="Arial" pitchFamily="34" charset="0"/>
              </a:rPr>
            </a:br>
            <a:r>
              <a:rPr lang="en-US" b="1" dirty="0" smtClean="0">
                <a:solidFill>
                  <a:srgbClr val="0033CC"/>
                </a:solidFill>
                <a:latin typeface="Arial Black" pitchFamily="34" charset="0"/>
                <a:cs typeface="Arial" pitchFamily="34" charset="0"/>
              </a:rPr>
              <a:t>Impacts on Human Health: HIV/AIDS and diseases</a:t>
            </a:r>
            <a:br>
              <a:rPr lang="en-US" b="1" dirty="0" smtClean="0">
                <a:solidFill>
                  <a:srgbClr val="0033CC"/>
                </a:solidFill>
                <a:latin typeface="Arial Black" pitchFamily="34" charset="0"/>
                <a:cs typeface="Arial" pitchFamily="34" charset="0"/>
              </a:rPr>
            </a:br>
            <a:r>
              <a:rPr lang="en-US" b="1" dirty="0" smtClean="0">
                <a:solidFill>
                  <a:srgbClr val="0033CC"/>
                </a:solidFill>
                <a:latin typeface="Arial Black" pitchFamily="34" charset="0"/>
                <a:cs typeface="Arial" pitchFamily="34" charset="0"/>
              </a:rPr>
              <a:t/>
            </a:r>
            <a:br>
              <a:rPr lang="en-US" b="1" dirty="0" smtClean="0">
                <a:solidFill>
                  <a:srgbClr val="0033CC"/>
                </a:solidFill>
                <a:latin typeface="Arial Black" pitchFamily="34" charset="0"/>
                <a:cs typeface="Arial" pitchFamily="34" charset="0"/>
              </a:rPr>
            </a:br>
            <a:r>
              <a:rPr lang="en-US" b="1" dirty="0" smtClean="0">
                <a:solidFill>
                  <a:srgbClr val="0033CC"/>
                </a:solidFill>
                <a:latin typeface="Arial Black" pitchFamily="34" charset="0"/>
                <a:cs typeface="Arial" pitchFamily="34" charset="0"/>
              </a:rPr>
              <a:t/>
            </a:r>
            <a:br>
              <a:rPr lang="en-US" b="1" dirty="0" smtClean="0">
                <a:solidFill>
                  <a:srgbClr val="0033CC"/>
                </a:solidFill>
                <a:latin typeface="Arial Black" pitchFamily="34" charset="0"/>
                <a:cs typeface="Arial" pitchFamily="34" charset="0"/>
              </a:rPr>
            </a:br>
            <a:r>
              <a:rPr lang="en-US" b="1" dirty="0" smtClean="0">
                <a:solidFill>
                  <a:srgbClr val="0033CC"/>
                </a:solidFill>
                <a:latin typeface="Arial Black" pitchFamily="34" charset="0"/>
                <a:cs typeface="Arial" pitchFamily="34" charset="0"/>
              </a:rPr>
              <a:t/>
            </a:r>
            <a:br>
              <a:rPr lang="en-US" b="1" dirty="0" smtClean="0">
                <a:solidFill>
                  <a:srgbClr val="0033CC"/>
                </a:solidFill>
                <a:latin typeface="Arial Black" pitchFamily="34" charset="0"/>
                <a:cs typeface="Arial" pitchFamily="34" charset="0"/>
              </a:rPr>
            </a:br>
            <a:r>
              <a:rPr lang="en-US" sz="2000" b="1" dirty="0" smtClean="0">
                <a:latin typeface="Times New Roman" pitchFamily="18" charset="0"/>
                <a:cs typeface="Times New Roman" pitchFamily="18" charset="0"/>
              </a:rPr>
              <a:t>Dr Jyoti K Sharma</a:t>
            </a:r>
            <a:br>
              <a:rPr lang="en-US" sz="2000" b="1" dirty="0" smtClean="0">
                <a:latin typeface="Times New Roman" pitchFamily="18" charset="0"/>
                <a:cs typeface="Times New Roman" pitchFamily="18" charset="0"/>
              </a:rPr>
            </a:br>
            <a:r>
              <a:rPr lang="en-US" sz="2000" b="1" i="1" dirty="0" smtClean="0">
                <a:solidFill>
                  <a:srgbClr val="008000"/>
                </a:solidFill>
                <a:latin typeface="Times New Roman" pitchFamily="18" charset="0"/>
                <a:cs typeface="Times New Roman" pitchFamily="18" charset="0"/>
              </a:rPr>
              <a:t>Professor &amp; Head</a:t>
            </a:r>
            <a:r>
              <a:rPr lang="en-US" sz="2000" b="1" i="1" dirty="0" smtClean="0">
                <a:solidFill>
                  <a:srgbClr val="008000"/>
                </a:solidFill>
                <a:latin typeface="Times New Roman" pitchFamily="18" charset="0"/>
                <a:cs typeface="Times New Roman" pitchFamily="18" charset="0"/>
              </a:rPr>
              <a:t/>
            </a:r>
            <a:br>
              <a:rPr lang="en-US" sz="2000" b="1" i="1" dirty="0" smtClean="0">
                <a:solidFill>
                  <a:srgbClr val="008000"/>
                </a:solidFill>
                <a:latin typeface="Times New Roman" pitchFamily="18" charset="0"/>
                <a:cs typeface="Times New Roman" pitchFamily="18" charset="0"/>
              </a:rPr>
            </a:br>
            <a:r>
              <a:rPr lang="en-US" sz="2000" b="1" dirty="0" smtClean="0">
                <a:solidFill>
                  <a:srgbClr val="008000"/>
                </a:solidFill>
                <a:latin typeface="Times New Roman" pitchFamily="18" charset="0"/>
                <a:cs typeface="Times New Roman" pitchFamily="18" charset="0"/>
              </a:rPr>
              <a:t>Center for </a:t>
            </a:r>
            <a:r>
              <a:rPr lang="en-US" sz="2000" b="1" dirty="0" smtClean="0">
                <a:solidFill>
                  <a:srgbClr val="006600"/>
                </a:solidFill>
                <a:latin typeface="Times New Roman" pitchFamily="18" charset="0"/>
                <a:cs typeface="Times New Roman" pitchFamily="18" charset="0"/>
              </a:rPr>
              <a:t>Environmental </a:t>
            </a:r>
            <a:r>
              <a:rPr lang="en-US" sz="2000" b="1" dirty="0" smtClean="0">
                <a:solidFill>
                  <a:srgbClr val="006600"/>
                </a:solidFill>
                <a:latin typeface="Times New Roman" pitchFamily="18" charset="0"/>
                <a:cs typeface="Times New Roman" pitchFamily="18" charset="0"/>
              </a:rPr>
              <a:t>Sciences &amp; </a:t>
            </a:r>
            <a:r>
              <a:rPr lang="en-US" sz="2000" b="1" dirty="0" smtClean="0">
                <a:solidFill>
                  <a:srgbClr val="006600"/>
                </a:solidFill>
                <a:latin typeface="Times New Roman" pitchFamily="18" charset="0"/>
                <a:cs typeface="Times New Roman" pitchFamily="18" charset="0"/>
              </a:rPr>
              <a:t>Engineering</a:t>
            </a:r>
            <a:br>
              <a:rPr lang="en-US" sz="2000" b="1" dirty="0" smtClean="0">
                <a:solidFill>
                  <a:srgbClr val="006600"/>
                </a:solidFill>
                <a:latin typeface="Times New Roman" pitchFamily="18" charset="0"/>
                <a:cs typeface="Times New Roman" pitchFamily="18" charset="0"/>
              </a:rPr>
            </a:br>
            <a:r>
              <a:rPr lang="en-US" sz="2000" b="1" dirty="0" smtClean="0">
                <a:solidFill>
                  <a:srgbClr val="0033CC"/>
                </a:solidFill>
                <a:latin typeface="Times New Roman" pitchFamily="18" charset="0"/>
                <a:cs typeface="Times New Roman" pitchFamily="18" charset="0"/>
              </a:rPr>
              <a:t>School </a:t>
            </a:r>
            <a:r>
              <a:rPr lang="en-US" sz="2000" b="1" dirty="0" smtClean="0">
                <a:solidFill>
                  <a:srgbClr val="0033CC"/>
                </a:solidFill>
                <a:latin typeface="Times New Roman" pitchFamily="18" charset="0"/>
                <a:cs typeface="Times New Roman" pitchFamily="18" charset="0"/>
              </a:rPr>
              <a:t>of Natural Sciences</a:t>
            </a:r>
            <a:br>
              <a:rPr lang="en-US" sz="2000" b="1" dirty="0" smtClean="0">
                <a:solidFill>
                  <a:srgbClr val="0033CC"/>
                </a:solidFill>
                <a:latin typeface="Times New Roman" pitchFamily="18" charset="0"/>
                <a:cs typeface="Times New Roman" pitchFamily="18" charset="0"/>
              </a:rPr>
            </a:br>
            <a:r>
              <a:rPr lang="en-US" sz="4800" b="1" dirty="0" smtClean="0">
                <a:solidFill>
                  <a:srgbClr val="7030A0"/>
                </a:solidFill>
                <a:latin typeface="Times New Roman" pitchFamily="18" charset="0"/>
                <a:cs typeface="Times New Roman" pitchFamily="18" charset="0"/>
              </a:rPr>
              <a:t/>
            </a:r>
            <a:br>
              <a:rPr lang="en-US" sz="4800" b="1" dirty="0" smtClean="0">
                <a:solidFill>
                  <a:srgbClr val="7030A0"/>
                </a:solidFill>
                <a:latin typeface="Times New Roman" pitchFamily="18" charset="0"/>
                <a:cs typeface="Times New Roman" pitchFamily="18" charset="0"/>
              </a:rPr>
            </a:br>
            <a:endParaRPr lang="en-US" dirty="0"/>
          </a:p>
        </p:txBody>
      </p:sp>
      <p:sp>
        <p:nvSpPr>
          <p:cNvPr id="3" name="Date Placeholder 2"/>
          <p:cNvSpPr>
            <a:spLocks noGrp="1"/>
          </p:cNvSpPr>
          <p:nvPr>
            <p:ph type="dt" sz="half" idx="10"/>
          </p:nvPr>
        </p:nvSpPr>
        <p:spPr/>
        <p:txBody>
          <a:bodyPr/>
          <a:lstStyle/>
          <a:p>
            <a:fld id="{515DB66B-F8CC-47E0-86EC-938D316FC68E}" type="datetime1">
              <a:rPr lang="en-US" smtClean="0"/>
              <a:pPr/>
              <a:t>11/6/2017</a:t>
            </a:fld>
            <a:endParaRPr lang="en-US"/>
          </a:p>
        </p:txBody>
      </p:sp>
      <p:sp>
        <p:nvSpPr>
          <p:cNvPr id="4" name="Footer Placeholder 3"/>
          <p:cNvSpPr>
            <a:spLocks noGrp="1"/>
          </p:cNvSpPr>
          <p:nvPr>
            <p:ph type="ftr" sz="quarter" idx="11"/>
          </p:nvPr>
        </p:nvSpPr>
        <p:spPr/>
        <p:txBody>
          <a:bodyPr/>
          <a:lstStyle/>
          <a:p>
            <a:r>
              <a:rPr lang="en-US" smtClean="0"/>
              <a:t>Dr Jyoti K Sharma</a:t>
            </a:r>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1</a:t>
            </a:fld>
            <a:endParaRPr lang="en-US"/>
          </a:p>
        </p:txBody>
      </p:sp>
      <p:pic>
        <p:nvPicPr>
          <p:cNvPr id="6" name="Picture 5"/>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20000"/>
              <a:lumOff val="80000"/>
            </a:schemeClr>
          </a:solidFill>
        </p:spPr>
        <p:txBody>
          <a:bodyPr>
            <a:noAutofit/>
          </a:bodyPr>
          <a:lstStyle/>
          <a:p>
            <a:r>
              <a:rPr lang="en-US" sz="3200" b="1" dirty="0" smtClean="0">
                <a:solidFill>
                  <a:srgbClr val="0033CC"/>
                </a:solidFill>
                <a:latin typeface="Arial Black" pitchFamily="34" charset="0"/>
                <a:cs typeface="Arial" pitchFamily="34" charset="0"/>
              </a:rPr>
              <a:t/>
            </a:r>
            <a:br>
              <a:rPr lang="en-US" sz="3200" b="1" dirty="0" smtClean="0">
                <a:solidFill>
                  <a:srgbClr val="0033CC"/>
                </a:solidFill>
                <a:latin typeface="Arial Black" pitchFamily="34" charset="0"/>
                <a:cs typeface="Arial" pitchFamily="34" charset="0"/>
              </a:rPr>
            </a:br>
            <a:r>
              <a:rPr lang="en-US" sz="3200" b="1" dirty="0" smtClean="0">
                <a:solidFill>
                  <a:srgbClr val="0033CC"/>
                </a:solidFill>
                <a:latin typeface="Arial Black" pitchFamily="34" charset="0"/>
                <a:cs typeface="Arial" pitchFamily="34" charset="0"/>
              </a:rPr>
              <a:t>Impacts on Human Health: HIV/AIDS and diseases</a:t>
            </a:r>
            <a:r>
              <a:rPr lang="en-US" sz="3600" b="1" dirty="0" smtClean="0">
                <a:solidFill>
                  <a:srgbClr val="7030A0"/>
                </a:solidFill>
                <a:latin typeface="Times New Roman" pitchFamily="18" charset="0"/>
                <a:cs typeface="Times New Roman" pitchFamily="18" charset="0"/>
              </a:rPr>
              <a:t/>
            </a:r>
            <a:br>
              <a:rPr lang="en-US" sz="3600" b="1" dirty="0" smtClean="0">
                <a:solidFill>
                  <a:srgbClr val="7030A0"/>
                </a:solidFill>
                <a:latin typeface="Times New Roman" pitchFamily="18" charset="0"/>
                <a:cs typeface="Times New Roman" pitchFamily="18" charset="0"/>
              </a:rPr>
            </a:br>
            <a:endParaRPr lang="en-US" sz="3600" dirty="0"/>
          </a:p>
        </p:txBody>
      </p:sp>
      <p:sp>
        <p:nvSpPr>
          <p:cNvPr id="3" name="Content Placeholder 2"/>
          <p:cNvSpPr>
            <a:spLocks noGrp="1"/>
          </p:cNvSpPr>
          <p:nvPr>
            <p:ph idx="1"/>
          </p:nvPr>
        </p:nvSpPr>
        <p:spPr>
          <a:solidFill>
            <a:schemeClr val="bg1">
              <a:lumMod val="85000"/>
            </a:schemeClr>
          </a:solidFill>
        </p:spPr>
        <p:txBody>
          <a:bodyPr>
            <a:normAutofit/>
          </a:bodyPr>
          <a:lstStyle/>
          <a:p>
            <a:pPr marL="457200" indent="-457200">
              <a:buNone/>
            </a:pPr>
            <a:r>
              <a:rPr lang="en-US" sz="2400" b="1" dirty="0" smtClean="0">
                <a:latin typeface="Times New Roman" pitchFamily="18" charset="0"/>
                <a:cs typeface="Times New Roman" pitchFamily="18" charset="0"/>
              </a:rPr>
              <a:t>I. Adverse effects of stressful environment on mental well being</a:t>
            </a:r>
          </a:p>
          <a:p>
            <a:pPr marL="457200" indent="-457200">
              <a:buNone/>
            </a:pPr>
            <a:r>
              <a:rPr lang="en-US" sz="2400" b="1" dirty="0" smtClean="0">
                <a:latin typeface="Times New Roman" pitchFamily="18" charset="0"/>
                <a:cs typeface="Times New Roman" pitchFamily="18" charset="0"/>
              </a:rPr>
              <a:t>II. Indirect effects of stressful environment on human health</a:t>
            </a:r>
          </a:p>
          <a:p>
            <a:pPr marL="457200" indent="-457200">
              <a:buNone/>
            </a:pPr>
            <a:r>
              <a:rPr lang="en-US" sz="2400" b="1" dirty="0" smtClean="0">
                <a:latin typeface="Times New Roman" pitchFamily="18" charset="0"/>
                <a:cs typeface="Times New Roman" pitchFamily="18" charset="0"/>
              </a:rPr>
              <a:t>III. Adulteration in food, medicines and human health</a:t>
            </a:r>
          </a:p>
          <a:p>
            <a:pPr marL="457200" indent="-457200">
              <a:buNone/>
            </a:pPr>
            <a:r>
              <a:rPr lang="en-US" sz="2400" b="1" dirty="0" smtClean="0">
                <a:latin typeface="Times New Roman" pitchFamily="18" charset="0"/>
                <a:cs typeface="Times New Roman" pitchFamily="18" charset="0"/>
              </a:rPr>
              <a:t>IV. Development and spread of disease causing organisms</a:t>
            </a:r>
          </a:p>
          <a:p>
            <a:pPr marL="457200" indent="-457200">
              <a:buNone/>
            </a:pPr>
            <a:r>
              <a:rPr lang="en-US" sz="2400" b="1" dirty="0" smtClean="0">
                <a:latin typeface="Times New Roman" pitchFamily="18" charset="0"/>
                <a:cs typeface="Times New Roman" pitchFamily="18" charset="0"/>
              </a:rPr>
              <a:t>V. Development and spread of vectors or carriers of serious diseases</a:t>
            </a:r>
          </a:p>
          <a:p>
            <a:pPr marL="457200" indent="-457200">
              <a:buNone/>
            </a:pPr>
            <a:r>
              <a:rPr lang="en-US" sz="2400" b="1" dirty="0" smtClean="0">
                <a:latin typeface="Times New Roman" pitchFamily="18" charset="0"/>
                <a:cs typeface="Times New Roman" pitchFamily="18" charset="0"/>
              </a:rPr>
              <a:t>VI. Direct effects of severe environment on human health</a:t>
            </a:r>
          </a:p>
          <a:p>
            <a:pPr marL="457200" indent="-457200">
              <a:buNone/>
            </a:pPr>
            <a:r>
              <a:rPr lang="en-US" sz="2400" b="1" dirty="0" smtClean="0">
                <a:latin typeface="Times New Roman" pitchFamily="18" charset="0"/>
                <a:cs typeface="Times New Roman" pitchFamily="18" charset="0"/>
              </a:rPr>
              <a:t>VII. Spread of HIV and AIDS</a:t>
            </a:r>
          </a:p>
          <a:p>
            <a:pPr marL="457200" indent="-457200">
              <a:buNone/>
            </a:pPr>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B19A9BE2-E2F9-468B-8044-93D4AA8ED7C2}" type="datetime1">
              <a:rPr lang="en-US" smtClean="0"/>
              <a:pPr/>
              <a:t>11/6/2017</a:t>
            </a:fld>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2</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chemeClr val="accent4">
                    <a:lumMod val="75000"/>
                  </a:schemeClr>
                </a:solidFill>
                <a:latin typeface="Broadway" pitchFamily="82" charset="0"/>
              </a:rPr>
              <a:t>Human Diseases</a:t>
            </a:r>
            <a:endParaRPr lang="en-US" sz="3600"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D392B490-3D8C-402B-94C0-8DE96725C65D}"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3</a:t>
            </a:fld>
            <a:endParaRPr lang="en-US"/>
          </a:p>
        </p:txBody>
      </p:sp>
      <p:pic>
        <p:nvPicPr>
          <p:cNvPr id="207874" name="Picture 2" descr="http://image.slidesharecdn.com/hivaids-090815130557-phpapp02/95/hiv-aids-2-638.jpg?cb=1422670662"/>
          <p:cNvPicPr>
            <a:picLocks noChangeAspect="1" noChangeArrowheads="1"/>
          </p:cNvPicPr>
          <p:nvPr/>
        </p:nvPicPr>
        <p:blipFill>
          <a:blip r:embed="rId2" cstate="print"/>
          <a:srcRect/>
          <a:stretch>
            <a:fillRect/>
          </a:stretch>
        </p:blipFill>
        <p:spPr bwMode="auto">
          <a:xfrm>
            <a:off x="457200" y="1371600"/>
            <a:ext cx="8458200" cy="48006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5257800"/>
            <a:ext cx="6400800" cy="685800"/>
          </a:xfrm>
        </p:spPr>
        <p:txBody>
          <a:bodyPr rtlCol="0">
            <a:noAutofit/>
          </a:bodyPr>
          <a:lstStyle/>
          <a:p>
            <a:pPr algn="ctr" eaLnBrk="1" fontAlgn="auto" hangingPunct="1">
              <a:spcAft>
                <a:spcPts val="0"/>
              </a:spcAft>
              <a:buFont typeface="Arial" pitchFamily="34" charset="0"/>
              <a:buNone/>
              <a:defRPr/>
            </a:pPr>
            <a:r>
              <a:rPr lang="en-US" sz="3600" b="1" dirty="0" smtClean="0">
                <a:solidFill>
                  <a:srgbClr val="0033CC"/>
                </a:solidFill>
                <a:latin typeface="Broadway" pitchFamily="82" charset="0"/>
              </a:rPr>
              <a:t>HIV AND AIDS  DISEASES</a:t>
            </a:r>
            <a:endParaRPr lang="en-US" sz="3600" b="1" dirty="0">
              <a:solidFill>
                <a:srgbClr val="0033CC"/>
              </a:solidFill>
              <a:latin typeface="Broadway" pitchFamily="82" charset="0"/>
            </a:endParaRPr>
          </a:p>
        </p:txBody>
      </p:sp>
      <p:pic>
        <p:nvPicPr>
          <p:cNvPr id="5" name="Picture 4" descr="06-23-11-hiv-aids-scrabble-tiles-istock_000014194955xsmall.jpg"/>
          <p:cNvPicPr>
            <a:picLocks noChangeAspect="1"/>
          </p:cNvPicPr>
          <p:nvPr/>
        </p:nvPicPr>
        <p:blipFill>
          <a:blip r:embed="rId2" cstate="print"/>
          <a:stretch>
            <a:fillRect/>
          </a:stretch>
        </p:blipFill>
        <p:spPr>
          <a:xfrm>
            <a:off x="304800" y="228600"/>
            <a:ext cx="8610600" cy="4572000"/>
          </a:xfrm>
          <a:prstGeom prst="rect">
            <a:avLst/>
          </a:prstGeom>
          <a:ln>
            <a:noFill/>
          </a:ln>
          <a:effectLst>
            <a:softEdge rad="112500"/>
          </a:effectLst>
        </p:spPr>
      </p:pic>
      <p:pic>
        <p:nvPicPr>
          <p:cNvPr id="4" name="Picture 3"/>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563C0163-38EF-4157-8A5C-85A315B78FC1}" type="datetime1">
              <a:rPr lang="en-US" smtClean="0"/>
              <a:pPr/>
              <a:t>11/6/2017</a:t>
            </a:fld>
            <a:endParaRPr lang="en-US"/>
          </a:p>
        </p:txBody>
      </p:sp>
      <p:sp>
        <p:nvSpPr>
          <p:cNvPr id="7" name="Slide Number Placeholder 6"/>
          <p:cNvSpPr>
            <a:spLocks noGrp="1"/>
          </p:cNvSpPr>
          <p:nvPr>
            <p:ph type="sldNum" sz="quarter" idx="12"/>
          </p:nvPr>
        </p:nvSpPr>
        <p:spPr/>
        <p:txBody>
          <a:bodyPr/>
          <a:lstStyle/>
          <a:p>
            <a:fld id="{E20ADA7F-1119-4218-8B48-2B8618AE7494}" type="slidenum">
              <a:rPr lang="en-US" smtClean="0"/>
              <a:pPr/>
              <a:t>4</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mc:AlternateContent xmlns:mc="http://schemas.openxmlformats.org/markup-compatibility/2006">
    <mc:Choice xmlns="" xmlns:p14="http://schemas.microsoft.com/office/powerpoint/2010/main" Requires="p14">
      <p:transition spd="slow" p14:dur="2000" advTm="10000"/>
    </mc:Choice>
    <mc:Fallback>
      <p:transition spd="slow" advTm="10000"/>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HIV &amp; AIDS</a:t>
            </a:r>
            <a:endParaRPr lang="en-IN" b="1" dirty="0">
              <a:solidFill>
                <a:srgbClr val="FF0000"/>
              </a:solidFill>
            </a:endParaRPr>
          </a:p>
        </p:txBody>
      </p:sp>
      <p:sp>
        <p:nvSpPr>
          <p:cNvPr id="4" name="Date Placeholder 3"/>
          <p:cNvSpPr>
            <a:spLocks noGrp="1"/>
          </p:cNvSpPr>
          <p:nvPr>
            <p:ph type="dt" sz="half" idx="10"/>
          </p:nvPr>
        </p:nvSpPr>
        <p:spPr/>
        <p:txBody>
          <a:bodyPr/>
          <a:lstStyle/>
          <a:p>
            <a:fld id="{5A0E8F6C-2BC6-4B1C-9E9A-3CA60990677F}"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E20ADA7F-1119-4218-8B48-2B8618AE7494}" type="slidenum">
              <a:rPr lang="en-US" smtClean="0"/>
              <a:pPr/>
              <a:t>5</a:t>
            </a:fld>
            <a:endParaRPr lang="en-US"/>
          </a:p>
        </p:txBody>
      </p:sp>
      <p:pic>
        <p:nvPicPr>
          <p:cNvPr id="9" name="Content Placeholder 8" descr="A red ribbon in the shape of a bow"/>
          <p:cNvPicPr>
            <a:picLocks noGrp="1"/>
          </p:cNvPicPr>
          <p:nvPr>
            <p:ph idx="1"/>
          </p:nvPr>
        </p:nvPicPr>
        <p:blipFill>
          <a:blip r:embed="rId2" cstate="print"/>
          <a:srcRect/>
          <a:stretch>
            <a:fillRect/>
          </a:stretch>
        </p:blipFill>
        <p:spPr bwMode="auto">
          <a:xfrm>
            <a:off x="914400" y="304800"/>
            <a:ext cx="4038600" cy="5943599"/>
          </a:xfrm>
          <a:prstGeom prst="rect">
            <a:avLst/>
          </a:prstGeom>
          <a:noFill/>
          <a:ln w="9525">
            <a:noFill/>
            <a:miter lim="800000"/>
            <a:headEnd/>
            <a:tailEnd/>
          </a:ln>
        </p:spPr>
      </p:pic>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chemeClr val="accent4">
                    <a:lumMod val="75000"/>
                  </a:schemeClr>
                </a:solidFill>
                <a:latin typeface="Broadway" pitchFamily="82" charset="0"/>
              </a:rPr>
              <a:t>HIV and AIDS</a:t>
            </a:r>
            <a:endParaRPr lang="en-US" sz="3600"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9166F300-810B-4877-891C-C0181878BDF0}"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6</a:t>
            </a:fld>
            <a:endParaRPr lang="en-US"/>
          </a:p>
        </p:txBody>
      </p:sp>
      <p:pic>
        <p:nvPicPr>
          <p:cNvPr id="203778" name="Picture 2" descr="http://image.slidesharecdn.com/hivaids-090815130557-phpapp02/95/hiv-aids-6-638.jpg?cb=1422670662"/>
          <p:cNvPicPr>
            <a:picLocks noChangeAspect="1" noChangeArrowheads="1"/>
          </p:cNvPicPr>
          <p:nvPr/>
        </p:nvPicPr>
        <p:blipFill>
          <a:blip r:embed="rId2" cstate="print"/>
          <a:srcRect/>
          <a:stretch>
            <a:fillRect/>
          </a:stretch>
        </p:blipFill>
        <p:spPr bwMode="auto">
          <a:xfrm>
            <a:off x="381000" y="1524000"/>
            <a:ext cx="8305800" cy="46482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HIV &amp; AIDS</a:t>
            </a:r>
            <a:endParaRPr lang="en-IN" b="1" dirty="0">
              <a:solidFill>
                <a:srgbClr val="FF0000"/>
              </a:solidFill>
            </a:endParaRPr>
          </a:p>
        </p:txBody>
      </p:sp>
      <p:sp>
        <p:nvSpPr>
          <p:cNvPr id="3" name="Content Placeholder 2"/>
          <p:cNvSpPr>
            <a:spLocks noGrp="1"/>
          </p:cNvSpPr>
          <p:nvPr>
            <p:ph idx="1"/>
          </p:nvPr>
        </p:nvSpPr>
        <p:spPr>
          <a:xfrm>
            <a:off x="228600" y="1219200"/>
            <a:ext cx="8686800" cy="5181600"/>
          </a:xfrm>
        </p:spPr>
        <p:txBody>
          <a:bodyPr>
            <a:normAutofit fontScale="85000" lnSpcReduction="20000"/>
          </a:bodyPr>
          <a:lstStyle/>
          <a:p>
            <a:r>
              <a:rPr lang="en-GB" dirty="0" smtClean="0"/>
              <a:t>In 2016 about </a:t>
            </a:r>
            <a:r>
              <a:rPr lang="en-GB" b="1" dirty="0" smtClean="0"/>
              <a:t>36.7 million people were living with HIV and it resulted in 1 million deaths.</a:t>
            </a:r>
            <a:r>
              <a:rPr lang="en-GB" dirty="0" smtClean="0"/>
              <a:t> There were 300,000 fewer new HIV cases in 2016 than in 2015. Most of those infected live in sub-Saharan Africa. </a:t>
            </a:r>
          </a:p>
          <a:p>
            <a:r>
              <a:rPr lang="en-GB" dirty="0" smtClean="0"/>
              <a:t>Between its discovery and 2014 AIDS has caused an estimated </a:t>
            </a:r>
            <a:r>
              <a:rPr lang="en-GB" b="1" dirty="0" smtClean="0"/>
              <a:t>39 million deaths worldwide</a:t>
            </a:r>
            <a:r>
              <a:rPr lang="en-GB" dirty="0" smtClean="0"/>
              <a:t>. HIV/AIDS is considered a pandemic—a disease outbreak which is present over a large area and is actively spreading. HIV is believed to have originated in west-central Africa during the late 19th or early 20th century. </a:t>
            </a:r>
          </a:p>
          <a:p>
            <a:r>
              <a:rPr lang="en-GB" b="1" dirty="0" smtClean="0">
                <a:solidFill>
                  <a:srgbClr val="FF0000"/>
                </a:solidFill>
              </a:rPr>
              <a:t>AIDS was first recognized by the United States </a:t>
            </a:r>
            <a:r>
              <a:rPr lang="en-GB" b="1" dirty="0" err="1" smtClean="0">
                <a:solidFill>
                  <a:srgbClr val="FF0000"/>
                </a:solidFill>
              </a:rPr>
              <a:t>Centers</a:t>
            </a:r>
            <a:r>
              <a:rPr lang="en-GB" b="1" dirty="0" smtClean="0">
                <a:solidFill>
                  <a:srgbClr val="FF0000"/>
                </a:solidFill>
              </a:rPr>
              <a:t> for Disease Control and Prevention (CDC) in 1981 and its cause—HIV infection—was identified in the early part of the decade</a:t>
            </a:r>
            <a:endParaRPr lang="en-IN" b="1" dirty="0">
              <a:solidFill>
                <a:srgbClr val="FF0000"/>
              </a:solidFill>
            </a:endParaRPr>
          </a:p>
        </p:txBody>
      </p:sp>
      <p:sp>
        <p:nvSpPr>
          <p:cNvPr id="4" name="Date Placeholder 3"/>
          <p:cNvSpPr>
            <a:spLocks noGrp="1"/>
          </p:cNvSpPr>
          <p:nvPr>
            <p:ph type="dt" sz="half" idx="10"/>
          </p:nvPr>
        </p:nvSpPr>
        <p:spPr/>
        <p:txBody>
          <a:bodyPr/>
          <a:lstStyle/>
          <a:p>
            <a:fld id="{5A0E8F6C-2BC6-4B1C-9E9A-3CA60990677F}"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E20ADA7F-1119-4218-8B48-2B8618AE7494}" type="slidenum">
              <a:rPr lang="en-US" smtClean="0"/>
              <a:pPr/>
              <a:t>7</a:t>
            </a:fld>
            <a:endParaRPr lang="en-US"/>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2800" b="1" dirty="0" smtClean="0">
                <a:solidFill>
                  <a:srgbClr val="FF0000"/>
                </a:solidFill>
              </a:rPr>
              <a:t>Human immunodeficiency virus infection and acquired immune deficiency syndrome</a:t>
            </a:r>
            <a:r>
              <a:rPr lang="en-GB" sz="2800" dirty="0" smtClean="0">
                <a:solidFill>
                  <a:srgbClr val="FF0000"/>
                </a:solidFill>
              </a:rPr>
              <a:t> (</a:t>
            </a:r>
            <a:r>
              <a:rPr lang="en-GB" sz="2800" b="1" dirty="0" smtClean="0">
                <a:solidFill>
                  <a:srgbClr val="FF0000"/>
                </a:solidFill>
              </a:rPr>
              <a:t>HIV/AIDS</a:t>
            </a:r>
            <a:r>
              <a:rPr lang="en-GB" sz="2800" dirty="0" smtClean="0">
                <a:solidFill>
                  <a:srgbClr val="FF0000"/>
                </a:solidFill>
              </a:rPr>
              <a:t>)</a:t>
            </a:r>
            <a:endParaRPr lang="en-IN" sz="2800" dirty="0">
              <a:solidFill>
                <a:srgbClr val="FF0000"/>
              </a:solidFill>
            </a:endParaRPr>
          </a:p>
        </p:txBody>
      </p:sp>
      <p:sp>
        <p:nvSpPr>
          <p:cNvPr id="3" name="Content Placeholder 2"/>
          <p:cNvSpPr>
            <a:spLocks noGrp="1"/>
          </p:cNvSpPr>
          <p:nvPr>
            <p:ph idx="1"/>
          </p:nvPr>
        </p:nvSpPr>
        <p:spPr>
          <a:xfrm>
            <a:off x="228600" y="1371600"/>
            <a:ext cx="8686800" cy="4953000"/>
          </a:xfrm>
        </p:spPr>
        <p:txBody>
          <a:bodyPr>
            <a:normAutofit fontScale="77500" lnSpcReduction="20000"/>
          </a:bodyPr>
          <a:lstStyle/>
          <a:p>
            <a:pPr>
              <a:buNone/>
            </a:pPr>
            <a:r>
              <a:rPr lang="en-GB" b="1" dirty="0" smtClean="0"/>
              <a:t>Human immunodeficiency virus infection and acquired immune deficiency syndrome</a:t>
            </a:r>
            <a:r>
              <a:rPr lang="en-GB" dirty="0" smtClean="0"/>
              <a:t> (</a:t>
            </a:r>
            <a:r>
              <a:rPr lang="en-GB" b="1" dirty="0" smtClean="0"/>
              <a:t>HIV/AIDS</a:t>
            </a:r>
            <a:r>
              <a:rPr lang="en-GB" dirty="0" smtClean="0"/>
              <a:t>) is a spectrum of conditions caused by infection with the </a:t>
            </a:r>
            <a:r>
              <a:rPr lang="en-GB" b="1" dirty="0" smtClean="0">
                <a:solidFill>
                  <a:srgbClr val="0070C0"/>
                </a:solidFill>
              </a:rPr>
              <a:t>human immunodeficiency virus (HIV)</a:t>
            </a:r>
            <a:r>
              <a:rPr lang="en-GB" dirty="0" smtClean="0"/>
              <a:t>. Following initial infection, a person may not notice any symptoms or may experience a brief period of influenza-like illness. </a:t>
            </a:r>
          </a:p>
          <a:p>
            <a:pPr>
              <a:buNone/>
            </a:pPr>
            <a:r>
              <a:rPr lang="en-GB" dirty="0" smtClean="0"/>
              <a:t>Typically, this is followed by a prolonged period with no symptoms. As the infection progresses, it interferes more with the immune system, increasing the risk of common infections like tuberculosis, as well as other opportunistic infections, and </a:t>
            </a:r>
            <a:r>
              <a:rPr lang="en-GB" dirty="0" err="1" smtClean="0"/>
              <a:t>tumors</a:t>
            </a:r>
            <a:r>
              <a:rPr lang="en-GB" dirty="0" smtClean="0"/>
              <a:t> that rarely affect people who have working immune systems. </a:t>
            </a:r>
          </a:p>
          <a:p>
            <a:pPr>
              <a:buNone/>
            </a:pPr>
            <a:r>
              <a:rPr lang="en-GB" dirty="0" smtClean="0"/>
              <a:t>These late symptoms of infection are referred to as acquired immunodeficiency syndrome (AIDS).This stage is often also associated with weight loss.</a:t>
            </a:r>
            <a:endParaRPr lang="en-IN" dirty="0"/>
          </a:p>
        </p:txBody>
      </p:sp>
      <p:sp>
        <p:nvSpPr>
          <p:cNvPr id="4" name="Date Placeholder 3"/>
          <p:cNvSpPr>
            <a:spLocks noGrp="1"/>
          </p:cNvSpPr>
          <p:nvPr>
            <p:ph type="dt" sz="half" idx="10"/>
          </p:nvPr>
        </p:nvSpPr>
        <p:spPr/>
        <p:txBody>
          <a:bodyPr/>
          <a:lstStyle/>
          <a:p>
            <a:fld id="{5A0E8F6C-2BC6-4B1C-9E9A-3CA60990677F}"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E20ADA7F-1119-4218-8B48-2B8618AE7494}" type="slidenum">
              <a:rPr lang="en-US" smtClean="0"/>
              <a:pPr/>
              <a:t>8</a:t>
            </a:fld>
            <a:endParaRPr lang="en-US"/>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chemeClr val="accent4">
                    <a:lumMod val="75000"/>
                  </a:schemeClr>
                </a:solidFill>
                <a:latin typeface="Broadway" pitchFamily="82" charset="0"/>
              </a:rPr>
              <a:t>What Are HIV &amp; AIDS?</a:t>
            </a:r>
            <a:endParaRPr lang="en-US" dirty="0">
              <a:solidFill>
                <a:schemeClr val="accent4">
                  <a:lumMod val="75000"/>
                </a:schemeClr>
              </a:solidFill>
              <a:latin typeface="Broadway" pitchFamily="82" charset="0"/>
            </a:endParaRPr>
          </a:p>
        </p:txBody>
      </p:sp>
      <p:sp>
        <p:nvSpPr>
          <p:cNvPr id="4099" name="Content Placeholder 2"/>
          <p:cNvSpPr>
            <a:spLocks noGrp="1"/>
          </p:cNvSpPr>
          <p:nvPr>
            <p:ph idx="1"/>
          </p:nvPr>
        </p:nvSpPr>
        <p:spPr>
          <a:xfrm>
            <a:off x="457200" y="1676400"/>
            <a:ext cx="8229600" cy="4495800"/>
          </a:xfrm>
        </p:spPr>
        <p:txBody>
          <a:bodyPr>
            <a:normAutofit fontScale="92500" lnSpcReduction="20000"/>
          </a:bodyPr>
          <a:lstStyle/>
          <a:p>
            <a:pPr eaLnBrk="1" hangingPunct="1"/>
            <a:r>
              <a:rPr lang="en-US" b="1" dirty="0" smtClean="0"/>
              <a:t>HIV~ (Human Immunodeficiency Virus) </a:t>
            </a:r>
            <a:r>
              <a:rPr lang="en-US" dirty="0" smtClean="0"/>
              <a:t> The virus compromises the body’s ability to handle disease and causes AIDS.</a:t>
            </a:r>
          </a:p>
          <a:p>
            <a:pPr eaLnBrk="1" hangingPunct="1"/>
            <a:endParaRPr lang="en-US" dirty="0" smtClean="0"/>
          </a:p>
          <a:p>
            <a:pPr eaLnBrk="1" hangingPunct="1"/>
            <a:r>
              <a:rPr lang="en-US" b="1" dirty="0" smtClean="0"/>
              <a:t>AIDS~ (Acquired Immune Deficiency Syndrome) </a:t>
            </a:r>
            <a:r>
              <a:rPr lang="en-US" dirty="0" smtClean="0"/>
              <a:t>It is related to HIV, but they are not one in the same. A person has AIDS only in the final stages of HIV, after the immune system becomes unable to defend itself against foreign invaders like bacteria, other viruses, and allows the development of certain cancers.</a:t>
            </a:r>
          </a:p>
          <a:p>
            <a:pPr eaLnBrk="1" hangingPunct="1">
              <a:buNone/>
            </a:pPr>
            <a:endParaRPr lang="en-US" dirty="0" smtClean="0"/>
          </a:p>
          <a:p>
            <a:pPr eaLnBrk="1" hangingPunct="1"/>
            <a:endParaRPr lang="en-US" dirty="0" smtClean="0"/>
          </a:p>
          <a:p>
            <a:pPr eaLnBrk="1" hangingPunct="1"/>
            <a:endParaRPr lang="en-US" dirty="0" smtClean="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13351DBF-2C06-4042-BA87-C8B4AF027B15}" type="datetime1">
              <a:rPr lang="en-US" smtClean="0"/>
              <a:pPr/>
              <a:t>11/6/2017</a:t>
            </a:fld>
            <a:endParaRPr lang="en-US"/>
          </a:p>
        </p:txBody>
      </p:sp>
      <p:sp>
        <p:nvSpPr>
          <p:cNvPr id="6" name="Slide Number Placeholder 5"/>
          <p:cNvSpPr>
            <a:spLocks noGrp="1"/>
          </p:cNvSpPr>
          <p:nvPr>
            <p:ph type="sldNum" sz="quarter" idx="12"/>
          </p:nvPr>
        </p:nvSpPr>
        <p:spPr/>
        <p:txBody>
          <a:bodyPr/>
          <a:lstStyle/>
          <a:p>
            <a:fld id="{E20ADA7F-1119-4218-8B48-2B8618AE7494}" type="slidenum">
              <a:rPr lang="en-US" smtClean="0"/>
              <a:pPr/>
              <a:t>9</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mc:AlternateContent xmlns:mc="http://schemas.openxmlformats.org/markup-compatibility/2006">
    <mc:Choice xmlns="" xmlns:p14="http://schemas.microsoft.com/office/powerpoint/2010/main" Requires="p14">
      <p:transition spd="slow" p14:dur="2000" advTm="10000"/>
    </mc:Choice>
    <mc:Fallback>
      <p:transition spd="slow" advTm="10000"/>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2"/>
          <p:cNvSpPr txBox="1">
            <a:spLocks noChangeArrowheads="1"/>
          </p:cNvSpPr>
          <p:nvPr/>
        </p:nvSpPr>
        <p:spPr bwMode="auto">
          <a:xfrm>
            <a:off x="3429000" y="2224088"/>
            <a:ext cx="5562600" cy="5492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ctr"/>
            <a:r>
              <a:rPr lang="en-US" sz="3000" b="1" i="1" dirty="0">
                <a:solidFill>
                  <a:srgbClr val="0033CC"/>
                </a:solidFill>
                <a:effectLst>
                  <a:outerShdw blurRad="38100" dist="38100" dir="2700000" algn="tl">
                    <a:srgbClr val="000000"/>
                  </a:outerShdw>
                </a:effectLst>
                <a:latin typeface="Times" charset="0"/>
              </a:rPr>
              <a:t>Human Immunodeficiency Virus</a:t>
            </a:r>
            <a:endParaRPr lang="en-US" sz="3000" i="1" dirty="0">
              <a:solidFill>
                <a:srgbClr val="0033CC"/>
              </a:solidFill>
              <a:effectLst>
                <a:outerShdw blurRad="38100" dist="38100" dir="2700000" algn="tl">
                  <a:srgbClr val="000000"/>
                </a:outerShdw>
              </a:effectLst>
              <a:latin typeface="Times" charset="0"/>
            </a:endParaRPr>
          </a:p>
        </p:txBody>
      </p:sp>
      <p:sp>
        <p:nvSpPr>
          <p:cNvPr id="2051" name="Text Box 3"/>
          <p:cNvSpPr txBox="1">
            <a:spLocks noChangeArrowheads="1"/>
          </p:cNvSpPr>
          <p:nvPr/>
        </p:nvSpPr>
        <p:spPr bwMode="auto">
          <a:xfrm>
            <a:off x="4114800" y="1249363"/>
            <a:ext cx="3312125"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3600" dirty="0" smtClean="0">
                <a:solidFill>
                  <a:schemeClr val="accent4">
                    <a:lumMod val="75000"/>
                  </a:schemeClr>
                </a:solidFill>
                <a:effectLst>
                  <a:outerShdw blurRad="38100" dist="38100" dir="2700000" algn="tl">
                    <a:srgbClr val="000000"/>
                  </a:outerShdw>
                </a:effectLst>
                <a:latin typeface="Broadway" pitchFamily="82" charset="0"/>
              </a:rPr>
              <a:t>What </a:t>
            </a:r>
            <a:r>
              <a:rPr lang="en-US" sz="3600" dirty="0">
                <a:solidFill>
                  <a:schemeClr val="accent4">
                    <a:lumMod val="75000"/>
                  </a:schemeClr>
                </a:solidFill>
                <a:effectLst>
                  <a:outerShdw blurRad="38100" dist="38100" dir="2700000" algn="tl">
                    <a:srgbClr val="000000"/>
                  </a:outerShdw>
                </a:effectLst>
                <a:latin typeface="Broadway" pitchFamily="82" charset="0"/>
              </a:rPr>
              <a:t>is HIV?</a:t>
            </a:r>
          </a:p>
        </p:txBody>
      </p:sp>
      <p:sp>
        <p:nvSpPr>
          <p:cNvPr id="2052" name="Text Box 4"/>
          <p:cNvSpPr txBox="1">
            <a:spLocks noChangeArrowheads="1"/>
          </p:cNvSpPr>
          <p:nvPr/>
        </p:nvSpPr>
        <p:spPr bwMode="auto">
          <a:xfrm>
            <a:off x="533400" y="3276600"/>
            <a:ext cx="8686800" cy="29238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r>
              <a:rPr lang="en-US" sz="2600" b="1" i="1" dirty="0">
                <a:solidFill>
                  <a:schemeClr val="tx1"/>
                </a:solidFill>
                <a:effectLst>
                  <a:outerShdw blurRad="38100" dist="38100" dir="2700000" algn="tl">
                    <a:srgbClr val="000000"/>
                  </a:outerShdw>
                </a:effectLst>
                <a:latin typeface="Times" charset="0"/>
              </a:rPr>
              <a:t> 		</a:t>
            </a:r>
            <a:r>
              <a:rPr lang="en-US" sz="2600" b="1" dirty="0">
                <a:solidFill>
                  <a:schemeClr val="tx1"/>
                </a:solidFill>
                <a:effectLst>
                  <a:outerShdw blurRad="38100" dist="38100" dir="2700000" algn="tl">
                    <a:srgbClr val="000000"/>
                  </a:outerShdw>
                </a:effectLst>
                <a:latin typeface="Times" charset="0"/>
              </a:rPr>
              <a:t>          </a:t>
            </a:r>
            <a:r>
              <a:rPr lang="en-US" sz="2600" b="1" dirty="0" smtClean="0">
                <a:solidFill>
                  <a:schemeClr val="tx1"/>
                </a:solidFill>
                <a:effectLst>
                  <a:outerShdw blurRad="38100" dist="38100" dir="2700000" algn="tl">
                    <a:srgbClr val="000000"/>
                  </a:outerShdw>
                </a:effectLst>
                <a:latin typeface="Times" charset="0"/>
              </a:rPr>
              <a:t>    </a:t>
            </a:r>
            <a:r>
              <a:rPr lang="en-US" sz="2600" b="1" i="1" dirty="0" smtClean="0">
                <a:effectLst>
                  <a:outerShdw blurRad="38100" dist="38100" dir="2700000" algn="tl">
                    <a:srgbClr val="000000"/>
                  </a:outerShdw>
                </a:effectLst>
                <a:latin typeface="Times" charset="0"/>
              </a:rPr>
              <a:t>an </a:t>
            </a:r>
            <a:r>
              <a:rPr lang="en-US" sz="2600" b="1" i="1" u="sng" dirty="0">
                <a:effectLst>
                  <a:outerShdw blurRad="38100" dist="38100" dir="2700000" algn="tl">
                    <a:srgbClr val="000000"/>
                  </a:outerShdw>
                </a:effectLst>
                <a:latin typeface="Times" charset="0"/>
              </a:rPr>
              <a:t>RNA based virus</a:t>
            </a:r>
            <a:r>
              <a:rPr lang="en-US" sz="2600" b="1" i="1" dirty="0">
                <a:effectLst>
                  <a:outerShdw blurRad="38100" dist="38100" dir="2700000" algn="tl">
                    <a:srgbClr val="000000"/>
                  </a:outerShdw>
                </a:effectLst>
                <a:latin typeface="Times" charset="0"/>
              </a:rPr>
              <a:t> that causes AIDS</a:t>
            </a:r>
            <a:r>
              <a:rPr lang="en-US" sz="2600" b="1" dirty="0">
                <a:solidFill>
                  <a:srgbClr val="EDFA40"/>
                </a:solidFill>
                <a:effectLst>
                  <a:outerShdw blurRad="38100" dist="38100" dir="2700000" algn="tl">
                    <a:srgbClr val="000000"/>
                  </a:outerShdw>
                </a:effectLst>
                <a:latin typeface="Times" charset="0"/>
              </a:rPr>
              <a:t> 		</a:t>
            </a:r>
          </a:p>
          <a:p>
            <a:r>
              <a:rPr lang="en-US" sz="2200" b="1" dirty="0">
                <a:solidFill>
                  <a:srgbClr val="FF0000"/>
                </a:solidFill>
                <a:effectLst>
                  <a:outerShdw blurRad="38100" dist="38100" dir="2700000" algn="tl">
                    <a:srgbClr val="000000"/>
                  </a:outerShdw>
                </a:effectLst>
                <a:latin typeface="+mn-lt"/>
              </a:rPr>
              <a:t>1.  Attacks the Immune System</a:t>
            </a:r>
          </a:p>
          <a:p>
            <a:endParaRPr lang="en-US" sz="2200" b="1" dirty="0">
              <a:solidFill>
                <a:srgbClr val="FF0000"/>
              </a:solidFill>
              <a:effectLst>
                <a:outerShdw blurRad="38100" dist="38100" dir="2700000" algn="tl">
                  <a:srgbClr val="000000"/>
                </a:outerShdw>
              </a:effectLst>
              <a:latin typeface="+mn-lt"/>
            </a:endParaRPr>
          </a:p>
          <a:p>
            <a:r>
              <a:rPr lang="en-US" sz="2200" b="1" dirty="0">
                <a:solidFill>
                  <a:srgbClr val="FF0000"/>
                </a:solidFill>
                <a:effectLst>
                  <a:outerShdw blurRad="38100" dist="38100" dir="2700000" algn="tl">
                    <a:srgbClr val="000000"/>
                  </a:outerShdw>
                </a:effectLst>
                <a:latin typeface="+mn-lt"/>
              </a:rPr>
              <a:t>2.  Destroys the body’s defenses against diseases</a:t>
            </a:r>
          </a:p>
          <a:p>
            <a:endParaRPr lang="en-US" sz="2200" b="1" dirty="0">
              <a:solidFill>
                <a:srgbClr val="FF0000"/>
              </a:solidFill>
              <a:effectLst>
                <a:outerShdw blurRad="38100" dist="38100" dir="2700000" algn="tl">
                  <a:srgbClr val="000000"/>
                </a:outerShdw>
              </a:effectLst>
              <a:latin typeface="+mn-lt"/>
            </a:endParaRPr>
          </a:p>
          <a:p>
            <a:r>
              <a:rPr lang="en-US" sz="2200" b="1" dirty="0">
                <a:solidFill>
                  <a:srgbClr val="FF0000"/>
                </a:solidFill>
                <a:effectLst>
                  <a:outerShdw blurRad="38100" dist="38100" dir="2700000" algn="tl">
                    <a:srgbClr val="000000"/>
                  </a:outerShdw>
                </a:effectLst>
                <a:latin typeface="+mn-lt"/>
              </a:rPr>
              <a:t>3.  Body becomes vulnerable to infections &amp; cancers</a:t>
            </a:r>
          </a:p>
          <a:p>
            <a:r>
              <a:rPr lang="en-US" sz="2200" b="1" dirty="0">
                <a:solidFill>
                  <a:srgbClr val="FF0000"/>
                </a:solidFill>
                <a:effectLst>
                  <a:outerShdw blurRad="38100" dist="38100" dir="2700000" algn="tl">
                    <a:srgbClr val="000000"/>
                  </a:outerShdw>
                </a:effectLst>
                <a:latin typeface="+mn-lt"/>
              </a:rPr>
              <a:t>    that don’t normally develop in healthy people</a:t>
            </a:r>
          </a:p>
        </p:txBody>
      </p:sp>
      <p:pic>
        <p:nvPicPr>
          <p:cNvPr id="2053" name="Picture 5" descr="VIRUS-HIV-struc-600"/>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28600" y="304800"/>
            <a:ext cx="3182938" cy="3352800"/>
          </a:xfrm>
          <a:prstGeom prst="rect">
            <a:avLst/>
          </a:prstGeom>
          <a:noFill/>
          <a:ln w="15875">
            <a:solidFill>
              <a:srgbClr val="800000"/>
            </a:solidFill>
            <a:miter lim="800000"/>
            <a:headEnd/>
            <a:tailEnd/>
          </a:ln>
          <a:extLst>
            <a:ext uri="{909E8E84-426E-40dd-AFC4-6F175D3DCCD1}">
              <a14:hiddenFill xmlns="" xmlns:a14="http://schemas.microsoft.com/office/drawing/2010/main">
                <a:solidFill>
                  <a:srgbClr val="FFFFFF"/>
                </a:solidFill>
              </a14:hiddenFill>
            </a:ext>
          </a:extLst>
        </p:spPr>
      </p:pic>
      <p:sp>
        <p:nvSpPr>
          <p:cNvPr id="8" name="Rectangle 7"/>
          <p:cNvSpPr>
            <a:spLocks noChangeArrowheads="1"/>
          </p:cNvSpPr>
          <p:nvPr/>
        </p:nvSpPr>
        <p:spPr bwMode="auto">
          <a:xfrm>
            <a:off x="0" y="6572250"/>
            <a:ext cx="1378718"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1050" b="1" dirty="0" smtClean="0">
                <a:solidFill>
                  <a:srgbClr val="F96041"/>
                </a:solidFill>
                <a:effectLst>
                  <a:outerShdw blurRad="38100" dist="38100" dir="2700000" algn="tl">
                    <a:srgbClr val="000000"/>
                  </a:outerShdw>
                </a:effectLst>
              </a:rPr>
              <a:t>jschmied</a:t>
            </a:r>
            <a:r>
              <a:rPr lang="en-US" sz="1050" b="1" dirty="0">
                <a:solidFill>
                  <a:srgbClr val="F96041"/>
                </a:solidFill>
                <a:effectLst>
                  <a:outerShdw blurRad="38100" dist="38100" dir="2700000" algn="tl">
                    <a:srgbClr val="000000"/>
                  </a:outerShdw>
                </a:effectLst>
              </a:rPr>
              <a:t>©</a:t>
            </a:r>
            <a:r>
              <a:rPr lang="en-US" sz="1050" b="1" dirty="0" smtClean="0">
                <a:solidFill>
                  <a:srgbClr val="F96041"/>
                </a:solidFill>
                <a:effectLst>
                  <a:outerShdw blurRad="38100" dist="38100" dir="2700000" algn="tl">
                    <a:srgbClr val="000000"/>
                  </a:outerShdw>
                </a:effectLst>
              </a:rPr>
              <a:t>2015</a:t>
            </a:r>
            <a:endParaRPr lang="en-US" sz="1050" b="1" dirty="0">
              <a:solidFill>
                <a:srgbClr val="F96041"/>
              </a:solidFill>
              <a:effectLst>
                <a:outerShdw blurRad="38100" dist="38100" dir="2700000" algn="tl">
                  <a:srgbClr val="000000"/>
                </a:outerShdw>
              </a:effectLst>
            </a:endParaRPr>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9" name="Date Placeholder 8"/>
          <p:cNvSpPr>
            <a:spLocks noGrp="1"/>
          </p:cNvSpPr>
          <p:nvPr>
            <p:ph type="dt" sz="half" idx="10"/>
          </p:nvPr>
        </p:nvSpPr>
        <p:spPr/>
        <p:txBody>
          <a:bodyPr/>
          <a:lstStyle/>
          <a:p>
            <a:fld id="{17C653F9-D09B-4CFB-895A-11F7C869206B}" type="datetime1">
              <a:rPr lang="en-US" smtClean="0"/>
              <a:pPr/>
              <a:t>11/6/2017</a:t>
            </a:fld>
            <a:endParaRPr lang="en-US"/>
          </a:p>
        </p:txBody>
      </p:sp>
      <p:sp>
        <p:nvSpPr>
          <p:cNvPr id="10" name="Slide Number Placeholder 9"/>
          <p:cNvSpPr>
            <a:spLocks noGrp="1"/>
          </p:cNvSpPr>
          <p:nvPr>
            <p:ph type="sldNum" sz="quarter" idx="12"/>
          </p:nvPr>
        </p:nvSpPr>
        <p:spPr/>
        <p:txBody>
          <a:bodyPr/>
          <a:lstStyle/>
          <a:p>
            <a:fld id="{E20ADA7F-1119-4218-8B48-2B8618AE7494}" type="slidenum">
              <a:rPr lang="en-US" smtClean="0"/>
              <a:pPr/>
              <a:t>10</a:t>
            </a:fld>
            <a:endParaRPr lang="en-US"/>
          </a:p>
        </p:txBody>
      </p:sp>
      <p:sp>
        <p:nvSpPr>
          <p:cNvPr id="11" name="Footer Placeholder 10"/>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2050"/>
                                        </p:tgtEl>
                                        <p:attrNameLst>
                                          <p:attrName>style.visibility</p:attrName>
                                        </p:attrNameLst>
                                      </p:cBhvr>
                                      <p:to>
                                        <p:strVal val="visible"/>
                                      </p:to>
                                    </p:set>
                                    <p:anim calcmode="discrete" valueType="clr">
                                      <p:cBhvr override="childStyle">
                                        <p:cTn id="7" dur="80"/>
                                        <p:tgtEl>
                                          <p:spTgt spid="2050"/>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050"/>
                                        </p:tgtEl>
                                        <p:attrNameLst>
                                          <p:attrName>fillcolor</p:attrName>
                                        </p:attrNameLst>
                                      </p:cBhvr>
                                      <p:tavLst>
                                        <p:tav tm="0">
                                          <p:val>
                                            <p:clrVal>
                                              <a:schemeClr val="accent2"/>
                                            </p:clrVal>
                                          </p:val>
                                        </p:tav>
                                        <p:tav tm="50000">
                                          <p:val>
                                            <p:clrVal>
                                              <a:schemeClr val="hlink"/>
                                            </p:clrVal>
                                          </p:val>
                                        </p:tav>
                                      </p:tavLst>
                                    </p:anim>
                                    <p:set>
                                      <p:cBhvr>
                                        <p:cTn id="9" dur="80"/>
                                        <p:tgtEl>
                                          <p:spTgt spid="2050"/>
                                        </p:tgtEl>
                                        <p:attrNameLst>
                                          <p:attrName>fill.type</p:attrName>
                                        </p:attrNameLst>
                                      </p:cBhvr>
                                      <p:to>
                                        <p:strVal val="solid"/>
                                      </p:to>
                                    </p:set>
                                  </p:childTnLst>
                                </p:cTn>
                              </p:par>
                            </p:childTnLst>
                          </p:cTn>
                        </p:par>
                        <p:par>
                          <p:cTn id="10" fill="hold" nodeType="afterGroup">
                            <p:stCondLst>
                              <p:cond delay="1080"/>
                            </p:stCondLst>
                            <p:childTnLst>
                              <p:par>
                                <p:cTn id="11" presetID="27" presetClass="entr" presetSubtype="0" fill="hold" grpId="0" nodeType="afterEffect">
                                  <p:stCondLst>
                                    <p:cond delay="0"/>
                                  </p:stCondLst>
                                  <p:iterate type="lt">
                                    <p:tmPct val="50000"/>
                                  </p:iterate>
                                  <p:childTnLst>
                                    <p:set>
                                      <p:cBhvr>
                                        <p:cTn id="12" dur="1" fill="hold">
                                          <p:stCondLst>
                                            <p:cond delay="0"/>
                                          </p:stCondLst>
                                        </p:cTn>
                                        <p:tgtEl>
                                          <p:spTgt spid="2052"/>
                                        </p:tgtEl>
                                        <p:attrNameLst>
                                          <p:attrName>style.visibility</p:attrName>
                                        </p:attrNameLst>
                                      </p:cBhvr>
                                      <p:to>
                                        <p:strVal val="visible"/>
                                      </p:to>
                                    </p:set>
                                    <p:anim calcmode="discrete" valueType="clr">
                                      <p:cBhvr override="childStyle">
                                        <p:cTn id="13" dur="150"/>
                                        <p:tgtEl>
                                          <p:spTgt spid="2052"/>
                                        </p:tgtEl>
                                        <p:attrNameLst>
                                          <p:attrName>style.color</p:attrName>
                                        </p:attrNameLst>
                                      </p:cBhvr>
                                      <p:tavLst>
                                        <p:tav tm="0">
                                          <p:val>
                                            <p:clrVal>
                                              <a:schemeClr val="accent2"/>
                                            </p:clrVal>
                                          </p:val>
                                        </p:tav>
                                        <p:tav tm="50000">
                                          <p:val>
                                            <p:clrVal>
                                              <a:schemeClr val="hlink"/>
                                            </p:clrVal>
                                          </p:val>
                                        </p:tav>
                                      </p:tavLst>
                                    </p:anim>
                                    <p:anim calcmode="discrete" valueType="clr">
                                      <p:cBhvr>
                                        <p:cTn id="14" dur="150"/>
                                        <p:tgtEl>
                                          <p:spTgt spid="2052"/>
                                        </p:tgtEl>
                                        <p:attrNameLst>
                                          <p:attrName>fillcolor</p:attrName>
                                        </p:attrNameLst>
                                      </p:cBhvr>
                                      <p:tavLst>
                                        <p:tav tm="0">
                                          <p:val>
                                            <p:clrVal>
                                              <a:schemeClr val="accent2"/>
                                            </p:clrVal>
                                          </p:val>
                                        </p:tav>
                                        <p:tav tm="50000">
                                          <p:val>
                                            <p:clrVal>
                                              <a:schemeClr val="hlink"/>
                                            </p:clrVal>
                                          </p:val>
                                        </p:tav>
                                      </p:tavLst>
                                    </p:anim>
                                    <p:set>
                                      <p:cBhvr>
                                        <p:cTn id="15" dur="150"/>
                                        <p:tgtEl>
                                          <p:spTgt spid="205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autoUpdateAnimBg="0"/>
      <p:bldP spid="2052"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1" name="Picture 5" descr="VIRUS-HIV-virion-600"/>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953000" y="1600200"/>
            <a:ext cx="3657600" cy="3852863"/>
          </a:xfrm>
          <a:prstGeom prst="rect">
            <a:avLst/>
          </a:prstGeom>
          <a:noFill/>
          <a:extLst>
            <a:ext uri="{909E8E84-426E-40dd-AFC4-6F175D3DCCD1}">
              <a14:hiddenFill xmlns="" xmlns:a14="http://schemas.microsoft.com/office/drawing/2010/main">
                <a:solidFill>
                  <a:srgbClr val="FFFFFF"/>
                </a:solidFill>
              </a14:hiddenFill>
            </a:ext>
          </a:extLst>
        </p:spPr>
      </p:pic>
      <p:pic>
        <p:nvPicPr>
          <p:cNvPr id="50182" name="Picture 6" descr="VIRUS-HIV-matrix-600"/>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09600" y="1600200"/>
            <a:ext cx="3657600" cy="3852863"/>
          </a:xfrm>
          <a:prstGeom prst="rect">
            <a:avLst/>
          </a:prstGeom>
          <a:noFill/>
          <a:ln w="19050">
            <a:solidFill>
              <a:srgbClr val="333333"/>
            </a:solidFill>
            <a:miter lim="800000"/>
            <a:headEnd/>
            <a:tailEnd/>
          </a:ln>
          <a:extLst>
            <a:ext uri="{909E8E84-426E-40dd-AFC4-6F175D3DCCD1}">
              <a14:hiddenFill xmlns="" xmlns:a14="http://schemas.microsoft.com/office/drawing/2010/main">
                <a:solidFill>
                  <a:srgbClr val="FFFFFF"/>
                </a:solidFill>
              </a14:hiddenFill>
            </a:ext>
          </a:extLst>
        </p:spPr>
      </p:pic>
      <p:sp>
        <p:nvSpPr>
          <p:cNvPr id="50183" name="Text Box 7"/>
          <p:cNvSpPr txBox="1">
            <a:spLocks noChangeArrowheads="1"/>
          </p:cNvSpPr>
          <p:nvPr/>
        </p:nvSpPr>
        <p:spPr bwMode="auto">
          <a:xfrm>
            <a:off x="1447800" y="457200"/>
            <a:ext cx="6081713" cy="7318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4200" b="1" dirty="0">
                <a:solidFill>
                  <a:schemeClr val="folHlink"/>
                </a:solidFill>
                <a:effectLst>
                  <a:outerShdw blurRad="38100" dist="38100" dir="2700000" algn="tl">
                    <a:srgbClr val="000000"/>
                  </a:outerShdw>
                </a:effectLst>
                <a:latin typeface="Times" charset="0"/>
              </a:rPr>
              <a:t>What does HIV look like?</a:t>
            </a:r>
            <a:endParaRPr lang="en-US" sz="2400" dirty="0">
              <a:solidFill>
                <a:schemeClr val="folHlink"/>
              </a:solidFill>
              <a:latin typeface="Times" charset="0"/>
            </a:endParaRPr>
          </a:p>
        </p:txBody>
      </p:sp>
      <p:sp>
        <p:nvSpPr>
          <p:cNvPr id="50184" name="Text Box 8"/>
          <p:cNvSpPr txBox="1">
            <a:spLocks noChangeArrowheads="1"/>
          </p:cNvSpPr>
          <p:nvPr/>
        </p:nvSpPr>
        <p:spPr bwMode="auto">
          <a:xfrm>
            <a:off x="1219200" y="5715000"/>
            <a:ext cx="2287588"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a:solidFill>
                  <a:schemeClr val="folHlink"/>
                </a:solidFill>
                <a:effectLst>
                  <a:outerShdw blurRad="38100" dist="38100" dir="2700000" algn="tl">
                    <a:srgbClr val="000000"/>
                  </a:outerShdw>
                </a:effectLst>
              </a:rPr>
              <a:t>HIV Capsule</a:t>
            </a:r>
          </a:p>
        </p:txBody>
      </p:sp>
      <p:sp>
        <p:nvSpPr>
          <p:cNvPr id="50185" name="Text Box 9"/>
          <p:cNvSpPr txBox="1">
            <a:spLocks noChangeArrowheads="1"/>
          </p:cNvSpPr>
          <p:nvPr/>
        </p:nvSpPr>
        <p:spPr bwMode="auto">
          <a:xfrm>
            <a:off x="6400800" y="5715000"/>
            <a:ext cx="839788"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a:solidFill>
                  <a:schemeClr val="folHlink"/>
                </a:solidFill>
                <a:effectLst>
                  <a:outerShdw blurRad="38100" dist="38100" dir="2700000" algn="tl">
                    <a:srgbClr val="000000"/>
                  </a:outerShdw>
                </a:effectLst>
              </a:rPr>
              <a:t>HIV</a:t>
            </a:r>
          </a:p>
        </p:txBody>
      </p:sp>
      <p:sp>
        <p:nvSpPr>
          <p:cNvPr id="8" name="Rectangle 7"/>
          <p:cNvSpPr>
            <a:spLocks noChangeArrowheads="1"/>
          </p:cNvSpPr>
          <p:nvPr/>
        </p:nvSpPr>
        <p:spPr bwMode="auto">
          <a:xfrm>
            <a:off x="0" y="6572250"/>
            <a:ext cx="1378718"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1050" b="1" dirty="0" smtClean="0">
                <a:solidFill>
                  <a:srgbClr val="F96041"/>
                </a:solidFill>
                <a:effectLst>
                  <a:outerShdw blurRad="38100" dist="38100" dir="2700000" algn="tl">
                    <a:srgbClr val="000000"/>
                  </a:outerShdw>
                </a:effectLst>
              </a:rPr>
              <a:t>jschmied</a:t>
            </a:r>
            <a:r>
              <a:rPr lang="en-US" sz="1050" b="1" dirty="0">
                <a:solidFill>
                  <a:srgbClr val="F96041"/>
                </a:solidFill>
                <a:effectLst>
                  <a:outerShdw blurRad="38100" dist="38100" dir="2700000" algn="tl">
                    <a:srgbClr val="000000"/>
                  </a:outerShdw>
                </a:effectLst>
              </a:rPr>
              <a:t>©</a:t>
            </a:r>
            <a:r>
              <a:rPr lang="en-US" sz="1050" b="1" dirty="0" smtClean="0">
                <a:solidFill>
                  <a:srgbClr val="F96041"/>
                </a:solidFill>
                <a:effectLst>
                  <a:outerShdw blurRad="38100" dist="38100" dir="2700000" algn="tl">
                    <a:srgbClr val="000000"/>
                  </a:outerShdw>
                </a:effectLst>
              </a:rPr>
              <a:t>2015</a:t>
            </a:r>
            <a:endParaRPr lang="en-US" sz="1050" b="1" dirty="0">
              <a:solidFill>
                <a:srgbClr val="F96041"/>
              </a:solidFill>
              <a:effectLst>
                <a:outerShdw blurRad="38100" dist="38100" dir="2700000" algn="tl">
                  <a:srgbClr val="000000"/>
                </a:outerShdw>
              </a:effectLst>
            </a:endParaRPr>
          </a:p>
        </p:txBody>
      </p:sp>
      <p:pic>
        <p:nvPicPr>
          <p:cNvPr id="9" name="Picture 8"/>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
        <p:nvSpPr>
          <p:cNvPr id="10" name="Date Placeholder 9"/>
          <p:cNvSpPr>
            <a:spLocks noGrp="1"/>
          </p:cNvSpPr>
          <p:nvPr>
            <p:ph type="dt" sz="half" idx="10"/>
          </p:nvPr>
        </p:nvSpPr>
        <p:spPr/>
        <p:txBody>
          <a:bodyPr/>
          <a:lstStyle/>
          <a:p>
            <a:fld id="{14ABBE96-1987-42B4-9962-EEB4163287A9}" type="datetime1">
              <a:rPr lang="en-US" smtClean="0"/>
              <a:pPr/>
              <a:t>11/6/2017</a:t>
            </a:fld>
            <a:endParaRPr lang="en-US"/>
          </a:p>
        </p:txBody>
      </p:sp>
      <p:sp>
        <p:nvSpPr>
          <p:cNvPr id="11" name="Slide Number Placeholder 10"/>
          <p:cNvSpPr>
            <a:spLocks noGrp="1"/>
          </p:cNvSpPr>
          <p:nvPr>
            <p:ph type="sldNum" sz="quarter" idx="12"/>
          </p:nvPr>
        </p:nvSpPr>
        <p:spPr/>
        <p:txBody>
          <a:bodyPr/>
          <a:lstStyle/>
          <a:p>
            <a:fld id="{E20ADA7F-1119-4218-8B48-2B8618AE7494}" type="slidenum">
              <a:rPr lang="en-US" smtClean="0"/>
              <a:pPr/>
              <a:t>11</a:t>
            </a:fld>
            <a:endParaRPr lang="en-US"/>
          </a:p>
        </p:txBody>
      </p:sp>
      <p:sp>
        <p:nvSpPr>
          <p:cNvPr id="12" name="Footer Placeholder 11"/>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8" name="Picture 4" descr="VIRUS-HIV-scene-600"/>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924300" y="152400"/>
            <a:ext cx="4914900" cy="6553200"/>
          </a:xfrm>
          <a:prstGeom prst="rect">
            <a:avLst/>
          </a:prstGeom>
          <a:noFill/>
          <a:ln w="25400">
            <a:solidFill>
              <a:srgbClr val="800080"/>
            </a:solidFill>
            <a:miter lim="800000"/>
            <a:headEnd/>
            <a:tailEnd/>
          </a:ln>
          <a:extLst>
            <a:ext uri="{909E8E84-426E-40dd-AFC4-6F175D3DCCD1}">
              <a14:hiddenFill xmlns="" xmlns:a14="http://schemas.microsoft.com/office/drawing/2010/main">
                <a:solidFill>
                  <a:srgbClr val="FFFFFF"/>
                </a:solidFill>
              </a14:hiddenFill>
            </a:ext>
          </a:extLst>
        </p:spPr>
      </p:pic>
      <p:sp>
        <p:nvSpPr>
          <p:cNvPr id="52229" name="Rectangle 5"/>
          <p:cNvSpPr>
            <a:spLocks noChangeArrowheads="1"/>
          </p:cNvSpPr>
          <p:nvPr/>
        </p:nvSpPr>
        <p:spPr bwMode="auto">
          <a:xfrm>
            <a:off x="152400" y="1827213"/>
            <a:ext cx="3581400" cy="32019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ctr"/>
            <a:r>
              <a:rPr lang="en-US" sz="3200" b="1" dirty="0">
                <a:solidFill>
                  <a:schemeClr val="folHlink"/>
                </a:solidFill>
                <a:effectLst>
                  <a:outerShdw blurRad="38100" dist="38100" dir="2700000" algn="tl">
                    <a:srgbClr val="000000"/>
                  </a:outerShdw>
                </a:effectLst>
              </a:rPr>
              <a:t>What does HIV look like?</a:t>
            </a:r>
          </a:p>
          <a:p>
            <a:pPr algn="ctr"/>
            <a:endParaRPr lang="en-US" b="1" dirty="0">
              <a:solidFill>
                <a:schemeClr val="folHlink"/>
              </a:solidFill>
              <a:effectLst>
                <a:outerShdw blurRad="38100" dist="38100" dir="2700000" algn="tl">
                  <a:srgbClr val="000000"/>
                </a:outerShdw>
              </a:effectLst>
            </a:endParaRPr>
          </a:p>
          <a:p>
            <a:pPr algn="ctr"/>
            <a:endParaRPr lang="en-US" b="1" dirty="0">
              <a:solidFill>
                <a:schemeClr val="folHlink"/>
              </a:solidFill>
              <a:effectLst>
                <a:outerShdw blurRad="38100" dist="38100" dir="2700000" algn="tl">
                  <a:srgbClr val="000000"/>
                </a:outerShdw>
              </a:effectLst>
            </a:endParaRPr>
          </a:p>
          <a:p>
            <a:pPr algn="ctr"/>
            <a:r>
              <a:rPr lang="en-US" b="1" i="1" dirty="0">
                <a:solidFill>
                  <a:schemeClr val="folHlink"/>
                </a:solidFill>
                <a:effectLst>
                  <a:outerShdw blurRad="38100" dist="38100" dir="2700000" algn="tl">
                    <a:srgbClr val="000000"/>
                  </a:outerShdw>
                </a:effectLst>
              </a:rPr>
              <a:t>A cut away</a:t>
            </a:r>
          </a:p>
          <a:p>
            <a:pPr algn="ctr"/>
            <a:r>
              <a:rPr lang="en-US" b="1" i="1" dirty="0">
                <a:solidFill>
                  <a:schemeClr val="folHlink"/>
                </a:solidFill>
                <a:effectLst>
                  <a:outerShdw blurRad="38100" dist="38100" dir="2700000" algn="tl">
                    <a:srgbClr val="000000"/>
                  </a:outerShdw>
                </a:effectLst>
              </a:rPr>
              <a:t>view of the virus.</a:t>
            </a:r>
          </a:p>
        </p:txBody>
      </p:sp>
      <p:sp>
        <p:nvSpPr>
          <p:cNvPr id="5" name="Rectangle 7"/>
          <p:cNvSpPr>
            <a:spLocks noChangeArrowheads="1"/>
          </p:cNvSpPr>
          <p:nvPr/>
        </p:nvSpPr>
        <p:spPr bwMode="auto">
          <a:xfrm>
            <a:off x="0" y="6572250"/>
            <a:ext cx="1378718"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1050" b="1" dirty="0" smtClean="0">
                <a:solidFill>
                  <a:srgbClr val="F96041"/>
                </a:solidFill>
                <a:effectLst>
                  <a:outerShdw blurRad="38100" dist="38100" dir="2700000" algn="tl">
                    <a:srgbClr val="000000"/>
                  </a:outerShdw>
                </a:effectLst>
              </a:rPr>
              <a:t>jschmied</a:t>
            </a:r>
            <a:r>
              <a:rPr lang="en-US" sz="1050" b="1" dirty="0">
                <a:solidFill>
                  <a:srgbClr val="F96041"/>
                </a:solidFill>
                <a:effectLst>
                  <a:outerShdw blurRad="38100" dist="38100" dir="2700000" algn="tl">
                    <a:srgbClr val="000000"/>
                  </a:outerShdw>
                </a:effectLst>
              </a:rPr>
              <a:t>©</a:t>
            </a:r>
            <a:r>
              <a:rPr lang="en-US" sz="1050" b="1" dirty="0" smtClean="0">
                <a:solidFill>
                  <a:srgbClr val="F96041"/>
                </a:solidFill>
                <a:effectLst>
                  <a:outerShdw blurRad="38100" dist="38100" dir="2700000" algn="tl">
                    <a:srgbClr val="000000"/>
                  </a:outerShdw>
                </a:effectLst>
              </a:rPr>
              <a:t>2015</a:t>
            </a:r>
            <a:endParaRPr lang="en-US" sz="1050" b="1" dirty="0">
              <a:solidFill>
                <a:srgbClr val="F96041"/>
              </a:solidFill>
              <a:effectLst>
                <a:outerShdw blurRad="38100" dist="38100" dir="2700000" algn="tl">
                  <a:srgbClr val="000000"/>
                </a:outerShdw>
              </a:effectLst>
            </a:endParaRPr>
          </a:p>
        </p:txBody>
      </p:sp>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16EF898E-4D56-4D77-9CA9-295D00BCBEDE}" type="datetime1">
              <a:rPr lang="en-US" smtClean="0"/>
              <a:pPr/>
              <a:t>11/6/2017</a:t>
            </a:fld>
            <a:endParaRPr lang="en-US"/>
          </a:p>
        </p:txBody>
      </p:sp>
      <p:sp>
        <p:nvSpPr>
          <p:cNvPr id="8" name="Slide Number Placeholder 7"/>
          <p:cNvSpPr>
            <a:spLocks noGrp="1"/>
          </p:cNvSpPr>
          <p:nvPr>
            <p:ph type="sldNum" sz="quarter" idx="12"/>
          </p:nvPr>
        </p:nvSpPr>
        <p:spPr/>
        <p:txBody>
          <a:bodyPr/>
          <a:lstStyle/>
          <a:p>
            <a:fld id="{E20ADA7F-1119-4218-8B48-2B8618AE7494}" type="slidenum">
              <a:rPr lang="en-US" smtClean="0"/>
              <a:pPr/>
              <a:t>12</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lumMod val="75000"/>
                  </a:schemeClr>
                </a:solidFill>
                <a:latin typeface="Broadway" pitchFamily="82" charset="0"/>
              </a:rPr>
              <a:t>HIV</a:t>
            </a:r>
            <a:endParaRPr lang="en-US"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76907C73-1DFC-4F91-9F74-8F40FF1B8B23}"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13</a:t>
            </a:fld>
            <a:endParaRPr lang="en-US"/>
          </a:p>
        </p:txBody>
      </p:sp>
      <p:pic>
        <p:nvPicPr>
          <p:cNvPr id="202754" name="Picture 2" descr="http://image.slidesharecdn.com/hivaids-090815130557-phpapp02/95/hiv-aids-7-638.jpg?cb=1422670662"/>
          <p:cNvPicPr>
            <a:picLocks noChangeAspect="1" noChangeArrowheads="1"/>
          </p:cNvPicPr>
          <p:nvPr/>
        </p:nvPicPr>
        <p:blipFill>
          <a:blip r:embed="rId2" cstate="print"/>
          <a:srcRect/>
          <a:stretch>
            <a:fillRect/>
          </a:stretch>
        </p:blipFill>
        <p:spPr bwMode="auto">
          <a:xfrm>
            <a:off x="381000" y="1447800"/>
            <a:ext cx="8458200" cy="47244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solidFill>
                  <a:schemeClr val="accent4">
                    <a:lumMod val="75000"/>
                  </a:schemeClr>
                </a:solidFill>
                <a:latin typeface="Broadway" pitchFamily="82" charset="0"/>
              </a:rPr>
              <a:t>HIV</a:t>
            </a:r>
            <a:endParaRPr lang="en-US"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10197885-627F-4D1D-A20F-655DEACA9DDB}"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14</a:t>
            </a:fld>
            <a:endParaRPr lang="en-US"/>
          </a:p>
        </p:txBody>
      </p:sp>
      <p:pic>
        <p:nvPicPr>
          <p:cNvPr id="201730" name="Picture 2" descr="http://image.slidesharecdn.com/hivaids-090815130557-phpapp02/95/hiv-aids-8-638.jpg?cb=1422670662"/>
          <p:cNvPicPr>
            <a:picLocks noChangeAspect="1" noChangeArrowheads="1"/>
          </p:cNvPicPr>
          <p:nvPr/>
        </p:nvPicPr>
        <p:blipFill>
          <a:blip r:embed="rId2" cstate="print"/>
          <a:srcRect/>
          <a:stretch>
            <a:fillRect/>
          </a:stretch>
        </p:blipFill>
        <p:spPr bwMode="auto">
          <a:xfrm>
            <a:off x="304800" y="1143000"/>
            <a:ext cx="8458200" cy="5172076"/>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4" name="Picture 4" descr="VIRUS-HIV-immune-cells-600"/>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295400" y="1379538"/>
            <a:ext cx="6781800" cy="5291137"/>
          </a:xfrm>
          <a:prstGeom prst="rect">
            <a:avLst/>
          </a:prstGeom>
          <a:noFill/>
          <a:ln w="25400">
            <a:solidFill>
              <a:srgbClr val="800000"/>
            </a:solidFill>
            <a:miter lim="800000"/>
            <a:headEnd/>
            <a:tailEnd/>
          </a:ln>
          <a:extLst>
            <a:ext uri="{909E8E84-426E-40dd-AFC4-6F175D3DCCD1}">
              <a14:hiddenFill xmlns="" xmlns:a14="http://schemas.microsoft.com/office/drawing/2010/main">
                <a:solidFill>
                  <a:srgbClr val="FFFFFF"/>
                </a:solidFill>
              </a14:hiddenFill>
            </a:ext>
          </a:extLst>
        </p:spPr>
      </p:pic>
      <p:sp>
        <p:nvSpPr>
          <p:cNvPr id="51205" name="Text Box 5"/>
          <p:cNvSpPr txBox="1">
            <a:spLocks noChangeArrowheads="1"/>
          </p:cNvSpPr>
          <p:nvPr/>
        </p:nvSpPr>
        <p:spPr bwMode="auto">
          <a:xfrm>
            <a:off x="76200" y="746125"/>
            <a:ext cx="2332690" cy="4770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2500" b="1" i="1" dirty="0">
                <a:solidFill>
                  <a:srgbClr val="0033CC"/>
                </a:solidFill>
                <a:effectLst>
                  <a:outerShdw blurRad="38100" dist="38100" dir="2700000" algn="tl">
                    <a:srgbClr val="000000"/>
                  </a:outerShdw>
                </a:effectLst>
              </a:rPr>
              <a:t>1. T4 or CD4 Cell</a:t>
            </a:r>
          </a:p>
        </p:txBody>
      </p:sp>
      <p:sp>
        <p:nvSpPr>
          <p:cNvPr id="51206" name="Text Box 6"/>
          <p:cNvSpPr txBox="1">
            <a:spLocks noChangeArrowheads="1"/>
          </p:cNvSpPr>
          <p:nvPr/>
        </p:nvSpPr>
        <p:spPr bwMode="auto">
          <a:xfrm>
            <a:off x="6248400" y="746125"/>
            <a:ext cx="1922578" cy="4770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2500" b="1" i="1" dirty="0">
                <a:solidFill>
                  <a:srgbClr val="FF0000"/>
                </a:solidFill>
                <a:effectLst>
                  <a:outerShdw blurRad="38100" dist="38100" dir="2700000" algn="tl">
                    <a:srgbClr val="000000"/>
                  </a:outerShdw>
                </a:effectLst>
              </a:rPr>
              <a:t>2. Antibodies</a:t>
            </a:r>
          </a:p>
        </p:txBody>
      </p:sp>
      <p:sp>
        <p:nvSpPr>
          <p:cNvPr id="51207" name="Line 7"/>
          <p:cNvSpPr>
            <a:spLocks noChangeShapeType="1"/>
          </p:cNvSpPr>
          <p:nvPr/>
        </p:nvSpPr>
        <p:spPr bwMode="auto">
          <a:xfrm flipH="1">
            <a:off x="6705600" y="1219200"/>
            <a:ext cx="685800" cy="685800"/>
          </a:xfrm>
          <a:prstGeom prst="line">
            <a:avLst/>
          </a:prstGeom>
          <a:noFill/>
          <a:ln w="38100">
            <a:solidFill>
              <a:srgbClr val="EDFA4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10" name="Line 10"/>
          <p:cNvSpPr>
            <a:spLocks noChangeShapeType="1"/>
          </p:cNvSpPr>
          <p:nvPr/>
        </p:nvSpPr>
        <p:spPr bwMode="auto">
          <a:xfrm>
            <a:off x="1524000" y="1143000"/>
            <a:ext cx="1676400" cy="1295400"/>
          </a:xfrm>
          <a:prstGeom prst="line">
            <a:avLst/>
          </a:prstGeom>
          <a:noFill/>
          <a:ln w="38100">
            <a:solidFill>
              <a:srgbClr val="EDFA4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11" name="Text Box 11"/>
          <p:cNvSpPr txBox="1">
            <a:spLocks noChangeArrowheads="1"/>
          </p:cNvSpPr>
          <p:nvPr/>
        </p:nvSpPr>
        <p:spPr bwMode="auto">
          <a:xfrm>
            <a:off x="533400" y="79375"/>
            <a:ext cx="7549631" cy="5386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2900" b="1" dirty="0" smtClean="0">
                <a:solidFill>
                  <a:schemeClr val="accent4">
                    <a:lumMod val="75000"/>
                  </a:schemeClr>
                </a:solidFill>
                <a:effectLst>
                  <a:outerShdw blurRad="38100" dist="38100" dir="2700000" algn="tl">
                    <a:srgbClr val="000000"/>
                  </a:outerShdw>
                </a:effectLst>
                <a:latin typeface="Broadway" pitchFamily="82" charset="0"/>
              </a:rPr>
              <a:t>Two </a:t>
            </a:r>
            <a:r>
              <a:rPr lang="en-US" sz="2900" b="1" dirty="0">
                <a:solidFill>
                  <a:schemeClr val="accent4">
                    <a:lumMod val="75000"/>
                  </a:schemeClr>
                </a:solidFill>
                <a:effectLst>
                  <a:outerShdw blurRad="38100" dist="38100" dir="2700000" algn="tl">
                    <a:srgbClr val="000000"/>
                  </a:outerShdw>
                </a:effectLst>
                <a:latin typeface="Broadway" pitchFamily="82" charset="0"/>
              </a:rPr>
              <a:t>Key Parts of the Immune System</a:t>
            </a:r>
          </a:p>
        </p:txBody>
      </p:sp>
      <p:sp>
        <p:nvSpPr>
          <p:cNvPr id="51212" name="Text Box 12"/>
          <p:cNvSpPr txBox="1">
            <a:spLocks noChangeArrowheads="1"/>
          </p:cNvSpPr>
          <p:nvPr/>
        </p:nvSpPr>
        <p:spPr bwMode="auto">
          <a:xfrm>
            <a:off x="228600" y="3886200"/>
            <a:ext cx="865188" cy="4730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2500" b="1" i="1">
                <a:solidFill>
                  <a:srgbClr val="F96041"/>
                </a:solidFill>
                <a:effectLst>
                  <a:outerShdw blurRad="38100" dist="38100" dir="2700000" algn="tl">
                    <a:srgbClr val="000000"/>
                  </a:outerShdw>
                </a:effectLst>
              </a:rPr>
              <a:t>HIV</a:t>
            </a:r>
          </a:p>
        </p:txBody>
      </p:sp>
      <p:sp>
        <p:nvSpPr>
          <p:cNvPr id="51213" name="Line 13"/>
          <p:cNvSpPr>
            <a:spLocks noChangeShapeType="1"/>
          </p:cNvSpPr>
          <p:nvPr/>
        </p:nvSpPr>
        <p:spPr bwMode="auto">
          <a:xfrm flipV="1">
            <a:off x="1143000" y="3886200"/>
            <a:ext cx="457200" cy="228600"/>
          </a:xfrm>
          <a:prstGeom prst="line">
            <a:avLst/>
          </a:prstGeom>
          <a:noFill/>
          <a:ln w="38100">
            <a:solidFill>
              <a:srgbClr val="F9604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 name="Picture 9"/>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11" name="Date Placeholder 10"/>
          <p:cNvSpPr>
            <a:spLocks noGrp="1"/>
          </p:cNvSpPr>
          <p:nvPr>
            <p:ph type="dt" sz="half" idx="10"/>
          </p:nvPr>
        </p:nvSpPr>
        <p:spPr/>
        <p:txBody>
          <a:bodyPr/>
          <a:lstStyle/>
          <a:p>
            <a:fld id="{43212163-1126-4160-AD52-D483E50FA90A}" type="datetime1">
              <a:rPr lang="en-US" smtClean="0"/>
              <a:pPr/>
              <a:t>11/6/2017</a:t>
            </a:fld>
            <a:endParaRPr lang="en-US"/>
          </a:p>
        </p:txBody>
      </p:sp>
      <p:sp>
        <p:nvSpPr>
          <p:cNvPr id="12" name="Slide Number Placeholder 11"/>
          <p:cNvSpPr>
            <a:spLocks noGrp="1"/>
          </p:cNvSpPr>
          <p:nvPr>
            <p:ph type="sldNum" sz="quarter" idx="12"/>
          </p:nvPr>
        </p:nvSpPr>
        <p:spPr/>
        <p:txBody>
          <a:bodyPr/>
          <a:lstStyle/>
          <a:p>
            <a:fld id="{E20ADA7F-1119-4218-8B48-2B8618AE7494}" type="slidenum">
              <a:rPr lang="en-US" smtClean="0"/>
              <a:pPr/>
              <a:t>15</a:t>
            </a:fld>
            <a:endParaRPr lang="en-US"/>
          </a:p>
        </p:txBody>
      </p:sp>
      <p:sp>
        <p:nvSpPr>
          <p:cNvPr id="13" name="Footer Placeholder 12"/>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T4 0r CD4 Cells and Antibodies</a:t>
            </a:r>
            <a:endParaRPr lang="en-US" b="1" dirty="0">
              <a:solidFill>
                <a:srgbClr val="FF0000"/>
              </a:solidFill>
            </a:endParaRPr>
          </a:p>
        </p:txBody>
      </p:sp>
      <p:sp>
        <p:nvSpPr>
          <p:cNvPr id="3" name="Content Placeholder 2"/>
          <p:cNvSpPr>
            <a:spLocks noGrp="1"/>
          </p:cNvSpPr>
          <p:nvPr>
            <p:ph idx="1"/>
          </p:nvPr>
        </p:nvSpPr>
        <p:spPr>
          <a:xfrm>
            <a:off x="304800" y="1219200"/>
            <a:ext cx="8534400" cy="5105400"/>
          </a:xfrm>
        </p:spPr>
        <p:txBody>
          <a:bodyPr>
            <a:normAutofit fontScale="70000" lnSpcReduction="20000"/>
          </a:bodyPr>
          <a:lstStyle/>
          <a:p>
            <a:pPr>
              <a:buNone/>
            </a:pPr>
            <a:r>
              <a:rPr lang="en-US" b="1" i="1" u="sng" dirty="0" smtClean="0"/>
              <a:t>T4/CD4 Cells</a:t>
            </a:r>
          </a:p>
          <a:p>
            <a:r>
              <a:rPr lang="en-US" sz="3400" dirty="0" smtClean="0">
                <a:solidFill>
                  <a:srgbClr val="0033CC"/>
                </a:solidFill>
              </a:rPr>
              <a:t>In </a:t>
            </a:r>
            <a:r>
              <a:rPr lang="en-US" sz="3400" dirty="0" smtClean="0">
                <a:solidFill>
                  <a:srgbClr val="0033CC"/>
                </a:solidFill>
                <a:hlinkClick r:id="rId2" tooltip="Molecular biology"/>
              </a:rPr>
              <a:t>molecular biology</a:t>
            </a:r>
            <a:r>
              <a:rPr lang="en-US" sz="3400" dirty="0" smtClean="0">
                <a:solidFill>
                  <a:srgbClr val="0033CC"/>
                </a:solidFill>
              </a:rPr>
              <a:t>, </a:t>
            </a:r>
            <a:r>
              <a:rPr lang="en-US" sz="3400" b="1" dirty="0" smtClean="0">
                <a:solidFill>
                  <a:srgbClr val="0033CC"/>
                </a:solidFill>
              </a:rPr>
              <a:t>CD4</a:t>
            </a:r>
            <a:r>
              <a:rPr lang="en-US" sz="3400" dirty="0" smtClean="0">
                <a:solidFill>
                  <a:srgbClr val="0033CC"/>
                </a:solidFill>
              </a:rPr>
              <a:t> (</a:t>
            </a:r>
            <a:r>
              <a:rPr lang="en-US" sz="3400" dirty="0" smtClean="0">
                <a:solidFill>
                  <a:srgbClr val="0033CC"/>
                </a:solidFill>
                <a:hlinkClick r:id="rId3" tooltip="Cluster of differentiation"/>
              </a:rPr>
              <a:t>cluster of differentiation</a:t>
            </a:r>
            <a:r>
              <a:rPr lang="en-US" sz="3400" dirty="0" smtClean="0">
                <a:solidFill>
                  <a:srgbClr val="0033CC"/>
                </a:solidFill>
              </a:rPr>
              <a:t> 4) is a </a:t>
            </a:r>
            <a:r>
              <a:rPr lang="en-US" sz="3400" dirty="0" smtClean="0">
                <a:solidFill>
                  <a:srgbClr val="0033CC"/>
                </a:solidFill>
                <a:hlinkClick r:id="rId4" tooltip="Glycoprotein"/>
              </a:rPr>
              <a:t>glycoprotein</a:t>
            </a:r>
            <a:r>
              <a:rPr lang="en-US" sz="3400" dirty="0" smtClean="0">
                <a:solidFill>
                  <a:srgbClr val="0033CC"/>
                </a:solidFill>
              </a:rPr>
              <a:t> found on the surface of immune cells such as </a:t>
            </a:r>
            <a:r>
              <a:rPr lang="en-US" sz="3400" dirty="0" smtClean="0">
                <a:solidFill>
                  <a:srgbClr val="0033CC"/>
                </a:solidFill>
                <a:hlinkClick r:id="rId5" tooltip="T helper cell"/>
              </a:rPr>
              <a:t>T helper cells</a:t>
            </a:r>
            <a:r>
              <a:rPr lang="en-US" sz="3400" dirty="0" smtClean="0">
                <a:solidFill>
                  <a:srgbClr val="0033CC"/>
                </a:solidFill>
              </a:rPr>
              <a:t>, </a:t>
            </a:r>
            <a:r>
              <a:rPr lang="en-US" sz="3400" dirty="0" err="1" smtClean="0">
                <a:solidFill>
                  <a:srgbClr val="0033CC"/>
                </a:solidFill>
                <a:hlinkClick r:id="rId6" tooltip="Monocytes"/>
              </a:rPr>
              <a:t>monocytes</a:t>
            </a:r>
            <a:r>
              <a:rPr lang="en-US" sz="3400" dirty="0" smtClean="0">
                <a:solidFill>
                  <a:srgbClr val="0033CC"/>
                </a:solidFill>
              </a:rPr>
              <a:t>, </a:t>
            </a:r>
            <a:r>
              <a:rPr lang="en-US" sz="3400" dirty="0" smtClean="0">
                <a:solidFill>
                  <a:srgbClr val="0033CC"/>
                </a:solidFill>
                <a:hlinkClick r:id="rId7" tooltip="Macrophages"/>
              </a:rPr>
              <a:t>macrophages</a:t>
            </a:r>
            <a:r>
              <a:rPr lang="en-US" sz="3400" dirty="0" smtClean="0">
                <a:solidFill>
                  <a:srgbClr val="0033CC"/>
                </a:solidFill>
              </a:rPr>
              <a:t>, and </a:t>
            </a:r>
            <a:r>
              <a:rPr lang="en-US" sz="3400" dirty="0" err="1" smtClean="0">
                <a:solidFill>
                  <a:srgbClr val="0033CC"/>
                </a:solidFill>
                <a:hlinkClick r:id="rId8" tooltip="Dendritic cells"/>
              </a:rPr>
              <a:t>dendritic</a:t>
            </a:r>
            <a:r>
              <a:rPr lang="en-US" sz="3400" dirty="0" smtClean="0">
                <a:solidFill>
                  <a:srgbClr val="0033CC"/>
                </a:solidFill>
                <a:hlinkClick r:id="rId8" tooltip="Dendritic cells"/>
              </a:rPr>
              <a:t> cells</a:t>
            </a:r>
            <a:r>
              <a:rPr lang="en-US" sz="3400" dirty="0" smtClean="0">
                <a:solidFill>
                  <a:srgbClr val="0033CC"/>
                </a:solidFill>
              </a:rPr>
              <a:t>.</a:t>
            </a:r>
          </a:p>
          <a:p>
            <a:r>
              <a:rPr lang="en-US" sz="3400" b="1" dirty="0" smtClean="0">
                <a:solidFill>
                  <a:srgbClr val="0033CC"/>
                </a:solidFill>
                <a:hlinkClick r:id="rId5" tooltip="T helper cell"/>
              </a:rPr>
              <a:t>CD4+ T helper cells</a:t>
            </a:r>
            <a:r>
              <a:rPr lang="en-US" sz="3400" b="1" dirty="0" smtClean="0">
                <a:solidFill>
                  <a:srgbClr val="0033CC"/>
                </a:solidFill>
              </a:rPr>
              <a:t> are </a:t>
            </a:r>
            <a:r>
              <a:rPr lang="en-US" sz="3400" b="1" dirty="0" smtClean="0">
                <a:solidFill>
                  <a:srgbClr val="0033CC"/>
                </a:solidFill>
                <a:hlinkClick r:id="rId9" tooltip="Leukocytes"/>
              </a:rPr>
              <a:t>white blood cells</a:t>
            </a:r>
            <a:r>
              <a:rPr lang="en-US" sz="3400" b="1" dirty="0" smtClean="0">
                <a:solidFill>
                  <a:srgbClr val="0033CC"/>
                </a:solidFill>
              </a:rPr>
              <a:t> </a:t>
            </a:r>
            <a:r>
              <a:rPr lang="en-US" sz="3400" dirty="0" smtClean="0">
                <a:solidFill>
                  <a:srgbClr val="0033CC"/>
                </a:solidFill>
              </a:rPr>
              <a:t>that are an essential part of the human immune system. </a:t>
            </a:r>
          </a:p>
          <a:p>
            <a:r>
              <a:rPr lang="en-US" sz="3400" dirty="0" smtClean="0">
                <a:solidFill>
                  <a:srgbClr val="0033CC"/>
                </a:solidFill>
              </a:rPr>
              <a:t>They are often referred to as </a:t>
            </a:r>
            <a:r>
              <a:rPr lang="en-US" sz="3400" b="1" dirty="0" smtClean="0">
                <a:solidFill>
                  <a:srgbClr val="0033CC"/>
                </a:solidFill>
              </a:rPr>
              <a:t>CD4 cells</a:t>
            </a:r>
            <a:r>
              <a:rPr lang="en-US" sz="3400" dirty="0" smtClean="0">
                <a:solidFill>
                  <a:srgbClr val="0033CC"/>
                </a:solidFill>
              </a:rPr>
              <a:t>, </a:t>
            </a:r>
            <a:r>
              <a:rPr lang="en-US" sz="3400" b="1" dirty="0" smtClean="0">
                <a:solidFill>
                  <a:srgbClr val="0033CC"/>
                </a:solidFill>
              </a:rPr>
              <a:t>T-helper cells or T4 cells.</a:t>
            </a:r>
          </a:p>
          <a:p>
            <a:endParaRPr lang="en-US" dirty="0" smtClean="0">
              <a:solidFill>
                <a:srgbClr val="0033CC"/>
              </a:solidFill>
            </a:endParaRPr>
          </a:p>
          <a:p>
            <a:pPr>
              <a:buNone/>
            </a:pPr>
            <a:r>
              <a:rPr lang="en-US" b="1" i="1" u="sng" dirty="0" smtClean="0"/>
              <a:t>Antibodies:</a:t>
            </a:r>
          </a:p>
          <a:p>
            <a:r>
              <a:rPr lang="en-US" sz="3400" dirty="0" smtClean="0">
                <a:solidFill>
                  <a:srgbClr val="FF0000"/>
                </a:solidFill>
              </a:rPr>
              <a:t>An </a:t>
            </a:r>
            <a:r>
              <a:rPr lang="en-US" sz="3400" b="1" dirty="0" smtClean="0">
                <a:solidFill>
                  <a:srgbClr val="FF0000"/>
                </a:solidFill>
              </a:rPr>
              <a:t>antibody</a:t>
            </a:r>
            <a:r>
              <a:rPr lang="en-US" sz="3400" dirty="0" smtClean="0">
                <a:solidFill>
                  <a:srgbClr val="FF0000"/>
                </a:solidFill>
              </a:rPr>
              <a:t> (AB), also known as </a:t>
            </a:r>
            <a:r>
              <a:rPr lang="en-US" sz="3400" b="1" dirty="0" smtClean="0">
                <a:solidFill>
                  <a:srgbClr val="FF0000"/>
                </a:solidFill>
              </a:rPr>
              <a:t>an immunoglobulin </a:t>
            </a:r>
            <a:r>
              <a:rPr lang="en-US" sz="3400" dirty="0" smtClean="0">
                <a:solidFill>
                  <a:srgbClr val="FF0000"/>
                </a:solidFill>
              </a:rPr>
              <a:t>(</a:t>
            </a:r>
            <a:r>
              <a:rPr lang="en-US" sz="3400" dirty="0" err="1" smtClean="0">
                <a:solidFill>
                  <a:srgbClr val="FF0000"/>
                </a:solidFill>
              </a:rPr>
              <a:t>Ig</a:t>
            </a:r>
            <a:r>
              <a:rPr lang="en-US" sz="3400" dirty="0" smtClean="0">
                <a:solidFill>
                  <a:srgbClr val="FF0000"/>
                </a:solidFill>
              </a:rPr>
              <a:t>), is a large Y-shape protein produced by plasma cells that is used by the immune system </a:t>
            </a:r>
            <a:r>
              <a:rPr lang="en-US" sz="3400" u="sng" dirty="0" smtClean="0">
                <a:solidFill>
                  <a:srgbClr val="FF0000"/>
                </a:solidFill>
              </a:rPr>
              <a:t>to identify and neutralize foreign objects such as bacteria and viruses. </a:t>
            </a:r>
          </a:p>
          <a:p>
            <a:r>
              <a:rPr lang="en-US" sz="3400" dirty="0" smtClean="0">
                <a:solidFill>
                  <a:srgbClr val="0070C0"/>
                </a:solidFill>
              </a:rPr>
              <a:t>The </a:t>
            </a:r>
            <a:r>
              <a:rPr lang="en-US" sz="3400" b="1" u="sng" dirty="0" smtClean="0">
                <a:solidFill>
                  <a:srgbClr val="0070C0"/>
                </a:solidFill>
              </a:rPr>
              <a:t>antibody</a:t>
            </a:r>
            <a:r>
              <a:rPr lang="en-US" sz="3400" u="sng" dirty="0" smtClean="0">
                <a:solidFill>
                  <a:srgbClr val="0070C0"/>
                </a:solidFill>
              </a:rPr>
              <a:t> </a:t>
            </a:r>
            <a:r>
              <a:rPr lang="en-US" sz="3400" dirty="0" smtClean="0">
                <a:solidFill>
                  <a:srgbClr val="0070C0"/>
                </a:solidFill>
              </a:rPr>
              <a:t>recognizes a unique part of the foreign target, called an </a:t>
            </a:r>
            <a:r>
              <a:rPr lang="en-US" sz="3400" b="1" u="sng" dirty="0" smtClean="0">
                <a:solidFill>
                  <a:srgbClr val="0070C0"/>
                </a:solidFill>
              </a:rPr>
              <a:t>antigen.</a:t>
            </a:r>
          </a:p>
          <a:p>
            <a:endParaRPr lang="en-US" sz="3400" dirty="0">
              <a:solidFill>
                <a:srgbClr val="FF0000"/>
              </a:solidFill>
            </a:endParaRPr>
          </a:p>
        </p:txBody>
      </p:sp>
      <p:sp>
        <p:nvSpPr>
          <p:cNvPr id="4" name="Date Placeholder 3"/>
          <p:cNvSpPr>
            <a:spLocks noGrp="1"/>
          </p:cNvSpPr>
          <p:nvPr>
            <p:ph type="dt" sz="half" idx="10"/>
          </p:nvPr>
        </p:nvSpPr>
        <p:spPr/>
        <p:txBody>
          <a:bodyPr/>
          <a:lstStyle/>
          <a:p>
            <a:fld id="{21F6D3CC-19EE-49C9-B1C6-804CDD08E009}"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16</a:t>
            </a:fld>
            <a:endParaRPr lang="en-US"/>
          </a:p>
        </p:txBody>
      </p:sp>
      <p:pic>
        <p:nvPicPr>
          <p:cNvPr id="7" name="Picture 6"/>
          <p:cNvPicPr/>
          <p:nvPr/>
        </p:nvPicPr>
        <p:blipFill>
          <a:blip r:embed="rId10"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5575"/>
            <a:ext cx="8229600" cy="1139825"/>
          </a:xfrm>
        </p:spPr>
        <p:txBody>
          <a:bodyPr/>
          <a:lstStyle/>
          <a:p>
            <a:r>
              <a:rPr lang="en-US" sz="3600" dirty="0" smtClean="0">
                <a:solidFill>
                  <a:schemeClr val="accent4">
                    <a:lumMod val="75000"/>
                  </a:schemeClr>
                </a:solidFill>
                <a:latin typeface="Broadway" pitchFamily="82" charset="0"/>
              </a:rPr>
              <a:t>Healthy T Cell &amp; Infected T Cell</a:t>
            </a:r>
            <a:endParaRPr lang="en-US" sz="3600" dirty="0">
              <a:solidFill>
                <a:schemeClr val="accent4">
                  <a:lumMod val="75000"/>
                </a:schemeClr>
              </a:solidFill>
              <a:latin typeface="Broadway" pitchFamily="82" charset="0"/>
            </a:endParaRPr>
          </a:p>
        </p:txBody>
      </p:sp>
      <p:pic>
        <p:nvPicPr>
          <p:cNvPr id="4" name="Picture 3">
            <a:hlinkClick r:id="rId2"/>
          </p:cNvPr>
          <p:cNvPicPr>
            <a:picLocks noChangeAspect="1"/>
          </p:cNvPicPr>
          <p:nvPr/>
        </p:nvPicPr>
        <p:blipFill>
          <a:blip r:embed="rId3" cstate="print"/>
          <a:stretch>
            <a:fillRect/>
          </a:stretch>
        </p:blipFill>
        <p:spPr>
          <a:xfrm>
            <a:off x="457200" y="1271091"/>
            <a:ext cx="7162800" cy="5053509"/>
          </a:xfrm>
          <a:prstGeom prst="rect">
            <a:avLst/>
          </a:prstGeom>
          <a:ln w="28575" cmpd="sng">
            <a:solidFill>
              <a:srgbClr val="800000"/>
            </a:solidFill>
          </a:ln>
        </p:spPr>
      </p:pic>
      <p:sp>
        <p:nvSpPr>
          <p:cNvPr id="5" name="TextBox 4"/>
          <p:cNvSpPr txBox="1"/>
          <p:nvPr/>
        </p:nvSpPr>
        <p:spPr>
          <a:xfrm>
            <a:off x="7565391" y="1447800"/>
            <a:ext cx="1427635" cy="1384995"/>
          </a:xfrm>
          <a:prstGeom prst="rect">
            <a:avLst/>
          </a:prstGeom>
          <a:noFill/>
        </p:spPr>
        <p:txBody>
          <a:bodyPr wrap="none" rtlCol="0">
            <a:spAutoFit/>
          </a:bodyPr>
          <a:lstStyle/>
          <a:p>
            <a:pPr algn="ctr"/>
            <a:r>
              <a:rPr lang="en-US" sz="2800" dirty="0" smtClean="0"/>
              <a:t>HIV </a:t>
            </a:r>
          </a:p>
          <a:p>
            <a:pPr algn="ctr"/>
            <a:r>
              <a:rPr lang="en-US" sz="2800" dirty="0" smtClean="0"/>
              <a:t>Particles</a:t>
            </a:r>
          </a:p>
          <a:p>
            <a:pPr algn="ctr"/>
            <a:r>
              <a:rPr lang="en-US" sz="2800" dirty="0" smtClean="0"/>
              <a:t>(yellow) </a:t>
            </a:r>
            <a:endParaRPr lang="en-US" sz="2800" dirty="0"/>
          </a:p>
        </p:txBody>
      </p:sp>
      <p:sp>
        <p:nvSpPr>
          <p:cNvPr id="6" name="Line 7"/>
          <p:cNvSpPr>
            <a:spLocks noChangeShapeType="1"/>
          </p:cNvSpPr>
          <p:nvPr/>
        </p:nvSpPr>
        <p:spPr bwMode="auto">
          <a:xfrm flipH="1">
            <a:off x="6324600" y="2286000"/>
            <a:ext cx="1447800" cy="533400"/>
          </a:xfrm>
          <a:prstGeom prst="line">
            <a:avLst/>
          </a:prstGeom>
          <a:noFill/>
          <a:ln w="38100">
            <a:solidFill>
              <a:srgbClr val="EDFA4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7" name="Picture 6"/>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
        <p:nvSpPr>
          <p:cNvPr id="8" name="Date Placeholder 7"/>
          <p:cNvSpPr>
            <a:spLocks noGrp="1"/>
          </p:cNvSpPr>
          <p:nvPr>
            <p:ph type="dt" sz="half" idx="10"/>
          </p:nvPr>
        </p:nvSpPr>
        <p:spPr/>
        <p:txBody>
          <a:bodyPr/>
          <a:lstStyle/>
          <a:p>
            <a:fld id="{7E145D98-86D3-4BEA-A839-6873E93E43A0}" type="datetime1">
              <a:rPr lang="en-US" smtClean="0"/>
              <a:pPr/>
              <a:t>11/6/2017</a:t>
            </a:fld>
            <a:endParaRPr lang="en-US"/>
          </a:p>
        </p:txBody>
      </p:sp>
      <p:sp>
        <p:nvSpPr>
          <p:cNvPr id="9" name="Slide Number Placeholder 8"/>
          <p:cNvSpPr>
            <a:spLocks noGrp="1"/>
          </p:cNvSpPr>
          <p:nvPr>
            <p:ph type="sldNum" sz="quarter" idx="12"/>
          </p:nvPr>
        </p:nvSpPr>
        <p:spPr/>
        <p:txBody>
          <a:bodyPr/>
          <a:lstStyle/>
          <a:p>
            <a:fld id="{E20ADA7F-1119-4218-8B48-2B8618AE7494}" type="slidenum">
              <a:rPr lang="en-US" smtClean="0"/>
              <a:pPr/>
              <a:t>17</a:t>
            </a:fld>
            <a:endParaRPr lang="en-US"/>
          </a:p>
        </p:txBody>
      </p:sp>
      <p:sp>
        <p:nvSpPr>
          <p:cNvPr id="10" name="Footer Placeholder 9"/>
          <p:cNvSpPr>
            <a:spLocks noGrp="1"/>
          </p:cNvSpPr>
          <p:nvPr>
            <p:ph type="ftr" sz="quarter" idx="11"/>
          </p:nvPr>
        </p:nvSpPr>
        <p:spPr/>
        <p:txBody>
          <a:bodyPr/>
          <a:lstStyle/>
          <a:p>
            <a:r>
              <a:rPr lang="en-US" smtClean="0"/>
              <a:t>Dr Jyoti K Sharma</a:t>
            </a:r>
            <a:endParaRPr lang="en-US"/>
          </a:p>
        </p:txBody>
      </p:sp>
    </p:spTree>
    <p:extLst>
      <p:ext uri="{BB962C8B-B14F-4D97-AF65-F5344CB8AC3E}">
        <p14:creationId xmlns="" xmlns:p14="http://schemas.microsoft.com/office/powerpoint/2010/main" val="317295149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1676400" y="381000"/>
            <a:ext cx="4568879"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3600" b="1" dirty="0">
                <a:solidFill>
                  <a:schemeClr val="accent4">
                    <a:lumMod val="75000"/>
                  </a:schemeClr>
                </a:solidFill>
                <a:effectLst>
                  <a:outerShdw blurRad="38100" dist="38100" dir="2700000" algn="tl">
                    <a:srgbClr val="000000"/>
                  </a:outerShdw>
                </a:effectLst>
                <a:latin typeface="Broadway" pitchFamily="82" charset="0"/>
              </a:rPr>
              <a:t>HIV Transmission</a:t>
            </a:r>
          </a:p>
        </p:txBody>
      </p:sp>
      <p:sp>
        <p:nvSpPr>
          <p:cNvPr id="56323" name="Text Box 3"/>
          <p:cNvSpPr txBox="1">
            <a:spLocks noChangeArrowheads="1"/>
          </p:cNvSpPr>
          <p:nvPr/>
        </p:nvSpPr>
        <p:spPr bwMode="auto">
          <a:xfrm>
            <a:off x="152400" y="1766888"/>
            <a:ext cx="3994150" cy="44935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charset="0"/>
              </a:defRPr>
            </a:lvl1pPr>
            <a:lvl2pPr marL="914400" indent="-457200">
              <a:defRPr sz="2400">
                <a:solidFill>
                  <a:schemeClr val="tx1"/>
                </a:solidFill>
                <a:latin typeface="Times" charset="0"/>
              </a:defRPr>
            </a:lvl2pPr>
            <a:lvl3pPr marL="1371600" indent="-457200">
              <a:defRPr sz="2400">
                <a:solidFill>
                  <a:schemeClr val="tx1"/>
                </a:solidFill>
                <a:latin typeface="Times" charset="0"/>
              </a:defRPr>
            </a:lvl3pPr>
            <a:lvl4pPr marL="1828800" indent="-457200">
              <a:defRPr sz="2400">
                <a:solidFill>
                  <a:schemeClr val="tx1"/>
                </a:solidFill>
                <a:latin typeface="Times" charset="0"/>
              </a:defRPr>
            </a:lvl4pPr>
            <a:lvl5pPr marL="2286000" indent="-457200">
              <a:defRPr sz="2400">
                <a:solidFill>
                  <a:schemeClr val="tx1"/>
                </a:solidFill>
                <a:latin typeface="Times" charset="0"/>
              </a:defRPr>
            </a:lvl5pPr>
            <a:lvl6pPr marL="2743200" indent="-457200" eaLnBrk="0" fontAlgn="base" hangingPunct="0">
              <a:spcBef>
                <a:spcPct val="0"/>
              </a:spcBef>
              <a:spcAft>
                <a:spcPct val="0"/>
              </a:spcAft>
              <a:defRPr sz="2400">
                <a:solidFill>
                  <a:schemeClr val="tx1"/>
                </a:solidFill>
                <a:latin typeface="Times" charset="0"/>
              </a:defRPr>
            </a:lvl6pPr>
            <a:lvl7pPr marL="3200400" indent="-457200" eaLnBrk="0" fontAlgn="base" hangingPunct="0">
              <a:spcBef>
                <a:spcPct val="0"/>
              </a:spcBef>
              <a:spcAft>
                <a:spcPct val="0"/>
              </a:spcAft>
              <a:defRPr sz="2400">
                <a:solidFill>
                  <a:schemeClr val="tx1"/>
                </a:solidFill>
                <a:latin typeface="Times" charset="0"/>
              </a:defRPr>
            </a:lvl7pPr>
            <a:lvl8pPr marL="3657600" indent="-457200" eaLnBrk="0" fontAlgn="base" hangingPunct="0">
              <a:spcBef>
                <a:spcPct val="0"/>
              </a:spcBef>
              <a:spcAft>
                <a:spcPct val="0"/>
              </a:spcAft>
              <a:defRPr sz="2400">
                <a:solidFill>
                  <a:schemeClr val="tx1"/>
                </a:solidFill>
                <a:latin typeface="Times" charset="0"/>
              </a:defRPr>
            </a:lvl8pPr>
            <a:lvl9pPr marL="4114800" indent="-457200" eaLnBrk="0" fontAlgn="base" hangingPunct="0">
              <a:spcBef>
                <a:spcPct val="0"/>
              </a:spcBef>
              <a:spcAft>
                <a:spcPct val="0"/>
              </a:spcAft>
              <a:defRPr sz="2400">
                <a:solidFill>
                  <a:schemeClr val="tx1"/>
                </a:solidFill>
                <a:latin typeface="Times" charset="0"/>
              </a:defRPr>
            </a:lvl9pPr>
          </a:lstStyle>
          <a:p>
            <a:r>
              <a:rPr lang="en-US" sz="3000" b="1" dirty="0">
                <a:solidFill>
                  <a:srgbClr val="FF0000"/>
                </a:solidFill>
                <a:effectLst>
                  <a:outerShdw blurRad="38100" dist="38100" dir="2700000" algn="tl">
                    <a:srgbClr val="000000"/>
                  </a:outerShdw>
                </a:effectLst>
                <a:latin typeface="+mn-lt"/>
              </a:rPr>
              <a:t>Requires:</a:t>
            </a:r>
          </a:p>
          <a:p>
            <a:endParaRPr lang="en-US" sz="3000" b="1" dirty="0">
              <a:solidFill>
                <a:schemeClr val="folHlink"/>
              </a:solidFill>
              <a:effectLst>
                <a:outerShdw blurRad="38100" dist="38100" dir="2700000" algn="tl">
                  <a:srgbClr val="000000"/>
                </a:outerShdw>
              </a:effectLst>
              <a:latin typeface="+mn-lt"/>
            </a:endParaRPr>
          </a:p>
          <a:p>
            <a:r>
              <a:rPr lang="en-US" b="1" dirty="0">
                <a:solidFill>
                  <a:schemeClr val="folHlink"/>
                </a:solidFill>
                <a:effectLst>
                  <a:outerShdw blurRad="38100" dist="38100" dir="2700000" algn="tl">
                    <a:srgbClr val="000000"/>
                  </a:outerShdw>
                </a:effectLst>
                <a:latin typeface="+mn-lt"/>
              </a:rPr>
              <a:t>1. </a:t>
            </a:r>
            <a:r>
              <a:rPr lang="en-US" b="1" u="sng" dirty="0">
                <a:solidFill>
                  <a:schemeClr val="folHlink"/>
                </a:solidFill>
                <a:effectLst>
                  <a:outerShdw blurRad="38100" dist="38100" dir="2700000" algn="tl">
                    <a:srgbClr val="000000"/>
                  </a:outerShdw>
                </a:effectLst>
                <a:latin typeface="+mn-lt"/>
              </a:rPr>
              <a:t>Infected</a:t>
            </a:r>
            <a:r>
              <a:rPr lang="en-US" b="1" dirty="0">
                <a:solidFill>
                  <a:schemeClr val="folHlink"/>
                </a:solidFill>
                <a:effectLst>
                  <a:outerShdw blurRad="38100" dist="38100" dir="2700000" algn="tl">
                    <a:srgbClr val="000000"/>
                  </a:outerShdw>
                </a:effectLst>
                <a:latin typeface="+mn-lt"/>
              </a:rPr>
              <a:t> body fluid</a:t>
            </a:r>
          </a:p>
          <a:p>
            <a:endParaRPr lang="en-US" sz="3000" b="1" dirty="0">
              <a:solidFill>
                <a:srgbClr val="FF0000"/>
              </a:solidFill>
              <a:effectLst>
                <a:outerShdw blurRad="38100" dist="38100" dir="2700000" algn="tl">
                  <a:srgbClr val="000000"/>
                </a:outerShdw>
              </a:effectLst>
              <a:latin typeface="+mn-lt"/>
            </a:endParaRPr>
          </a:p>
          <a:p>
            <a:r>
              <a:rPr lang="en-US" sz="3000" b="1" i="1" dirty="0">
                <a:solidFill>
                  <a:srgbClr val="FF0000"/>
                </a:solidFill>
                <a:effectLst>
                  <a:outerShdw blurRad="38100" dist="38100" dir="2700000" algn="tl">
                    <a:srgbClr val="000000"/>
                  </a:outerShdw>
                </a:effectLst>
                <a:latin typeface="+mn-lt"/>
              </a:rPr>
              <a:t>    </a:t>
            </a:r>
            <a:r>
              <a:rPr lang="en-US" sz="2800" b="1" i="1" dirty="0">
                <a:solidFill>
                  <a:srgbClr val="FF0000"/>
                </a:solidFill>
                <a:effectLst>
                  <a:outerShdw blurRad="38100" dist="38100" dir="2700000" algn="tl">
                    <a:srgbClr val="000000"/>
                  </a:outerShdw>
                </a:effectLst>
                <a:latin typeface="+mn-lt"/>
              </a:rPr>
              <a:t>AND</a:t>
            </a:r>
          </a:p>
          <a:p>
            <a:endParaRPr lang="en-US" sz="3000" b="1" dirty="0">
              <a:solidFill>
                <a:srgbClr val="FF0000"/>
              </a:solidFill>
              <a:effectLst>
                <a:outerShdw blurRad="38100" dist="38100" dir="2700000" algn="tl">
                  <a:srgbClr val="000000"/>
                </a:outerShdw>
              </a:effectLst>
              <a:latin typeface="+mn-lt"/>
            </a:endParaRPr>
          </a:p>
          <a:p>
            <a:r>
              <a:rPr lang="en-US" b="1" dirty="0">
                <a:solidFill>
                  <a:schemeClr val="folHlink"/>
                </a:solidFill>
                <a:effectLst>
                  <a:outerShdw blurRad="38100" dist="38100" dir="2700000" algn="tl">
                    <a:srgbClr val="000000"/>
                  </a:outerShdw>
                </a:effectLst>
                <a:latin typeface="+mn-lt"/>
              </a:rPr>
              <a:t>2. Entry into </a:t>
            </a:r>
            <a:r>
              <a:rPr lang="en-US" b="1" dirty="0" smtClean="0">
                <a:solidFill>
                  <a:schemeClr val="folHlink"/>
                </a:solidFill>
                <a:effectLst>
                  <a:outerShdw blurRad="38100" dist="38100" dir="2700000" algn="tl">
                    <a:srgbClr val="000000"/>
                  </a:outerShdw>
                </a:effectLst>
                <a:latin typeface="+mn-lt"/>
              </a:rPr>
              <a:t>body</a:t>
            </a:r>
            <a:endParaRPr lang="en-US" b="1" dirty="0">
              <a:solidFill>
                <a:schemeClr val="folHlink"/>
              </a:solidFill>
              <a:effectLst>
                <a:outerShdw blurRad="38100" dist="38100" dir="2700000" algn="tl">
                  <a:srgbClr val="000000"/>
                </a:outerShdw>
              </a:effectLst>
              <a:latin typeface="+mn-lt"/>
            </a:endParaRPr>
          </a:p>
          <a:p>
            <a:endParaRPr lang="en-US" sz="3000" b="1" dirty="0">
              <a:solidFill>
                <a:schemeClr val="folHlink"/>
              </a:solidFill>
              <a:effectLst>
                <a:outerShdw blurRad="38100" dist="38100" dir="2700000" algn="tl">
                  <a:srgbClr val="000000"/>
                </a:outerShdw>
              </a:effectLst>
            </a:endParaRPr>
          </a:p>
          <a:p>
            <a:endParaRPr lang="en-US" sz="3000" b="1" dirty="0">
              <a:solidFill>
                <a:schemeClr val="folHlink"/>
              </a:solidFill>
            </a:endParaRPr>
          </a:p>
          <a:p>
            <a:endParaRPr lang="en-US" sz="2800" b="1" dirty="0">
              <a:solidFill>
                <a:srgbClr val="EDFA40"/>
              </a:solidFill>
              <a:latin typeface="Verdana" pitchFamily="34" charset="0"/>
            </a:endParaRPr>
          </a:p>
        </p:txBody>
      </p:sp>
      <p:pic>
        <p:nvPicPr>
          <p:cNvPr id="56324" name="Picture 4" descr="VIRUS-HIV-life-cycle-600"/>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048000" y="1143000"/>
            <a:ext cx="5867400" cy="5105400"/>
          </a:xfrm>
          <a:prstGeom prst="rect">
            <a:avLst/>
          </a:prstGeom>
          <a:noFill/>
          <a:ln w="19050">
            <a:solidFill>
              <a:srgbClr val="800000"/>
            </a:solidFill>
            <a:miter lim="800000"/>
            <a:headEnd/>
            <a:tailEnd/>
          </a:ln>
          <a:extLst>
            <a:ext uri="{909E8E84-426E-40dd-AFC4-6F175D3DCCD1}">
              <a14:hiddenFill xmlns="" xmlns:a14="http://schemas.microsoft.com/office/drawing/2010/main">
                <a:solidFill>
                  <a:srgbClr val="FFFFFF"/>
                </a:solidFill>
              </a14:hiddenFill>
            </a:ext>
          </a:extLst>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473AD4AE-D761-401F-AFF0-CEA83EFDC9C7}" type="datetime1">
              <a:rPr lang="en-US" smtClean="0"/>
              <a:pPr/>
              <a:t>11/6/2017</a:t>
            </a:fld>
            <a:endParaRPr lang="en-US"/>
          </a:p>
        </p:txBody>
      </p:sp>
      <p:sp>
        <p:nvSpPr>
          <p:cNvPr id="7" name="Slide Number Placeholder 6"/>
          <p:cNvSpPr>
            <a:spLocks noGrp="1"/>
          </p:cNvSpPr>
          <p:nvPr>
            <p:ph type="sldNum" sz="quarter" idx="12"/>
          </p:nvPr>
        </p:nvSpPr>
        <p:spPr/>
        <p:txBody>
          <a:bodyPr/>
          <a:lstStyle/>
          <a:p>
            <a:fld id="{E20ADA7F-1119-4218-8B48-2B8618AE7494}" type="slidenum">
              <a:rPr lang="en-US" smtClean="0"/>
              <a:pPr/>
              <a:t>18</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solidFill>
                  <a:schemeClr val="accent4">
                    <a:lumMod val="75000"/>
                  </a:schemeClr>
                </a:solidFill>
                <a:latin typeface="Broadway" pitchFamily="82" charset="0"/>
              </a:rPr>
              <a:t>HIV Infection Transmission from one person to another</a:t>
            </a:r>
            <a:endParaRPr lang="en-US" sz="3200"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37A8614C-D7A7-403B-82C3-5702AF84D268}"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19</a:t>
            </a:fld>
            <a:endParaRPr lang="en-US"/>
          </a:p>
        </p:txBody>
      </p:sp>
      <p:pic>
        <p:nvPicPr>
          <p:cNvPr id="217090" name="Picture 2" descr="http://image.slidesharecdn.com/hivaids-090815130557-phpapp02/95/hiv-aids-23-638.jpg?cb=1422670662"/>
          <p:cNvPicPr>
            <a:picLocks noChangeAspect="1" noChangeArrowheads="1"/>
          </p:cNvPicPr>
          <p:nvPr/>
        </p:nvPicPr>
        <p:blipFill>
          <a:blip r:embed="rId2" cstate="print"/>
          <a:srcRect/>
          <a:stretch>
            <a:fillRect/>
          </a:stretch>
        </p:blipFill>
        <p:spPr bwMode="auto">
          <a:xfrm>
            <a:off x="228600" y="1600200"/>
            <a:ext cx="8686800" cy="46482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lumMod val="75000"/>
                  </a:schemeClr>
                </a:solidFill>
                <a:latin typeface="Broadway" pitchFamily="82" charset="0"/>
              </a:rPr>
              <a:t>Transmission of HIV</a:t>
            </a:r>
            <a:endParaRPr lang="en-US"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24457AF7-FBD6-4C63-BEDE-BF86653BA6CB}"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20</a:t>
            </a:fld>
            <a:endParaRPr lang="en-US"/>
          </a:p>
        </p:txBody>
      </p:sp>
      <p:pic>
        <p:nvPicPr>
          <p:cNvPr id="190466" name="Picture 2" descr="http://image.slidesharecdn.com/aidspowerpoint-100323133322-phpapp01/95/aids-powerpoint-5-728.jpg?cb=1269373863"/>
          <p:cNvPicPr>
            <a:picLocks noChangeAspect="1" noChangeArrowheads="1"/>
          </p:cNvPicPr>
          <p:nvPr/>
        </p:nvPicPr>
        <p:blipFill>
          <a:blip r:embed="rId2" cstate="print"/>
          <a:srcRect/>
          <a:stretch>
            <a:fillRect/>
          </a:stretch>
        </p:blipFill>
        <p:spPr bwMode="auto">
          <a:xfrm>
            <a:off x="228600" y="1600200"/>
            <a:ext cx="8610600" cy="46482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4"/>
          <p:cNvSpPr>
            <a:spLocks noChangeArrowheads="1"/>
          </p:cNvSpPr>
          <p:nvPr/>
        </p:nvSpPr>
        <p:spPr bwMode="auto">
          <a:xfrm>
            <a:off x="0" y="457200"/>
            <a:ext cx="8915400" cy="64540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marL="457200" indent="-457200" algn="ctr"/>
            <a:r>
              <a:rPr lang="en-US" sz="3600" u="sng" dirty="0" smtClean="0">
                <a:solidFill>
                  <a:schemeClr val="accent4">
                    <a:lumMod val="75000"/>
                  </a:schemeClr>
                </a:solidFill>
                <a:effectLst>
                  <a:outerShdw blurRad="38100" dist="38100" dir="2700000" algn="tl">
                    <a:srgbClr val="000000"/>
                  </a:outerShdw>
                </a:effectLst>
                <a:latin typeface="Broadway" pitchFamily="82" charset="0"/>
              </a:rPr>
              <a:t>Infected</a:t>
            </a:r>
            <a:r>
              <a:rPr lang="en-US" sz="3600" dirty="0" smtClean="0">
                <a:solidFill>
                  <a:schemeClr val="accent4">
                    <a:lumMod val="75000"/>
                  </a:schemeClr>
                </a:solidFill>
                <a:effectLst>
                  <a:outerShdw blurRad="38100" dist="38100" dir="2700000" algn="tl">
                    <a:srgbClr val="000000"/>
                  </a:outerShdw>
                </a:effectLst>
                <a:latin typeface="Broadway" pitchFamily="82" charset="0"/>
              </a:rPr>
              <a:t> </a:t>
            </a:r>
            <a:r>
              <a:rPr lang="en-US" sz="3600" dirty="0">
                <a:solidFill>
                  <a:schemeClr val="accent4">
                    <a:lumMod val="75000"/>
                  </a:schemeClr>
                </a:solidFill>
                <a:effectLst>
                  <a:outerShdw blurRad="38100" dist="38100" dir="2700000" algn="tl">
                    <a:srgbClr val="000000"/>
                  </a:outerShdw>
                </a:effectLst>
                <a:latin typeface="Broadway" pitchFamily="82" charset="0"/>
              </a:rPr>
              <a:t>body fluids</a:t>
            </a:r>
          </a:p>
          <a:p>
            <a:pPr marL="457200" indent="-457200"/>
            <a:endParaRPr lang="en-US" sz="2400" b="1" dirty="0">
              <a:solidFill>
                <a:schemeClr val="folHlink"/>
              </a:solidFill>
              <a:effectLst>
                <a:outerShdw blurRad="38100" dist="38100" dir="2700000" algn="tl">
                  <a:srgbClr val="000000"/>
                </a:outerShdw>
              </a:effectLst>
              <a:latin typeface="+mn-lt"/>
            </a:endParaRPr>
          </a:p>
          <a:p>
            <a:pPr marL="457200" indent="-457200">
              <a:lnSpc>
                <a:spcPct val="120000"/>
              </a:lnSpc>
            </a:pPr>
            <a:r>
              <a:rPr lang="en-US" b="1" dirty="0">
                <a:solidFill>
                  <a:schemeClr val="folHlink"/>
                </a:solidFill>
                <a:effectLst>
                  <a:outerShdw blurRad="38100" dist="38100" dir="2700000" algn="tl">
                    <a:srgbClr val="000000"/>
                  </a:outerShdw>
                </a:effectLst>
                <a:latin typeface="+mn-lt"/>
              </a:rPr>
              <a:t>  </a:t>
            </a:r>
            <a:r>
              <a:rPr lang="en-US" sz="3200" b="1" dirty="0">
                <a:effectLst>
                  <a:outerShdw blurRad="38100" dist="38100" dir="2700000" algn="tl">
                    <a:srgbClr val="000000"/>
                  </a:outerShdw>
                </a:effectLst>
                <a:latin typeface="+mn-lt"/>
              </a:rPr>
              <a:t>Four Fluids, </a:t>
            </a:r>
            <a:r>
              <a:rPr lang="en-US" sz="3200" b="1" i="1" dirty="0">
                <a:effectLst>
                  <a:outerShdw blurRad="38100" dist="38100" dir="2700000" algn="tl">
                    <a:srgbClr val="000000"/>
                  </a:outerShdw>
                </a:effectLst>
                <a:latin typeface="+mn-lt"/>
              </a:rPr>
              <a:t>if infected</a:t>
            </a:r>
            <a:r>
              <a:rPr lang="en-US" sz="3200" b="1" dirty="0">
                <a:effectLst>
                  <a:outerShdw blurRad="38100" dist="38100" dir="2700000" algn="tl">
                    <a:srgbClr val="000000"/>
                  </a:outerShdw>
                </a:effectLst>
                <a:latin typeface="+mn-lt"/>
              </a:rPr>
              <a:t>, can </a:t>
            </a:r>
            <a:r>
              <a:rPr lang="en-US" sz="3200" b="1" i="1" u="sng" dirty="0">
                <a:effectLst>
                  <a:outerShdw blurRad="38100" dist="38100" dir="2700000" algn="tl">
                    <a:srgbClr val="000000"/>
                  </a:outerShdw>
                </a:effectLst>
                <a:latin typeface="+mn-lt"/>
              </a:rPr>
              <a:t>transmit</a:t>
            </a:r>
            <a:r>
              <a:rPr lang="en-US" sz="3200" b="1" dirty="0">
                <a:effectLst>
                  <a:outerShdw blurRad="38100" dist="38100" dir="2700000" algn="tl">
                    <a:srgbClr val="000000"/>
                  </a:outerShdw>
                </a:effectLst>
                <a:latin typeface="+mn-lt"/>
              </a:rPr>
              <a:t> HIV</a:t>
            </a:r>
          </a:p>
          <a:p>
            <a:pPr marL="457200" indent="-457200">
              <a:lnSpc>
                <a:spcPct val="120000"/>
              </a:lnSpc>
            </a:pPr>
            <a:r>
              <a:rPr lang="en-US" sz="1050" b="1" dirty="0">
                <a:solidFill>
                  <a:schemeClr val="folHlink"/>
                </a:solidFill>
                <a:effectLst>
                  <a:outerShdw blurRad="38100" dist="38100" dir="2700000" algn="tl">
                    <a:srgbClr val="000000"/>
                  </a:outerShdw>
                </a:effectLst>
                <a:latin typeface="+mn-lt"/>
              </a:rPr>
              <a:t>   </a:t>
            </a:r>
          </a:p>
          <a:p>
            <a:pPr marL="457200" indent="-457200">
              <a:lnSpc>
                <a:spcPct val="120000"/>
              </a:lnSpc>
            </a:pPr>
            <a:r>
              <a:rPr lang="en-US" sz="2400" b="1" dirty="0">
                <a:solidFill>
                  <a:schemeClr val="folHlink"/>
                </a:solidFill>
                <a:effectLst>
                  <a:outerShdw blurRad="38100" dist="38100" dir="2700000" algn="tl">
                    <a:srgbClr val="000000"/>
                  </a:outerShdw>
                </a:effectLst>
                <a:latin typeface="+mn-lt"/>
              </a:rPr>
              <a:t>    a</a:t>
            </a:r>
            <a:r>
              <a:rPr lang="en-US" sz="2800" b="1" dirty="0">
                <a:solidFill>
                  <a:schemeClr val="folHlink"/>
                </a:solidFill>
                <a:effectLst>
                  <a:outerShdw blurRad="38100" dist="38100" dir="2700000" algn="tl">
                    <a:srgbClr val="000000"/>
                  </a:outerShdw>
                </a:effectLst>
                <a:latin typeface="+mn-lt"/>
              </a:rPr>
              <a:t>. Blood </a:t>
            </a:r>
          </a:p>
          <a:p>
            <a:pPr marL="457200" indent="-457200">
              <a:lnSpc>
                <a:spcPct val="120000"/>
              </a:lnSpc>
            </a:pPr>
            <a:endParaRPr lang="en-US" sz="2800" b="1" dirty="0">
              <a:solidFill>
                <a:schemeClr val="folHlink"/>
              </a:solidFill>
              <a:effectLst>
                <a:outerShdw blurRad="38100" dist="38100" dir="2700000" algn="tl">
                  <a:srgbClr val="000000"/>
                </a:outerShdw>
              </a:effectLst>
              <a:latin typeface="+mn-lt"/>
            </a:endParaRPr>
          </a:p>
          <a:p>
            <a:pPr marL="457200" indent="-457200">
              <a:lnSpc>
                <a:spcPct val="120000"/>
              </a:lnSpc>
            </a:pPr>
            <a:r>
              <a:rPr lang="en-US" sz="2800" b="1" dirty="0">
                <a:solidFill>
                  <a:schemeClr val="folHlink"/>
                </a:solidFill>
                <a:effectLst>
                  <a:outerShdw blurRad="38100" dist="38100" dir="2700000" algn="tl">
                    <a:srgbClr val="000000"/>
                  </a:outerShdw>
                </a:effectLst>
                <a:latin typeface="+mn-lt"/>
              </a:rPr>
              <a:t>    b. Semen</a:t>
            </a:r>
          </a:p>
          <a:p>
            <a:pPr marL="457200" indent="-457200">
              <a:lnSpc>
                <a:spcPct val="120000"/>
              </a:lnSpc>
            </a:pPr>
            <a:endParaRPr lang="en-US" sz="2800" b="1" dirty="0">
              <a:solidFill>
                <a:schemeClr val="folHlink"/>
              </a:solidFill>
              <a:effectLst>
                <a:outerShdw blurRad="38100" dist="38100" dir="2700000" algn="tl">
                  <a:srgbClr val="000000"/>
                </a:outerShdw>
              </a:effectLst>
              <a:latin typeface="+mn-lt"/>
            </a:endParaRPr>
          </a:p>
          <a:p>
            <a:pPr marL="457200" indent="-457200">
              <a:lnSpc>
                <a:spcPct val="120000"/>
              </a:lnSpc>
            </a:pPr>
            <a:r>
              <a:rPr lang="en-US" sz="2800" b="1" dirty="0">
                <a:solidFill>
                  <a:schemeClr val="folHlink"/>
                </a:solidFill>
                <a:effectLst>
                  <a:outerShdw blurRad="38100" dist="38100" dir="2700000" algn="tl">
                    <a:srgbClr val="000000"/>
                  </a:outerShdw>
                </a:effectLst>
                <a:latin typeface="+mn-lt"/>
              </a:rPr>
              <a:t>    c. Vaginal Secretions</a:t>
            </a:r>
          </a:p>
          <a:p>
            <a:pPr marL="457200" indent="-457200">
              <a:lnSpc>
                <a:spcPct val="120000"/>
              </a:lnSpc>
            </a:pPr>
            <a:endParaRPr lang="en-US" sz="2800" b="1" dirty="0">
              <a:solidFill>
                <a:schemeClr val="folHlink"/>
              </a:solidFill>
              <a:effectLst>
                <a:outerShdw blurRad="38100" dist="38100" dir="2700000" algn="tl">
                  <a:srgbClr val="000000"/>
                </a:outerShdw>
              </a:effectLst>
              <a:latin typeface="+mn-lt"/>
            </a:endParaRPr>
          </a:p>
          <a:p>
            <a:pPr marL="457200" indent="-457200">
              <a:lnSpc>
                <a:spcPct val="120000"/>
              </a:lnSpc>
            </a:pPr>
            <a:r>
              <a:rPr lang="en-US" sz="2800" b="1" dirty="0">
                <a:solidFill>
                  <a:schemeClr val="folHlink"/>
                </a:solidFill>
                <a:effectLst>
                  <a:outerShdw blurRad="38100" dist="38100" dir="2700000" algn="tl">
                    <a:srgbClr val="000000"/>
                  </a:outerShdw>
                </a:effectLst>
                <a:latin typeface="+mn-lt"/>
              </a:rPr>
              <a:t>    d. Breast Milk</a:t>
            </a:r>
          </a:p>
          <a:p>
            <a:pPr marL="457200" indent="-457200">
              <a:lnSpc>
                <a:spcPct val="120000"/>
              </a:lnSpc>
            </a:pPr>
            <a:endParaRPr lang="en-US" sz="2800" b="1" dirty="0">
              <a:solidFill>
                <a:schemeClr val="folHlink"/>
              </a:solidFill>
              <a:effectLst>
                <a:outerShdw blurRad="38100" dist="38100" dir="2700000" algn="tl">
                  <a:srgbClr val="000000"/>
                </a:outerShdw>
              </a:effectLst>
              <a:latin typeface="+mn-lt"/>
            </a:endParaRPr>
          </a:p>
          <a:p>
            <a:pPr marL="457200" indent="-457200">
              <a:lnSpc>
                <a:spcPct val="120000"/>
              </a:lnSpc>
            </a:pPr>
            <a:r>
              <a:rPr lang="en-US" sz="2800" b="1" i="1" dirty="0">
                <a:effectLst>
                  <a:outerShdw blurRad="38100" dist="38100" dir="2700000" algn="tl">
                    <a:srgbClr val="000000"/>
                  </a:outerShdw>
                </a:effectLst>
                <a:latin typeface="+mn-lt"/>
              </a:rPr>
              <a:t>  If these </a:t>
            </a:r>
            <a:r>
              <a:rPr lang="en-US" sz="2800" b="1" i="1" u="sng" dirty="0">
                <a:effectLst>
                  <a:outerShdw blurRad="38100" dist="38100" dir="2700000" algn="tl">
                    <a:srgbClr val="000000"/>
                  </a:outerShdw>
                </a:effectLst>
                <a:latin typeface="+mn-lt"/>
              </a:rPr>
              <a:t>enter </a:t>
            </a:r>
            <a:r>
              <a:rPr lang="en-US" sz="2800" b="1" i="1" dirty="0">
                <a:effectLst>
                  <a:outerShdw blurRad="38100" dist="38100" dir="2700000" algn="tl">
                    <a:srgbClr val="000000"/>
                  </a:outerShdw>
                </a:effectLst>
                <a:latin typeface="+mn-lt"/>
              </a:rPr>
              <a:t>the body</a:t>
            </a:r>
          </a:p>
        </p:txBody>
      </p:sp>
      <p:pic>
        <p:nvPicPr>
          <p:cNvPr id="55301" name="Picture 5" descr="VIRUS-HIV-struc-600"/>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953000" y="2339975"/>
            <a:ext cx="3929063" cy="4137025"/>
          </a:xfrm>
          <a:prstGeom prst="rect">
            <a:avLst/>
          </a:prstGeom>
          <a:noFill/>
          <a:ln w="28575">
            <a:solidFill>
              <a:srgbClr val="800000"/>
            </a:solidFill>
            <a:miter lim="800000"/>
            <a:headEnd/>
            <a:tailEnd/>
          </a:ln>
          <a:extLst>
            <a:ext uri="{909E8E84-426E-40dd-AFC4-6F175D3DCCD1}">
              <a14:hiddenFill xmlns="" xmlns:a14="http://schemas.microsoft.com/office/drawing/2010/main">
                <a:solidFill>
                  <a:srgbClr val="FFFFFF"/>
                </a:solidFill>
              </a14:hiddenFill>
            </a:ext>
          </a:extLst>
        </p:spPr>
      </p:pic>
      <p:pic>
        <p:nvPicPr>
          <p:cNvPr id="4" name="Picture 3"/>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64431C5A-20A6-42F3-AFC2-11037790B160}" type="datetime1">
              <a:rPr lang="en-US" smtClean="0"/>
              <a:pPr/>
              <a:t>11/6/2017</a:t>
            </a:fld>
            <a:endParaRPr lang="en-US"/>
          </a:p>
        </p:txBody>
      </p:sp>
      <p:sp>
        <p:nvSpPr>
          <p:cNvPr id="6" name="Slide Number Placeholder 5"/>
          <p:cNvSpPr>
            <a:spLocks noGrp="1"/>
          </p:cNvSpPr>
          <p:nvPr>
            <p:ph type="sldNum" sz="quarter" idx="12"/>
          </p:nvPr>
        </p:nvSpPr>
        <p:spPr/>
        <p:txBody>
          <a:bodyPr/>
          <a:lstStyle/>
          <a:p>
            <a:fld id="{E20ADA7F-1119-4218-8B48-2B8618AE7494}" type="slidenum">
              <a:rPr lang="en-US" smtClean="0"/>
              <a:pPr/>
              <a:t>21</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0" y="304800"/>
            <a:ext cx="8915400" cy="54445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marL="457200" indent="-457200" algn="ctr">
              <a:lnSpc>
                <a:spcPct val="110000"/>
              </a:lnSpc>
            </a:pPr>
            <a:r>
              <a:rPr lang="en-US" sz="3600" dirty="0" smtClean="0">
                <a:solidFill>
                  <a:schemeClr val="accent4">
                    <a:lumMod val="75000"/>
                  </a:schemeClr>
                </a:solidFill>
                <a:effectLst>
                  <a:outerShdw blurRad="38100" dist="38100" dir="2700000" algn="tl">
                    <a:srgbClr val="000000"/>
                  </a:outerShdw>
                </a:effectLst>
                <a:latin typeface="Broadway" pitchFamily="82" charset="0"/>
              </a:rPr>
              <a:t>Which </a:t>
            </a:r>
            <a:r>
              <a:rPr lang="en-US" sz="3600" dirty="0">
                <a:solidFill>
                  <a:schemeClr val="accent4">
                    <a:lumMod val="75000"/>
                  </a:schemeClr>
                </a:solidFill>
                <a:effectLst>
                  <a:outerShdw blurRad="38100" dist="38100" dir="2700000" algn="tl">
                    <a:srgbClr val="000000"/>
                  </a:outerShdw>
                </a:effectLst>
                <a:latin typeface="Broadway" pitchFamily="82" charset="0"/>
              </a:rPr>
              <a:t>Fluids are safe?</a:t>
            </a:r>
          </a:p>
          <a:p>
            <a:pPr marL="457200" indent="-457200">
              <a:lnSpc>
                <a:spcPct val="110000"/>
              </a:lnSpc>
            </a:pPr>
            <a:endParaRPr lang="en-US" b="1" dirty="0">
              <a:solidFill>
                <a:schemeClr val="folHlink"/>
              </a:solidFill>
              <a:effectLst>
                <a:outerShdw blurRad="38100" dist="38100" dir="2700000" algn="tl">
                  <a:srgbClr val="000000"/>
                </a:outerShdw>
              </a:effectLst>
              <a:latin typeface="+mn-lt"/>
            </a:endParaRPr>
          </a:p>
          <a:p>
            <a:pPr marL="457200" indent="-457200">
              <a:lnSpc>
                <a:spcPct val="110000"/>
              </a:lnSpc>
            </a:pPr>
            <a:r>
              <a:rPr lang="en-US" b="1" dirty="0">
                <a:solidFill>
                  <a:schemeClr val="folHlink"/>
                </a:solidFill>
                <a:effectLst>
                  <a:outerShdw blurRad="38100" dist="38100" dir="2700000" algn="tl">
                    <a:srgbClr val="000000"/>
                  </a:outerShdw>
                </a:effectLst>
                <a:latin typeface="+mn-lt"/>
              </a:rPr>
              <a:t>  </a:t>
            </a:r>
            <a:r>
              <a:rPr lang="en-US" sz="3200" b="1" dirty="0">
                <a:effectLst>
                  <a:outerShdw blurRad="38100" dist="38100" dir="2700000" algn="tl">
                    <a:srgbClr val="000000"/>
                  </a:outerShdw>
                </a:effectLst>
                <a:latin typeface="+mn-lt"/>
              </a:rPr>
              <a:t>Four Fluids that </a:t>
            </a:r>
            <a:r>
              <a:rPr lang="en-US" sz="3200" b="1" i="1" u="sng" dirty="0">
                <a:effectLst>
                  <a:outerShdw blurRad="38100" dist="38100" dir="2700000" algn="tl">
                    <a:srgbClr val="000000"/>
                  </a:outerShdw>
                </a:effectLst>
                <a:latin typeface="+mn-lt"/>
              </a:rPr>
              <a:t>can’t</a:t>
            </a:r>
            <a:r>
              <a:rPr lang="en-US" sz="3200" b="1" u="sng" dirty="0">
                <a:effectLst>
                  <a:outerShdw blurRad="38100" dist="38100" dir="2700000" algn="tl">
                    <a:srgbClr val="000000"/>
                  </a:outerShdw>
                </a:effectLst>
                <a:latin typeface="+mn-lt"/>
              </a:rPr>
              <a:t> </a:t>
            </a:r>
            <a:r>
              <a:rPr lang="en-US" sz="3200" b="1" i="1" u="sng" dirty="0">
                <a:effectLst>
                  <a:outerShdw blurRad="38100" dist="38100" dir="2700000" algn="tl">
                    <a:srgbClr val="000000"/>
                  </a:outerShdw>
                </a:effectLst>
                <a:latin typeface="+mn-lt"/>
              </a:rPr>
              <a:t>transmit</a:t>
            </a:r>
            <a:r>
              <a:rPr lang="en-US" sz="3200" b="1" dirty="0">
                <a:effectLst>
                  <a:outerShdw blurRad="38100" dist="38100" dir="2700000" algn="tl">
                    <a:srgbClr val="000000"/>
                  </a:outerShdw>
                </a:effectLst>
                <a:latin typeface="+mn-lt"/>
              </a:rPr>
              <a:t> HIV</a:t>
            </a:r>
          </a:p>
          <a:p>
            <a:pPr marL="457200" indent="-457200"/>
            <a:r>
              <a:rPr lang="en-US" b="1" dirty="0">
                <a:solidFill>
                  <a:schemeClr val="folHlink"/>
                </a:solidFill>
                <a:effectLst>
                  <a:outerShdw blurRad="38100" dist="38100" dir="2700000" algn="tl">
                    <a:srgbClr val="000000"/>
                  </a:outerShdw>
                </a:effectLst>
                <a:latin typeface="+mn-lt"/>
              </a:rPr>
              <a:t>   </a:t>
            </a:r>
          </a:p>
          <a:p>
            <a:pPr marL="457200" indent="-457200">
              <a:lnSpc>
                <a:spcPct val="120000"/>
              </a:lnSpc>
            </a:pPr>
            <a:r>
              <a:rPr lang="en-US" b="1" dirty="0">
                <a:solidFill>
                  <a:schemeClr val="folHlink"/>
                </a:solidFill>
                <a:effectLst>
                  <a:outerShdw blurRad="38100" dist="38100" dir="2700000" algn="tl">
                    <a:srgbClr val="000000"/>
                  </a:outerShdw>
                </a:effectLst>
                <a:latin typeface="+mn-lt"/>
              </a:rPr>
              <a:t>     </a:t>
            </a:r>
            <a:r>
              <a:rPr lang="en-US" sz="2400" b="1" dirty="0">
                <a:solidFill>
                  <a:schemeClr val="folHlink"/>
                </a:solidFill>
                <a:effectLst>
                  <a:outerShdw blurRad="38100" dist="38100" dir="2700000" algn="tl">
                    <a:srgbClr val="000000"/>
                  </a:outerShdw>
                </a:effectLst>
                <a:latin typeface="+mn-lt"/>
              </a:rPr>
              <a:t> a. </a:t>
            </a:r>
            <a:r>
              <a:rPr lang="en-US" sz="2800" b="1" dirty="0">
                <a:solidFill>
                  <a:schemeClr val="folHlink"/>
                </a:solidFill>
                <a:effectLst>
                  <a:outerShdw blurRad="38100" dist="38100" dir="2700000" algn="tl">
                    <a:srgbClr val="000000"/>
                  </a:outerShdw>
                </a:effectLst>
                <a:latin typeface="+mn-lt"/>
              </a:rPr>
              <a:t>Spit/saliva </a:t>
            </a:r>
          </a:p>
          <a:p>
            <a:pPr marL="457200" indent="-457200">
              <a:lnSpc>
                <a:spcPct val="120000"/>
              </a:lnSpc>
            </a:pPr>
            <a:endParaRPr lang="en-US" sz="2800" b="1" dirty="0">
              <a:solidFill>
                <a:schemeClr val="folHlink"/>
              </a:solidFill>
              <a:effectLst>
                <a:outerShdw blurRad="38100" dist="38100" dir="2700000" algn="tl">
                  <a:srgbClr val="000000"/>
                </a:outerShdw>
              </a:effectLst>
              <a:latin typeface="+mn-lt"/>
            </a:endParaRPr>
          </a:p>
          <a:p>
            <a:pPr marL="457200" indent="-457200">
              <a:lnSpc>
                <a:spcPct val="120000"/>
              </a:lnSpc>
            </a:pPr>
            <a:r>
              <a:rPr lang="en-US" sz="2800" b="1" dirty="0">
                <a:solidFill>
                  <a:schemeClr val="folHlink"/>
                </a:solidFill>
                <a:effectLst>
                  <a:outerShdw blurRad="38100" dist="38100" dir="2700000" algn="tl">
                    <a:srgbClr val="000000"/>
                  </a:outerShdw>
                </a:effectLst>
                <a:latin typeface="+mn-lt"/>
              </a:rPr>
              <a:t>      b. Pee/Urine</a:t>
            </a:r>
          </a:p>
          <a:p>
            <a:pPr marL="457200" indent="-457200">
              <a:lnSpc>
                <a:spcPct val="120000"/>
              </a:lnSpc>
            </a:pPr>
            <a:endParaRPr lang="en-US" sz="2800" b="1" dirty="0">
              <a:solidFill>
                <a:schemeClr val="folHlink"/>
              </a:solidFill>
              <a:effectLst>
                <a:outerShdw blurRad="38100" dist="38100" dir="2700000" algn="tl">
                  <a:srgbClr val="000000"/>
                </a:outerShdw>
              </a:effectLst>
              <a:latin typeface="+mn-lt"/>
            </a:endParaRPr>
          </a:p>
          <a:p>
            <a:pPr marL="457200" indent="-457200">
              <a:lnSpc>
                <a:spcPct val="120000"/>
              </a:lnSpc>
            </a:pPr>
            <a:r>
              <a:rPr lang="en-US" sz="2800" b="1" dirty="0">
                <a:solidFill>
                  <a:schemeClr val="folHlink"/>
                </a:solidFill>
                <a:effectLst>
                  <a:outerShdw blurRad="38100" dist="38100" dir="2700000" algn="tl">
                    <a:srgbClr val="000000"/>
                  </a:outerShdw>
                </a:effectLst>
                <a:latin typeface="+mn-lt"/>
              </a:rPr>
              <a:t>      c. Sweat</a:t>
            </a:r>
          </a:p>
          <a:p>
            <a:pPr marL="457200" indent="-457200">
              <a:lnSpc>
                <a:spcPct val="120000"/>
              </a:lnSpc>
            </a:pPr>
            <a:endParaRPr lang="en-US" sz="2800" b="1" dirty="0">
              <a:solidFill>
                <a:schemeClr val="folHlink"/>
              </a:solidFill>
              <a:effectLst>
                <a:outerShdw blurRad="38100" dist="38100" dir="2700000" algn="tl">
                  <a:srgbClr val="000000"/>
                </a:outerShdw>
              </a:effectLst>
              <a:latin typeface="+mn-lt"/>
            </a:endParaRPr>
          </a:p>
          <a:p>
            <a:pPr marL="457200" indent="-457200">
              <a:lnSpc>
                <a:spcPct val="120000"/>
              </a:lnSpc>
            </a:pPr>
            <a:r>
              <a:rPr lang="en-US" sz="2800" b="1" dirty="0">
                <a:solidFill>
                  <a:schemeClr val="folHlink"/>
                </a:solidFill>
                <a:effectLst>
                  <a:outerShdw blurRad="38100" dist="38100" dir="2700000" algn="tl">
                    <a:srgbClr val="000000"/>
                  </a:outerShdw>
                </a:effectLst>
                <a:latin typeface="+mn-lt"/>
              </a:rPr>
              <a:t>      d. Tears</a:t>
            </a:r>
          </a:p>
        </p:txBody>
      </p:sp>
      <p:pic>
        <p:nvPicPr>
          <p:cNvPr id="58371" name="Picture 3" descr="VIRUS-HIV-immune-cells-600"/>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505200" y="2286000"/>
            <a:ext cx="5105400" cy="3981450"/>
          </a:xfrm>
          <a:prstGeom prst="rect">
            <a:avLst/>
          </a:prstGeom>
          <a:noFill/>
          <a:ln w="19050">
            <a:solidFill>
              <a:srgbClr val="800000"/>
            </a:solidFill>
            <a:miter lim="800000"/>
            <a:headEnd/>
            <a:tailEnd/>
          </a:ln>
          <a:extLst>
            <a:ext uri="{909E8E84-426E-40dd-AFC4-6F175D3DCCD1}">
              <a14:hiddenFill xmlns="" xmlns:a14="http://schemas.microsoft.com/office/drawing/2010/main">
                <a:solidFill>
                  <a:srgbClr val="FFFFFF"/>
                </a:solidFill>
              </a14:hiddenFill>
            </a:ext>
          </a:extLst>
        </p:spPr>
      </p:pic>
      <p:pic>
        <p:nvPicPr>
          <p:cNvPr id="4" name="Picture 3"/>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F3B7647E-E64C-4AF3-BA1C-7E862EB97D70}" type="datetime1">
              <a:rPr lang="en-US" smtClean="0"/>
              <a:pPr/>
              <a:t>11/6/2017</a:t>
            </a:fld>
            <a:endParaRPr lang="en-US"/>
          </a:p>
        </p:txBody>
      </p:sp>
      <p:sp>
        <p:nvSpPr>
          <p:cNvPr id="6" name="Slide Number Placeholder 5"/>
          <p:cNvSpPr>
            <a:spLocks noGrp="1"/>
          </p:cNvSpPr>
          <p:nvPr>
            <p:ph type="sldNum" sz="quarter" idx="12"/>
          </p:nvPr>
        </p:nvSpPr>
        <p:spPr/>
        <p:txBody>
          <a:bodyPr/>
          <a:lstStyle/>
          <a:p>
            <a:fld id="{E20ADA7F-1119-4218-8B48-2B8618AE7494}" type="slidenum">
              <a:rPr lang="en-US" smtClean="0"/>
              <a:pPr/>
              <a:t>22</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solidFill>
                  <a:schemeClr val="accent4">
                    <a:lumMod val="75000"/>
                  </a:schemeClr>
                </a:solidFill>
                <a:latin typeface="Broadway" pitchFamily="82" charset="0"/>
              </a:rPr>
              <a:t>HIV Infection Transmission</a:t>
            </a:r>
            <a:endParaRPr lang="en-US" sz="3200" dirty="0"/>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BDDDF1EC-CE45-40FA-B98D-98DE8CE12BE4}"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23</a:t>
            </a:fld>
            <a:endParaRPr lang="en-US"/>
          </a:p>
        </p:txBody>
      </p:sp>
      <p:pic>
        <p:nvPicPr>
          <p:cNvPr id="216066" name="Picture 2" descr="http://image.slidesharecdn.com/hivaids-090815130557-phpapp02/95/hiv-aids-24-638.jpg?cb=1422670662"/>
          <p:cNvPicPr>
            <a:picLocks noChangeAspect="1" noChangeArrowheads="1"/>
          </p:cNvPicPr>
          <p:nvPr/>
        </p:nvPicPr>
        <p:blipFill>
          <a:blip r:embed="rId2" cstate="print"/>
          <a:srcRect/>
          <a:stretch>
            <a:fillRect/>
          </a:stretch>
        </p:blipFill>
        <p:spPr bwMode="auto">
          <a:xfrm>
            <a:off x="457200" y="1447800"/>
            <a:ext cx="8305800" cy="47244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304800" y="152400"/>
            <a:ext cx="9677400" cy="1066800"/>
          </a:xfrm>
        </p:spPr>
        <p:txBody>
          <a:bodyPr/>
          <a:lstStyle/>
          <a:p>
            <a:r>
              <a:rPr lang="en-US" sz="3200" dirty="0">
                <a:solidFill>
                  <a:schemeClr val="folHlink"/>
                </a:solidFill>
                <a:latin typeface="Broadway" pitchFamily="82" charset="0"/>
              </a:rPr>
              <a:t>How Does HIV get into a  T Cell?</a:t>
            </a:r>
          </a:p>
        </p:txBody>
      </p:sp>
      <p:sp>
        <p:nvSpPr>
          <p:cNvPr id="4099" name="Text Box 3"/>
          <p:cNvSpPr txBox="1">
            <a:spLocks noChangeArrowheads="1"/>
          </p:cNvSpPr>
          <p:nvPr/>
        </p:nvSpPr>
        <p:spPr bwMode="auto">
          <a:xfrm>
            <a:off x="5638800" y="1925638"/>
            <a:ext cx="3505200" cy="481978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sz="2000" b="1" dirty="0">
                <a:solidFill>
                  <a:schemeClr val="tx1"/>
                </a:solidFill>
                <a:effectLst>
                  <a:outerShdw blurRad="38100" dist="38100" dir="2700000" algn="tl">
                    <a:srgbClr val="000000"/>
                  </a:outerShdw>
                </a:effectLst>
                <a:latin typeface="+mn-lt"/>
              </a:rPr>
              <a:t>  </a:t>
            </a:r>
            <a:r>
              <a:rPr lang="en-US" sz="2400" b="1" dirty="0">
                <a:solidFill>
                  <a:srgbClr val="0033CC"/>
                </a:solidFill>
                <a:effectLst>
                  <a:outerShdw blurRad="38100" dist="38100" dir="2700000" algn="tl">
                    <a:srgbClr val="000000"/>
                  </a:outerShdw>
                </a:effectLst>
                <a:latin typeface="+mn-lt"/>
              </a:rPr>
              <a:t>1. HIV attaches to </a:t>
            </a:r>
          </a:p>
          <a:p>
            <a:pPr>
              <a:lnSpc>
                <a:spcPct val="120000"/>
              </a:lnSpc>
            </a:pPr>
            <a:r>
              <a:rPr lang="en-US" sz="2400" b="1" dirty="0">
                <a:solidFill>
                  <a:srgbClr val="0033CC"/>
                </a:solidFill>
                <a:effectLst>
                  <a:outerShdw blurRad="38100" dist="38100" dir="2700000" algn="tl">
                    <a:srgbClr val="000000"/>
                  </a:outerShdw>
                </a:effectLst>
                <a:latin typeface="+mn-lt"/>
              </a:rPr>
              <a:t>  infection fighting T cell</a:t>
            </a:r>
          </a:p>
          <a:p>
            <a:pPr>
              <a:lnSpc>
                <a:spcPct val="120000"/>
              </a:lnSpc>
            </a:pPr>
            <a:endParaRPr lang="en-US" sz="2400" b="1" dirty="0">
              <a:solidFill>
                <a:srgbClr val="0033CC"/>
              </a:solidFill>
              <a:effectLst>
                <a:outerShdw blurRad="38100" dist="38100" dir="2700000" algn="tl">
                  <a:srgbClr val="000000"/>
                </a:outerShdw>
              </a:effectLst>
              <a:latin typeface="+mn-lt"/>
            </a:endParaRPr>
          </a:p>
          <a:p>
            <a:pPr>
              <a:lnSpc>
                <a:spcPct val="120000"/>
              </a:lnSpc>
            </a:pPr>
            <a:r>
              <a:rPr lang="en-US" sz="2400" b="1" dirty="0">
                <a:solidFill>
                  <a:srgbClr val="0033CC"/>
                </a:solidFill>
                <a:effectLst>
                  <a:outerShdw blurRad="38100" dist="38100" dir="2700000" algn="tl">
                    <a:srgbClr val="000000"/>
                  </a:outerShdw>
                </a:effectLst>
                <a:latin typeface="+mn-lt"/>
              </a:rPr>
              <a:t>  2. Locks on to two entry </a:t>
            </a:r>
          </a:p>
          <a:p>
            <a:pPr>
              <a:lnSpc>
                <a:spcPct val="120000"/>
              </a:lnSpc>
            </a:pPr>
            <a:r>
              <a:rPr lang="en-US" sz="2400" b="1" dirty="0">
                <a:solidFill>
                  <a:srgbClr val="0033CC"/>
                </a:solidFill>
                <a:effectLst>
                  <a:outerShdw blurRad="38100" dist="38100" dir="2700000" algn="tl">
                    <a:srgbClr val="000000"/>
                  </a:outerShdw>
                </a:effectLst>
                <a:latin typeface="+mn-lt"/>
              </a:rPr>
              <a:t>  areas of the T cell  </a:t>
            </a:r>
          </a:p>
          <a:p>
            <a:pPr>
              <a:lnSpc>
                <a:spcPct val="120000"/>
              </a:lnSpc>
            </a:pPr>
            <a:r>
              <a:rPr lang="en-US" sz="2400" b="1" dirty="0">
                <a:solidFill>
                  <a:srgbClr val="0033CC"/>
                </a:solidFill>
                <a:effectLst>
                  <a:outerShdw blurRad="38100" dist="38100" dir="2700000" algn="tl">
                    <a:srgbClr val="000000"/>
                  </a:outerShdw>
                </a:effectLst>
                <a:latin typeface="+mn-lt"/>
              </a:rPr>
              <a:t>  at once. (Keys in lock)</a:t>
            </a:r>
          </a:p>
          <a:p>
            <a:pPr>
              <a:lnSpc>
                <a:spcPct val="120000"/>
              </a:lnSpc>
              <a:buFontTx/>
              <a:buChar char="•"/>
            </a:pPr>
            <a:endParaRPr lang="en-US" sz="2400" b="1" dirty="0">
              <a:solidFill>
                <a:srgbClr val="0033CC"/>
              </a:solidFill>
              <a:effectLst>
                <a:outerShdw blurRad="38100" dist="38100" dir="2700000" algn="tl">
                  <a:srgbClr val="000000"/>
                </a:outerShdw>
              </a:effectLst>
              <a:latin typeface="+mn-lt"/>
            </a:endParaRPr>
          </a:p>
          <a:p>
            <a:pPr>
              <a:lnSpc>
                <a:spcPct val="120000"/>
              </a:lnSpc>
            </a:pPr>
            <a:r>
              <a:rPr lang="en-US" sz="2400" b="1" dirty="0">
                <a:solidFill>
                  <a:srgbClr val="0033CC"/>
                </a:solidFill>
                <a:effectLst>
                  <a:outerShdw blurRad="38100" dist="38100" dir="2700000" algn="tl">
                    <a:srgbClr val="000000"/>
                  </a:outerShdw>
                </a:effectLst>
                <a:latin typeface="+mn-lt"/>
              </a:rPr>
              <a:t>  3. Tricks T cell to allow </a:t>
            </a:r>
          </a:p>
          <a:p>
            <a:pPr>
              <a:lnSpc>
                <a:spcPct val="120000"/>
              </a:lnSpc>
            </a:pPr>
            <a:r>
              <a:rPr lang="en-US" sz="2400" b="1" dirty="0">
                <a:solidFill>
                  <a:srgbClr val="0033CC"/>
                </a:solidFill>
                <a:effectLst>
                  <a:outerShdw blurRad="38100" dist="38100" dir="2700000" algn="tl">
                    <a:srgbClr val="000000"/>
                  </a:outerShdw>
                </a:effectLst>
                <a:latin typeface="+mn-lt"/>
              </a:rPr>
              <a:t>  Virus RNA to enter</a:t>
            </a:r>
          </a:p>
          <a:p>
            <a:endParaRPr lang="en-US" sz="2400" b="1" dirty="0">
              <a:solidFill>
                <a:schemeClr val="folHlink"/>
              </a:solidFill>
              <a:effectLst>
                <a:outerShdw blurRad="38100" dist="38100" dir="2700000" algn="tl">
                  <a:srgbClr val="000000"/>
                </a:outerShdw>
              </a:effectLst>
              <a:latin typeface="Times" charset="0"/>
            </a:endParaRPr>
          </a:p>
          <a:p>
            <a:r>
              <a:rPr lang="en-US" sz="2400" b="1" dirty="0">
                <a:solidFill>
                  <a:schemeClr val="folHlink"/>
                </a:solidFill>
                <a:effectLst>
                  <a:outerShdw blurRad="38100" dist="38100" dir="2700000" algn="tl">
                    <a:srgbClr val="000000"/>
                  </a:outerShdw>
                </a:effectLst>
                <a:latin typeface="Times" charset="0"/>
              </a:rPr>
              <a:t>  </a:t>
            </a:r>
          </a:p>
        </p:txBody>
      </p:sp>
      <p:pic>
        <p:nvPicPr>
          <p:cNvPr id="4100" name="Picture 4" descr="VIRUS-HIV-life-cycle-600"/>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28600" y="1485900"/>
            <a:ext cx="5486400" cy="4572000"/>
          </a:xfrm>
          <a:prstGeom prst="rect">
            <a:avLst/>
          </a:prstGeom>
          <a:noFill/>
          <a:ln w="19050">
            <a:solidFill>
              <a:srgbClr val="FFCC00"/>
            </a:solidFill>
            <a:miter lim="800000"/>
            <a:headEnd/>
            <a:tailEnd/>
          </a:ln>
          <a:extLst>
            <a:ext uri="{909E8E84-426E-40dd-AFC4-6F175D3DCCD1}">
              <a14:hiddenFill xmlns="" xmlns:a14="http://schemas.microsoft.com/office/drawing/2010/main">
                <a:solidFill>
                  <a:srgbClr val="FFFFFF"/>
                </a:solidFill>
              </a14:hiddenFill>
            </a:ext>
          </a:extLst>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1B0E5A62-D497-4122-9910-258E114BAE8F}" type="datetime1">
              <a:rPr lang="en-US" smtClean="0"/>
              <a:pPr/>
              <a:t>11/6/2017</a:t>
            </a:fld>
            <a:endParaRPr lang="en-US"/>
          </a:p>
        </p:txBody>
      </p:sp>
      <p:sp>
        <p:nvSpPr>
          <p:cNvPr id="7" name="Slide Number Placeholder 6"/>
          <p:cNvSpPr>
            <a:spLocks noGrp="1"/>
          </p:cNvSpPr>
          <p:nvPr>
            <p:ph type="sldNum" sz="quarter" idx="12"/>
          </p:nvPr>
        </p:nvSpPr>
        <p:spPr/>
        <p:txBody>
          <a:bodyPr/>
          <a:lstStyle/>
          <a:p>
            <a:fld id="{E20ADA7F-1119-4218-8B48-2B8618AE7494}" type="slidenum">
              <a:rPr lang="en-US" smtClean="0"/>
              <a:pPr/>
              <a:t>24</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228600" y="3175"/>
            <a:ext cx="8229600" cy="1139825"/>
          </a:xfrm>
        </p:spPr>
        <p:txBody>
          <a:bodyPr/>
          <a:lstStyle/>
          <a:p>
            <a:r>
              <a:rPr lang="en-US" sz="2800" dirty="0">
                <a:solidFill>
                  <a:schemeClr val="folHlink"/>
                </a:solidFill>
                <a:latin typeface="Broadway" pitchFamily="82" charset="0"/>
              </a:rPr>
              <a:t>What Does HIV </a:t>
            </a:r>
            <a:r>
              <a:rPr lang="en-US" sz="2800" u="sng" dirty="0">
                <a:solidFill>
                  <a:schemeClr val="folHlink"/>
                </a:solidFill>
                <a:latin typeface="Broadway" pitchFamily="82" charset="0"/>
              </a:rPr>
              <a:t>do</a:t>
            </a:r>
            <a:r>
              <a:rPr lang="en-US" sz="2800" dirty="0">
                <a:solidFill>
                  <a:schemeClr val="folHlink"/>
                </a:solidFill>
                <a:latin typeface="Broadway" pitchFamily="82" charset="0"/>
              </a:rPr>
              <a:t> inside  a T Cell?</a:t>
            </a:r>
          </a:p>
        </p:txBody>
      </p:sp>
      <p:sp>
        <p:nvSpPr>
          <p:cNvPr id="46083" name="Rectangle 3"/>
          <p:cNvSpPr>
            <a:spLocks noGrp="1" noChangeArrowheads="1"/>
          </p:cNvSpPr>
          <p:nvPr>
            <p:ph type="body" idx="1"/>
          </p:nvPr>
        </p:nvSpPr>
        <p:spPr>
          <a:xfrm>
            <a:off x="5638800" y="1143000"/>
            <a:ext cx="3505200" cy="5562600"/>
          </a:xfrm>
        </p:spPr>
        <p:txBody>
          <a:bodyPr/>
          <a:lstStyle/>
          <a:p>
            <a:pPr>
              <a:buFont typeface="Wingdings" pitchFamily="2" charset="2"/>
              <a:buNone/>
            </a:pPr>
            <a:r>
              <a:rPr lang="en-US" sz="2000" b="1" dirty="0">
                <a:solidFill>
                  <a:srgbClr val="0033CC"/>
                </a:solidFill>
              </a:rPr>
              <a:t>1. </a:t>
            </a:r>
            <a:r>
              <a:rPr lang="en-US" sz="2000" b="1" dirty="0" smtClean="0">
                <a:solidFill>
                  <a:srgbClr val="0033CC"/>
                </a:solidFill>
              </a:rPr>
              <a:t>Virus’s </a:t>
            </a:r>
            <a:r>
              <a:rPr lang="en-US" sz="2000" b="1" dirty="0">
                <a:solidFill>
                  <a:srgbClr val="0033CC"/>
                </a:solidFill>
              </a:rPr>
              <a:t>RNA changes into </a:t>
            </a:r>
            <a:r>
              <a:rPr lang="en-US" sz="2000" b="1" dirty="0" smtClean="0">
                <a:solidFill>
                  <a:srgbClr val="0033CC"/>
                </a:solidFill>
              </a:rPr>
              <a:t>DNA</a:t>
            </a:r>
            <a:endParaRPr lang="en-US" sz="2000" b="1" dirty="0">
              <a:solidFill>
                <a:srgbClr val="0033CC"/>
              </a:solidFill>
            </a:endParaRPr>
          </a:p>
          <a:p>
            <a:pPr>
              <a:buFont typeface="Wingdings" pitchFamily="2" charset="2"/>
              <a:buNone/>
            </a:pPr>
            <a:r>
              <a:rPr lang="en-US" sz="2000" b="1" dirty="0">
                <a:solidFill>
                  <a:srgbClr val="0033CC"/>
                </a:solidFill>
              </a:rPr>
              <a:t>2. Enters Cell nucleus &amp; becomes part of Host’s DNA! </a:t>
            </a:r>
          </a:p>
          <a:p>
            <a:pPr>
              <a:buFont typeface="Wingdings" pitchFamily="2" charset="2"/>
              <a:buNone/>
            </a:pPr>
            <a:r>
              <a:rPr lang="en-US" sz="2000" b="1" dirty="0">
                <a:solidFill>
                  <a:srgbClr val="0033CC"/>
                </a:solidFill>
              </a:rPr>
              <a:t>3. Programs T cell to produce virus in abundance </a:t>
            </a:r>
          </a:p>
          <a:p>
            <a:pPr>
              <a:buFont typeface="Wingdings" pitchFamily="2" charset="2"/>
              <a:buNone/>
            </a:pPr>
            <a:r>
              <a:rPr lang="en-US" sz="2000" b="1" dirty="0">
                <a:solidFill>
                  <a:srgbClr val="0033CC"/>
                </a:solidFill>
              </a:rPr>
              <a:t>4. New viruses bud off Host T cell, killing T cell, &amp; enters </a:t>
            </a:r>
            <a:r>
              <a:rPr lang="en-US" sz="2000" b="1" dirty="0" smtClean="0">
                <a:solidFill>
                  <a:srgbClr val="0033CC"/>
                </a:solidFill>
              </a:rPr>
              <a:t>bloodstream</a:t>
            </a:r>
            <a:endParaRPr lang="en-US" sz="2000" b="1" dirty="0">
              <a:solidFill>
                <a:srgbClr val="0033CC"/>
              </a:solidFill>
            </a:endParaRPr>
          </a:p>
          <a:p>
            <a:pPr>
              <a:buFont typeface="Wingdings" pitchFamily="2" charset="2"/>
              <a:buNone/>
            </a:pPr>
            <a:r>
              <a:rPr lang="en-US" sz="2000" b="1" dirty="0">
                <a:solidFill>
                  <a:srgbClr val="0033CC"/>
                </a:solidFill>
              </a:rPr>
              <a:t>5. New HIV viruses infect more T cells</a:t>
            </a:r>
          </a:p>
          <a:p>
            <a:pPr>
              <a:lnSpc>
                <a:spcPct val="80000"/>
              </a:lnSpc>
              <a:buFont typeface="Wingdings" pitchFamily="2" charset="2"/>
              <a:buNone/>
            </a:pPr>
            <a:endParaRPr lang="en-US" sz="2400" dirty="0">
              <a:latin typeface="Times" charset="0"/>
            </a:endParaRPr>
          </a:p>
        </p:txBody>
      </p:sp>
      <p:pic>
        <p:nvPicPr>
          <p:cNvPr id="46084" name="Picture 4" descr="VIRUS-HIV-life-cycle-600"/>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28600" y="1295400"/>
            <a:ext cx="5334000" cy="4445000"/>
          </a:xfrm>
          <a:prstGeom prst="rect">
            <a:avLst/>
          </a:prstGeom>
          <a:noFill/>
          <a:ln w="19050">
            <a:solidFill>
              <a:srgbClr val="800000"/>
            </a:solidFill>
            <a:miter lim="800000"/>
            <a:headEnd/>
            <a:tailEnd/>
          </a:ln>
          <a:extLst>
            <a:ext uri="{909E8E84-426E-40dd-AFC4-6F175D3DCCD1}">
              <a14:hiddenFill xmlns="" xmlns:a14="http://schemas.microsoft.com/office/drawing/2010/main">
                <a:solidFill>
                  <a:srgbClr val="FFFFFF"/>
                </a:solidFill>
              </a14:hiddenFill>
            </a:ext>
          </a:extLst>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35E719A9-5297-4683-81E1-449D330DCDCA}" type="datetime1">
              <a:rPr lang="en-US" smtClean="0"/>
              <a:pPr/>
              <a:t>11/6/2017</a:t>
            </a:fld>
            <a:endParaRPr lang="en-US"/>
          </a:p>
        </p:txBody>
      </p:sp>
      <p:sp>
        <p:nvSpPr>
          <p:cNvPr id="7" name="Slide Number Placeholder 6"/>
          <p:cNvSpPr>
            <a:spLocks noGrp="1"/>
          </p:cNvSpPr>
          <p:nvPr>
            <p:ph type="sldNum" sz="quarter" idx="12"/>
          </p:nvPr>
        </p:nvSpPr>
        <p:spPr/>
        <p:txBody>
          <a:bodyPr/>
          <a:lstStyle/>
          <a:p>
            <a:fld id="{E20ADA7F-1119-4218-8B48-2B8618AE7494}" type="slidenum">
              <a:rPr lang="en-US" smtClean="0"/>
              <a:pPr/>
              <a:t>25</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chemeClr val="accent4">
                    <a:lumMod val="75000"/>
                  </a:schemeClr>
                </a:solidFill>
                <a:latin typeface="Broadway" pitchFamily="82" charset="0"/>
              </a:rPr>
              <a:t>HIV LIFECYCLE IN HUMAN BODY</a:t>
            </a:r>
            <a:endParaRPr lang="en-US" sz="3600"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352E8AD0-5087-4E5F-9C35-09335FEBC159}"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26</a:t>
            </a:fld>
            <a:endParaRPr lang="en-US"/>
          </a:p>
        </p:txBody>
      </p:sp>
      <p:pic>
        <p:nvPicPr>
          <p:cNvPr id="200706" name="Picture 2" descr="http://image.slidesharecdn.com/hivaids-090815130557-phpapp02/95/hiv-aids-9-638.jpg?cb=1422670662"/>
          <p:cNvPicPr>
            <a:picLocks noChangeAspect="1" noChangeArrowheads="1"/>
          </p:cNvPicPr>
          <p:nvPr/>
        </p:nvPicPr>
        <p:blipFill>
          <a:blip r:embed="rId2" cstate="print"/>
          <a:srcRect/>
          <a:stretch>
            <a:fillRect/>
          </a:stretch>
        </p:blipFill>
        <p:spPr bwMode="auto">
          <a:xfrm>
            <a:off x="1066800" y="1676400"/>
            <a:ext cx="6076950" cy="4562476"/>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39825"/>
          </a:xfrm>
        </p:spPr>
        <p:txBody>
          <a:bodyPr/>
          <a:lstStyle/>
          <a:p>
            <a:r>
              <a:rPr lang="en-US" sz="4000" dirty="0" smtClean="0">
                <a:solidFill>
                  <a:schemeClr val="accent4">
                    <a:lumMod val="75000"/>
                  </a:schemeClr>
                </a:solidFill>
                <a:latin typeface="Broadway" pitchFamily="82" charset="0"/>
              </a:rPr>
              <a:t>New HIV viruses leaving a cell</a:t>
            </a:r>
            <a:endParaRPr lang="en-US" sz="4000" dirty="0">
              <a:solidFill>
                <a:schemeClr val="accent4">
                  <a:lumMod val="75000"/>
                </a:schemeClr>
              </a:solidFill>
              <a:latin typeface="Broadway" pitchFamily="82" charset="0"/>
            </a:endParaRPr>
          </a:p>
        </p:txBody>
      </p:sp>
      <p:pic>
        <p:nvPicPr>
          <p:cNvPr id="4" name="Picture 3">
            <a:hlinkClick r:id="rId2"/>
          </p:cNvPr>
          <p:cNvPicPr>
            <a:picLocks noChangeAspect="1"/>
          </p:cNvPicPr>
          <p:nvPr/>
        </p:nvPicPr>
        <p:blipFill>
          <a:blip r:embed="rId3" cstate="print"/>
          <a:stretch>
            <a:fillRect/>
          </a:stretch>
        </p:blipFill>
        <p:spPr>
          <a:xfrm>
            <a:off x="2667000" y="3810000"/>
            <a:ext cx="4229100" cy="2819400"/>
          </a:xfrm>
          <a:prstGeom prst="rect">
            <a:avLst/>
          </a:prstGeom>
          <a:ln w="12700" cmpd="sng">
            <a:solidFill>
              <a:srgbClr val="660066"/>
            </a:solidFill>
          </a:ln>
        </p:spPr>
      </p:pic>
      <p:pic>
        <p:nvPicPr>
          <p:cNvPr id="5" name="Picture 4">
            <a:hlinkClick r:id="rId4"/>
          </p:cNvPr>
          <p:cNvPicPr>
            <a:picLocks noChangeAspect="1"/>
          </p:cNvPicPr>
          <p:nvPr/>
        </p:nvPicPr>
        <p:blipFill>
          <a:blip r:embed="rId5" cstate="print"/>
          <a:stretch>
            <a:fillRect/>
          </a:stretch>
        </p:blipFill>
        <p:spPr>
          <a:xfrm>
            <a:off x="304800" y="914400"/>
            <a:ext cx="4064000" cy="2743200"/>
          </a:xfrm>
          <a:prstGeom prst="rect">
            <a:avLst/>
          </a:prstGeom>
          <a:ln w="28575" cmpd="sng">
            <a:solidFill>
              <a:srgbClr val="800000"/>
            </a:solidFill>
          </a:ln>
        </p:spPr>
      </p:pic>
      <p:pic>
        <p:nvPicPr>
          <p:cNvPr id="7" name="Picture 6">
            <a:hlinkClick r:id="rId6"/>
          </p:cNvPr>
          <p:cNvPicPr>
            <a:picLocks noChangeAspect="1"/>
          </p:cNvPicPr>
          <p:nvPr/>
        </p:nvPicPr>
        <p:blipFill rotWithShape="1">
          <a:blip r:embed="rId7" cstate="print"/>
          <a:srcRect l="8029" b="8029"/>
          <a:stretch/>
        </p:blipFill>
        <p:spPr>
          <a:xfrm>
            <a:off x="4876800" y="914400"/>
            <a:ext cx="3941234" cy="2667000"/>
          </a:xfrm>
          <a:prstGeom prst="rect">
            <a:avLst/>
          </a:prstGeom>
          <a:ln w="28575" cmpd="sng">
            <a:solidFill>
              <a:srgbClr val="800000"/>
            </a:solidFill>
          </a:ln>
        </p:spPr>
      </p:pic>
      <p:pic>
        <p:nvPicPr>
          <p:cNvPr id="6" name="Picture 5"/>
          <p:cNvPicPr/>
          <p:nvPr/>
        </p:nvPicPr>
        <p:blipFill>
          <a:blip r:embed="rId8" cstate="print"/>
          <a:srcRect/>
          <a:stretch>
            <a:fillRect/>
          </a:stretch>
        </p:blipFill>
        <p:spPr bwMode="auto">
          <a:xfrm>
            <a:off x="5562600" y="6324600"/>
            <a:ext cx="2590800" cy="312212"/>
          </a:xfrm>
          <a:prstGeom prst="rect">
            <a:avLst/>
          </a:prstGeom>
          <a:noFill/>
          <a:ln w="9525">
            <a:noFill/>
            <a:miter lim="800000"/>
            <a:headEnd/>
            <a:tailEnd/>
          </a:ln>
        </p:spPr>
      </p:pic>
      <p:sp>
        <p:nvSpPr>
          <p:cNvPr id="8" name="Date Placeholder 7"/>
          <p:cNvSpPr>
            <a:spLocks noGrp="1"/>
          </p:cNvSpPr>
          <p:nvPr>
            <p:ph type="dt" sz="half" idx="10"/>
          </p:nvPr>
        </p:nvSpPr>
        <p:spPr/>
        <p:txBody>
          <a:bodyPr/>
          <a:lstStyle/>
          <a:p>
            <a:fld id="{270EEE3F-8008-411E-AD43-D8AFC59788BB}" type="datetime1">
              <a:rPr lang="en-US" smtClean="0"/>
              <a:pPr/>
              <a:t>11/6/2017</a:t>
            </a:fld>
            <a:endParaRPr lang="en-US"/>
          </a:p>
        </p:txBody>
      </p:sp>
      <p:sp>
        <p:nvSpPr>
          <p:cNvPr id="9" name="Slide Number Placeholder 8"/>
          <p:cNvSpPr>
            <a:spLocks noGrp="1"/>
          </p:cNvSpPr>
          <p:nvPr>
            <p:ph type="sldNum" sz="quarter" idx="12"/>
          </p:nvPr>
        </p:nvSpPr>
        <p:spPr/>
        <p:txBody>
          <a:bodyPr/>
          <a:lstStyle/>
          <a:p>
            <a:fld id="{E20ADA7F-1119-4218-8B48-2B8618AE7494}" type="slidenum">
              <a:rPr lang="en-US" smtClean="0"/>
              <a:pPr/>
              <a:t>27</a:t>
            </a:fld>
            <a:endParaRPr lang="en-US"/>
          </a:p>
        </p:txBody>
      </p:sp>
      <p:sp>
        <p:nvSpPr>
          <p:cNvPr id="10" name="Footer Placeholder 9"/>
          <p:cNvSpPr>
            <a:spLocks noGrp="1"/>
          </p:cNvSpPr>
          <p:nvPr>
            <p:ph type="ftr" sz="quarter" idx="11"/>
          </p:nvPr>
        </p:nvSpPr>
        <p:spPr/>
        <p:txBody>
          <a:bodyPr/>
          <a:lstStyle/>
          <a:p>
            <a:r>
              <a:rPr lang="en-US" smtClean="0"/>
              <a:t>Dr Jyoti K Sharma</a:t>
            </a:r>
            <a:endParaRPr lang="en-US"/>
          </a:p>
        </p:txBody>
      </p:sp>
    </p:spTree>
    <p:extLst>
      <p:ext uri="{BB962C8B-B14F-4D97-AF65-F5344CB8AC3E}">
        <p14:creationId xmlns="" xmlns:p14="http://schemas.microsoft.com/office/powerpoint/2010/main" val="27128328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lumMod val="75000"/>
                  </a:schemeClr>
                </a:solidFill>
                <a:latin typeface="Broadway" pitchFamily="82" charset="0"/>
              </a:rPr>
              <a:t>DIAGNOSIS</a:t>
            </a:r>
            <a:endParaRPr lang="en-US" dirty="0">
              <a:solidFill>
                <a:schemeClr val="accent4">
                  <a:lumMod val="75000"/>
                </a:schemeClr>
              </a:solidFill>
              <a:latin typeface="Broadway" pitchFamily="82" charset="0"/>
            </a:endParaRPr>
          </a:p>
        </p:txBody>
      </p:sp>
      <p:sp>
        <p:nvSpPr>
          <p:cNvPr id="3" name="TextBox 2"/>
          <p:cNvSpPr txBox="1"/>
          <p:nvPr/>
        </p:nvSpPr>
        <p:spPr>
          <a:xfrm>
            <a:off x="609600" y="1752600"/>
            <a:ext cx="7620000" cy="707886"/>
          </a:xfrm>
          <a:prstGeom prst="rect">
            <a:avLst/>
          </a:prstGeom>
          <a:noFill/>
        </p:spPr>
        <p:txBody>
          <a:bodyPr wrap="square" rtlCol="0">
            <a:spAutoFit/>
          </a:bodyPr>
          <a:lstStyle/>
          <a:p>
            <a:r>
              <a:rPr lang="en-US" sz="2000" b="1" dirty="0" smtClean="0">
                <a:latin typeface="+mn-lt"/>
              </a:rPr>
              <a:t>To be tested for HIV you usually give a sample of </a:t>
            </a:r>
            <a:r>
              <a:rPr lang="en-US" sz="2000" b="1" dirty="0" smtClean="0">
                <a:latin typeface="+mn-lt"/>
              </a:rPr>
              <a:t>blood </a:t>
            </a:r>
            <a:r>
              <a:rPr lang="en-US" sz="2000" b="1" dirty="0" smtClean="0">
                <a:latin typeface="+mn-lt"/>
              </a:rPr>
              <a:t>or a swab of fluids from your mouth.</a:t>
            </a:r>
            <a:endParaRPr lang="en-US" sz="2000" b="1" dirty="0">
              <a:latin typeface="+mn-lt"/>
            </a:endParaRPr>
          </a:p>
        </p:txBody>
      </p:sp>
      <p:sp>
        <p:nvSpPr>
          <p:cNvPr id="4" name="TextBox 3"/>
          <p:cNvSpPr txBox="1"/>
          <p:nvPr/>
        </p:nvSpPr>
        <p:spPr>
          <a:xfrm>
            <a:off x="609600" y="2514600"/>
            <a:ext cx="7620000" cy="707886"/>
          </a:xfrm>
          <a:prstGeom prst="rect">
            <a:avLst/>
          </a:prstGeom>
          <a:noFill/>
        </p:spPr>
        <p:txBody>
          <a:bodyPr wrap="square" rtlCol="0">
            <a:spAutoFit/>
          </a:bodyPr>
          <a:lstStyle/>
          <a:p>
            <a:r>
              <a:rPr lang="en-US" sz="2000" b="1" dirty="0" smtClean="0">
                <a:latin typeface="+mn-lt"/>
              </a:rPr>
              <a:t>It is recommended that if you are sexually active or have multiple partners you should be tested every 6 months.</a:t>
            </a:r>
            <a:endParaRPr lang="en-US" sz="2000" b="1" dirty="0">
              <a:latin typeface="+mn-lt"/>
            </a:endParaRPr>
          </a:p>
        </p:txBody>
      </p:sp>
      <p:pic>
        <p:nvPicPr>
          <p:cNvPr id="5" name="Picture 4" descr="HIV Virus AIDS History, Symptoms, Causes, Diagnosis, Prevent, sign Handling.jpg"/>
          <p:cNvPicPr>
            <a:picLocks noChangeAspect="1"/>
          </p:cNvPicPr>
          <p:nvPr/>
        </p:nvPicPr>
        <p:blipFill>
          <a:blip r:embed="rId2" cstate="print"/>
          <a:stretch>
            <a:fillRect/>
          </a:stretch>
        </p:blipFill>
        <p:spPr>
          <a:xfrm>
            <a:off x="838200" y="3505200"/>
            <a:ext cx="7162800" cy="2895600"/>
          </a:xfrm>
          <a:prstGeom prst="rect">
            <a:avLst/>
          </a:prstGeom>
          <a:ln>
            <a:noFill/>
          </a:ln>
          <a:effectLst>
            <a:outerShdw blurRad="292100" dist="139700" dir="2700000" algn="tl" rotWithShape="0">
              <a:srgbClr val="333333">
                <a:alpha val="65000"/>
              </a:srgbClr>
            </a:outerShdw>
          </a:effectLst>
        </p:spPr>
      </p:pic>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DCA52C6C-6919-4301-865D-4C6CD5EE3A36}" type="datetime1">
              <a:rPr lang="en-US" smtClean="0"/>
              <a:pPr/>
              <a:t>11/6/2017</a:t>
            </a:fld>
            <a:endParaRPr lang="en-US"/>
          </a:p>
        </p:txBody>
      </p:sp>
      <p:sp>
        <p:nvSpPr>
          <p:cNvPr id="8" name="Slide Number Placeholder 7"/>
          <p:cNvSpPr>
            <a:spLocks noGrp="1"/>
          </p:cNvSpPr>
          <p:nvPr>
            <p:ph type="sldNum" sz="quarter" idx="12"/>
          </p:nvPr>
        </p:nvSpPr>
        <p:spPr/>
        <p:txBody>
          <a:bodyPr/>
          <a:lstStyle/>
          <a:p>
            <a:fld id="{E20ADA7F-1119-4218-8B48-2B8618AE7494}" type="slidenum">
              <a:rPr lang="en-US" smtClean="0"/>
              <a:pPr/>
              <a:t>28</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mc:AlternateContent xmlns:mc="http://schemas.openxmlformats.org/markup-compatibility/2006">
    <mc:Choice xmlns="" xmlns:p14="http://schemas.microsoft.com/office/powerpoint/2010/main" Requires="p14">
      <p:transition spd="slow" p14:dur="2000" advTm="10000"/>
    </mc:Choice>
    <mc:Fallback>
      <p:transition spd="slow" advTm="10000"/>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solidFill>
                  <a:schemeClr val="accent4">
                    <a:lumMod val="75000"/>
                  </a:schemeClr>
                </a:solidFill>
                <a:latin typeface="Broadway" pitchFamily="82" charset="0"/>
              </a:rPr>
              <a:t>HIV Infection</a:t>
            </a:r>
            <a:endParaRPr lang="en-US" sz="4000"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9CDA19E9-B67D-45A1-9D12-9CECBF73CDEF}"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29</a:t>
            </a:fld>
            <a:endParaRPr lang="en-US"/>
          </a:p>
        </p:txBody>
      </p:sp>
      <p:pic>
        <p:nvPicPr>
          <p:cNvPr id="210946" name="Picture 2" descr="http://image.slidesharecdn.com/hivaids-090815130557-phpapp02/95/hiv-aids-17-638.jpg?cb=1422670662"/>
          <p:cNvPicPr>
            <a:picLocks noChangeAspect="1" noChangeArrowheads="1"/>
          </p:cNvPicPr>
          <p:nvPr/>
        </p:nvPicPr>
        <p:blipFill>
          <a:blip r:embed="rId2" cstate="print"/>
          <a:srcRect/>
          <a:stretch>
            <a:fillRect/>
          </a:stretch>
        </p:blipFill>
        <p:spPr bwMode="auto">
          <a:xfrm>
            <a:off x="304800" y="1295400"/>
            <a:ext cx="8610600" cy="50292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solidFill>
                  <a:schemeClr val="accent4">
                    <a:lumMod val="75000"/>
                  </a:schemeClr>
                </a:solidFill>
                <a:latin typeface="Broadway" pitchFamily="82" charset="0"/>
              </a:rPr>
              <a:t>HIV Infection: Immune suppression</a:t>
            </a:r>
            <a:endParaRPr lang="en-US" sz="3600"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68AF1FA0-8847-4896-AEAD-F2543B65A5D6}"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30</a:t>
            </a:fld>
            <a:endParaRPr lang="en-US"/>
          </a:p>
        </p:txBody>
      </p:sp>
      <p:pic>
        <p:nvPicPr>
          <p:cNvPr id="220162" name="Picture 2" descr="http://image.slidesharecdn.com/hivaids-090815130557-phpapp02/95/hiv-aids-18-638.jpg?cb=1422670662"/>
          <p:cNvPicPr>
            <a:picLocks noChangeAspect="1" noChangeArrowheads="1"/>
          </p:cNvPicPr>
          <p:nvPr/>
        </p:nvPicPr>
        <p:blipFill>
          <a:blip r:embed="rId2" cstate="print"/>
          <a:srcRect/>
          <a:stretch>
            <a:fillRect/>
          </a:stretch>
        </p:blipFill>
        <p:spPr bwMode="auto">
          <a:xfrm>
            <a:off x="457200" y="1524000"/>
            <a:ext cx="8382000" cy="46482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lumMod val="75000"/>
                  </a:schemeClr>
                </a:solidFill>
                <a:latin typeface="Broadway" pitchFamily="82" charset="0"/>
              </a:rPr>
              <a:t>TREATMENT</a:t>
            </a:r>
            <a:endParaRPr lang="en-US" dirty="0">
              <a:solidFill>
                <a:schemeClr val="accent4">
                  <a:lumMod val="75000"/>
                </a:schemeClr>
              </a:solidFill>
              <a:latin typeface="Broadway" pitchFamily="82" charset="0"/>
            </a:endParaRPr>
          </a:p>
        </p:txBody>
      </p:sp>
      <p:sp>
        <p:nvSpPr>
          <p:cNvPr id="3" name="TextBox 2"/>
          <p:cNvSpPr txBox="1"/>
          <p:nvPr/>
        </p:nvSpPr>
        <p:spPr>
          <a:xfrm>
            <a:off x="457200" y="1752600"/>
            <a:ext cx="8229600" cy="1200329"/>
          </a:xfrm>
          <a:prstGeom prst="rect">
            <a:avLst/>
          </a:prstGeom>
          <a:noFill/>
        </p:spPr>
        <p:txBody>
          <a:bodyPr wrap="square" rtlCol="0">
            <a:spAutoFit/>
          </a:bodyPr>
          <a:lstStyle/>
          <a:p>
            <a:r>
              <a:rPr lang="en-US" sz="2400" b="1" dirty="0" smtClean="0"/>
              <a:t>There is no cure for HIV. </a:t>
            </a:r>
            <a:r>
              <a:rPr lang="en-US" sz="2400" b="1" u="sng" dirty="0" smtClean="0">
                <a:solidFill>
                  <a:srgbClr val="0070C0"/>
                </a:solidFill>
              </a:rPr>
              <a:t>Antiretroviral therapy  (ARVT) </a:t>
            </a:r>
            <a:r>
              <a:rPr lang="en-US" sz="2400" b="1" dirty="0" smtClean="0"/>
              <a:t>can reduce the presence of the virus in the body, but can not eliminate it.</a:t>
            </a:r>
            <a:endParaRPr lang="en-US" sz="2400" b="1" dirty="0"/>
          </a:p>
        </p:txBody>
      </p:sp>
      <p:pic>
        <p:nvPicPr>
          <p:cNvPr id="4" name="Picture 3" descr="find-the-cure-shatter-static-window-cling-red.jpg"/>
          <p:cNvPicPr>
            <a:picLocks noChangeAspect="1"/>
          </p:cNvPicPr>
          <p:nvPr/>
        </p:nvPicPr>
        <p:blipFill>
          <a:blip r:embed="rId2" cstate="print"/>
          <a:stretch>
            <a:fillRect/>
          </a:stretch>
        </p:blipFill>
        <p:spPr>
          <a:xfrm>
            <a:off x="609600" y="2895600"/>
            <a:ext cx="2943225" cy="295275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5" name="Picture 4" descr="oc-aids-walk-2010-bl-blog.jpg"/>
          <p:cNvPicPr>
            <a:picLocks noChangeAspect="1"/>
          </p:cNvPicPr>
          <p:nvPr/>
        </p:nvPicPr>
        <p:blipFill>
          <a:blip r:embed="rId3" cstate="print"/>
          <a:stretch>
            <a:fillRect/>
          </a:stretch>
        </p:blipFill>
        <p:spPr>
          <a:xfrm rot="1229724">
            <a:off x="5488007" y="3418699"/>
            <a:ext cx="2147514" cy="2573738"/>
          </a:xfrm>
          <a:prstGeom prst="rect">
            <a:avLst/>
          </a:prstGeom>
          <a:ln w="88900" cap="sq" cmpd="thickThin">
            <a:solidFill>
              <a:srgbClr val="000000"/>
            </a:solidFill>
            <a:prstDash val="solid"/>
            <a:miter lim="800000"/>
          </a:ln>
          <a:effectLst>
            <a:innerShdw blurRad="76200">
              <a:srgbClr val="000000"/>
            </a:innerShdw>
          </a:effectLst>
        </p:spPr>
      </p:pic>
      <p:pic>
        <p:nvPicPr>
          <p:cNvPr id="6" name="Picture 5"/>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2CF78094-2359-44DD-A461-323B215A35A2}" type="datetime1">
              <a:rPr lang="en-US" smtClean="0"/>
              <a:pPr/>
              <a:t>11/6/2017</a:t>
            </a:fld>
            <a:endParaRPr lang="en-US"/>
          </a:p>
        </p:txBody>
      </p:sp>
      <p:sp>
        <p:nvSpPr>
          <p:cNvPr id="8" name="Slide Number Placeholder 7"/>
          <p:cNvSpPr>
            <a:spLocks noGrp="1"/>
          </p:cNvSpPr>
          <p:nvPr>
            <p:ph type="sldNum" sz="quarter" idx="12"/>
          </p:nvPr>
        </p:nvSpPr>
        <p:spPr/>
        <p:txBody>
          <a:bodyPr/>
          <a:lstStyle/>
          <a:p>
            <a:fld id="{E20ADA7F-1119-4218-8B48-2B8618AE7494}" type="slidenum">
              <a:rPr lang="en-US" smtClean="0"/>
              <a:pPr/>
              <a:t>31</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mc:AlternateContent xmlns:mc="http://schemas.openxmlformats.org/markup-compatibility/2006">
    <mc:Choice xmlns="" xmlns:p14="http://schemas.microsoft.com/office/powerpoint/2010/main" Requires="p14">
      <p:transition spd="slow" p14:dur="2000" advTm="10000"/>
    </mc:Choice>
    <mc:Fallback>
      <p:transition spd="slow" advTm="10000"/>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lumMod val="75000"/>
                  </a:schemeClr>
                </a:solidFill>
                <a:latin typeface="Broadway" pitchFamily="82" charset="0"/>
              </a:rPr>
              <a:t>PROGNOSIS</a:t>
            </a:r>
            <a:endParaRPr lang="en-US" dirty="0">
              <a:solidFill>
                <a:schemeClr val="accent4">
                  <a:lumMod val="75000"/>
                </a:schemeClr>
              </a:solidFill>
              <a:latin typeface="Broadway" pitchFamily="82" charset="0"/>
            </a:endParaRPr>
          </a:p>
        </p:txBody>
      </p:sp>
      <p:pic>
        <p:nvPicPr>
          <p:cNvPr id="4" name="Picture 3" descr="world-aids-day-candles.jpg"/>
          <p:cNvPicPr>
            <a:picLocks noChangeAspect="1"/>
          </p:cNvPicPr>
          <p:nvPr/>
        </p:nvPicPr>
        <p:blipFill>
          <a:blip r:embed="rId2" cstate="print"/>
          <a:stretch>
            <a:fillRect/>
          </a:stretch>
        </p:blipFill>
        <p:spPr>
          <a:xfrm>
            <a:off x="4191000" y="1524000"/>
            <a:ext cx="4953000" cy="5029200"/>
          </a:xfrm>
          <a:prstGeom prst="rect">
            <a:avLst/>
          </a:prstGeom>
          <a:ln>
            <a:noFill/>
          </a:ln>
          <a:effectLst>
            <a:softEdge rad="112500"/>
          </a:effectLst>
        </p:spPr>
      </p:pic>
      <p:sp>
        <p:nvSpPr>
          <p:cNvPr id="5" name="TextBox 4"/>
          <p:cNvSpPr txBox="1"/>
          <p:nvPr/>
        </p:nvSpPr>
        <p:spPr>
          <a:xfrm>
            <a:off x="152400" y="1295400"/>
            <a:ext cx="3962400" cy="4893647"/>
          </a:xfrm>
          <a:prstGeom prst="rect">
            <a:avLst/>
          </a:prstGeom>
          <a:noFill/>
        </p:spPr>
        <p:txBody>
          <a:bodyPr wrap="square" rtlCol="0">
            <a:spAutoFit/>
          </a:bodyPr>
          <a:lstStyle/>
          <a:p>
            <a:r>
              <a:rPr lang="en-US" sz="2400" dirty="0" smtClean="0">
                <a:latin typeface="+mn-lt"/>
              </a:rPr>
              <a:t>The prognosis for those with HIV is improving with the development of </a:t>
            </a:r>
            <a:r>
              <a:rPr lang="en-US" sz="2400" u="sng" dirty="0" smtClean="0">
                <a:solidFill>
                  <a:srgbClr val="0070C0"/>
                </a:solidFill>
                <a:latin typeface="+mn-lt"/>
              </a:rPr>
              <a:t>antiretroviral drug</a:t>
            </a:r>
            <a:r>
              <a:rPr lang="en-US" sz="2400" dirty="0" smtClean="0">
                <a:latin typeface="+mn-lt"/>
              </a:rPr>
              <a:t>s that help </a:t>
            </a:r>
            <a:r>
              <a:rPr lang="en-US" sz="2400" b="1" dirty="0" smtClean="0">
                <a:solidFill>
                  <a:srgbClr val="FF0000"/>
                </a:solidFill>
                <a:latin typeface="+mn-lt"/>
              </a:rPr>
              <a:t>reduce the amount of HIV in the blood to an “undetectable viral load”.</a:t>
            </a:r>
          </a:p>
          <a:p>
            <a:endParaRPr lang="en-US" sz="2400" dirty="0" smtClean="0">
              <a:latin typeface="+mn-lt"/>
            </a:endParaRPr>
          </a:p>
          <a:p>
            <a:r>
              <a:rPr lang="en-US" sz="2400" dirty="0" smtClean="0">
                <a:solidFill>
                  <a:srgbClr val="0070C0"/>
                </a:solidFill>
              </a:rPr>
              <a:t>ARVT are medications that treat HIV. The drugs do not kill or cure the Virus. However, they can prevent the growth of Virus and consequently further slowdown infection.</a:t>
            </a:r>
            <a:endParaRPr lang="en-US" sz="2400" dirty="0">
              <a:solidFill>
                <a:srgbClr val="0070C0"/>
              </a:solidFill>
              <a:latin typeface="+mn-lt"/>
            </a:endParaRPr>
          </a:p>
        </p:txBody>
      </p:sp>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EA017110-AB82-45EF-B4E8-D0ABD14999F8}" type="datetime1">
              <a:rPr lang="en-US" smtClean="0"/>
              <a:pPr/>
              <a:t>11/6/2017</a:t>
            </a:fld>
            <a:endParaRPr lang="en-US"/>
          </a:p>
        </p:txBody>
      </p:sp>
      <p:sp>
        <p:nvSpPr>
          <p:cNvPr id="8" name="Slide Number Placeholder 7"/>
          <p:cNvSpPr>
            <a:spLocks noGrp="1"/>
          </p:cNvSpPr>
          <p:nvPr>
            <p:ph type="sldNum" sz="quarter" idx="12"/>
          </p:nvPr>
        </p:nvSpPr>
        <p:spPr/>
        <p:txBody>
          <a:bodyPr/>
          <a:lstStyle/>
          <a:p>
            <a:fld id="{E20ADA7F-1119-4218-8B48-2B8618AE7494}" type="slidenum">
              <a:rPr lang="en-US" smtClean="0"/>
              <a:pPr/>
              <a:t>32</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mc:AlternateContent xmlns:mc="http://schemas.openxmlformats.org/markup-compatibility/2006">
    <mc:Choice xmlns="" xmlns:p14="http://schemas.microsoft.com/office/powerpoint/2010/main" Requires="p14">
      <p:transition spd="slow" p14:dur="2000" advTm="10000"/>
    </mc:Choice>
    <mc:Fallback>
      <p:transition spd="slow" advTm="10000"/>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lumMod val="75000"/>
                  </a:schemeClr>
                </a:solidFill>
                <a:latin typeface="Broadway" pitchFamily="82" charset="0"/>
              </a:rPr>
              <a:t>PREVENTION</a:t>
            </a:r>
            <a:endParaRPr lang="en-US" dirty="0">
              <a:solidFill>
                <a:schemeClr val="accent4">
                  <a:lumMod val="75000"/>
                </a:schemeClr>
              </a:solidFill>
              <a:latin typeface="Broadway" pitchFamily="82" charset="0"/>
            </a:endParaRPr>
          </a:p>
        </p:txBody>
      </p:sp>
      <p:sp>
        <p:nvSpPr>
          <p:cNvPr id="3" name="TextBox 2"/>
          <p:cNvSpPr txBox="1"/>
          <p:nvPr/>
        </p:nvSpPr>
        <p:spPr>
          <a:xfrm>
            <a:off x="457200" y="1524000"/>
            <a:ext cx="7924800" cy="4832092"/>
          </a:xfrm>
          <a:prstGeom prst="rect">
            <a:avLst/>
          </a:prstGeom>
          <a:noFill/>
        </p:spPr>
        <p:txBody>
          <a:bodyPr wrap="square" rtlCol="0">
            <a:spAutoFit/>
          </a:bodyPr>
          <a:lstStyle/>
          <a:p>
            <a:pPr>
              <a:buClr>
                <a:schemeClr val="accent1"/>
              </a:buClr>
              <a:buFont typeface="Arial" pitchFamily="34" charset="0"/>
              <a:buChar char="•"/>
            </a:pPr>
            <a:r>
              <a:rPr lang="en-US" sz="2800" b="1" dirty="0" smtClean="0">
                <a:solidFill>
                  <a:srgbClr val="FF0000"/>
                </a:solidFill>
                <a:latin typeface="+mn-lt"/>
              </a:rPr>
              <a:t>To prevent HIV transmission during sex you need to use a condom.</a:t>
            </a:r>
          </a:p>
          <a:p>
            <a:pPr>
              <a:buClr>
                <a:schemeClr val="accent1"/>
              </a:buClr>
              <a:buFont typeface="Arial" pitchFamily="34" charset="0"/>
              <a:buChar char="•"/>
            </a:pPr>
            <a:r>
              <a:rPr lang="en-US" sz="2800" dirty="0" smtClean="0">
                <a:latin typeface="+mn-lt"/>
              </a:rPr>
              <a:t> </a:t>
            </a:r>
            <a:r>
              <a:rPr lang="en-US" sz="2800" b="1" dirty="0" smtClean="0">
                <a:solidFill>
                  <a:srgbClr val="0070C0"/>
                </a:solidFill>
                <a:latin typeface="+mn-lt"/>
              </a:rPr>
              <a:t>HIV can be spread through vaginal, anal or oral sex.</a:t>
            </a:r>
          </a:p>
          <a:p>
            <a:pPr>
              <a:buClr>
                <a:schemeClr val="accent1"/>
              </a:buClr>
              <a:buFont typeface="Arial" pitchFamily="34" charset="0"/>
              <a:buChar char="•"/>
            </a:pPr>
            <a:r>
              <a:rPr lang="en-US" sz="2800" b="1" dirty="0" smtClean="0">
                <a:solidFill>
                  <a:srgbClr val="FF0000"/>
                </a:solidFill>
                <a:latin typeface="+mn-lt"/>
              </a:rPr>
              <a:t>Open sores from STDs like herpes &amp; syphilis provide gateways for HIV to enter the body.</a:t>
            </a:r>
          </a:p>
          <a:p>
            <a:pPr>
              <a:buClr>
                <a:schemeClr val="accent1"/>
              </a:buClr>
              <a:buFont typeface="Arial" pitchFamily="34" charset="0"/>
              <a:buChar char="•"/>
            </a:pPr>
            <a:r>
              <a:rPr lang="en-US" sz="2800" dirty="0" smtClean="0">
                <a:latin typeface="+mn-lt"/>
              </a:rPr>
              <a:t> </a:t>
            </a:r>
            <a:r>
              <a:rPr lang="en-US" sz="2800" b="1" dirty="0" smtClean="0">
                <a:solidFill>
                  <a:srgbClr val="0070C0"/>
                </a:solidFill>
                <a:latin typeface="+mn-lt"/>
              </a:rPr>
              <a:t>Gonorrhea &amp; Chlamydia may weaken the skin &amp; mucous barriers that help prevent infection.</a:t>
            </a:r>
          </a:p>
          <a:p>
            <a:pPr>
              <a:buClr>
                <a:schemeClr val="accent1"/>
              </a:buClr>
              <a:buFont typeface="Arial" pitchFamily="34" charset="0"/>
              <a:buChar char="•"/>
            </a:pPr>
            <a:r>
              <a:rPr lang="en-US" sz="2800" b="1" dirty="0" smtClean="0">
                <a:solidFill>
                  <a:srgbClr val="FF0000"/>
                </a:solidFill>
                <a:latin typeface="+mn-lt"/>
              </a:rPr>
              <a:t>If you inject drugs, use a new sterile needle each time to significantly reduce the risk of HIV transmission.</a:t>
            </a:r>
            <a:endParaRPr lang="en-US" sz="2800" b="1" dirty="0">
              <a:solidFill>
                <a:srgbClr val="FF0000"/>
              </a:solidFill>
              <a:latin typeface="+mn-lt"/>
            </a:endParaRP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C9481DDC-3AEC-4FB7-9AE9-C3907BA79FF0}" type="datetime1">
              <a:rPr lang="en-US" smtClean="0"/>
              <a:pPr/>
              <a:t>11/6/2017</a:t>
            </a:fld>
            <a:endParaRPr lang="en-US"/>
          </a:p>
        </p:txBody>
      </p:sp>
      <p:sp>
        <p:nvSpPr>
          <p:cNvPr id="6" name="Slide Number Placeholder 5"/>
          <p:cNvSpPr>
            <a:spLocks noGrp="1"/>
          </p:cNvSpPr>
          <p:nvPr>
            <p:ph type="sldNum" sz="quarter" idx="12"/>
          </p:nvPr>
        </p:nvSpPr>
        <p:spPr/>
        <p:txBody>
          <a:bodyPr/>
          <a:lstStyle/>
          <a:p>
            <a:fld id="{E20ADA7F-1119-4218-8B48-2B8618AE7494}" type="slidenum">
              <a:rPr lang="en-US" smtClean="0"/>
              <a:pPr/>
              <a:t>33</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mc:AlternateContent xmlns:mc="http://schemas.openxmlformats.org/markup-compatibility/2006">
    <mc:Choice xmlns="" xmlns:p14="http://schemas.microsoft.com/office/powerpoint/2010/main" Requires="p14">
      <p:transition spd="slow" p14:dur="2000" advTm="10000"/>
    </mc:Choice>
    <mc:Fallback>
      <p:transition spd="slow" advTm="10000"/>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lumMod val="75000"/>
                  </a:schemeClr>
                </a:solidFill>
                <a:latin typeface="Broadway" pitchFamily="82" charset="0"/>
              </a:rPr>
              <a:t>FACTS</a:t>
            </a:r>
            <a:endParaRPr lang="en-US" dirty="0">
              <a:solidFill>
                <a:schemeClr val="accent4">
                  <a:lumMod val="75000"/>
                </a:schemeClr>
              </a:solidFill>
              <a:latin typeface="Broadway" pitchFamily="82" charset="0"/>
            </a:endParaRPr>
          </a:p>
        </p:txBody>
      </p:sp>
      <p:sp>
        <p:nvSpPr>
          <p:cNvPr id="4" name="TextBox 3"/>
          <p:cNvSpPr txBox="1"/>
          <p:nvPr/>
        </p:nvSpPr>
        <p:spPr>
          <a:xfrm>
            <a:off x="762000" y="1752600"/>
            <a:ext cx="8229600" cy="3046988"/>
          </a:xfrm>
          <a:prstGeom prst="rect">
            <a:avLst/>
          </a:prstGeom>
          <a:noFill/>
        </p:spPr>
        <p:txBody>
          <a:bodyPr wrap="square" rtlCol="0">
            <a:spAutoFit/>
          </a:bodyPr>
          <a:lstStyle/>
          <a:p>
            <a:pPr>
              <a:buClr>
                <a:schemeClr val="accent1"/>
              </a:buClr>
              <a:buFont typeface="Wingdings" pitchFamily="2" charset="2"/>
              <a:buChar char="ü"/>
            </a:pPr>
            <a:r>
              <a:rPr lang="en-US" sz="3200" dirty="0" smtClean="0">
                <a:latin typeface="+mn-lt"/>
              </a:rPr>
              <a:t>HIV is not airborne and cannot be caught by touching skin, sweat or saliva.</a:t>
            </a:r>
          </a:p>
          <a:p>
            <a:pPr>
              <a:buClr>
                <a:schemeClr val="accent1"/>
              </a:buClr>
              <a:buFont typeface="Wingdings" pitchFamily="2" charset="2"/>
              <a:buChar char="ü"/>
            </a:pPr>
            <a:r>
              <a:rPr lang="en-US" sz="3200" dirty="0" smtClean="0">
                <a:latin typeface="+mn-lt"/>
              </a:rPr>
              <a:t>You cannot get HIV by holding hands or sharing drinks.</a:t>
            </a:r>
          </a:p>
          <a:p>
            <a:pPr>
              <a:buClr>
                <a:schemeClr val="accent1"/>
              </a:buClr>
              <a:buFont typeface="Wingdings" pitchFamily="2" charset="2"/>
              <a:buChar char="ü"/>
            </a:pPr>
            <a:r>
              <a:rPr lang="en-US" sz="3200" dirty="0" smtClean="0">
                <a:latin typeface="+mn-lt"/>
              </a:rPr>
              <a:t>Mosquito's do not inject other peoples blood when they bite and so can’t spread HIV.</a:t>
            </a:r>
            <a:endParaRPr lang="en-US" sz="3200" dirty="0">
              <a:latin typeface="+mn-lt"/>
            </a:endParaRPr>
          </a:p>
        </p:txBody>
      </p:sp>
      <p:pic>
        <p:nvPicPr>
          <p:cNvPr id="5" name="Picture 4"/>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3B27F32B-EF95-4C0A-877F-A4EC322A7154}" type="datetime1">
              <a:rPr lang="en-US" smtClean="0"/>
              <a:pPr/>
              <a:t>11/6/2017</a:t>
            </a:fld>
            <a:endParaRPr lang="en-US"/>
          </a:p>
        </p:txBody>
      </p:sp>
      <p:sp>
        <p:nvSpPr>
          <p:cNvPr id="7" name="Slide Number Placeholder 6"/>
          <p:cNvSpPr>
            <a:spLocks noGrp="1"/>
          </p:cNvSpPr>
          <p:nvPr>
            <p:ph type="sldNum" sz="quarter" idx="12"/>
          </p:nvPr>
        </p:nvSpPr>
        <p:spPr/>
        <p:txBody>
          <a:bodyPr/>
          <a:lstStyle/>
          <a:p>
            <a:fld id="{E20ADA7F-1119-4218-8B48-2B8618AE7494}" type="slidenum">
              <a:rPr lang="en-US" smtClean="0"/>
              <a:pPr/>
              <a:t>34</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mc:AlternateContent xmlns:mc="http://schemas.openxmlformats.org/markup-compatibility/2006">
    <mc:Choice xmlns="" xmlns:p14="http://schemas.microsoft.com/office/powerpoint/2010/main" Requires="p14">
      <p:transition spd="slow" p14:dur="2000" advTm="10000"/>
    </mc:Choice>
    <mc:Fallback>
      <p:transition spd="slow" advTm="10000"/>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533400" y="228600"/>
            <a:ext cx="8305800" cy="62417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3600" dirty="0" smtClean="0">
                <a:solidFill>
                  <a:schemeClr val="accent4">
                    <a:lumMod val="75000"/>
                  </a:schemeClr>
                </a:solidFill>
                <a:effectLst>
                  <a:outerShdw blurRad="38100" dist="38100" dir="2700000" algn="tl">
                    <a:srgbClr val="000000"/>
                  </a:outerShdw>
                </a:effectLst>
                <a:latin typeface="Broadway" pitchFamily="82" charset="0"/>
              </a:rPr>
              <a:t>What </a:t>
            </a:r>
            <a:r>
              <a:rPr lang="en-US" sz="3600" dirty="0">
                <a:solidFill>
                  <a:schemeClr val="accent4">
                    <a:lumMod val="75000"/>
                  </a:schemeClr>
                </a:solidFill>
                <a:effectLst>
                  <a:outerShdw blurRad="38100" dist="38100" dir="2700000" algn="tl">
                    <a:srgbClr val="000000"/>
                  </a:outerShdw>
                </a:effectLst>
                <a:latin typeface="Broadway" pitchFamily="82" charset="0"/>
              </a:rPr>
              <a:t>is the “Window Period?”</a:t>
            </a:r>
          </a:p>
          <a:p>
            <a:endParaRPr lang="en-US" sz="3200" b="1" dirty="0">
              <a:solidFill>
                <a:schemeClr val="folHlink"/>
              </a:solidFill>
              <a:effectLst>
                <a:outerShdw blurRad="38100" dist="38100" dir="2700000" algn="tl">
                  <a:srgbClr val="000000"/>
                </a:outerShdw>
              </a:effectLst>
              <a:latin typeface="+mn-lt"/>
            </a:endParaRPr>
          </a:p>
          <a:p>
            <a:pPr>
              <a:lnSpc>
                <a:spcPct val="120000"/>
              </a:lnSpc>
            </a:pPr>
            <a:r>
              <a:rPr lang="en-US" sz="2600" b="1" dirty="0">
                <a:solidFill>
                  <a:srgbClr val="EDFA40"/>
                </a:solidFill>
                <a:effectLst>
                  <a:outerShdw blurRad="38100" dist="38100" dir="2700000" algn="tl">
                    <a:srgbClr val="000000"/>
                  </a:outerShdw>
                </a:effectLst>
                <a:latin typeface="+mn-lt"/>
              </a:rPr>
              <a:t>  </a:t>
            </a:r>
            <a:r>
              <a:rPr lang="en-US" sz="2800" b="1" dirty="0">
                <a:solidFill>
                  <a:srgbClr val="0033CC"/>
                </a:solidFill>
                <a:effectLst>
                  <a:outerShdw blurRad="38100" dist="38100" dir="2700000" algn="tl">
                    <a:srgbClr val="000000"/>
                  </a:outerShdw>
                </a:effectLst>
                <a:latin typeface="+mn-lt"/>
              </a:rPr>
              <a:t>The time period between a person’s exposure &amp; actual infection with HIV and until antibodies are detectable in the body.</a:t>
            </a:r>
          </a:p>
          <a:p>
            <a:pPr>
              <a:lnSpc>
                <a:spcPct val="120000"/>
              </a:lnSpc>
            </a:pPr>
            <a:endParaRPr lang="en-US" sz="2800" b="1" dirty="0">
              <a:solidFill>
                <a:srgbClr val="0033CC"/>
              </a:solidFill>
              <a:effectLst>
                <a:outerShdw blurRad="38100" dist="38100" dir="2700000" algn="tl">
                  <a:srgbClr val="000000"/>
                </a:outerShdw>
              </a:effectLst>
              <a:latin typeface="+mn-lt"/>
            </a:endParaRPr>
          </a:p>
          <a:p>
            <a:pPr>
              <a:lnSpc>
                <a:spcPct val="120000"/>
              </a:lnSpc>
              <a:buFontTx/>
              <a:buChar char="•"/>
            </a:pPr>
            <a:r>
              <a:rPr lang="en-US" sz="2800" b="1" dirty="0">
                <a:solidFill>
                  <a:srgbClr val="0033CC"/>
                </a:solidFill>
                <a:effectLst>
                  <a:outerShdw blurRad="38100" dist="38100" dir="2700000" algn="tl">
                    <a:srgbClr val="000000"/>
                  </a:outerShdw>
                </a:effectLst>
                <a:latin typeface="+mn-lt"/>
              </a:rPr>
              <a:t>  After </a:t>
            </a:r>
            <a:r>
              <a:rPr lang="en-US" sz="2800" b="1" i="1" dirty="0">
                <a:solidFill>
                  <a:srgbClr val="0033CC"/>
                </a:solidFill>
                <a:effectLst>
                  <a:outerShdw blurRad="38100" dist="38100" dir="2700000" algn="tl">
                    <a:srgbClr val="000000"/>
                  </a:outerShdw>
                </a:effectLst>
                <a:latin typeface="+mn-lt"/>
              </a:rPr>
              <a:t>three months</a:t>
            </a:r>
            <a:r>
              <a:rPr lang="en-US" sz="2800" b="1" dirty="0">
                <a:solidFill>
                  <a:srgbClr val="0033CC"/>
                </a:solidFill>
                <a:effectLst>
                  <a:outerShdw blurRad="38100" dist="38100" dir="2700000" algn="tl">
                    <a:srgbClr val="000000"/>
                  </a:outerShdw>
                </a:effectLst>
                <a:latin typeface="+mn-lt"/>
              </a:rPr>
              <a:t> there are usually enough antibodies to show on an AIDS test. </a:t>
            </a:r>
          </a:p>
          <a:p>
            <a:pPr>
              <a:buFontTx/>
              <a:buChar char="•"/>
            </a:pPr>
            <a:endParaRPr lang="en-US" sz="2800" dirty="0">
              <a:solidFill>
                <a:schemeClr val="folHlink"/>
              </a:solidFill>
              <a:effectLst>
                <a:outerShdw blurRad="38100" dist="38100" dir="2700000" algn="tl">
                  <a:srgbClr val="000000"/>
                </a:outerShdw>
              </a:effectLst>
              <a:latin typeface="+mn-lt"/>
            </a:endParaRPr>
          </a:p>
          <a:p>
            <a:pPr algn="ctr"/>
            <a:r>
              <a:rPr lang="en-US" sz="2800" b="1" dirty="0">
                <a:solidFill>
                  <a:srgbClr val="FF0000"/>
                </a:solidFill>
                <a:effectLst>
                  <a:outerShdw blurRad="38100" dist="38100" dir="2700000" algn="tl">
                    <a:srgbClr val="000000"/>
                  </a:outerShdw>
                </a:effectLst>
                <a:latin typeface="+mn-lt"/>
              </a:rPr>
              <a:t>Nearly all people (99%) develop antibodies by </a:t>
            </a:r>
          </a:p>
          <a:p>
            <a:pPr algn="ctr"/>
            <a:r>
              <a:rPr lang="en-US" sz="2800" b="1" dirty="0">
                <a:solidFill>
                  <a:srgbClr val="FF0000"/>
                </a:solidFill>
                <a:effectLst>
                  <a:outerShdw blurRad="38100" dist="38100" dir="2700000" algn="tl">
                    <a:srgbClr val="000000"/>
                  </a:outerShdw>
                </a:effectLst>
                <a:latin typeface="+mn-lt"/>
              </a:rPr>
              <a:t>THREE months.</a:t>
            </a:r>
          </a:p>
          <a:p>
            <a:pPr>
              <a:buFontTx/>
              <a:buChar char="•"/>
            </a:pPr>
            <a:endParaRPr lang="en-US" sz="2800" b="1" dirty="0">
              <a:solidFill>
                <a:schemeClr val="folHlink"/>
              </a:solidFill>
              <a:effectLst>
                <a:outerShdw blurRad="38100" dist="38100" dir="2700000" algn="tl">
                  <a:srgbClr val="000000"/>
                </a:outerShdw>
              </a:effectLst>
              <a:latin typeface="Times" charset="0"/>
            </a:endParaRPr>
          </a:p>
          <a:p>
            <a:pPr>
              <a:buFontTx/>
              <a:buChar char="•"/>
            </a:pPr>
            <a:endParaRPr lang="en-US" b="1" dirty="0">
              <a:solidFill>
                <a:schemeClr val="folHlink"/>
              </a:solidFill>
              <a:effectLst>
                <a:outerShdw blurRad="38100" dist="38100" dir="2700000" algn="tl">
                  <a:srgbClr val="000000"/>
                </a:outerShdw>
              </a:effectLst>
              <a:latin typeface="Times" charset="0"/>
            </a:endParaRPr>
          </a:p>
        </p:txBody>
      </p:sp>
      <p:sp>
        <p:nvSpPr>
          <p:cNvPr id="3" name="Rectangle 7"/>
          <p:cNvSpPr>
            <a:spLocks noChangeArrowheads="1"/>
          </p:cNvSpPr>
          <p:nvPr/>
        </p:nvSpPr>
        <p:spPr bwMode="auto">
          <a:xfrm>
            <a:off x="0" y="6572250"/>
            <a:ext cx="1378718"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1050" b="1" dirty="0" smtClean="0">
                <a:solidFill>
                  <a:srgbClr val="F96041"/>
                </a:solidFill>
                <a:effectLst>
                  <a:outerShdw blurRad="38100" dist="38100" dir="2700000" algn="tl">
                    <a:srgbClr val="000000"/>
                  </a:outerShdw>
                </a:effectLst>
              </a:rPr>
              <a:t>jschmied</a:t>
            </a:r>
            <a:r>
              <a:rPr lang="en-US" sz="1050" b="1" dirty="0">
                <a:solidFill>
                  <a:srgbClr val="F96041"/>
                </a:solidFill>
                <a:effectLst>
                  <a:outerShdw blurRad="38100" dist="38100" dir="2700000" algn="tl">
                    <a:srgbClr val="000000"/>
                  </a:outerShdw>
                </a:effectLst>
              </a:rPr>
              <a:t>©</a:t>
            </a:r>
            <a:r>
              <a:rPr lang="en-US" sz="1050" b="1" dirty="0" smtClean="0">
                <a:solidFill>
                  <a:srgbClr val="F96041"/>
                </a:solidFill>
                <a:effectLst>
                  <a:outerShdw blurRad="38100" dist="38100" dir="2700000" algn="tl">
                    <a:srgbClr val="000000"/>
                  </a:outerShdw>
                </a:effectLst>
              </a:rPr>
              <a:t>2015</a:t>
            </a:r>
            <a:endParaRPr lang="en-US" sz="1050" b="1" dirty="0">
              <a:solidFill>
                <a:srgbClr val="F96041"/>
              </a:solidFill>
              <a:effectLst>
                <a:outerShdw blurRad="38100" dist="38100" dir="2700000" algn="tl">
                  <a:srgbClr val="000000"/>
                </a:outerShdw>
              </a:effectLst>
            </a:endParaRP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FDFB9B4A-26B4-4CDA-BF50-B14D300D471F}" type="datetime1">
              <a:rPr lang="en-US" smtClean="0"/>
              <a:pPr/>
              <a:t>11/6/2017</a:t>
            </a:fld>
            <a:endParaRPr lang="en-US"/>
          </a:p>
        </p:txBody>
      </p:sp>
      <p:sp>
        <p:nvSpPr>
          <p:cNvPr id="6" name="Slide Number Placeholder 5"/>
          <p:cNvSpPr>
            <a:spLocks noGrp="1"/>
          </p:cNvSpPr>
          <p:nvPr>
            <p:ph type="sldNum" sz="quarter" idx="12"/>
          </p:nvPr>
        </p:nvSpPr>
        <p:spPr/>
        <p:txBody>
          <a:bodyPr/>
          <a:lstStyle/>
          <a:p>
            <a:fld id="{E20ADA7F-1119-4218-8B48-2B8618AE7494}" type="slidenum">
              <a:rPr lang="en-US" smtClean="0"/>
              <a:pPr/>
              <a:t>35</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685800" y="608013"/>
            <a:ext cx="8153400" cy="946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buFontTx/>
              <a:buChar char="•"/>
            </a:pPr>
            <a:endParaRPr lang="en-US" b="1">
              <a:solidFill>
                <a:schemeClr val="folHlink"/>
              </a:solidFill>
              <a:effectLst>
                <a:outerShdw blurRad="38100" dist="38100" dir="2700000" algn="tl">
                  <a:srgbClr val="000000"/>
                </a:outerShdw>
              </a:effectLst>
              <a:latin typeface="Times" charset="0"/>
            </a:endParaRPr>
          </a:p>
          <a:p>
            <a:pPr>
              <a:buFontTx/>
              <a:buChar char="•"/>
            </a:pPr>
            <a:endParaRPr lang="en-US" b="1">
              <a:solidFill>
                <a:schemeClr val="folHlink"/>
              </a:solidFill>
              <a:effectLst>
                <a:outerShdw blurRad="38100" dist="38100" dir="2700000" algn="tl">
                  <a:srgbClr val="000000"/>
                </a:outerShdw>
              </a:effectLst>
              <a:latin typeface="Times" charset="0"/>
            </a:endParaRPr>
          </a:p>
        </p:txBody>
      </p:sp>
      <p:sp>
        <p:nvSpPr>
          <p:cNvPr id="60419" name="Rectangle 3"/>
          <p:cNvSpPr>
            <a:spLocks noChangeArrowheads="1"/>
          </p:cNvSpPr>
          <p:nvPr/>
        </p:nvSpPr>
        <p:spPr bwMode="auto">
          <a:xfrm>
            <a:off x="457200" y="533400"/>
            <a:ext cx="8153400" cy="53122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ctr"/>
            <a:r>
              <a:rPr lang="en-US" sz="3800" dirty="0">
                <a:solidFill>
                  <a:schemeClr val="accent4">
                    <a:lumMod val="75000"/>
                  </a:schemeClr>
                </a:solidFill>
                <a:effectLst>
                  <a:outerShdw blurRad="38100" dist="38100" dir="2700000" algn="tl">
                    <a:srgbClr val="000000"/>
                  </a:outerShdw>
                </a:effectLst>
                <a:latin typeface="Broadway" pitchFamily="82" charset="0"/>
              </a:rPr>
              <a:t>HIV and the Immune System</a:t>
            </a:r>
          </a:p>
          <a:p>
            <a:endParaRPr lang="en-US" sz="1800" b="1" dirty="0">
              <a:solidFill>
                <a:schemeClr val="folHlink"/>
              </a:solidFill>
              <a:effectLst>
                <a:outerShdw blurRad="38100" dist="38100" dir="2700000" algn="tl">
                  <a:srgbClr val="000000"/>
                </a:outerShdw>
              </a:effectLst>
              <a:latin typeface="+mn-lt"/>
            </a:endParaRPr>
          </a:p>
          <a:p>
            <a:pPr>
              <a:lnSpc>
                <a:spcPct val="120000"/>
              </a:lnSpc>
            </a:pPr>
            <a:r>
              <a:rPr lang="en-US" sz="2400" b="1" dirty="0">
                <a:solidFill>
                  <a:srgbClr val="EDFA40"/>
                </a:solidFill>
                <a:effectLst>
                  <a:outerShdw blurRad="38100" dist="38100" dir="2700000" algn="tl">
                    <a:srgbClr val="000000"/>
                  </a:outerShdw>
                </a:effectLst>
                <a:latin typeface="+mn-lt"/>
              </a:rPr>
              <a:t> </a:t>
            </a:r>
            <a:r>
              <a:rPr lang="en-US" sz="2400" b="1" dirty="0" smtClean="0">
                <a:solidFill>
                  <a:srgbClr val="0033CC"/>
                </a:solidFill>
                <a:effectLst>
                  <a:outerShdw blurRad="38100" dist="38100" dir="2700000" algn="tl">
                    <a:srgbClr val="000000"/>
                  </a:outerShdw>
                </a:effectLst>
                <a:latin typeface="+mn-lt"/>
              </a:rPr>
              <a:t>A </a:t>
            </a:r>
            <a:r>
              <a:rPr lang="en-US" sz="2400" b="1" dirty="0">
                <a:solidFill>
                  <a:srgbClr val="0033CC"/>
                </a:solidFill>
                <a:effectLst>
                  <a:outerShdw blurRad="38100" dist="38100" dir="2700000" algn="tl">
                    <a:srgbClr val="000000"/>
                  </a:outerShdw>
                </a:effectLst>
                <a:latin typeface="+mn-lt"/>
              </a:rPr>
              <a:t>person can be HIV infected and not have AIDS if the person’s immune system is intact</a:t>
            </a:r>
            <a:r>
              <a:rPr lang="en-US" sz="2400" b="1" dirty="0" smtClean="0">
                <a:solidFill>
                  <a:srgbClr val="0033CC"/>
                </a:solidFill>
                <a:effectLst>
                  <a:outerShdw blurRad="38100" dist="38100" dir="2700000" algn="tl">
                    <a:srgbClr val="000000"/>
                  </a:outerShdw>
                </a:effectLst>
                <a:latin typeface="+mn-lt"/>
              </a:rPr>
              <a:t>. </a:t>
            </a:r>
            <a:endParaRPr lang="en-US" sz="2400" b="1" dirty="0">
              <a:solidFill>
                <a:srgbClr val="0033CC"/>
              </a:solidFill>
              <a:effectLst>
                <a:outerShdw blurRad="38100" dist="38100" dir="2700000" algn="tl">
                  <a:srgbClr val="000000"/>
                </a:outerShdw>
              </a:effectLst>
              <a:latin typeface="+mn-lt"/>
            </a:endParaRPr>
          </a:p>
          <a:p>
            <a:pPr>
              <a:lnSpc>
                <a:spcPct val="120000"/>
              </a:lnSpc>
            </a:pPr>
            <a:endParaRPr lang="en-US" sz="2400" b="1" dirty="0">
              <a:solidFill>
                <a:srgbClr val="EDFA40"/>
              </a:solidFill>
              <a:effectLst>
                <a:outerShdw blurRad="38100" dist="38100" dir="2700000" algn="tl">
                  <a:srgbClr val="000000"/>
                </a:outerShdw>
              </a:effectLst>
              <a:latin typeface="+mn-lt"/>
            </a:endParaRPr>
          </a:p>
          <a:p>
            <a:pPr algn="ctr">
              <a:lnSpc>
                <a:spcPct val="120000"/>
              </a:lnSpc>
            </a:pPr>
            <a:r>
              <a:rPr lang="en-US" sz="2400" b="1" dirty="0">
                <a:solidFill>
                  <a:srgbClr val="F96041"/>
                </a:solidFill>
                <a:effectLst>
                  <a:outerShdw blurRad="38100" dist="38100" dir="2700000" algn="tl">
                    <a:srgbClr val="000000"/>
                  </a:outerShdw>
                </a:effectLst>
                <a:latin typeface="+mn-lt"/>
              </a:rPr>
              <a:t>Often this period is from 8-10 years.</a:t>
            </a:r>
          </a:p>
          <a:p>
            <a:pPr algn="ctr">
              <a:lnSpc>
                <a:spcPct val="120000"/>
              </a:lnSpc>
            </a:pPr>
            <a:r>
              <a:rPr lang="en-US" sz="2400" b="1" i="1" dirty="0" smtClean="0">
                <a:solidFill>
                  <a:srgbClr val="0033CC"/>
                </a:solidFill>
                <a:effectLst>
                  <a:outerShdw blurRad="38100" dist="38100" dir="2700000" algn="tl">
                    <a:srgbClr val="000000"/>
                  </a:outerShdw>
                </a:effectLst>
                <a:latin typeface="+mn-lt"/>
              </a:rPr>
              <a:t>Has no symptoms, person is a carrier.</a:t>
            </a:r>
          </a:p>
          <a:p>
            <a:pPr algn="ctr">
              <a:lnSpc>
                <a:spcPct val="120000"/>
              </a:lnSpc>
            </a:pPr>
            <a:endParaRPr lang="en-US" sz="2400" b="1" dirty="0">
              <a:solidFill>
                <a:srgbClr val="0033CC"/>
              </a:solidFill>
              <a:effectLst>
                <a:outerShdw blurRad="38100" dist="38100" dir="2700000" algn="tl">
                  <a:srgbClr val="000000"/>
                </a:outerShdw>
              </a:effectLst>
              <a:latin typeface="+mn-lt"/>
            </a:endParaRPr>
          </a:p>
          <a:p>
            <a:pPr>
              <a:lnSpc>
                <a:spcPct val="120000"/>
              </a:lnSpc>
            </a:pPr>
            <a:r>
              <a:rPr lang="en-US" sz="2400" b="1" dirty="0" smtClean="0">
                <a:solidFill>
                  <a:srgbClr val="0033CC"/>
                </a:solidFill>
                <a:effectLst>
                  <a:outerShdw blurRad="38100" dist="38100" dir="2700000" algn="tl">
                    <a:srgbClr val="000000"/>
                  </a:outerShdw>
                </a:effectLst>
                <a:latin typeface="+mn-lt"/>
              </a:rPr>
              <a:t>After </a:t>
            </a:r>
            <a:r>
              <a:rPr lang="en-US" sz="2400" b="1" dirty="0">
                <a:solidFill>
                  <a:srgbClr val="0033CC"/>
                </a:solidFill>
                <a:effectLst>
                  <a:outerShdw blurRad="38100" dist="38100" dir="2700000" algn="tl">
                    <a:srgbClr val="000000"/>
                  </a:outerShdw>
                </a:effectLst>
                <a:latin typeface="+mn-lt"/>
              </a:rPr>
              <a:t>this period, the immune system begins to lose the fight.  </a:t>
            </a:r>
          </a:p>
          <a:p>
            <a:pPr>
              <a:lnSpc>
                <a:spcPct val="120000"/>
              </a:lnSpc>
            </a:pPr>
            <a:endParaRPr lang="en-US" sz="2400" b="1" dirty="0">
              <a:solidFill>
                <a:srgbClr val="EDFA40"/>
              </a:solidFill>
              <a:effectLst>
                <a:outerShdw blurRad="38100" dist="38100" dir="2700000" algn="tl">
                  <a:srgbClr val="000000"/>
                </a:outerShdw>
              </a:effectLst>
              <a:latin typeface="+mn-lt"/>
            </a:endParaRPr>
          </a:p>
          <a:p>
            <a:pPr algn="ctr">
              <a:lnSpc>
                <a:spcPct val="120000"/>
              </a:lnSpc>
            </a:pPr>
            <a:r>
              <a:rPr lang="en-US" sz="2400" b="1" i="1" dirty="0">
                <a:solidFill>
                  <a:srgbClr val="F96041"/>
                </a:solidFill>
                <a:effectLst>
                  <a:outerShdw blurRad="38100" dist="38100" dir="2700000" algn="tl">
                    <a:srgbClr val="000000"/>
                  </a:outerShdw>
                </a:effectLst>
                <a:latin typeface="+mn-lt"/>
              </a:rPr>
              <a:t>At this point the person has </a:t>
            </a:r>
            <a:r>
              <a:rPr lang="en-US" sz="2400" b="1" i="1" dirty="0" smtClean="0">
                <a:effectLst>
                  <a:outerShdw blurRad="38100" dist="38100" dir="2700000" algn="tl">
                    <a:srgbClr val="000000"/>
                  </a:outerShdw>
                </a:effectLst>
                <a:latin typeface="+mn-lt"/>
              </a:rPr>
              <a:t>AIDS</a:t>
            </a:r>
            <a:endParaRPr lang="en-US" sz="2400" b="1" dirty="0">
              <a:solidFill>
                <a:schemeClr val="folHlink"/>
              </a:solidFill>
              <a:effectLst>
                <a:outerShdw blurRad="38100" dist="38100" dir="2700000" algn="tl">
                  <a:srgbClr val="000000"/>
                </a:outerShdw>
              </a:effectLst>
              <a:latin typeface="+mn-lt"/>
            </a:endParaRPr>
          </a:p>
          <a:p>
            <a:pPr>
              <a:buFontTx/>
              <a:buChar char="•"/>
            </a:pPr>
            <a:endParaRPr lang="en-US" sz="2400" dirty="0">
              <a:solidFill>
                <a:schemeClr val="folHlink"/>
              </a:solidFill>
              <a:effectLst>
                <a:outerShdw blurRad="38100" dist="38100" dir="2700000" algn="tl">
                  <a:srgbClr val="000000"/>
                </a:outerShdw>
              </a:effectLst>
              <a:latin typeface="Times" charset="0"/>
            </a:endParaRPr>
          </a:p>
        </p:txBody>
      </p:sp>
      <p:sp>
        <p:nvSpPr>
          <p:cNvPr id="4" name="Rectangle 7"/>
          <p:cNvSpPr>
            <a:spLocks noChangeArrowheads="1"/>
          </p:cNvSpPr>
          <p:nvPr/>
        </p:nvSpPr>
        <p:spPr bwMode="auto">
          <a:xfrm>
            <a:off x="0" y="6572250"/>
            <a:ext cx="1378718"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1050" b="1" dirty="0" smtClean="0">
                <a:solidFill>
                  <a:srgbClr val="F96041"/>
                </a:solidFill>
                <a:effectLst>
                  <a:outerShdw blurRad="38100" dist="38100" dir="2700000" algn="tl">
                    <a:srgbClr val="000000"/>
                  </a:outerShdw>
                </a:effectLst>
              </a:rPr>
              <a:t>jschmied</a:t>
            </a:r>
            <a:r>
              <a:rPr lang="en-US" sz="1050" b="1" dirty="0">
                <a:solidFill>
                  <a:srgbClr val="F96041"/>
                </a:solidFill>
                <a:effectLst>
                  <a:outerShdw blurRad="38100" dist="38100" dir="2700000" algn="tl">
                    <a:srgbClr val="000000"/>
                  </a:outerShdw>
                </a:effectLst>
              </a:rPr>
              <a:t>©</a:t>
            </a:r>
            <a:r>
              <a:rPr lang="en-US" sz="1050" b="1" dirty="0" smtClean="0">
                <a:solidFill>
                  <a:srgbClr val="F96041"/>
                </a:solidFill>
                <a:effectLst>
                  <a:outerShdw blurRad="38100" dist="38100" dir="2700000" algn="tl">
                    <a:srgbClr val="000000"/>
                  </a:outerShdw>
                </a:effectLst>
              </a:rPr>
              <a:t>2015</a:t>
            </a:r>
            <a:endParaRPr lang="en-US" sz="1050" b="1" dirty="0">
              <a:solidFill>
                <a:srgbClr val="F96041"/>
              </a:solidFill>
              <a:effectLst>
                <a:outerShdw blurRad="38100" dist="38100" dir="2700000" algn="tl">
                  <a:srgbClr val="000000"/>
                </a:outerShdw>
              </a:effectLst>
            </a:endParaRPr>
          </a:p>
        </p:txBody>
      </p:sp>
      <p:pic>
        <p:nvPicPr>
          <p:cNvPr id="5" name="Picture 4"/>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6FF0E335-6AC1-4ED5-B62E-7319679E91BA}" type="datetime1">
              <a:rPr lang="en-US" smtClean="0"/>
              <a:pPr/>
              <a:t>11/6/2017</a:t>
            </a:fld>
            <a:endParaRPr lang="en-US"/>
          </a:p>
        </p:txBody>
      </p:sp>
      <p:sp>
        <p:nvSpPr>
          <p:cNvPr id="7" name="Slide Number Placeholder 6"/>
          <p:cNvSpPr>
            <a:spLocks noGrp="1"/>
          </p:cNvSpPr>
          <p:nvPr>
            <p:ph type="sldNum" sz="quarter" idx="12"/>
          </p:nvPr>
        </p:nvSpPr>
        <p:spPr/>
        <p:txBody>
          <a:bodyPr/>
          <a:lstStyle/>
          <a:p>
            <a:fld id="{E20ADA7F-1119-4218-8B48-2B8618AE7494}" type="slidenum">
              <a:rPr lang="en-US" smtClean="0"/>
              <a:pPr/>
              <a:t>36</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chemeClr val="accent4">
                    <a:lumMod val="75000"/>
                  </a:schemeClr>
                </a:solidFill>
                <a:latin typeface="Broadway" pitchFamily="82" charset="0"/>
              </a:rPr>
              <a:t>Impact of HIV in Countries</a:t>
            </a:r>
            <a:endParaRPr lang="en-US" sz="3600"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AA79735B-6EEB-4244-B95E-BD9852FEAAC8}"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37</a:t>
            </a:fld>
            <a:endParaRPr lang="en-US"/>
          </a:p>
        </p:txBody>
      </p:sp>
      <p:pic>
        <p:nvPicPr>
          <p:cNvPr id="204802" name="Picture 2" descr="http://image.slidesharecdn.com/hivaids-090815130557-phpapp02/95/hiv-aids-5-638.jpg?cb=1422670662"/>
          <p:cNvPicPr>
            <a:picLocks noChangeAspect="1" noChangeArrowheads="1"/>
          </p:cNvPicPr>
          <p:nvPr/>
        </p:nvPicPr>
        <p:blipFill>
          <a:blip r:embed="rId2" cstate="print"/>
          <a:srcRect/>
          <a:stretch>
            <a:fillRect/>
          </a:stretch>
        </p:blipFill>
        <p:spPr bwMode="auto">
          <a:xfrm>
            <a:off x="381000" y="1524000"/>
            <a:ext cx="8382000" cy="47244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solidFill>
                  <a:schemeClr val="accent4">
                    <a:lumMod val="75000"/>
                  </a:schemeClr>
                </a:solidFill>
                <a:latin typeface="Broadway" pitchFamily="82" charset="0"/>
              </a:rPr>
              <a:t>HIV Infection and body organs affected</a:t>
            </a:r>
            <a:endParaRPr lang="en-US" sz="3200"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13689667-970C-4DE9-864B-2DB8E2B7C063}"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38</a:t>
            </a:fld>
            <a:endParaRPr lang="en-US"/>
          </a:p>
        </p:txBody>
      </p:sp>
      <p:pic>
        <p:nvPicPr>
          <p:cNvPr id="219138" name="Picture 2" descr="http://image.slidesharecdn.com/hivaids-090815130557-phpapp02/95/hiv-aids-19-638.jpg?cb=1422670662"/>
          <p:cNvPicPr>
            <a:picLocks noChangeAspect="1" noChangeArrowheads="1"/>
          </p:cNvPicPr>
          <p:nvPr/>
        </p:nvPicPr>
        <p:blipFill>
          <a:blip r:embed="rId2" cstate="print"/>
          <a:srcRect/>
          <a:stretch>
            <a:fillRect/>
          </a:stretch>
        </p:blipFill>
        <p:spPr bwMode="auto">
          <a:xfrm>
            <a:off x="381000" y="1371600"/>
            <a:ext cx="8382000" cy="48006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4">
                    <a:lumMod val="75000"/>
                  </a:schemeClr>
                </a:solidFill>
                <a:latin typeface="Broadway" pitchFamily="82" charset="0"/>
              </a:rPr>
              <a:t>HIV Infection and body organs affected</a:t>
            </a:r>
            <a:endParaRPr lang="en-US" dirty="0"/>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6DED05F9-5E24-4D0A-A834-BE9B67B3A37C}"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39</a:t>
            </a:fld>
            <a:endParaRPr lang="en-US"/>
          </a:p>
        </p:txBody>
      </p:sp>
      <p:pic>
        <p:nvPicPr>
          <p:cNvPr id="218114" name="Picture 2" descr="http://image.slidesharecdn.com/hivaids-090815130557-phpapp02/95/hiv-aids-20-638.jpg?cb=1422670662"/>
          <p:cNvPicPr>
            <a:picLocks noChangeAspect="1" noChangeArrowheads="1"/>
          </p:cNvPicPr>
          <p:nvPr/>
        </p:nvPicPr>
        <p:blipFill>
          <a:blip r:embed="rId2" cstate="print"/>
          <a:srcRect/>
          <a:stretch>
            <a:fillRect/>
          </a:stretch>
        </p:blipFill>
        <p:spPr bwMode="auto">
          <a:xfrm>
            <a:off x="457200" y="1600200"/>
            <a:ext cx="8305800" cy="47244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chemeClr val="accent4">
                    <a:lumMod val="75000"/>
                  </a:schemeClr>
                </a:solidFill>
                <a:latin typeface="Broadway" pitchFamily="82" charset="0"/>
              </a:rPr>
              <a:t>Literature</a:t>
            </a:r>
            <a:endParaRPr lang="en-US" sz="3600"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27954D82-D939-447D-98BF-2A519591F282}"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40</a:t>
            </a:fld>
            <a:endParaRPr lang="en-US"/>
          </a:p>
        </p:txBody>
      </p:sp>
      <p:pic>
        <p:nvPicPr>
          <p:cNvPr id="225282" name="Picture 2" descr="http://image.slidesharecdn.com/hivaids-090815130557-phpapp02/95/hiv-aids-27-638.jpg?cb=1422670662"/>
          <p:cNvPicPr>
            <a:picLocks noChangeAspect="1" noChangeArrowheads="1"/>
          </p:cNvPicPr>
          <p:nvPr/>
        </p:nvPicPr>
        <p:blipFill>
          <a:blip r:embed="rId2" cstate="print"/>
          <a:srcRect/>
          <a:stretch>
            <a:fillRect/>
          </a:stretch>
        </p:blipFill>
        <p:spPr bwMode="auto">
          <a:xfrm>
            <a:off x="381000" y="1371600"/>
            <a:ext cx="8305800" cy="49530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5257800"/>
            <a:ext cx="6400800" cy="838200"/>
          </a:xfrm>
        </p:spPr>
        <p:txBody>
          <a:bodyPr rtlCol="0">
            <a:noAutofit/>
          </a:bodyPr>
          <a:lstStyle/>
          <a:p>
            <a:pPr algn="ctr" eaLnBrk="1" fontAlgn="auto" hangingPunct="1">
              <a:spcAft>
                <a:spcPts val="0"/>
              </a:spcAft>
              <a:buFont typeface="Arial" pitchFamily="34" charset="0"/>
              <a:buNone/>
              <a:defRPr/>
            </a:pPr>
            <a:r>
              <a:rPr lang="en-US" sz="4800" b="1" dirty="0" smtClean="0">
                <a:solidFill>
                  <a:srgbClr val="0033CC"/>
                </a:solidFill>
                <a:latin typeface="Broadway" pitchFamily="82" charset="0"/>
              </a:rPr>
              <a:t>AIDS  </a:t>
            </a:r>
            <a:endParaRPr lang="en-US" sz="4800" b="1" dirty="0">
              <a:solidFill>
                <a:srgbClr val="0033CC"/>
              </a:solidFill>
              <a:latin typeface="Broadway" pitchFamily="82" charset="0"/>
            </a:endParaRPr>
          </a:p>
        </p:txBody>
      </p:sp>
      <p:pic>
        <p:nvPicPr>
          <p:cNvPr id="5" name="Picture 4" descr="06-23-11-hiv-aids-scrabble-tiles-istock_000014194955xsmall.jpg"/>
          <p:cNvPicPr>
            <a:picLocks noChangeAspect="1"/>
          </p:cNvPicPr>
          <p:nvPr/>
        </p:nvPicPr>
        <p:blipFill>
          <a:blip r:embed="rId2" cstate="print"/>
          <a:stretch>
            <a:fillRect/>
          </a:stretch>
        </p:blipFill>
        <p:spPr>
          <a:xfrm>
            <a:off x="304800" y="228600"/>
            <a:ext cx="8610600" cy="4572000"/>
          </a:xfrm>
          <a:prstGeom prst="rect">
            <a:avLst/>
          </a:prstGeom>
          <a:ln>
            <a:noFill/>
          </a:ln>
          <a:effectLst>
            <a:softEdge rad="112500"/>
          </a:effectLst>
        </p:spPr>
      </p:pic>
      <p:pic>
        <p:nvPicPr>
          <p:cNvPr id="4" name="Picture 3"/>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A8624D6A-3ADD-4357-8F18-CC0EE490CB8B}" type="datetime1">
              <a:rPr lang="en-US" smtClean="0"/>
              <a:pPr/>
              <a:t>11/6/2017</a:t>
            </a:fld>
            <a:endParaRPr lang="en-US"/>
          </a:p>
        </p:txBody>
      </p:sp>
      <p:sp>
        <p:nvSpPr>
          <p:cNvPr id="7" name="Slide Number Placeholder 6"/>
          <p:cNvSpPr>
            <a:spLocks noGrp="1"/>
          </p:cNvSpPr>
          <p:nvPr>
            <p:ph type="sldNum" sz="quarter" idx="12"/>
          </p:nvPr>
        </p:nvSpPr>
        <p:spPr/>
        <p:txBody>
          <a:bodyPr/>
          <a:lstStyle/>
          <a:p>
            <a:fld id="{E20ADA7F-1119-4218-8B48-2B8618AE7494}" type="slidenum">
              <a:rPr lang="en-US" smtClean="0"/>
              <a:pPr/>
              <a:t>41</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mc:AlternateContent xmlns:mc="http://schemas.openxmlformats.org/markup-compatibility/2006">
    <mc:Choice xmlns="" xmlns:p14="http://schemas.microsoft.com/office/powerpoint/2010/main" Requires="p14">
      <p:transition spd="slow" p14:dur="2000" advTm="10000"/>
    </mc:Choice>
    <mc:Fallback>
      <p:transition spd="slow" advTm="10000"/>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lumMod val="75000"/>
                  </a:schemeClr>
                </a:solidFill>
                <a:latin typeface="Broadway" pitchFamily="82" charset="0"/>
              </a:rPr>
              <a:t>AIDS</a:t>
            </a:r>
            <a:endParaRPr lang="en-US"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106C71ED-5AFF-4104-9205-06E351B28E95}"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42</a:t>
            </a:fld>
            <a:endParaRPr lang="en-US"/>
          </a:p>
        </p:txBody>
      </p:sp>
      <p:pic>
        <p:nvPicPr>
          <p:cNvPr id="208898" name="Picture 2" descr="http://image.slidesharecdn.com/hivaids-090815130557-phpapp02/95/hiv-aids-10-638.jpg?cb=1422670662"/>
          <p:cNvPicPr>
            <a:picLocks noChangeAspect="1" noChangeArrowheads="1"/>
          </p:cNvPicPr>
          <p:nvPr/>
        </p:nvPicPr>
        <p:blipFill>
          <a:blip r:embed="rId2" cstate="print"/>
          <a:srcRect/>
          <a:stretch>
            <a:fillRect/>
          </a:stretch>
        </p:blipFill>
        <p:spPr bwMode="auto">
          <a:xfrm>
            <a:off x="457200" y="1524000"/>
            <a:ext cx="8305800" cy="46482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lumMod val="75000"/>
                  </a:schemeClr>
                </a:solidFill>
                <a:latin typeface="Broadway" pitchFamily="82" charset="0"/>
              </a:rPr>
              <a:t>ETIOLOGY</a:t>
            </a:r>
            <a:endParaRPr lang="en-US" dirty="0">
              <a:solidFill>
                <a:schemeClr val="accent4">
                  <a:lumMod val="75000"/>
                </a:schemeClr>
              </a:solidFill>
              <a:latin typeface="Broadway" pitchFamily="82" charset="0"/>
            </a:endParaRPr>
          </a:p>
        </p:txBody>
      </p:sp>
      <p:sp>
        <p:nvSpPr>
          <p:cNvPr id="4" name="TextBox 3"/>
          <p:cNvSpPr txBox="1"/>
          <p:nvPr/>
        </p:nvSpPr>
        <p:spPr>
          <a:xfrm>
            <a:off x="457200" y="1676400"/>
            <a:ext cx="8229600" cy="3539430"/>
          </a:xfrm>
          <a:prstGeom prst="rect">
            <a:avLst/>
          </a:prstGeom>
          <a:noFill/>
        </p:spPr>
        <p:txBody>
          <a:bodyPr wrap="square" rtlCol="0">
            <a:spAutoFit/>
          </a:bodyPr>
          <a:lstStyle/>
          <a:p>
            <a:pPr>
              <a:buClr>
                <a:schemeClr val="accent1"/>
              </a:buClr>
              <a:buFont typeface="Arial" pitchFamily="34" charset="0"/>
              <a:buChar char="•"/>
            </a:pPr>
            <a:r>
              <a:rPr lang="en-US" sz="3200" b="1" dirty="0" smtClean="0">
                <a:latin typeface="+mn-lt"/>
              </a:rPr>
              <a:t>The world first became aware of AIDS in the early 1980’s.</a:t>
            </a:r>
          </a:p>
          <a:p>
            <a:pPr>
              <a:buClr>
                <a:schemeClr val="accent1"/>
              </a:buClr>
              <a:buFont typeface="Arial" pitchFamily="34" charset="0"/>
              <a:buChar char="•"/>
            </a:pPr>
            <a:r>
              <a:rPr lang="en-US" sz="3200" dirty="0" smtClean="0">
                <a:latin typeface="+mn-lt"/>
              </a:rPr>
              <a:t> Researchers aren’t sure exactly when and how HIV developed.</a:t>
            </a:r>
          </a:p>
          <a:p>
            <a:pPr>
              <a:buClr>
                <a:schemeClr val="accent1"/>
              </a:buClr>
              <a:buFont typeface="Arial" pitchFamily="34" charset="0"/>
              <a:buChar char="•"/>
            </a:pPr>
            <a:r>
              <a:rPr lang="en-US" sz="3200" dirty="0" smtClean="0">
                <a:latin typeface="+mn-lt"/>
              </a:rPr>
              <a:t> The most likely theories assume that HIV-1 was transmitted to </a:t>
            </a:r>
            <a:r>
              <a:rPr lang="en-US" sz="3200" b="1" dirty="0" smtClean="0">
                <a:latin typeface="+mn-lt"/>
              </a:rPr>
              <a:t>humans from chimpanzees sometime in the early 20</a:t>
            </a:r>
            <a:r>
              <a:rPr lang="en-US" sz="3200" b="1" baseline="30000" dirty="0" smtClean="0">
                <a:latin typeface="+mn-lt"/>
              </a:rPr>
              <a:t>th</a:t>
            </a:r>
            <a:r>
              <a:rPr lang="en-US" sz="3200" b="1" dirty="0" smtClean="0">
                <a:latin typeface="+mn-lt"/>
              </a:rPr>
              <a:t> century.</a:t>
            </a:r>
            <a:endParaRPr lang="en-US" sz="3200" b="1" dirty="0">
              <a:latin typeface="+mn-lt"/>
            </a:endParaRPr>
          </a:p>
        </p:txBody>
      </p:sp>
      <p:pic>
        <p:nvPicPr>
          <p:cNvPr id="5" name="Picture 4"/>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44AE2F38-FF09-4895-9F3F-64DED4BB6C72}" type="datetime1">
              <a:rPr lang="en-US" smtClean="0"/>
              <a:pPr/>
              <a:t>11/6/2017</a:t>
            </a:fld>
            <a:endParaRPr lang="en-US"/>
          </a:p>
        </p:txBody>
      </p:sp>
      <p:sp>
        <p:nvSpPr>
          <p:cNvPr id="7" name="Slide Number Placeholder 6"/>
          <p:cNvSpPr>
            <a:spLocks noGrp="1"/>
          </p:cNvSpPr>
          <p:nvPr>
            <p:ph type="sldNum" sz="quarter" idx="12"/>
          </p:nvPr>
        </p:nvSpPr>
        <p:spPr/>
        <p:txBody>
          <a:bodyPr/>
          <a:lstStyle/>
          <a:p>
            <a:fld id="{E20ADA7F-1119-4218-8B48-2B8618AE7494}" type="slidenum">
              <a:rPr lang="en-US" smtClean="0"/>
              <a:pPr/>
              <a:t>43</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mc:AlternateContent xmlns:mc="http://schemas.openxmlformats.org/markup-compatibility/2006">
    <mc:Choice xmlns="" xmlns:p14="http://schemas.microsoft.com/office/powerpoint/2010/main" Requires="p14">
      <p:transition spd="slow" p14:dur="2000" advTm="10000"/>
    </mc:Choice>
    <mc:Fallback>
      <p:transition spd="slow" advTm="10000"/>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lumMod val="75000"/>
                  </a:schemeClr>
                </a:solidFill>
                <a:latin typeface="Broadway" pitchFamily="82" charset="0"/>
              </a:rPr>
              <a:t>AIDS</a:t>
            </a:r>
            <a:endParaRPr lang="en-US" dirty="0"/>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651D713E-540F-4147-A301-A436D8AF91C4}"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44</a:t>
            </a:fld>
            <a:endParaRPr lang="en-US"/>
          </a:p>
        </p:txBody>
      </p:sp>
      <p:pic>
        <p:nvPicPr>
          <p:cNvPr id="1028" name="Picture 4" descr="http://image.slidesharecdn.com/aidspowerpoint-100323133322-phpapp01/95/aids-powerpoint-3-728.jpg?cb=1269373863"/>
          <p:cNvPicPr>
            <a:picLocks noChangeAspect="1" noChangeArrowheads="1"/>
          </p:cNvPicPr>
          <p:nvPr/>
        </p:nvPicPr>
        <p:blipFill>
          <a:blip r:embed="rId2" cstate="print"/>
          <a:srcRect/>
          <a:stretch>
            <a:fillRect/>
          </a:stretch>
        </p:blipFill>
        <p:spPr bwMode="auto">
          <a:xfrm>
            <a:off x="381000" y="1524000"/>
            <a:ext cx="8382000" cy="46482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lumMod val="75000"/>
                  </a:schemeClr>
                </a:solidFill>
                <a:latin typeface="Broadway" pitchFamily="82" charset="0"/>
              </a:rPr>
              <a:t>HIV and AIDS</a:t>
            </a:r>
            <a:endParaRPr lang="en-US"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89EE4094-7E2D-496A-BF85-2C254ED6AEB5}"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45</a:t>
            </a:fld>
            <a:endParaRPr lang="en-US"/>
          </a:p>
        </p:txBody>
      </p:sp>
      <p:pic>
        <p:nvPicPr>
          <p:cNvPr id="186370" name="Picture 2" descr="http://image.slidesharecdn.com/aidspowerpoint-100323133322-phpapp01/95/aids-powerpoint-2-728.jpg?cb=1269373863"/>
          <p:cNvPicPr>
            <a:picLocks noChangeAspect="1" noChangeArrowheads="1"/>
          </p:cNvPicPr>
          <p:nvPr/>
        </p:nvPicPr>
        <p:blipFill>
          <a:blip r:embed="rId2" cstate="print"/>
          <a:srcRect/>
          <a:stretch>
            <a:fillRect/>
          </a:stretch>
        </p:blipFill>
        <p:spPr bwMode="auto">
          <a:xfrm>
            <a:off x="457200" y="1600200"/>
            <a:ext cx="8305800" cy="4743451"/>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lumMod val="75000"/>
                  </a:schemeClr>
                </a:solidFill>
                <a:latin typeface="Broadway" pitchFamily="82" charset="0"/>
              </a:rPr>
              <a:t>HIV and AIDS</a:t>
            </a:r>
            <a:endParaRPr lang="en-US"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8B3008A1-4519-4F43-90BC-AC03E2A7C739}"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46</a:t>
            </a:fld>
            <a:endParaRPr lang="en-US"/>
          </a:p>
        </p:txBody>
      </p:sp>
      <p:pic>
        <p:nvPicPr>
          <p:cNvPr id="215042" name="Picture 2" descr="http://image.slidesharecdn.com/hivaids-090815130557-phpapp02/95/hiv-aids-11-638.jpg?cb=1422670662"/>
          <p:cNvPicPr>
            <a:picLocks noChangeAspect="1" noChangeArrowheads="1"/>
          </p:cNvPicPr>
          <p:nvPr/>
        </p:nvPicPr>
        <p:blipFill>
          <a:blip r:embed="rId2" cstate="print"/>
          <a:srcRect/>
          <a:stretch>
            <a:fillRect/>
          </a:stretch>
        </p:blipFill>
        <p:spPr bwMode="auto">
          <a:xfrm>
            <a:off x="457200" y="1600200"/>
            <a:ext cx="8305800" cy="46482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lumMod val="75000"/>
                  </a:schemeClr>
                </a:solidFill>
                <a:latin typeface="Broadway" pitchFamily="82" charset="0"/>
              </a:rPr>
              <a:t>What is AIDS…..</a:t>
            </a:r>
            <a:endParaRPr lang="en-US"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B49348E7-16AE-45B9-A25C-16060E7B3AF3}"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47</a:t>
            </a:fld>
            <a:endParaRPr lang="en-US"/>
          </a:p>
        </p:txBody>
      </p:sp>
      <p:pic>
        <p:nvPicPr>
          <p:cNvPr id="191490" name="Picture 2" descr="http://image.slidesharecdn.com/aidspowerpoint-100323133322-phpapp01/95/aids-powerpoint-4-728.jpg?cb=1269373863"/>
          <p:cNvPicPr>
            <a:picLocks noChangeAspect="1" noChangeArrowheads="1"/>
          </p:cNvPicPr>
          <p:nvPr/>
        </p:nvPicPr>
        <p:blipFill>
          <a:blip r:embed="rId2" cstate="print"/>
          <a:srcRect/>
          <a:stretch>
            <a:fillRect/>
          </a:stretch>
        </p:blipFill>
        <p:spPr bwMode="auto">
          <a:xfrm>
            <a:off x="381000" y="1600200"/>
            <a:ext cx="8382000" cy="47244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4267200" y="1295400"/>
            <a:ext cx="4235450" cy="701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4000" b="1" i="1">
                <a:solidFill>
                  <a:srgbClr val="F96041"/>
                </a:solidFill>
                <a:effectLst>
                  <a:outerShdw blurRad="38100" dist="38100" dir="2700000" algn="tl">
                    <a:srgbClr val="000000"/>
                  </a:outerShdw>
                </a:effectLst>
                <a:latin typeface="Times" charset="0"/>
              </a:rPr>
              <a:t>WHAT IS AIDS ??</a:t>
            </a:r>
            <a:endParaRPr lang="en-US" sz="4000" i="1">
              <a:solidFill>
                <a:srgbClr val="F96041"/>
              </a:solidFill>
              <a:effectLst>
                <a:outerShdw blurRad="38100" dist="38100" dir="2700000" algn="tl">
                  <a:srgbClr val="000000"/>
                </a:outerShdw>
              </a:effectLst>
              <a:latin typeface="Times" charset="0"/>
            </a:endParaRPr>
          </a:p>
        </p:txBody>
      </p:sp>
      <p:sp>
        <p:nvSpPr>
          <p:cNvPr id="3075" name="Text Box 3"/>
          <p:cNvSpPr txBox="1">
            <a:spLocks noChangeArrowheads="1"/>
          </p:cNvSpPr>
          <p:nvPr/>
        </p:nvSpPr>
        <p:spPr bwMode="auto">
          <a:xfrm>
            <a:off x="685800" y="2402599"/>
            <a:ext cx="8153400" cy="425347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en-US" b="1" dirty="0">
                <a:solidFill>
                  <a:schemeClr val="tx1"/>
                </a:solidFill>
                <a:effectLst>
                  <a:outerShdw blurRad="38100" dist="38100" dir="2700000" algn="tl">
                    <a:srgbClr val="000000"/>
                  </a:outerShdw>
                </a:effectLst>
                <a:latin typeface="Times" charset="0"/>
              </a:rPr>
              <a:t> 			 </a:t>
            </a:r>
            <a:r>
              <a:rPr lang="en-US" sz="2300" b="1" dirty="0">
                <a:solidFill>
                  <a:schemeClr val="tx1"/>
                </a:solidFill>
                <a:effectLst>
                  <a:outerShdw blurRad="38100" dist="38100" dir="2700000" algn="tl">
                    <a:srgbClr val="000000"/>
                  </a:outerShdw>
                </a:effectLst>
                <a:latin typeface="Times" charset="0"/>
              </a:rPr>
              <a:t>   </a:t>
            </a:r>
            <a:r>
              <a:rPr lang="en-US" sz="2800" b="1" dirty="0">
                <a:solidFill>
                  <a:srgbClr val="0033CC"/>
                </a:solidFill>
                <a:effectLst>
                  <a:outerShdw blurRad="38100" dist="38100" dir="2700000" algn="tl">
                    <a:srgbClr val="000000"/>
                  </a:outerShdw>
                </a:effectLst>
                <a:latin typeface="+mn-lt"/>
              </a:rPr>
              <a:t>1. The Late stage of HIV </a:t>
            </a:r>
            <a:r>
              <a:rPr lang="en-US" sz="2800" b="1" dirty="0" smtClean="0">
                <a:solidFill>
                  <a:srgbClr val="0033CC"/>
                </a:solidFill>
                <a:effectLst>
                  <a:outerShdw blurRad="38100" dist="38100" dir="2700000" algn="tl">
                    <a:srgbClr val="000000"/>
                  </a:outerShdw>
                </a:effectLst>
                <a:latin typeface="+mn-lt"/>
              </a:rPr>
              <a:t> infection</a:t>
            </a:r>
            <a:r>
              <a:rPr lang="en-US" sz="2800" b="1" dirty="0">
                <a:solidFill>
                  <a:srgbClr val="0033CC"/>
                </a:solidFill>
                <a:effectLst>
                  <a:outerShdw blurRad="38100" dist="38100" dir="2700000" algn="tl">
                    <a:srgbClr val="000000"/>
                  </a:outerShdw>
                </a:effectLst>
                <a:latin typeface="+mn-lt"/>
              </a:rPr>
              <a:t>			 </a:t>
            </a:r>
            <a:r>
              <a:rPr lang="en-US" sz="2800" b="1" dirty="0" smtClean="0">
                <a:solidFill>
                  <a:srgbClr val="0033CC"/>
                </a:solidFill>
                <a:effectLst>
                  <a:outerShdw blurRad="38100" dist="38100" dir="2700000" algn="tl">
                    <a:srgbClr val="000000"/>
                  </a:outerShdw>
                </a:effectLst>
                <a:latin typeface="+mn-lt"/>
              </a:rPr>
              <a:t>                     </a:t>
            </a:r>
            <a:endParaRPr lang="en-US" sz="2800" b="1" dirty="0">
              <a:solidFill>
                <a:srgbClr val="0033CC"/>
              </a:solidFill>
              <a:effectLst>
                <a:outerShdw blurRad="38100" dist="38100" dir="2700000" algn="tl">
                  <a:srgbClr val="000000"/>
                </a:outerShdw>
              </a:effectLst>
              <a:latin typeface="+mn-lt"/>
            </a:endParaRPr>
          </a:p>
          <a:p>
            <a:pPr>
              <a:lnSpc>
                <a:spcPct val="110000"/>
              </a:lnSpc>
            </a:pPr>
            <a:endParaRPr lang="en-US" sz="2800" b="1" dirty="0">
              <a:solidFill>
                <a:srgbClr val="0033CC"/>
              </a:solidFill>
              <a:effectLst>
                <a:outerShdw blurRad="38100" dist="38100" dir="2700000" algn="tl">
                  <a:srgbClr val="000000"/>
                </a:outerShdw>
              </a:effectLst>
              <a:latin typeface="+mn-lt"/>
            </a:endParaRPr>
          </a:p>
          <a:p>
            <a:pPr>
              <a:lnSpc>
                <a:spcPct val="110000"/>
              </a:lnSpc>
            </a:pPr>
            <a:r>
              <a:rPr lang="en-US" sz="2800" b="1" dirty="0">
                <a:solidFill>
                  <a:srgbClr val="0033CC"/>
                </a:solidFill>
                <a:effectLst>
                  <a:outerShdw blurRad="38100" dist="38100" dir="2700000" algn="tl">
                    <a:srgbClr val="000000"/>
                  </a:outerShdw>
                </a:effectLst>
                <a:latin typeface="+mn-lt"/>
              </a:rPr>
              <a:t> 2. A group of symptoms &amp; signs of disease that </a:t>
            </a:r>
            <a:r>
              <a:rPr lang="en-US" sz="2800" b="1" dirty="0" smtClean="0">
                <a:solidFill>
                  <a:srgbClr val="0033CC"/>
                </a:solidFill>
                <a:effectLst>
                  <a:outerShdw blurRad="38100" dist="38100" dir="2700000" algn="tl">
                    <a:srgbClr val="000000"/>
                  </a:outerShdw>
                </a:effectLst>
                <a:latin typeface="+mn-lt"/>
              </a:rPr>
              <a:t>occur </a:t>
            </a:r>
            <a:r>
              <a:rPr lang="en-US" sz="2800" b="1" dirty="0">
                <a:solidFill>
                  <a:srgbClr val="0033CC"/>
                </a:solidFill>
                <a:effectLst>
                  <a:outerShdw blurRad="38100" dist="38100" dir="2700000" algn="tl">
                    <a:srgbClr val="000000"/>
                  </a:outerShdw>
                </a:effectLst>
                <a:latin typeface="+mn-lt"/>
              </a:rPr>
              <a:t>together</a:t>
            </a:r>
            <a:r>
              <a:rPr lang="en-US" sz="2800" b="1" dirty="0" smtClean="0">
                <a:solidFill>
                  <a:srgbClr val="0033CC"/>
                </a:solidFill>
                <a:effectLst>
                  <a:outerShdw blurRad="38100" dist="38100" dir="2700000" algn="tl">
                    <a:srgbClr val="000000"/>
                  </a:outerShdw>
                </a:effectLst>
                <a:latin typeface="+mn-lt"/>
              </a:rPr>
              <a:t>.</a:t>
            </a:r>
            <a:endParaRPr lang="en-US" sz="2800" b="1" dirty="0">
              <a:solidFill>
                <a:srgbClr val="0033CC"/>
              </a:solidFill>
              <a:effectLst>
                <a:outerShdw blurRad="38100" dist="38100" dir="2700000" algn="tl">
                  <a:srgbClr val="000000"/>
                </a:outerShdw>
              </a:effectLst>
              <a:latin typeface="+mn-lt"/>
            </a:endParaRPr>
          </a:p>
          <a:p>
            <a:pPr>
              <a:lnSpc>
                <a:spcPct val="110000"/>
              </a:lnSpc>
            </a:pPr>
            <a:r>
              <a:rPr lang="en-US" sz="2800" b="1" dirty="0">
                <a:solidFill>
                  <a:srgbClr val="0033CC"/>
                </a:solidFill>
                <a:effectLst>
                  <a:outerShdw blurRad="38100" dist="38100" dir="2700000" algn="tl">
                    <a:srgbClr val="000000"/>
                  </a:outerShdw>
                </a:effectLst>
                <a:latin typeface="+mn-lt"/>
              </a:rPr>
              <a:t> 3. Severe immune system </a:t>
            </a:r>
            <a:r>
              <a:rPr lang="en-US" sz="2800" b="1" dirty="0" smtClean="0">
                <a:solidFill>
                  <a:srgbClr val="0033CC"/>
                </a:solidFill>
                <a:effectLst>
                  <a:outerShdw blurRad="38100" dist="38100" dir="2700000" algn="tl">
                    <a:srgbClr val="000000"/>
                  </a:outerShdw>
                </a:effectLst>
                <a:latin typeface="+mn-lt"/>
              </a:rPr>
              <a:t>breakdown</a:t>
            </a:r>
            <a:endParaRPr lang="en-US" sz="2800" b="1" dirty="0">
              <a:solidFill>
                <a:srgbClr val="0033CC"/>
              </a:solidFill>
              <a:effectLst>
                <a:outerShdw blurRad="38100" dist="38100" dir="2700000" algn="tl">
                  <a:srgbClr val="000000"/>
                </a:outerShdw>
              </a:effectLst>
              <a:latin typeface="+mn-lt"/>
            </a:endParaRPr>
          </a:p>
          <a:p>
            <a:pPr>
              <a:lnSpc>
                <a:spcPct val="110000"/>
              </a:lnSpc>
            </a:pPr>
            <a:r>
              <a:rPr lang="en-US" sz="2800" b="1" dirty="0">
                <a:solidFill>
                  <a:srgbClr val="0033CC"/>
                </a:solidFill>
                <a:effectLst>
                  <a:outerShdw blurRad="38100" dist="38100" dir="2700000" algn="tl">
                    <a:srgbClr val="000000"/>
                  </a:outerShdw>
                </a:effectLst>
                <a:latin typeface="+mn-lt"/>
              </a:rPr>
              <a:t> </a:t>
            </a:r>
            <a:r>
              <a:rPr lang="en-US" sz="2800" b="1" dirty="0">
                <a:solidFill>
                  <a:srgbClr val="FF0000"/>
                </a:solidFill>
                <a:effectLst>
                  <a:outerShdw blurRad="38100" dist="38100" dir="2700000" algn="tl">
                    <a:srgbClr val="000000"/>
                  </a:outerShdw>
                </a:effectLst>
                <a:latin typeface="+mn-lt"/>
              </a:rPr>
              <a:t>4. Less than 200 T cells (or CD4 cells).  </a:t>
            </a:r>
            <a:endParaRPr lang="en-US" sz="2800" b="1" dirty="0" smtClean="0">
              <a:solidFill>
                <a:srgbClr val="FF0000"/>
              </a:solidFill>
              <a:effectLst>
                <a:outerShdw blurRad="38100" dist="38100" dir="2700000" algn="tl">
                  <a:srgbClr val="000000"/>
                </a:outerShdw>
              </a:effectLst>
              <a:latin typeface="+mn-lt"/>
            </a:endParaRPr>
          </a:p>
          <a:p>
            <a:pPr>
              <a:lnSpc>
                <a:spcPct val="110000"/>
              </a:lnSpc>
            </a:pPr>
            <a:r>
              <a:rPr lang="en-US" sz="2800" b="1" dirty="0">
                <a:solidFill>
                  <a:srgbClr val="FF0000"/>
                </a:solidFill>
                <a:effectLst>
                  <a:outerShdw blurRad="38100" dist="38100" dir="2700000" algn="tl">
                    <a:srgbClr val="000000"/>
                  </a:outerShdw>
                </a:effectLst>
                <a:latin typeface="+mn-lt"/>
              </a:rPr>
              <a:t> </a:t>
            </a:r>
            <a:r>
              <a:rPr lang="en-US" sz="2800" b="1" dirty="0" smtClean="0">
                <a:solidFill>
                  <a:srgbClr val="FF0000"/>
                </a:solidFill>
                <a:effectLst>
                  <a:outerShdw blurRad="38100" dist="38100" dir="2700000" algn="tl">
                    <a:srgbClr val="000000"/>
                  </a:outerShdw>
                </a:effectLst>
                <a:latin typeface="+mn-lt"/>
              </a:rPr>
              <a:t>    Normal </a:t>
            </a:r>
            <a:r>
              <a:rPr lang="en-US" sz="2800" b="1" dirty="0">
                <a:solidFill>
                  <a:srgbClr val="FF0000"/>
                </a:solidFill>
                <a:effectLst>
                  <a:outerShdw blurRad="38100" dist="38100" dir="2700000" algn="tl">
                    <a:srgbClr val="000000"/>
                  </a:outerShdw>
                </a:effectLst>
                <a:latin typeface="+mn-lt"/>
              </a:rPr>
              <a:t>1000</a:t>
            </a:r>
          </a:p>
          <a:p>
            <a:endParaRPr lang="en-US" sz="2400" b="1" dirty="0">
              <a:solidFill>
                <a:srgbClr val="EDFA40"/>
              </a:solidFill>
              <a:effectLst>
                <a:outerShdw blurRad="38100" dist="38100" dir="2700000" algn="tl">
                  <a:srgbClr val="000000"/>
                </a:outerShdw>
              </a:effectLst>
              <a:latin typeface="Times" charset="0"/>
            </a:endParaRPr>
          </a:p>
        </p:txBody>
      </p:sp>
      <p:pic>
        <p:nvPicPr>
          <p:cNvPr id="3077" name="Picture 5" descr="VIRUS-HIV-L-black-600[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52400" y="157162"/>
            <a:ext cx="3505200" cy="3429195"/>
          </a:xfrm>
          <a:prstGeom prst="rect">
            <a:avLst/>
          </a:prstGeom>
          <a:noFill/>
          <a:ln w="19050">
            <a:solidFill>
              <a:srgbClr val="800080"/>
            </a:solidFill>
            <a:miter lim="800000"/>
            <a:headEnd/>
            <a:tailEnd/>
          </a:ln>
          <a:extLst>
            <a:ext uri="{909E8E84-426E-40dd-AFC4-6F175D3DCCD1}">
              <a14:hiddenFill xmlns="" xmlns:a14="http://schemas.microsoft.com/office/drawing/2010/main">
                <a:solidFill>
                  <a:srgbClr val="FFFFFF"/>
                </a:solidFill>
              </a14:hiddenFill>
            </a:ext>
          </a:extLst>
        </p:spPr>
      </p:pic>
      <p:sp>
        <p:nvSpPr>
          <p:cNvPr id="5" name="Rectangle 7"/>
          <p:cNvSpPr>
            <a:spLocks noChangeArrowheads="1"/>
          </p:cNvSpPr>
          <p:nvPr/>
        </p:nvSpPr>
        <p:spPr bwMode="auto">
          <a:xfrm>
            <a:off x="0" y="6572250"/>
            <a:ext cx="218330"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1050" b="1" dirty="0" smtClean="0">
                <a:solidFill>
                  <a:srgbClr val="F96041"/>
                </a:solidFill>
                <a:effectLst>
                  <a:outerShdw blurRad="38100" dist="38100" dir="2700000" algn="tl">
                    <a:srgbClr val="000000"/>
                  </a:outerShdw>
                </a:effectLst>
              </a:rPr>
              <a:t>j</a:t>
            </a:r>
            <a:endParaRPr lang="en-US" sz="1050" b="1" dirty="0">
              <a:solidFill>
                <a:srgbClr val="F96041"/>
              </a:solidFill>
              <a:effectLst>
                <a:outerShdw blurRad="38100" dist="38100" dir="2700000" algn="tl">
                  <a:srgbClr val="000000"/>
                </a:outerShdw>
              </a:effectLst>
            </a:endParaRPr>
          </a:p>
        </p:txBody>
      </p:sp>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10AA0B91-11EF-4847-B319-B269262912D5}" type="datetime1">
              <a:rPr lang="en-US" smtClean="0"/>
              <a:pPr/>
              <a:t>11/6/2017</a:t>
            </a:fld>
            <a:endParaRPr lang="en-US"/>
          </a:p>
        </p:txBody>
      </p:sp>
      <p:sp>
        <p:nvSpPr>
          <p:cNvPr id="8" name="Slide Number Placeholder 7"/>
          <p:cNvSpPr>
            <a:spLocks noGrp="1"/>
          </p:cNvSpPr>
          <p:nvPr>
            <p:ph type="sldNum" sz="quarter" idx="12"/>
          </p:nvPr>
        </p:nvSpPr>
        <p:spPr/>
        <p:txBody>
          <a:bodyPr/>
          <a:lstStyle/>
          <a:p>
            <a:fld id="{E20ADA7F-1119-4218-8B48-2B8618AE7494}" type="slidenum">
              <a:rPr lang="en-US" smtClean="0"/>
              <a:pPr/>
              <a:t>48</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lumMod val="75000"/>
                  </a:schemeClr>
                </a:solidFill>
                <a:latin typeface="Broadway" pitchFamily="82" charset="0"/>
              </a:rPr>
              <a:t>Symptoms of AIDS</a:t>
            </a:r>
            <a:endParaRPr lang="en-US"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2E72E14C-22C2-4DFA-8DF1-84138F044071}"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49</a:t>
            </a:fld>
            <a:endParaRPr lang="en-US"/>
          </a:p>
        </p:txBody>
      </p:sp>
      <p:pic>
        <p:nvPicPr>
          <p:cNvPr id="189442" name="Picture 2" descr="http://image.slidesharecdn.com/aidspowerpoint-100323133322-phpapp01/95/aids-powerpoint-6-728.jpg?cb=1269373863"/>
          <p:cNvPicPr>
            <a:picLocks noChangeAspect="1" noChangeArrowheads="1"/>
          </p:cNvPicPr>
          <p:nvPr/>
        </p:nvPicPr>
        <p:blipFill>
          <a:blip r:embed="rId2" cstate="print"/>
          <a:srcRect/>
          <a:stretch>
            <a:fillRect/>
          </a:stretch>
        </p:blipFill>
        <p:spPr bwMode="auto">
          <a:xfrm>
            <a:off x="304800" y="1295400"/>
            <a:ext cx="8458200" cy="48768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chemeClr val="accent4">
                    <a:lumMod val="75000"/>
                  </a:schemeClr>
                </a:solidFill>
                <a:latin typeface="Broadway" pitchFamily="82" charset="0"/>
              </a:rPr>
              <a:t>Symptoms of AIDS (Contd.)</a:t>
            </a:r>
            <a:endParaRPr lang="en-US" sz="3600" dirty="0"/>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C8FE6ABD-CFFE-4764-9ECF-22251A52B369}"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50</a:t>
            </a:fld>
            <a:endParaRPr lang="en-US"/>
          </a:p>
        </p:txBody>
      </p:sp>
      <p:pic>
        <p:nvPicPr>
          <p:cNvPr id="188418" name="Picture 2" descr="http://image.slidesharecdn.com/aidspowerpoint-100323133322-phpapp01/95/aids-powerpoint-7-728.jpg?cb=1269373863"/>
          <p:cNvPicPr>
            <a:picLocks noChangeAspect="1" noChangeArrowheads="1"/>
          </p:cNvPicPr>
          <p:nvPr/>
        </p:nvPicPr>
        <p:blipFill>
          <a:blip r:embed="rId2" cstate="print"/>
          <a:srcRect/>
          <a:stretch>
            <a:fillRect/>
          </a:stretch>
        </p:blipFill>
        <p:spPr bwMode="auto">
          <a:xfrm>
            <a:off x="457200" y="1447800"/>
            <a:ext cx="8305800" cy="47244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lumMod val="75000"/>
                  </a:schemeClr>
                </a:solidFill>
                <a:latin typeface="Broadway" pitchFamily="82" charset="0"/>
              </a:rPr>
              <a:t>Treatment for HIV/AIDS</a:t>
            </a:r>
            <a:endParaRPr lang="en-US"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5A542707-2DDC-400C-A971-27577E23350D}"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51</a:t>
            </a:fld>
            <a:endParaRPr lang="en-US"/>
          </a:p>
        </p:txBody>
      </p:sp>
      <p:pic>
        <p:nvPicPr>
          <p:cNvPr id="187394" name="Picture 2" descr="http://image.slidesharecdn.com/aidspowerpoint-100323133322-phpapp01/95/aids-powerpoint-8-728.jpg?cb=1269373863"/>
          <p:cNvPicPr>
            <a:picLocks noChangeAspect="1" noChangeArrowheads="1"/>
          </p:cNvPicPr>
          <p:nvPr/>
        </p:nvPicPr>
        <p:blipFill>
          <a:blip r:embed="rId2" cstate="print"/>
          <a:srcRect/>
          <a:stretch>
            <a:fillRect/>
          </a:stretch>
        </p:blipFill>
        <p:spPr bwMode="auto">
          <a:xfrm>
            <a:off x="381000" y="1447800"/>
            <a:ext cx="8382000" cy="47244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lumMod val="75000"/>
                  </a:schemeClr>
                </a:solidFill>
                <a:latin typeface="Broadway" pitchFamily="82" charset="0"/>
              </a:rPr>
              <a:t>Prevention of HIV/AIDS</a:t>
            </a:r>
            <a:endParaRPr lang="en-US"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39C97DF6-5AE2-4852-968B-1FF199462AFD}"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52</a:t>
            </a:fld>
            <a:endParaRPr lang="en-US"/>
          </a:p>
        </p:txBody>
      </p:sp>
      <p:pic>
        <p:nvPicPr>
          <p:cNvPr id="198658" name="Picture 2" descr="http://image.slidesharecdn.com/aidspowerpoint-100323133322-phpapp01/95/aids-powerpoint-9-728.jpg?cb=1269373863"/>
          <p:cNvPicPr>
            <a:picLocks noChangeAspect="1" noChangeArrowheads="1"/>
          </p:cNvPicPr>
          <p:nvPr/>
        </p:nvPicPr>
        <p:blipFill>
          <a:blip r:embed="rId2" cstate="print"/>
          <a:srcRect/>
          <a:stretch>
            <a:fillRect/>
          </a:stretch>
        </p:blipFill>
        <p:spPr bwMode="auto">
          <a:xfrm>
            <a:off x="457200" y="1524000"/>
            <a:ext cx="8305800" cy="46482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chemeClr val="accent4">
                    <a:lumMod val="75000"/>
                  </a:schemeClr>
                </a:solidFill>
                <a:latin typeface="Broadway" pitchFamily="82" charset="0"/>
              </a:rPr>
              <a:t>AIDS and its spread</a:t>
            </a:r>
            <a:endParaRPr lang="en-US" sz="3600" dirty="0">
              <a:solidFill>
                <a:schemeClr val="accent4">
                  <a:lumMod val="75000"/>
                </a:schemeClr>
              </a:solidFill>
              <a:latin typeface="Broadway" pitchFamily="82" charset="0"/>
            </a:endParaRP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126F44B0-EB07-4638-972A-65B18E73FD08}" type="datetime1">
              <a:rPr lang="en-US" smtClean="0"/>
              <a:pPr/>
              <a:t>11/6/2017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53</a:t>
            </a:fld>
            <a:endParaRPr lang="en-US"/>
          </a:p>
        </p:txBody>
      </p:sp>
      <p:pic>
        <p:nvPicPr>
          <p:cNvPr id="197634" name="Picture 2" descr="http://image.slidesharecdn.com/aidspowerpoint-100323133322-phpapp01/95/aids-powerpoint-10-728.jpg?cb=1269373863"/>
          <p:cNvPicPr>
            <a:picLocks noChangeAspect="1" noChangeArrowheads="1"/>
          </p:cNvPicPr>
          <p:nvPr/>
        </p:nvPicPr>
        <p:blipFill>
          <a:blip r:embed="rId2" cstate="print"/>
          <a:srcRect/>
          <a:stretch>
            <a:fillRect/>
          </a:stretch>
        </p:blipFill>
        <p:spPr bwMode="auto">
          <a:xfrm>
            <a:off x="457200" y="1524000"/>
            <a:ext cx="8305800" cy="4648200"/>
          </a:xfrm>
          <a:prstGeom prst="rect">
            <a:avLst/>
          </a:prstGeom>
          <a:noFill/>
        </p:spPr>
      </p:pic>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4"/>
          <p:cNvSpPr>
            <a:spLocks noChangeArrowheads="1"/>
          </p:cNvSpPr>
          <p:nvPr/>
        </p:nvSpPr>
        <p:spPr bwMode="auto">
          <a:xfrm>
            <a:off x="381000" y="228600"/>
            <a:ext cx="8458200" cy="55830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ctr"/>
            <a:r>
              <a:rPr lang="en-US" sz="3200" b="1" dirty="0">
                <a:effectLst>
                  <a:outerShdw blurRad="38100" dist="38100" dir="2700000" algn="tl">
                    <a:srgbClr val="000000"/>
                  </a:outerShdw>
                </a:effectLst>
                <a:latin typeface="+mn-lt"/>
              </a:rPr>
              <a:t> </a:t>
            </a:r>
            <a:r>
              <a:rPr lang="en-US" sz="3600" dirty="0" smtClean="0">
                <a:solidFill>
                  <a:schemeClr val="accent4">
                    <a:lumMod val="75000"/>
                  </a:schemeClr>
                </a:solidFill>
                <a:effectLst>
                  <a:outerShdw blurRad="38100" dist="38100" dir="2700000" algn="tl">
                    <a:srgbClr val="000000"/>
                  </a:outerShdw>
                </a:effectLst>
                <a:latin typeface="Broadway" pitchFamily="82" charset="0"/>
              </a:rPr>
              <a:t>What </a:t>
            </a:r>
            <a:r>
              <a:rPr lang="en-US" sz="3600" dirty="0">
                <a:solidFill>
                  <a:schemeClr val="accent4">
                    <a:lumMod val="75000"/>
                  </a:schemeClr>
                </a:solidFill>
                <a:effectLst>
                  <a:outerShdw blurRad="38100" dist="38100" dir="2700000" algn="tl">
                    <a:srgbClr val="000000"/>
                  </a:outerShdw>
                </a:effectLst>
                <a:latin typeface="Broadway" pitchFamily="82" charset="0"/>
              </a:rPr>
              <a:t>happens to someone with fully involved AIDS?</a:t>
            </a:r>
          </a:p>
          <a:p>
            <a:pPr marL="457200" indent="-457200"/>
            <a:endParaRPr lang="en-US" sz="1600" b="1" dirty="0">
              <a:effectLst>
                <a:outerShdw blurRad="38100" dist="38100" dir="2700000" algn="tl">
                  <a:srgbClr val="000000"/>
                </a:outerShdw>
              </a:effectLst>
              <a:latin typeface="+mn-lt"/>
            </a:endParaRPr>
          </a:p>
          <a:p>
            <a:pPr marL="457200" indent="-457200">
              <a:lnSpc>
                <a:spcPct val="130000"/>
              </a:lnSpc>
            </a:pPr>
            <a:r>
              <a:rPr lang="en-US" b="1" dirty="0">
                <a:solidFill>
                  <a:srgbClr val="EDFA40"/>
                </a:solidFill>
                <a:effectLst>
                  <a:outerShdw blurRad="38100" dist="38100" dir="2700000" algn="tl">
                    <a:srgbClr val="000000"/>
                  </a:outerShdw>
                </a:effectLst>
                <a:latin typeface="+mn-lt"/>
              </a:rPr>
              <a:t>  </a:t>
            </a:r>
            <a:r>
              <a:rPr lang="en-US" sz="2400" b="1" dirty="0">
                <a:solidFill>
                  <a:srgbClr val="EDFA40"/>
                </a:solidFill>
                <a:effectLst>
                  <a:outerShdw blurRad="38100" dist="38100" dir="2700000" algn="tl">
                    <a:srgbClr val="000000"/>
                  </a:outerShdw>
                </a:effectLst>
                <a:latin typeface="+mn-lt"/>
              </a:rPr>
              <a:t>  </a:t>
            </a:r>
            <a:r>
              <a:rPr lang="en-US" sz="2400" b="1" dirty="0" smtClean="0">
                <a:solidFill>
                  <a:srgbClr val="F96041"/>
                </a:solidFill>
                <a:effectLst>
                  <a:outerShdw blurRad="38100" dist="38100" dir="2700000" algn="tl">
                    <a:srgbClr val="000000"/>
                  </a:outerShdw>
                </a:effectLst>
                <a:latin typeface="+mn-lt"/>
              </a:rPr>
              <a:t>Immune </a:t>
            </a:r>
            <a:r>
              <a:rPr lang="en-US" sz="2400" b="1" dirty="0">
                <a:solidFill>
                  <a:srgbClr val="F96041"/>
                </a:solidFill>
                <a:effectLst>
                  <a:outerShdw blurRad="38100" dist="38100" dir="2700000" algn="tl">
                    <a:srgbClr val="000000"/>
                  </a:outerShdw>
                </a:effectLst>
                <a:latin typeface="+mn-lt"/>
              </a:rPr>
              <a:t>system breaks down </a:t>
            </a:r>
            <a:r>
              <a:rPr lang="en-US" sz="2400" b="1" dirty="0" smtClean="0">
                <a:solidFill>
                  <a:srgbClr val="F96041"/>
                </a:solidFill>
                <a:effectLst>
                  <a:outerShdw blurRad="38100" dist="38100" dir="2700000" algn="tl">
                    <a:srgbClr val="000000"/>
                  </a:outerShdw>
                </a:effectLst>
                <a:latin typeface="+mn-lt"/>
              </a:rPr>
              <a:t>=&gt; Hospital ??</a:t>
            </a:r>
            <a:endParaRPr lang="en-US" sz="2400" b="1" dirty="0">
              <a:solidFill>
                <a:srgbClr val="F96041"/>
              </a:solidFill>
              <a:effectLst>
                <a:outerShdw blurRad="38100" dist="38100" dir="2700000" algn="tl">
                  <a:srgbClr val="000000"/>
                </a:outerShdw>
              </a:effectLst>
              <a:latin typeface="+mn-lt"/>
            </a:endParaRPr>
          </a:p>
          <a:p>
            <a:pPr marL="457200" indent="-457200">
              <a:lnSpc>
                <a:spcPct val="130000"/>
              </a:lnSpc>
            </a:pPr>
            <a:r>
              <a:rPr lang="en-US" sz="2400" b="1" dirty="0">
                <a:solidFill>
                  <a:srgbClr val="F96041"/>
                </a:solidFill>
                <a:effectLst>
                  <a:outerShdw blurRad="38100" dist="38100" dir="2700000" algn="tl">
                    <a:srgbClr val="000000"/>
                  </a:outerShdw>
                </a:effectLst>
              </a:rPr>
              <a:t> </a:t>
            </a:r>
            <a:r>
              <a:rPr lang="en-US" sz="2400" b="1" dirty="0" smtClean="0">
                <a:solidFill>
                  <a:srgbClr val="F96041"/>
                </a:solidFill>
                <a:effectLst>
                  <a:outerShdw blurRad="38100" dist="38100" dir="2700000" algn="tl">
                    <a:srgbClr val="000000"/>
                  </a:outerShdw>
                </a:effectLst>
              </a:rPr>
              <a:t>   </a:t>
            </a:r>
            <a:r>
              <a:rPr lang="en-US" sz="2400" b="1" dirty="0" smtClean="0">
                <a:solidFill>
                  <a:srgbClr val="F96041"/>
                </a:solidFill>
                <a:effectLst>
                  <a:outerShdw blurRad="38100" dist="38100" dir="2700000" algn="tl">
                    <a:srgbClr val="000000"/>
                  </a:outerShdw>
                </a:effectLst>
                <a:latin typeface="+mn-lt"/>
              </a:rPr>
              <a:t>Cause </a:t>
            </a:r>
            <a:r>
              <a:rPr lang="en-US" sz="2400" b="1" dirty="0">
                <a:solidFill>
                  <a:srgbClr val="F96041"/>
                </a:solidFill>
                <a:effectLst>
                  <a:outerShdw blurRad="38100" dist="38100" dir="2700000" algn="tl">
                    <a:srgbClr val="000000"/>
                  </a:outerShdw>
                </a:effectLst>
                <a:latin typeface="+mn-lt"/>
              </a:rPr>
              <a:t>of death</a:t>
            </a:r>
            <a:r>
              <a:rPr lang="en-US" sz="2400" b="1" dirty="0">
                <a:solidFill>
                  <a:srgbClr val="EDFA40"/>
                </a:solidFill>
                <a:effectLst>
                  <a:outerShdw blurRad="38100" dist="38100" dir="2700000" algn="tl">
                    <a:srgbClr val="000000"/>
                  </a:outerShdw>
                </a:effectLst>
                <a:latin typeface="+mn-lt"/>
              </a:rPr>
              <a:t> </a:t>
            </a:r>
            <a:r>
              <a:rPr lang="en-US" sz="2400" b="1" dirty="0">
                <a:solidFill>
                  <a:srgbClr val="0033CC"/>
                </a:solidFill>
                <a:effectLst>
                  <a:outerShdw blurRad="38100" dist="38100" dir="2700000" algn="tl">
                    <a:srgbClr val="000000"/>
                  </a:outerShdw>
                </a:effectLst>
                <a:latin typeface="+mn-lt"/>
              </a:rPr>
              <a:t>-  a variety of normally 		</a:t>
            </a:r>
            <a:r>
              <a:rPr lang="en-US" sz="2400" b="1" dirty="0" smtClean="0">
                <a:solidFill>
                  <a:srgbClr val="0033CC"/>
                </a:solidFill>
                <a:effectLst>
                  <a:outerShdw blurRad="38100" dist="38100" dir="2700000" algn="tl">
                    <a:srgbClr val="000000"/>
                  </a:outerShdw>
                </a:effectLst>
                <a:latin typeface="+mn-lt"/>
              </a:rPr>
              <a:t>preventable </a:t>
            </a:r>
            <a:r>
              <a:rPr lang="en-US" sz="2400" b="1" dirty="0">
                <a:solidFill>
                  <a:srgbClr val="0033CC"/>
                </a:solidFill>
                <a:effectLst>
                  <a:outerShdw blurRad="38100" dist="38100" dir="2700000" algn="tl">
                    <a:srgbClr val="000000"/>
                  </a:outerShdw>
                </a:effectLst>
                <a:latin typeface="+mn-lt"/>
              </a:rPr>
              <a:t>diseases. </a:t>
            </a:r>
            <a:r>
              <a:rPr lang="en-US" sz="2400" b="1" dirty="0" smtClean="0">
                <a:solidFill>
                  <a:srgbClr val="0033CC"/>
                </a:solidFill>
                <a:effectLst>
                  <a:outerShdw blurRad="38100" dist="38100" dir="2700000" algn="tl">
                    <a:srgbClr val="000000"/>
                  </a:outerShdw>
                </a:effectLst>
                <a:latin typeface="+mn-lt"/>
              </a:rPr>
              <a:t> Some </a:t>
            </a:r>
            <a:r>
              <a:rPr lang="en-US" sz="2400" b="1" dirty="0">
                <a:solidFill>
                  <a:srgbClr val="0033CC"/>
                </a:solidFill>
                <a:effectLst>
                  <a:outerShdw blurRad="38100" dist="38100" dir="2700000" algn="tl">
                    <a:srgbClr val="000000"/>
                  </a:outerShdw>
                </a:effectLst>
                <a:latin typeface="+mn-lt"/>
              </a:rPr>
              <a:t>are:</a:t>
            </a:r>
          </a:p>
          <a:p>
            <a:pPr marL="457200" indent="-457200">
              <a:lnSpc>
                <a:spcPct val="130000"/>
              </a:lnSpc>
            </a:pPr>
            <a:r>
              <a:rPr lang="en-US" sz="2400" b="1" dirty="0">
                <a:solidFill>
                  <a:srgbClr val="0033CC"/>
                </a:solidFill>
                <a:effectLst>
                  <a:outerShdw blurRad="38100" dist="38100" dir="2700000" algn="tl">
                    <a:srgbClr val="000000"/>
                  </a:outerShdw>
                </a:effectLst>
                <a:latin typeface="+mn-lt"/>
              </a:rPr>
              <a:t>	</a:t>
            </a:r>
            <a:r>
              <a:rPr lang="en-US" sz="2400" b="1" dirty="0" smtClean="0">
                <a:solidFill>
                  <a:srgbClr val="0033CC"/>
                </a:solidFill>
                <a:effectLst>
                  <a:outerShdw blurRad="38100" dist="38100" dir="2700000" algn="tl">
                    <a:srgbClr val="000000"/>
                  </a:outerShdw>
                </a:effectLst>
                <a:latin typeface="+mn-lt"/>
              </a:rPr>
              <a:t>a</a:t>
            </a:r>
            <a:r>
              <a:rPr lang="en-US" sz="2400" b="1" dirty="0">
                <a:solidFill>
                  <a:srgbClr val="0033CC"/>
                </a:solidFill>
                <a:effectLst>
                  <a:outerShdw blurRad="38100" dist="38100" dir="2700000" algn="tl">
                    <a:srgbClr val="000000"/>
                  </a:outerShdw>
                </a:effectLst>
                <a:latin typeface="+mn-lt"/>
              </a:rPr>
              <a:t>.  Pneumonia  </a:t>
            </a:r>
          </a:p>
          <a:p>
            <a:pPr marL="457200" indent="-457200">
              <a:lnSpc>
                <a:spcPct val="150000"/>
              </a:lnSpc>
            </a:pPr>
            <a:r>
              <a:rPr lang="en-US" sz="2400" b="1" dirty="0">
                <a:solidFill>
                  <a:srgbClr val="0033CC"/>
                </a:solidFill>
                <a:effectLst>
                  <a:outerShdw blurRad="38100" dist="38100" dir="2700000" algn="tl">
                    <a:srgbClr val="000000"/>
                  </a:outerShdw>
                </a:effectLst>
                <a:latin typeface="+mn-lt"/>
              </a:rPr>
              <a:t>	b. Toxoplasmosis  </a:t>
            </a:r>
          </a:p>
          <a:p>
            <a:pPr marL="457200" indent="-457200">
              <a:lnSpc>
                <a:spcPct val="150000"/>
              </a:lnSpc>
            </a:pPr>
            <a:r>
              <a:rPr lang="en-US" sz="2400" b="1" dirty="0">
                <a:solidFill>
                  <a:srgbClr val="0033CC"/>
                </a:solidFill>
                <a:effectLst>
                  <a:outerShdw blurRad="38100" dist="38100" dir="2700000" algn="tl">
                    <a:srgbClr val="000000"/>
                  </a:outerShdw>
                </a:effectLst>
                <a:latin typeface="+mn-lt"/>
              </a:rPr>
              <a:t>	c.  Kaposi’s sarcoma </a:t>
            </a:r>
          </a:p>
          <a:p>
            <a:pPr marL="457200" indent="-457200">
              <a:lnSpc>
                <a:spcPct val="150000"/>
              </a:lnSpc>
            </a:pPr>
            <a:r>
              <a:rPr lang="en-US" sz="2400" b="1" dirty="0">
                <a:solidFill>
                  <a:srgbClr val="0033CC"/>
                </a:solidFill>
                <a:effectLst>
                  <a:outerShdw blurRad="38100" dist="38100" dir="2700000" algn="tl">
                    <a:srgbClr val="000000"/>
                  </a:outerShdw>
                </a:effectLst>
                <a:latin typeface="+mn-lt"/>
              </a:rPr>
              <a:t> 	d.  Mycobacterium </a:t>
            </a:r>
            <a:r>
              <a:rPr lang="en-US" sz="2400" b="1" dirty="0" err="1">
                <a:solidFill>
                  <a:srgbClr val="0033CC"/>
                </a:solidFill>
                <a:effectLst>
                  <a:outerShdw blurRad="38100" dist="38100" dir="2700000" algn="tl">
                    <a:srgbClr val="000000"/>
                  </a:outerShdw>
                </a:effectLst>
                <a:latin typeface="+mn-lt"/>
              </a:rPr>
              <a:t>Avium</a:t>
            </a:r>
            <a:r>
              <a:rPr lang="en-US" sz="2400" b="1" dirty="0">
                <a:solidFill>
                  <a:srgbClr val="0033CC"/>
                </a:solidFill>
                <a:effectLst>
                  <a:outerShdw blurRad="38100" dist="38100" dir="2700000" algn="tl">
                    <a:srgbClr val="000000"/>
                  </a:outerShdw>
                </a:effectLst>
                <a:latin typeface="+mn-lt"/>
              </a:rPr>
              <a:t> complex  </a:t>
            </a:r>
          </a:p>
          <a:p>
            <a:pPr marL="457200" indent="-457200">
              <a:lnSpc>
                <a:spcPct val="150000"/>
              </a:lnSpc>
            </a:pPr>
            <a:r>
              <a:rPr lang="en-US" sz="2400" b="1" dirty="0">
                <a:solidFill>
                  <a:srgbClr val="0033CC"/>
                </a:solidFill>
                <a:effectLst>
                  <a:outerShdw blurRad="38100" dist="38100" dir="2700000" algn="tl">
                    <a:srgbClr val="000000"/>
                  </a:outerShdw>
                </a:effectLst>
                <a:latin typeface="+mn-lt"/>
              </a:rPr>
              <a:t>	e.  Invasive cervical cancer</a:t>
            </a:r>
          </a:p>
        </p:txBody>
      </p:sp>
      <p:sp>
        <p:nvSpPr>
          <p:cNvPr id="3" name="Rectangle 7"/>
          <p:cNvSpPr>
            <a:spLocks noChangeArrowheads="1"/>
          </p:cNvSpPr>
          <p:nvPr/>
        </p:nvSpPr>
        <p:spPr bwMode="auto">
          <a:xfrm>
            <a:off x="0" y="6572250"/>
            <a:ext cx="1378718"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1050" b="1" dirty="0" smtClean="0">
                <a:solidFill>
                  <a:srgbClr val="F96041"/>
                </a:solidFill>
                <a:effectLst>
                  <a:outerShdw blurRad="38100" dist="38100" dir="2700000" algn="tl">
                    <a:srgbClr val="000000"/>
                  </a:outerShdw>
                </a:effectLst>
              </a:rPr>
              <a:t>jschmied</a:t>
            </a:r>
            <a:r>
              <a:rPr lang="en-US" sz="1050" b="1" dirty="0">
                <a:solidFill>
                  <a:srgbClr val="F96041"/>
                </a:solidFill>
                <a:effectLst>
                  <a:outerShdw blurRad="38100" dist="38100" dir="2700000" algn="tl">
                    <a:srgbClr val="000000"/>
                  </a:outerShdw>
                </a:effectLst>
              </a:rPr>
              <a:t>©</a:t>
            </a:r>
            <a:r>
              <a:rPr lang="en-US" sz="1050" b="1" dirty="0" smtClean="0">
                <a:solidFill>
                  <a:srgbClr val="F96041"/>
                </a:solidFill>
                <a:effectLst>
                  <a:outerShdw blurRad="38100" dist="38100" dir="2700000" algn="tl">
                    <a:srgbClr val="000000"/>
                  </a:outerShdw>
                </a:effectLst>
              </a:rPr>
              <a:t>2015</a:t>
            </a:r>
            <a:endParaRPr lang="en-US" sz="1050" b="1" dirty="0">
              <a:solidFill>
                <a:srgbClr val="F96041"/>
              </a:solidFill>
              <a:effectLst>
                <a:outerShdw blurRad="38100" dist="38100" dir="2700000" algn="tl">
                  <a:srgbClr val="000000"/>
                </a:outerShdw>
              </a:effectLst>
            </a:endParaRP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76FD7845-64A1-4DF9-BB67-4C47C94B36BA}" type="datetime1">
              <a:rPr lang="en-US" smtClean="0"/>
              <a:pPr/>
              <a:t>11/6/2017</a:t>
            </a:fld>
            <a:endParaRPr lang="en-US"/>
          </a:p>
        </p:txBody>
      </p:sp>
      <p:sp>
        <p:nvSpPr>
          <p:cNvPr id="6" name="Slide Number Placeholder 5"/>
          <p:cNvSpPr>
            <a:spLocks noGrp="1"/>
          </p:cNvSpPr>
          <p:nvPr>
            <p:ph type="sldNum" sz="quarter" idx="12"/>
          </p:nvPr>
        </p:nvSpPr>
        <p:spPr/>
        <p:txBody>
          <a:bodyPr/>
          <a:lstStyle/>
          <a:p>
            <a:fld id="{E20ADA7F-1119-4218-8B48-2B8618AE7494}" type="slidenum">
              <a:rPr lang="en-US" smtClean="0"/>
              <a:pPr/>
              <a:t>54</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685800" y="608013"/>
            <a:ext cx="8153400" cy="946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buFontTx/>
              <a:buChar char="•"/>
            </a:pPr>
            <a:endParaRPr lang="en-US" b="1">
              <a:solidFill>
                <a:schemeClr val="folHlink"/>
              </a:solidFill>
              <a:effectLst>
                <a:outerShdw blurRad="38100" dist="38100" dir="2700000" algn="tl">
                  <a:srgbClr val="000000"/>
                </a:outerShdw>
              </a:effectLst>
              <a:latin typeface="Times" charset="0"/>
            </a:endParaRPr>
          </a:p>
          <a:p>
            <a:pPr>
              <a:buFontTx/>
              <a:buChar char="•"/>
            </a:pPr>
            <a:endParaRPr lang="en-US" b="1">
              <a:solidFill>
                <a:schemeClr val="folHlink"/>
              </a:solidFill>
              <a:effectLst>
                <a:outerShdw blurRad="38100" dist="38100" dir="2700000" algn="tl">
                  <a:srgbClr val="000000"/>
                </a:outerShdw>
              </a:effectLst>
              <a:latin typeface="Times" charset="0"/>
            </a:endParaRPr>
          </a:p>
        </p:txBody>
      </p:sp>
      <p:sp>
        <p:nvSpPr>
          <p:cNvPr id="64515" name="Rectangle 3"/>
          <p:cNvSpPr>
            <a:spLocks noChangeArrowheads="1"/>
          </p:cNvSpPr>
          <p:nvPr/>
        </p:nvSpPr>
        <p:spPr bwMode="auto">
          <a:xfrm>
            <a:off x="0" y="304800"/>
            <a:ext cx="9144000" cy="710348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marL="457200" indent="-457200" algn="ctr"/>
            <a:r>
              <a:rPr lang="en-US" sz="3600" dirty="0" smtClean="0">
                <a:solidFill>
                  <a:schemeClr val="accent4">
                    <a:lumMod val="75000"/>
                  </a:schemeClr>
                </a:solidFill>
                <a:effectLst>
                  <a:outerShdw blurRad="38100" dist="38100" dir="2700000" algn="tl">
                    <a:srgbClr val="000000"/>
                  </a:outerShdw>
                </a:effectLst>
                <a:latin typeface="Broadway" pitchFamily="82" charset="0"/>
              </a:rPr>
              <a:t>Treatment </a:t>
            </a:r>
            <a:r>
              <a:rPr lang="en-US" sz="3600" dirty="0">
                <a:solidFill>
                  <a:schemeClr val="accent4">
                    <a:lumMod val="75000"/>
                  </a:schemeClr>
                </a:solidFill>
                <a:effectLst>
                  <a:outerShdw blurRad="38100" dist="38100" dir="2700000" algn="tl">
                    <a:srgbClr val="000000"/>
                  </a:outerShdw>
                </a:effectLst>
                <a:latin typeface="Broadway" pitchFamily="82" charset="0"/>
              </a:rPr>
              <a:t>of AIDS &amp; Life Expectancy</a:t>
            </a:r>
          </a:p>
          <a:p>
            <a:pPr marL="457200" indent="-457200" algn="ctr"/>
            <a:endParaRPr lang="en-US" sz="1600" b="1" dirty="0">
              <a:effectLst>
                <a:outerShdw blurRad="38100" dist="38100" dir="2700000" algn="tl">
                  <a:srgbClr val="000000"/>
                </a:outerShdw>
              </a:effectLst>
              <a:latin typeface="+mn-lt"/>
            </a:endParaRPr>
          </a:p>
          <a:p>
            <a:pPr marL="457200" indent="-457200">
              <a:lnSpc>
                <a:spcPct val="120000"/>
              </a:lnSpc>
            </a:pPr>
            <a:r>
              <a:rPr lang="en-US" sz="3200" b="1" dirty="0">
                <a:solidFill>
                  <a:schemeClr val="folHlink"/>
                </a:solidFill>
                <a:effectLst>
                  <a:outerShdw blurRad="38100" dist="38100" dir="2700000" algn="tl">
                    <a:srgbClr val="000000"/>
                  </a:outerShdw>
                </a:effectLst>
                <a:latin typeface="+mn-lt"/>
              </a:rPr>
              <a:t> </a:t>
            </a:r>
            <a:r>
              <a:rPr lang="en-US" sz="3200" dirty="0">
                <a:solidFill>
                  <a:schemeClr val="folHlink"/>
                </a:solidFill>
                <a:effectLst>
                  <a:outerShdw blurRad="38100" dist="38100" dir="2700000" algn="tl">
                    <a:srgbClr val="000000"/>
                  </a:outerShdw>
                </a:effectLst>
                <a:latin typeface="+mn-lt"/>
              </a:rPr>
              <a:t> </a:t>
            </a:r>
            <a:r>
              <a:rPr lang="en-US" sz="3200" b="1" dirty="0">
                <a:solidFill>
                  <a:schemeClr val="folHlink"/>
                </a:solidFill>
                <a:effectLst>
                  <a:outerShdw blurRad="38100" dist="38100" dir="2700000" algn="tl">
                    <a:srgbClr val="000000"/>
                  </a:outerShdw>
                </a:effectLst>
                <a:latin typeface="+mn-lt"/>
              </a:rPr>
              <a:t>   Treatment helps people live </a:t>
            </a:r>
            <a:r>
              <a:rPr lang="en-US" sz="3200" b="1" i="1" u="sng" dirty="0">
                <a:solidFill>
                  <a:schemeClr val="folHlink"/>
                </a:solidFill>
                <a:effectLst>
                  <a:outerShdw blurRad="38100" dist="38100" dir="2700000" algn="tl">
                    <a:srgbClr val="000000"/>
                  </a:outerShdw>
                </a:effectLst>
                <a:latin typeface="+mn-lt"/>
              </a:rPr>
              <a:t>longer</a:t>
            </a:r>
            <a:r>
              <a:rPr lang="en-US" sz="3200" b="1" u="sng" dirty="0">
                <a:solidFill>
                  <a:schemeClr val="folHlink"/>
                </a:solidFill>
                <a:effectLst>
                  <a:outerShdw blurRad="38100" dist="38100" dir="2700000" algn="tl">
                    <a:srgbClr val="000000"/>
                  </a:outerShdw>
                </a:effectLst>
                <a:latin typeface="+mn-lt"/>
              </a:rPr>
              <a:t>.</a:t>
            </a:r>
          </a:p>
          <a:p>
            <a:pPr marL="457200" indent="-457200">
              <a:lnSpc>
                <a:spcPct val="120000"/>
              </a:lnSpc>
            </a:pPr>
            <a:endParaRPr lang="en-US" sz="1600" b="1" u="sng" dirty="0">
              <a:solidFill>
                <a:schemeClr val="folHlink"/>
              </a:solidFill>
              <a:effectLst>
                <a:outerShdw blurRad="38100" dist="38100" dir="2700000" algn="tl">
                  <a:srgbClr val="000000"/>
                </a:outerShdw>
              </a:effectLst>
              <a:latin typeface="+mn-lt"/>
            </a:endParaRPr>
          </a:p>
          <a:p>
            <a:pPr marL="457200" indent="-457200">
              <a:lnSpc>
                <a:spcPct val="120000"/>
              </a:lnSpc>
            </a:pPr>
            <a:r>
              <a:rPr lang="en-US" sz="2400" b="1" dirty="0">
                <a:solidFill>
                  <a:srgbClr val="EDFA40"/>
                </a:solidFill>
                <a:effectLst>
                  <a:outerShdw blurRad="38100" dist="38100" dir="2700000" algn="tl">
                    <a:srgbClr val="000000"/>
                  </a:outerShdw>
                </a:effectLst>
                <a:latin typeface="+mn-lt"/>
              </a:rPr>
              <a:t>		</a:t>
            </a:r>
            <a:r>
              <a:rPr lang="en-US" sz="2400" b="1" dirty="0">
                <a:solidFill>
                  <a:srgbClr val="0033CC"/>
                </a:solidFill>
                <a:effectLst>
                  <a:outerShdw blurRad="38100" dist="38100" dir="2700000" algn="tl">
                    <a:srgbClr val="000000"/>
                  </a:outerShdw>
                </a:effectLst>
                <a:latin typeface="+mn-lt"/>
              </a:rPr>
              <a:t>a. In 1993 =  less than 7 years</a:t>
            </a:r>
          </a:p>
          <a:p>
            <a:pPr marL="457200" indent="-457200">
              <a:lnSpc>
                <a:spcPct val="120000"/>
              </a:lnSpc>
            </a:pPr>
            <a:endParaRPr lang="en-US" sz="2400" b="1" dirty="0">
              <a:solidFill>
                <a:srgbClr val="0033CC"/>
              </a:solidFill>
              <a:effectLst>
                <a:outerShdw blurRad="38100" dist="38100" dir="2700000" algn="tl">
                  <a:srgbClr val="000000"/>
                </a:outerShdw>
              </a:effectLst>
              <a:latin typeface="+mn-lt"/>
            </a:endParaRPr>
          </a:p>
          <a:p>
            <a:pPr marL="457200" indent="-457200">
              <a:lnSpc>
                <a:spcPct val="120000"/>
              </a:lnSpc>
            </a:pPr>
            <a:r>
              <a:rPr lang="en-US" sz="2400" b="1" dirty="0">
                <a:solidFill>
                  <a:srgbClr val="0033CC"/>
                </a:solidFill>
                <a:effectLst>
                  <a:outerShdw blurRad="38100" dist="38100" dir="2700000" algn="tl">
                    <a:srgbClr val="000000"/>
                  </a:outerShdw>
                </a:effectLst>
                <a:latin typeface="+mn-lt"/>
              </a:rPr>
              <a:t>		b. In 2006 =  20 years or more… </a:t>
            </a:r>
          </a:p>
          <a:p>
            <a:pPr marL="457200" indent="-457200">
              <a:lnSpc>
                <a:spcPct val="120000"/>
              </a:lnSpc>
            </a:pPr>
            <a:r>
              <a:rPr lang="en-US" sz="2400" b="1" dirty="0">
                <a:solidFill>
                  <a:srgbClr val="0033CC"/>
                </a:solidFill>
                <a:effectLst>
                  <a:outerShdw blurRad="38100" dist="38100" dir="2700000" algn="tl">
                    <a:srgbClr val="000000"/>
                  </a:outerShdw>
                </a:effectLst>
                <a:latin typeface="+mn-lt"/>
              </a:rPr>
              <a:t>					….if properly </a:t>
            </a:r>
            <a:r>
              <a:rPr lang="en-US" sz="2400" b="1" dirty="0" smtClean="0">
                <a:solidFill>
                  <a:srgbClr val="0033CC"/>
                </a:solidFill>
                <a:effectLst>
                  <a:outerShdw blurRad="38100" dist="38100" dir="2700000" algn="tl">
                    <a:srgbClr val="000000"/>
                  </a:outerShdw>
                </a:effectLst>
                <a:latin typeface="+mn-lt"/>
              </a:rPr>
              <a:t>treated</a:t>
            </a:r>
            <a:endParaRPr lang="en-US" sz="2400" b="1" dirty="0">
              <a:solidFill>
                <a:srgbClr val="0033CC"/>
              </a:solidFill>
              <a:effectLst>
                <a:outerShdw blurRad="38100" dist="38100" dir="2700000" algn="tl">
                  <a:srgbClr val="000000"/>
                </a:outerShdw>
              </a:effectLst>
              <a:latin typeface="+mn-lt"/>
            </a:endParaRPr>
          </a:p>
          <a:p>
            <a:pPr marL="457200" indent="-457200">
              <a:lnSpc>
                <a:spcPct val="120000"/>
              </a:lnSpc>
            </a:pPr>
            <a:r>
              <a:rPr lang="en-US" sz="2400" b="1" dirty="0">
                <a:solidFill>
                  <a:srgbClr val="0033CC"/>
                </a:solidFill>
                <a:effectLst>
                  <a:outerShdw blurRad="38100" dist="38100" dir="2700000" algn="tl">
                    <a:srgbClr val="000000"/>
                  </a:outerShdw>
                </a:effectLst>
                <a:latin typeface="+mn-lt"/>
              </a:rPr>
              <a:t>		c. New drugs are the cause of the increase</a:t>
            </a:r>
          </a:p>
          <a:p>
            <a:pPr marL="457200" indent="-457200"/>
            <a:endParaRPr lang="en-US" sz="1600" dirty="0" smtClean="0">
              <a:solidFill>
                <a:srgbClr val="0033CC"/>
              </a:solidFill>
              <a:latin typeface="+mn-lt"/>
            </a:endParaRPr>
          </a:p>
          <a:p>
            <a:pPr marL="457200" indent="-457200"/>
            <a:r>
              <a:rPr lang="en-US" sz="1600" i="1" dirty="0">
                <a:solidFill>
                  <a:srgbClr val="0033CC"/>
                </a:solidFill>
                <a:effectLst>
                  <a:outerShdw blurRad="38100" dist="38100" dir="2700000" algn="tl">
                    <a:srgbClr val="000000">
                      <a:alpha val="43137"/>
                    </a:srgbClr>
                  </a:outerShdw>
                </a:effectLst>
                <a:latin typeface="+mn-lt"/>
              </a:rPr>
              <a:t> </a:t>
            </a:r>
            <a:r>
              <a:rPr lang="en-US" sz="1600" i="1" dirty="0" smtClean="0">
                <a:solidFill>
                  <a:srgbClr val="0033CC"/>
                </a:solidFill>
                <a:effectLst>
                  <a:outerShdw blurRad="38100" dist="38100" dir="2700000" algn="tl">
                    <a:srgbClr val="000000">
                      <a:alpha val="43137"/>
                    </a:srgbClr>
                  </a:outerShdw>
                </a:effectLst>
                <a:latin typeface="+mn-lt"/>
              </a:rPr>
              <a:t> </a:t>
            </a:r>
            <a:r>
              <a:rPr lang="en-US" sz="2400" b="1" i="1" dirty="0" smtClean="0">
                <a:solidFill>
                  <a:srgbClr val="FF0000"/>
                </a:solidFill>
                <a:effectLst>
                  <a:outerShdw blurRad="38100" dist="38100" dir="2700000" algn="tl">
                    <a:srgbClr val="000000">
                      <a:alpha val="43137"/>
                    </a:srgbClr>
                  </a:outerShdw>
                </a:effectLst>
                <a:latin typeface="+mn-lt"/>
              </a:rPr>
              <a:t>2011: </a:t>
            </a:r>
            <a:r>
              <a:rPr lang="en-US" sz="2400" b="1" i="1" dirty="0" smtClean="0">
                <a:solidFill>
                  <a:srgbClr val="FF0000"/>
                </a:solidFill>
                <a:latin typeface="+mn-lt"/>
              </a:rPr>
              <a:t>About </a:t>
            </a:r>
            <a:r>
              <a:rPr lang="en-US" sz="2400" b="1" i="1" dirty="0">
                <a:solidFill>
                  <a:srgbClr val="0070C0"/>
                </a:solidFill>
                <a:latin typeface="+mn-lt"/>
              </a:rPr>
              <a:t>33.3 million </a:t>
            </a:r>
            <a:r>
              <a:rPr lang="en-US" sz="2400" b="1" i="1" dirty="0">
                <a:solidFill>
                  <a:srgbClr val="FF0000"/>
                </a:solidFill>
                <a:latin typeface="+mn-lt"/>
              </a:rPr>
              <a:t>people </a:t>
            </a:r>
            <a:r>
              <a:rPr lang="en-US" sz="2400" b="1" i="1" dirty="0" smtClean="0">
                <a:solidFill>
                  <a:srgbClr val="FF0000"/>
                </a:solidFill>
                <a:latin typeface="+mn-lt"/>
              </a:rPr>
              <a:t>worldwide </a:t>
            </a:r>
            <a:r>
              <a:rPr lang="en-US" sz="2400" b="1" i="1" dirty="0">
                <a:solidFill>
                  <a:srgbClr val="FF0000"/>
                </a:solidFill>
                <a:latin typeface="+mn-lt"/>
              </a:rPr>
              <a:t>are infected with HIV, the </a:t>
            </a:r>
            <a:r>
              <a:rPr lang="en-US" sz="2400" b="1" i="1" dirty="0" smtClean="0">
                <a:solidFill>
                  <a:srgbClr val="FF0000"/>
                </a:solidFill>
                <a:latin typeface="+mn-lt"/>
              </a:rPr>
              <a:t>virus that </a:t>
            </a:r>
            <a:r>
              <a:rPr lang="en-US" sz="2400" b="1" i="1" dirty="0">
                <a:solidFill>
                  <a:srgbClr val="FF0000"/>
                </a:solidFill>
                <a:latin typeface="+mn-lt"/>
              </a:rPr>
              <a:t>causes AIDS. In 2009, the last year for </a:t>
            </a:r>
            <a:r>
              <a:rPr lang="en-US" sz="2400" b="1" i="1" dirty="0" smtClean="0">
                <a:solidFill>
                  <a:srgbClr val="FF0000"/>
                </a:solidFill>
                <a:latin typeface="+mn-lt"/>
              </a:rPr>
              <a:t>complete </a:t>
            </a:r>
            <a:r>
              <a:rPr lang="en-US" sz="2400" b="1" i="1" dirty="0">
                <a:solidFill>
                  <a:srgbClr val="FF0000"/>
                </a:solidFill>
                <a:latin typeface="+mn-lt"/>
              </a:rPr>
              <a:t>statistics, 2.6 million people became infected and 1.8 million people died. </a:t>
            </a:r>
          </a:p>
          <a:p>
            <a:pPr marL="457200" indent="-457200">
              <a:buFontTx/>
              <a:buChar char="•"/>
            </a:pPr>
            <a:endParaRPr lang="en-US" sz="2400" b="1" dirty="0">
              <a:solidFill>
                <a:srgbClr val="0033CC"/>
              </a:solidFill>
              <a:effectLst>
                <a:outerShdw blurRad="38100" dist="38100" dir="2700000" algn="tl">
                  <a:srgbClr val="000000"/>
                </a:outerShdw>
              </a:effectLst>
              <a:latin typeface="Times" charset="0"/>
            </a:endParaRPr>
          </a:p>
          <a:p>
            <a:pPr marL="457200" indent="-457200" algn="ctr"/>
            <a:endParaRPr lang="en-US" b="1" dirty="0">
              <a:solidFill>
                <a:srgbClr val="F96041"/>
              </a:solidFill>
              <a:effectLst>
                <a:outerShdw blurRad="38100" dist="38100" dir="2700000" algn="tl">
                  <a:srgbClr val="000000"/>
                </a:outerShdw>
              </a:effectLst>
              <a:latin typeface="Times" charset="0"/>
            </a:endParaRPr>
          </a:p>
          <a:p>
            <a:pPr marL="457200" indent="-457200">
              <a:buFontTx/>
              <a:buChar char="•"/>
            </a:pPr>
            <a:endParaRPr lang="en-US" b="1" dirty="0">
              <a:solidFill>
                <a:schemeClr val="folHlink"/>
              </a:solidFill>
              <a:effectLst>
                <a:outerShdw blurRad="38100" dist="38100" dir="2700000" algn="tl">
                  <a:srgbClr val="000000"/>
                </a:outerShdw>
              </a:effectLst>
              <a:latin typeface="Times" charset="0"/>
            </a:endParaRPr>
          </a:p>
          <a:p>
            <a:pPr marL="457200" indent="-457200">
              <a:buFontTx/>
              <a:buChar char="•"/>
            </a:pPr>
            <a:endParaRPr lang="en-US" b="1" dirty="0">
              <a:solidFill>
                <a:schemeClr val="folHlink"/>
              </a:solidFill>
              <a:effectLst>
                <a:outerShdw blurRad="38100" dist="38100" dir="2700000" algn="tl">
                  <a:srgbClr val="000000"/>
                </a:outerShdw>
              </a:effectLst>
              <a:latin typeface="Times" charset="0"/>
            </a:endParaRPr>
          </a:p>
        </p:txBody>
      </p:sp>
      <p:sp>
        <p:nvSpPr>
          <p:cNvPr id="4" name="Rectangle 7"/>
          <p:cNvSpPr>
            <a:spLocks noChangeArrowheads="1"/>
          </p:cNvSpPr>
          <p:nvPr/>
        </p:nvSpPr>
        <p:spPr bwMode="auto">
          <a:xfrm>
            <a:off x="0" y="6572250"/>
            <a:ext cx="184731"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endParaRPr lang="en-US" sz="1050" b="1" dirty="0">
              <a:solidFill>
                <a:srgbClr val="F96041"/>
              </a:solidFill>
              <a:effectLst>
                <a:outerShdw blurRad="38100" dist="38100" dir="2700000" algn="tl">
                  <a:srgbClr val="000000"/>
                </a:outerShdw>
              </a:effectLst>
            </a:endParaRPr>
          </a:p>
        </p:txBody>
      </p:sp>
      <p:pic>
        <p:nvPicPr>
          <p:cNvPr id="5" name="Picture 4"/>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2B8B5B10-7CA0-4591-AAF2-8320E0B05616}" type="datetime1">
              <a:rPr lang="en-US" smtClean="0"/>
              <a:pPr/>
              <a:t>11/6/2017</a:t>
            </a:fld>
            <a:endParaRPr lang="en-US"/>
          </a:p>
        </p:txBody>
      </p:sp>
      <p:sp>
        <p:nvSpPr>
          <p:cNvPr id="7" name="Slide Number Placeholder 6"/>
          <p:cNvSpPr>
            <a:spLocks noGrp="1"/>
          </p:cNvSpPr>
          <p:nvPr>
            <p:ph type="sldNum" sz="quarter" idx="12"/>
          </p:nvPr>
        </p:nvSpPr>
        <p:spPr/>
        <p:txBody>
          <a:bodyPr/>
          <a:lstStyle/>
          <a:p>
            <a:fld id="{E20ADA7F-1119-4218-8B48-2B8618AE7494}" type="slidenum">
              <a:rPr lang="en-US" smtClean="0"/>
              <a:pPr/>
              <a:t>55</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685800" y="608013"/>
            <a:ext cx="8153400" cy="946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buFontTx/>
              <a:buChar char="•"/>
            </a:pPr>
            <a:endParaRPr lang="en-US" b="1">
              <a:solidFill>
                <a:schemeClr val="folHlink"/>
              </a:solidFill>
              <a:effectLst>
                <a:outerShdw blurRad="38100" dist="38100" dir="2700000" algn="tl">
                  <a:srgbClr val="000000"/>
                </a:outerShdw>
              </a:effectLst>
              <a:latin typeface="Times" charset="0"/>
            </a:endParaRPr>
          </a:p>
          <a:p>
            <a:pPr>
              <a:buFontTx/>
              <a:buChar char="•"/>
            </a:pPr>
            <a:endParaRPr lang="en-US" b="1">
              <a:solidFill>
                <a:schemeClr val="folHlink"/>
              </a:solidFill>
              <a:effectLst>
                <a:outerShdw blurRad="38100" dist="38100" dir="2700000" algn="tl">
                  <a:srgbClr val="000000"/>
                </a:outerShdw>
              </a:effectLst>
              <a:latin typeface="Times" charset="0"/>
            </a:endParaRPr>
          </a:p>
        </p:txBody>
      </p:sp>
      <p:sp>
        <p:nvSpPr>
          <p:cNvPr id="62467" name="Rectangle 3"/>
          <p:cNvSpPr>
            <a:spLocks noChangeArrowheads="1"/>
          </p:cNvSpPr>
          <p:nvPr/>
        </p:nvSpPr>
        <p:spPr bwMode="auto">
          <a:xfrm>
            <a:off x="228600" y="522031"/>
            <a:ext cx="8534400" cy="70173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ctr"/>
            <a:r>
              <a:rPr lang="en-US" sz="2800" b="1" dirty="0" smtClean="0">
                <a:solidFill>
                  <a:schemeClr val="accent4">
                    <a:lumMod val="75000"/>
                  </a:schemeClr>
                </a:solidFill>
                <a:effectLst>
                  <a:outerShdw blurRad="38100" dist="38100" dir="2700000" algn="tl">
                    <a:srgbClr val="000000"/>
                  </a:outerShdw>
                </a:effectLst>
                <a:latin typeface="Broadway" pitchFamily="82" charset="0"/>
              </a:rPr>
              <a:t>What </a:t>
            </a:r>
            <a:r>
              <a:rPr lang="en-US" sz="2800" b="1" dirty="0">
                <a:solidFill>
                  <a:schemeClr val="accent4">
                    <a:lumMod val="75000"/>
                  </a:schemeClr>
                </a:solidFill>
                <a:effectLst>
                  <a:outerShdw blurRad="38100" dist="38100" dir="2700000" algn="tl">
                    <a:srgbClr val="000000"/>
                  </a:outerShdw>
                </a:effectLst>
                <a:latin typeface="Broadway" pitchFamily="82" charset="0"/>
              </a:rPr>
              <a:t>are the problems with Treatment?</a:t>
            </a:r>
          </a:p>
          <a:p>
            <a:pPr marL="457200" indent="-457200"/>
            <a:endParaRPr lang="en-US" sz="2600" b="1" dirty="0">
              <a:solidFill>
                <a:schemeClr val="folHlink"/>
              </a:solidFill>
              <a:effectLst>
                <a:outerShdw blurRad="38100" dist="38100" dir="2700000" algn="tl">
                  <a:srgbClr val="000000"/>
                </a:outerShdw>
              </a:effectLst>
              <a:latin typeface="+mn-lt"/>
            </a:endParaRPr>
          </a:p>
          <a:p>
            <a:pPr marL="457200" indent="-457200"/>
            <a:r>
              <a:rPr lang="en-US" sz="2600" b="1" dirty="0">
                <a:solidFill>
                  <a:srgbClr val="EDFA40"/>
                </a:solidFill>
                <a:effectLst>
                  <a:outerShdw blurRad="38100" dist="38100" dir="2700000" algn="tl">
                    <a:srgbClr val="000000"/>
                  </a:outerShdw>
                </a:effectLst>
                <a:latin typeface="+mn-lt"/>
              </a:rPr>
              <a:t>		</a:t>
            </a:r>
            <a:r>
              <a:rPr lang="en-US" sz="2600" b="1" dirty="0">
                <a:solidFill>
                  <a:srgbClr val="0033CC"/>
                </a:solidFill>
                <a:effectLst>
                  <a:outerShdw blurRad="38100" dist="38100" dir="2700000" algn="tl">
                    <a:srgbClr val="000000"/>
                  </a:outerShdw>
                </a:effectLst>
                <a:latin typeface="+mn-lt"/>
              </a:rPr>
              <a:t>a.  Have to take lots of pills</a:t>
            </a:r>
          </a:p>
          <a:p>
            <a:pPr marL="457200" indent="-457200">
              <a:buFontTx/>
              <a:buChar char="•"/>
            </a:pPr>
            <a:endParaRPr lang="en-US" sz="2600" b="1" dirty="0">
              <a:solidFill>
                <a:srgbClr val="0033CC"/>
              </a:solidFill>
              <a:effectLst>
                <a:outerShdw blurRad="38100" dist="38100" dir="2700000" algn="tl">
                  <a:srgbClr val="000000"/>
                </a:outerShdw>
              </a:effectLst>
              <a:latin typeface="+mn-lt"/>
            </a:endParaRPr>
          </a:p>
          <a:p>
            <a:pPr marL="457200" indent="-457200"/>
            <a:r>
              <a:rPr lang="en-US" sz="2600" b="1" dirty="0">
                <a:solidFill>
                  <a:srgbClr val="0033CC"/>
                </a:solidFill>
                <a:effectLst>
                  <a:outerShdw blurRad="38100" dist="38100" dir="2700000" algn="tl">
                    <a:srgbClr val="000000"/>
                  </a:outerShdw>
                </a:effectLst>
                <a:latin typeface="+mn-lt"/>
              </a:rPr>
              <a:t>		b.  Pills can make people sick – side </a:t>
            </a:r>
            <a:r>
              <a:rPr lang="en-US" sz="2600" b="1" dirty="0" smtClean="0">
                <a:solidFill>
                  <a:srgbClr val="0033CC"/>
                </a:solidFill>
                <a:effectLst>
                  <a:outerShdw blurRad="38100" dist="38100" dir="2700000" algn="tl">
                    <a:srgbClr val="000000"/>
                  </a:outerShdw>
                </a:effectLst>
                <a:latin typeface="+mn-lt"/>
              </a:rPr>
              <a:t>  effects</a:t>
            </a:r>
            <a:endParaRPr lang="en-US" sz="2600" b="1" dirty="0">
              <a:solidFill>
                <a:srgbClr val="0033CC"/>
              </a:solidFill>
              <a:effectLst>
                <a:outerShdw blurRad="38100" dist="38100" dir="2700000" algn="tl">
                  <a:srgbClr val="000000"/>
                </a:outerShdw>
              </a:effectLst>
              <a:latin typeface="+mn-lt"/>
            </a:endParaRPr>
          </a:p>
          <a:p>
            <a:pPr marL="457200" indent="-457200"/>
            <a:endParaRPr lang="en-US" sz="2600" b="1" dirty="0">
              <a:solidFill>
                <a:srgbClr val="0033CC"/>
              </a:solidFill>
              <a:effectLst>
                <a:outerShdw blurRad="38100" dist="38100" dir="2700000" algn="tl">
                  <a:srgbClr val="000000"/>
                </a:outerShdw>
              </a:effectLst>
              <a:latin typeface="+mn-lt"/>
            </a:endParaRPr>
          </a:p>
          <a:p>
            <a:pPr marL="457200" indent="-457200"/>
            <a:r>
              <a:rPr lang="en-US" sz="2600" b="1" dirty="0">
                <a:solidFill>
                  <a:srgbClr val="0033CC"/>
                </a:solidFill>
                <a:effectLst>
                  <a:outerShdw blurRad="38100" dist="38100" dir="2700000" algn="tl">
                    <a:srgbClr val="000000"/>
                  </a:outerShdw>
                </a:effectLst>
                <a:latin typeface="+mn-lt"/>
              </a:rPr>
              <a:t>		c. Pills don’t work for everyone – or forever</a:t>
            </a:r>
          </a:p>
          <a:p>
            <a:pPr marL="457200" indent="-457200"/>
            <a:endParaRPr lang="en-US" sz="2600" b="1" dirty="0">
              <a:solidFill>
                <a:srgbClr val="0033CC"/>
              </a:solidFill>
              <a:effectLst>
                <a:outerShdw blurRad="38100" dist="38100" dir="2700000" algn="tl">
                  <a:srgbClr val="000000"/>
                </a:outerShdw>
              </a:effectLst>
              <a:latin typeface="+mn-lt"/>
            </a:endParaRPr>
          </a:p>
          <a:p>
            <a:pPr marL="457200" indent="-457200"/>
            <a:r>
              <a:rPr lang="en-US" sz="2600" b="1" dirty="0">
                <a:solidFill>
                  <a:srgbClr val="0033CC"/>
                </a:solidFill>
                <a:effectLst>
                  <a:outerShdw blurRad="38100" dist="38100" dir="2700000" algn="tl">
                    <a:srgbClr val="000000"/>
                  </a:outerShdw>
                </a:effectLst>
                <a:latin typeface="+mn-lt"/>
              </a:rPr>
              <a:t>		d. Pills cost lots of money!  </a:t>
            </a:r>
          </a:p>
          <a:p>
            <a:pPr marL="457200" indent="-457200"/>
            <a:r>
              <a:rPr lang="en-US" sz="2600" b="1" dirty="0">
                <a:solidFill>
                  <a:srgbClr val="0033CC"/>
                </a:solidFill>
                <a:effectLst>
                  <a:outerShdw blurRad="38100" dist="38100" dir="2700000" algn="tl">
                    <a:srgbClr val="000000"/>
                  </a:outerShdw>
                </a:effectLst>
                <a:latin typeface="+mn-lt"/>
              </a:rPr>
              <a:t>		</a:t>
            </a:r>
          </a:p>
          <a:p>
            <a:pPr marL="457200" indent="-457200"/>
            <a:r>
              <a:rPr lang="en-US" sz="2600" b="1" dirty="0">
                <a:solidFill>
                  <a:srgbClr val="EDFA40"/>
                </a:solidFill>
                <a:effectLst>
                  <a:outerShdw blurRad="38100" dist="38100" dir="2700000" algn="tl">
                    <a:srgbClr val="000000"/>
                  </a:outerShdw>
                </a:effectLst>
                <a:latin typeface="+mn-lt"/>
              </a:rPr>
              <a:t>		</a:t>
            </a:r>
            <a:r>
              <a:rPr lang="en-US" sz="2600" b="1" dirty="0" smtClean="0">
                <a:solidFill>
                  <a:srgbClr val="F96041"/>
                </a:solidFill>
                <a:effectLst>
                  <a:outerShdw blurRad="38100" dist="38100" dir="2700000" algn="tl">
                    <a:srgbClr val="000000"/>
                  </a:outerShdw>
                </a:effectLst>
                <a:latin typeface="+mn-lt"/>
              </a:rPr>
              <a:t>2010 </a:t>
            </a:r>
            <a:r>
              <a:rPr lang="en-US" sz="2600" b="1" dirty="0" err="1" smtClean="0">
                <a:solidFill>
                  <a:srgbClr val="F96041"/>
                </a:solidFill>
                <a:effectLst>
                  <a:outerShdw blurRad="38100" dist="38100" dir="2700000" algn="tl">
                    <a:srgbClr val="000000"/>
                  </a:outerShdw>
                </a:effectLst>
                <a:latin typeface="+mn-lt"/>
              </a:rPr>
              <a:t>avg</a:t>
            </a:r>
            <a:r>
              <a:rPr lang="en-US" sz="2600" b="1" dirty="0" smtClean="0">
                <a:solidFill>
                  <a:srgbClr val="F96041"/>
                </a:solidFill>
                <a:effectLst>
                  <a:outerShdw blurRad="38100" dist="38100" dir="2700000" algn="tl">
                    <a:srgbClr val="000000"/>
                  </a:outerShdw>
                </a:effectLst>
                <a:latin typeface="+mn-lt"/>
              </a:rPr>
              <a:t> cost est. </a:t>
            </a:r>
            <a:r>
              <a:rPr lang="en-US" sz="2600" b="1" dirty="0">
                <a:solidFill>
                  <a:srgbClr val="F96041"/>
                </a:solidFill>
                <a:effectLst>
                  <a:outerShdw blurRad="38100" dist="38100" dir="2700000" algn="tl">
                    <a:srgbClr val="000000"/>
                  </a:outerShdw>
                </a:effectLst>
                <a:latin typeface="+mn-lt"/>
              </a:rPr>
              <a:t>= </a:t>
            </a:r>
            <a:r>
              <a:rPr lang="en-US" sz="2600" b="1" dirty="0" smtClean="0">
                <a:solidFill>
                  <a:srgbClr val="F96041"/>
                </a:solidFill>
                <a:effectLst>
                  <a:outerShdw blurRad="38100" dist="38100" dir="2700000" algn="tl">
                    <a:srgbClr val="000000"/>
                  </a:outerShdw>
                </a:effectLst>
                <a:latin typeface="+mn-lt"/>
              </a:rPr>
              <a:t>$398,000 </a:t>
            </a:r>
            <a:r>
              <a:rPr lang="en-US" sz="2600" b="1" dirty="0">
                <a:solidFill>
                  <a:srgbClr val="F96041"/>
                </a:solidFill>
                <a:effectLst>
                  <a:outerShdw blurRad="38100" dist="38100" dir="2700000" algn="tl">
                    <a:srgbClr val="000000"/>
                  </a:outerShdw>
                </a:effectLst>
                <a:latin typeface="+mn-lt"/>
              </a:rPr>
              <a:t>/ 20+ years</a:t>
            </a:r>
          </a:p>
          <a:p>
            <a:pPr marL="457200" indent="-457200"/>
            <a:r>
              <a:rPr lang="en-US" sz="2600" b="1" dirty="0">
                <a:solidFill>
                  <a:srgbClr val="F96041"/>
                </a:solidFill>
                <a:effectLst>
                  <a:outerShdw blurRad="38100" dist="38100" dir="2700000" algn="tl">
                    <a:srgbClr val="000000"/>
                  </a:outerShdw>
                </a:effectLst>
                <a:latin typeface="+mn-lt"/>
              </a:rPr>
              <a:t>    			or </a:t>
            </a:r>
            <a:r>
              <a:rPr lang="en-US" sz="2600" b="1" dirty="0" smtClean="0">
                <a:solidFill>
                  <a:srgbClr val="F96041"/>
                </a:solidFill>
                <a:effectLst>
                  <a:outerShdw blurRad="38100" dist="38100" dir="2700000" algn="tl">
                    <a:srgbClr val="000000"/>
                  </a:outerShdw>
                </a:effectLst>
                <a:latin typeface="+mn-lt"/>
              </a:rPr>
              <a:t>$1,659 </a:t>
            </a:r>
            <a:r>
              <a:rPr lang="en-US" sz="2600" b="1" dirty="0">
                <a:solidFill>
                  <a:srgbClr val="F96041"/>
                </a:solidFill>
                <a:effectLst>
                  <a:outerShdw blurRad="38100" dist="38100" dir="2700000" algn="tl">
                    <a:srgbClr val="000000"/>
                  </a:outerShdw>
                </a:effectLst>
                <a:latin typeface="+mn-lt"/>
              </a:rPr>
              <a:t>/ </a:t>
            </a:r>
            <a:r>
              <a:rPr lang="en-US" sz="2600" b="1" dirty="0" smtClean="0">
                <a:solidFill>
                  <a:srgbClr val="F96041"/>
                </a:solidFill>
                <a:effectLst>
                  <a:outerShdw blurRad="38100" dist="38100" dir="2700000" algn="tl">
                    <a:srgbClr val="000000"/>
                  </a:outerShdw>
                </a:effectLst>
                <a:latin typeface="+mn-lt"/>
              </a:rPr>
              <a:t>month</a:t>
            </a:r>
          </a:p>
          <a:p>
            <a:pPr marL="457200" indent="-457200"/>
            <a:r>
              <a:rPr lang="en-US" sz="2600" b="1" dirty="0" smtClean="0">
                <a:solidFill>
                  <a:srgbClr val="F96041"/>
                </a:solidFill>
                <a:effectLst>
                  <a:outerShdw blurRad="38100" dist="38100" dir="2700000" algn="tl">
                    <a:srgbClr val="000000"/>
                  </a:outerShdw>
                </a:effectLst>
                <a:latin typeface="+mn-lt"/>
              </a:rPr>
              <a:t>		Advanced cases = $3,390 / month</a:t>
            </a:r>
          </a:p>
          <a:p>
            <a:pPr marL="457200" indent="-457200"/>
            <a:endParaRPr lang="en-US" sz="2600" b="1" dirty="0">
              <a:solidFill>
                <a:srgbClr val="F96041"/>
              </a:solidFill>
              <a:effectLst>
                <a:outerShdw blurRad="38100" dist="38100" dir="2700000" algn="tl">
                  <a:srgbClr val="000000"/>
                </a:outerShdw>
              </a:effectLst>
              <a:latin typeface="+mn-lt"/>
            </a:endParaRPr>
          </a:p>
          <a:p>
            <a:pPr marL="457200" indent="-457200">
              <a:buFontTx/>
              <a:buChar char="•"/>
            </a:pPr>
            <a:endParaRPr lang="en-US" sz="3000" b="1" dirty="0">
              <a:solidFill>
                <a:srgbClr val="F96041"/>
              </a:solidFill>
              <a:effectLst>
                <a:outerShdw blurRad="38100" dist="38100" dir="2700000" algn="tl">
                  <a:srgbClr val="000000"/>
                </a:outerShdw>
              </a:effectLst>
              <a:latin typeface="Times" charset="0"/>
            </a:endParaRPr>
          </a:p>
          <a:p>
            <a:pPr marL="457200" indent="-457200" algn="ctr"/>
            <a:endParaRPr lang="en-US" b="1" dirty="0">
              <a:solidFill>
                <a:srgbClr val="F96041"/>
              </a:solidFill>
              <a:effectLst>
                <a:outerShdw blurRad="38100" dist="38100" dir="2700000" algn="tl">
                  <a:srgbClr val="000000"/>
                </a:outerShdw>
              </a:effectLst>
              <a:latin typeface="Times" charset="0"/>
            </a:endParaRPr>
          </a:p>
          <a:p>
            <a:pPr marL="457200" indent="-457200">
              <a:buFontTx/>
              <a:buChar char="•"/>
            </a:pPr>
            <a:endParaRPr lang="en-US" b="1" dirty="0">
              <a:solidFill>
                <a:schemeClr val="folHlink"/>
              </a:solidFill>
              <a:effectLst>
                <a:outerShdw blurRad="38100" dist="38100" dir="2700000" algn="tl">
                  <a:srgbClr val="000000"/>
                </a:outerShdw>
              </a:effectLst>
              <a:latin typeface="Times" charset="0"/>
            </a:endParaRPr>
          </a:p>
          <a:p>
            <a:pPr marL="457200" indent="-457200">
              <a:buFontTx/>
              <a:buChar char="•"/>
            </a:pPr>
            <a:endParaRPr lang="en-US" b="1" dirty="0">
              <a:solidFill>
                <a:schemeClr val="folHlink"/>
              </a:solidFill>
              <a:effectLst>
                <a:outerShdw blurRad="38100" dist="38100" dir="2700000" algn="tl">
                  <a:srgbClr val="000000"/>
                </a:outerShdw>
              </a:effectLst>
              <a:latin typeface="Times" charset="0"/>
            </a:endParaRPr>
          </a:p>
        </p:txBody>
      </p:sp>
      <p:sp>
        <p:nvSpPr>
          <p:cNvPr id="4" name="Rectangle 7"/>
          <p:cNvSpPr>
            <a:spLocks noChangeArrowheads="1"/>
          </p:cNvSpPr>
          <p:nvPr/>
        </p:nvSpPr>
        <p:spPr bwMode="auto">
          <a:xfrm>
            <a:off x="0" y="6572250"/>
            <a:ext cx="184731"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endParaRPr lang="en-US" sz="1050" b="1" dirty="0">
              <a:solidFill>
                <a:srgbClr val="F96041"/>
              </a:solidFill>
              <a:effectLst>
                <a:outerShdw blurRad="38100" dist="38100" dir="2700000" algn="tl">
                  <a:srgbClr val="000000"/>
                </a:outerShdw>
              </a:effectLst>
            </a:endParaRPr>
          </a:p>
        </p:txBody>
      </p:sp>
      <p:pic>
        <p:nvPicPr>
          <p:cNvPr id="5" name="Picture 4"/>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8D948A50-61A9-4D3F-95E7-7669B3671FE7}" type="datetime1">
              <a:rPr lang="en-US" smtClean="0"/>
              <a:pPr/>
              <a:t>11/6/2017</a:t>
            </a:fld>
            <a:endParaRPr lang="en-US"/>
          </a:p>
        </p:txBody>
      </p:sp>
      <p:sp>
        <p:nvSpPr>
          <p:cNvPr id="7" name="Slide Number Placeholder 6"/>
          <p:cNvSpPr>
            <a:spLocks noGrp="1"/>
          </p:cNvSpPr>
          <p:nvPr>
            <p:ph type="sldNum" sz="quarter" idx="12"/>
          </p:nvPr>
        </p:nvSpPr>
        <p:spPr/>
        <p:txBody>
          <a:bodyPr/>
          <a:lstStyle/>
          <a:p>
            <a:fld id="{E20ADA7F-1119-4218-8B48-2B8618AE7494}" type="slidenum">
              <a:rPr lang="en-US" smtClean="0"/>
              <a:pPr/>
              <a:t>56</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685800" y="608013"/>
            <a:ext cx="8153400" cy="946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buFontTx/>
              <a:buChar char="•"/>
            </a:pPr>
            <a:endParaRPr lang="en-US" b="1">
              <a:solidFill>
                <a:schemeClr val="folHlink"/>
              </a:solidFill>
              <a:effectLst>
                <a:outerShdw blurRad="38100" dist="38100" dir="2700000" algn="tl">
                  <a:srgbClr val="000000"/>
                </a:outerShdw>
              </a:effectLst>
              <a:latin typeface="Times" charset="0"/>
            </a:endParaRPr>
          </a:p>
          <a:p>
            <a:pPr>
              <a:buFontTx/>
              <a:buChar char="•"/>
            </a:pPr>
            <a:endParaRPr lang="en-US" b="1">
              <a:solidFill>
                <a:schemeClr val="folHlink"/>
              </a:solidFill>
              <a:effectLst>
                <a:outerShdw blurRad="38100" dist="38100" dir="2700000" algn="tl">
                  <a:srgbClr val="000000"/>
                </a:outerShdw>
              </a:effectLst>
              <a:latin typeface="Times" charset="0"/>
            </a:endParaRPr>
          </a:p>
        </p:txBody>
      </p:sp>
      <p:sp>
        <p:nvSpPr>
          <p:cNvPr id="65539" name="Rectangle 3"/>
          <p:cNvSpPr>
            <a:spLocks noChangeArrowheads="1"/>
          </p:cNvSpPr>
          <p:nvPr/>
        </p:nvSpPr>
        <p:spPr bwMode="auto">
          <a:xfrm>
            <a:off x="304800" y="304800"/>
            <a:ext cx="8534400" cy="34717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ctr"/>
            <a:r>
              <a:rPr lang="en-US" sz="3600" dirty="0" smtClean="0">
                <a:solidFill>
                  <a:schemeClr val="accent4">
                    <a:lumMod val="75000"/>
                  </a:schemeClr>
                </a:solidFill>
                <a:effectLst>
                  <a:outerShdw blurRad="38100" dist="38100" dir="2700000" algn="tl">
                    <a:srgbClr val="000000"/>
                  </a:outerShdw>
                </a:effectLst>
                <a:latin typeface="Broadway" pitchFamily="82" charset="0"/>
              </a:rPr>
              <a:t>Let’s </a:t>
            </a:r>
            <a:r>
              <a:rPr lang="en-US" sz="3600" dirty="0">
                <a:solidFill>
                  <a:schemeClr val="accent4">
                    <a:lumMod val="75000"/>
                  </a:schemeClr>
                </a:solidFill>
                <a:effectLst>
                  <a:outerShdw blurRad="38100" dist="38100" dir="2700000" algn="tl">
                    <a:srgbClr val="000000"/>
                  </a:outerShdw>
                </a:effectLst>
                <a:latin typeface="Broadway" pitchFamily="82" charset="0"/>
              </a:rPr>
              <a:t>Rewind!</a:t>
            </a:r>
          </a:p>
          <a:p>
            <a:pPr marL="457200" indent="-457200"/>
            <a:endParaRPr lang="en-US" sz="1800" b="1" dirty="0">
              <a:solidFill>
                <a:schemeClr val="folHlink"/>
              </a:solidFill>
              <a:effectLst>
                <a:outerShdw blurRad="38100" dist="38100" dir="2700000" algn="tl">
                  <a:srgbClr val="000000"/>
                </a:outerShdw>
              </a:effectLst>
              <a:latin typeface="+mn-lt"/>
            </a:endParaRPr>
          </a:p>
          <a:p>
            <a:pPr marL="457200" indent="-457200">
              <a:lnSpc>
                <a:spcPct val="140000"/>
              </a:lnSpc>
            </a:pPr>
            <a:r>
              <a:rPr lang="en-US" sz="3600" b="1" i="1" u="sng" dirty="0">
                <a:solidFill>
                  <a:srgbClr val="FF0000"/>
                </a:solidFill>
                <a:effectLst>
                  <a:outerShdw blurRad="38100" dist="38100" dir="2700000" algn="tl">
                    <a:srgbClr val="000000"/>
                  </a:outerShdw>
                </a:effectLst>
                <a:latin typeface="+mn-lt"/>
              </a:rPr>
              <a:t>Brainstorm respectfully</a:t>
            </a:r>
            <a:r>
              <a:rPr lang="en-US" sz="3600" b="1" i="1" dirty="0">
                <a:solidFill>
                  <a:srgbClr val="FF0000"/>
                </a:solidFill>
                <a:effectLst>
                  <a:outerShdw blurRad="38100" dist="38100" dir="2700000" algn="tl">
                    <a:srgbClr val="000000"/>
                  </a:outerShdw>
                </a:effectLst>
                <a:latin typeface="+mn-lt"/>
              </a:rPr>
              <a:t>:</a:t>
            </a:r>
          </a:p>
          <a:p>
            <a:pPr marL="457200" indent="-457200">
              <a:lnSpc>
                <a:spcPct val="140000"/>
              </a:lnSpc>
            </a:pPr>
            <a:endParaRPr lang="en-US" sz="1200" b="1" dirty="0">
              <a:solidFill>
                <a:srgbClr val="F96041"/>
              </a:solidFill>
              <a:effectLst>
                <a:outerShdw blurRad="38100" dist="38100" dir="2700000" algn="tl">
                  <a:srgbClr val="000000"/>
                </a:outerShdw>
              </a:effectLst>
              <a:latin typeface="+mn-lt"/>
            </a:endParaRPr>
          </a:p>
          <a:p>
            <a:pPr marL="457200" indent="-457200" algn="ctr">
              <a:lnSpc>
                <a:spcPct val="140000"/>
              </a:lnSpc>
            </a:pPr>
            <a:r>
              <a:rPr lang="en-US" sz="2800" i="1" dirty="0">
                <a:solidFill>
                  <a:srgbClr val="0033CC"/>
                </a:solidFill>
                <a:effectLst>
                  <a:outerShdw blurRad="38100" dist="38100" dir="2700000" algn="tl">
                    <a:srgbClr val="000000"/>
                  </a:outerShdw>
                </a:effectLst>
                <a:latin typeface="+mn-lt"/>
              </a:rPr>
              <a:t>What are 3 ways </a:t>
            </a:r>
            <a:r>
              <a:rPr lang="en-US" sz="2800" i="1" u="sng" dirty="0">
                <a:solidFill>
                  <a:srgbClr val="0033CC"/>
                </a:solidFill>
                <a:effectLst>
                  <a:outerShdw blurRad="38100" dist="38100" dir="2700000" algn="tl">
                    <a:srgbClr val="000000"/>
                  </a:outerShdw>
                </a:effectLst>
                <a:latin typeface="+mn-lt"/>
              </a:rPr>
              <a:t>you</a:t>
            </a:r>
            <a:r>
              <a:rPr lang="en-US" sz="2800" i="1" dirty="0">
                <a:solidFill>
                  <a:srgbClr val="0033CC"/>
                </a:solidFill>
                <a:effectLst>
                  <a:outerShdw blurRad="38100" dist="38100" dir="2700000" algn="tl">
                    <a:srgbClr val="000000"/>
                  </a:outerShdw>
                </a:effectLst>
                <a:latin typeface="+mn-lt"/>
              </a:rPr>
              <a:t> can think of to keep </a:t>
            </a:r>
          </a:p>
          <a:p>
            <a:pPr marL="457200" indent="-457200" algn="ctr">
              <a:lnSpc>
                <a:spcPct val="140000"/>
              </a:lnSpc>
            </a:pPr>
            <a:r>
              <a:rPr lang="en-US" sz="2800" i="1" dirty="0">
                <a:solidFill>
                  <a:srgbClr val="0033CC"/>
                </a:solidFill>
                <a:effectLst>
                  <a:outerShdw blurRad="38100" dist="38100" dir="2700000" algn="tl">
                    <a:srgbClr val="000000"/>
                  </a:outerShdw>
                </a:effectLst>
                <a:latin typeface="+mn-lt"/>
              </a:rPr>
              <a:t>a person safe from HIV/AIDS???</a:t>
            </a:r>
            <a:endParaRPr lang="en-US" sz="2800" dirty="0">
              <a:solidFill>
                <a:srgbClr val="0033CC"/>
              </a:solidFill>
              <a:effectLst>
                <a:outerShdw blurRad="38100" dist="38100" dir="2700000" algn="tl">
                  <a:srgbClr val="000000"/>
                </a:outerShdw>
              </a:effectLst>
              <a:latin typeface="+mn-lt"/>
            </a:endParaRPr>
          </a:p>
          <a:p>
            <a:pPr marL="457200" indent="-457200">
              <a:buFontTx/>
              <a:buChar char="•"/>
            </a:pPr>
            <a:endParaRPr lang="en-US" sz="2000" b="1" dirty="0">
              <a:solidFill>
                <a:schemeClr val="folHlink"/>
              </a:solidFill>
              <a:effectLst>
                <a:outerShdw blurRad="38100" dist="38100" dir="2700000" algn="tl">
                  <a:srgbClr val="000000"/>
                </a:outerShdw>
              </a:effectLst>
              <a:latin typeface="+mn-lt"/>
            </a:endParaRPr>
          </a:p>
        </p:txBody>
      </p:sp>
      <p:pic>
        <p:nvPicPr>
          <p:cNvPr id="65540" name="Picture 4" descr="VIRUS-HIV-struc-600"/>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87363" y="3787775"/>
            <a:ext cx="2408237" cy="2536825"/>
          </a:xfrm>
          <a:prstGeom prst="rect">
            <a:avLst/>
          </a:prstGeom>
          <a:noFill/>
          <a:ln w="12700">
            <a:solidFill>
              <a:srgbClr val="800000"/>
            </a:solidFill>
            <a:miter lim="800000"/>
            <a:headEnd/>
            <a:tailEnd/>
          </a:ln>
          <a:extLst>
            <a:ext uri="{909E8E84-426E-40dd-AFC4-6F175D3DCCD1}">
              <a14:hiddenFill xmlns="" xmlns:a14="http://schemas.microsoft.com/office/drawing/2010/main">
                <a:solidFill>
                  <a:srgbClr val="FFFFFF"/>
                </a:solidFill>
              </a14:hiddenFill>
            </a:ext>
          </a:extLst>
        </p:spPr>
      </p:pic>
      <p:pic>
        <p:nvPicPr>
          <p:cNvPr id="65541" name="Picture 5" descr="VIRUS-HIV-L-black-600[1]"/>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096000" y="3767138"/>
            <a:ext cx="2590800" cy="2535237"/>
          </a:xfrm>
          <a:prstGeom prst="rect">
            <a:avLst/>
          </a:prstGeom>
          <a:noFill/>
          <a:ln w="12700">
            <a:solidFill>
              <a:srgbClr val="800000"/>
            </a:solidFill>
            <a:miter lim="800000"/>
            <a:headEnd/>
            <a:tailEnd/>
          </a:ln>
          <a:extLst>
            <a:ext uri="{909E8E84-426E-40dd-AFC4-6F175D3DCCD1}">
              <a14:hiddenFill xmlns="" xmlns:a14="http://schemas.microsoft.com/office/drawing/2010/main">
                <a:solidFill>
                  <a:srgbClr val="FFFFFF"/>
                </a:solidFill>
              </a14:hiddenFill>
            </a:ext>
          </a:extLst>
        </p:spPr>
      </p:pic>
      <p:pic>
        <p:nvPicPr>
          <p:cNvPr id="6" name="Picture 5"/>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131C7F8B-B029-4C70-B894-BD12B5AC36DF}" type="datetime1">
              <a:rPr lang="en-US" smtClean="0"/>
              <a:pPr/>
              <a:t>11/6/2017</a:t>
            </a:fld>
            <a:endParaRPr lang="en-US"/>
          </a:p>
        </p:txBody>
      </p:sp>
      <p:sp>
        <p:nvSpPr>
          <p:cNvPr id="8" name="Slide Number Placeholder 7"/>
          <p:cNvSpPr>
            <a:spLocks noGrp="1"/>
          </p:cNvSpPr>
          <p:nvPr>
            <p:ph type="sldNum" sz="quarter" idx="12"/>
          </p:nvPr>
        </p:nvSpPr>
        <p:spPr/>
        <p:txBody>
          <a:bodyPr/>
          <a:lstStyle/>
          <a:p>
            <a:fld id="{E20ADA7F-1119-4218-8B48-2B8618AE7494}" type="slidenum">
              <a:rPr lang="en-US" smtClean="0"/>
              <a:pPr/>
              <a:t>57</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8144880" cy="5486400"/>
          </a:xfrm>
        </p:spPr>
        <p:txBody>
          <a:bodyPr>
            <a:normAutofit fontScale="90000"/>
          </a:bodyPr>
          <a:lstStyle/>
          <a:p>
            <a:pPr algn="l"/>
            <a:r>
              <a:rPr lang="en-US" sz="3800" dirty="0" smtClean="0">
                <a:solidFill>
                  <a:schemeClr val="accent4">
                    <a:lumMod val="75000"/>
                  </a:schemeClr>
                </a:solidFill>
                <a:latin typeface="Broadway" pitchFamily="82" charset="0"/>
              </a:rPr>
              <a:t>Making Progress - </a:t>
            </a:r>
            <a:r>
              <a:rPr lang="en-US" sz="3200" dirty="0" smtClean="0">
                <a:solidFill>
                  <a:schemeClr val="accent4">
                    <a:lumMod val="75000"/>
                  </a:schemeClr>
                </a:solidFill>
                <a:latin typeface="Broadway" pitchFamily="82" charset="0"/>
              </a:rPr>
              <a:t>AIDS </a:t>
            </a:r>
            <a:r>
              <a:rPr lang="en-US" sz="3200" dirty="0">
                <a:solidFill>
                  <a:schemeClr val="accent4">
                    <a:lumMod val="75000"/>
                  </a:schemeClr>
                </a:solidFill>
                <a:latin typeface="Broadway" pitchFamily="82" charset="0"/>
              </a:rPr>
              <a:t>by the </a:t>
            </a:r>
            <a:r>
              <a:rPr lang="en-US" sz="3200" dirty="0" smtClean="0">
                <a:solidFill>
                  <a:schemeClr val="accent4">
                    <a:lumMod val="75000"/>
                  </a:schemeClr>
                </a:solidFill>
                <a:latin typeface="Broadway" pitchFamily="82" charset="0"/>
              </a:rPr>
              <a:t>numbers</a:t>
            </a:r>
            <a:r>
              <a:rPr lang="en-US" sz="3200" dirty="0" smtClean="0">
                <a:solidFill>
                  <a:srgbClr val="FF0000"/>
                </a:solidFill>
              </a:rPr>
              <a:t/>
            </a:r>
            <a:br>
              <a:rPr lang="en-US" sz="3200" dirty="0" smtClean="0">
                <a:solidFill>
                  <a:srgbClr val="FF0000"/>
                </a:solidFill>
              </a:rPr>
            </a:br>
            <a:r>
              <a:rPr lang="en-US" sz="3200" dirty="0" smtClean="0">
                <a:solidFill>
                  <a:srgbClr val="FF0000"/>
                </a:solidFill>
              </a:rPr>
              <a:t/>
            </a:r>
            <a:br>
              <a:rPr lang="en-US" sz="3200" dirty="0" smtClean="0">
                <a:solidFill>
                  <a:srgbClr val="FF0000"/>
                </a:solidFill>
              </a:rPr>
            </a:br>
            <a:r>
              <a:rPr lang="en-US" sz="3100" b="1" dirty="0" smtClean="0">
                <a:solidFill>
                  <a:srgbClr val="FF0000"/>
                </a:solidFill>
              </a:rPr>
              <a:t>33</a:t>
            </a:r>
            <a:r>
              <a:rPr lang="en-US" sz="3100" b="1" dirty="0">
                <a:solidFill>
                  <a:srgbClr val="FF0000"/>
                </a:solidFill>
              </a:rPr>
              <a:t>% </a:t>
            </a:r>
            <a:r>
              <a:rPr lang="en-US" sz="3100" b="1" dirty="0" smtClean="0">
                <a:solidFill>
                  <a:srgbClr val="FF0000"/>
                </a:solidFill>
              </a:rPr>
              <a:t>decrease </a:t>
            </a:r>
            <a:r>
              <a:rPr lang="en-US" sz="3100" b="1" dirty="0">
                <a:solidFill>
                  <a:srgbClr val="FF0000"/>
                </a:solidFill>
              </a:rPr>
              <a:t>in new HIV infections </a:t>
            </a:r>
            <a:r>
              <a:rPr lang="en-US" sz="3100" b="1" dirty="0" smtClean="0">
                <a:solidFill>
                  <a:srgbClr val="FF0000"/>
                </a:solidFill>
              </a:rPr>
              <a:t>since </a:t>
            </a:r>
            <a:r>
              <a:rPr lang="en-US" sz="3100" b="1" dirty="0">
                <a:solidFill>
                  <a:srgbClr val="FF0000"/>
                </a:solidFill>
              </a:rPr>
              <a:t>2001</a:t>
            </a:r>
            <a:r>
              <a:rPr lang="en-US" sz="3100" b="1" dirty="0"/>
              <a:t/>
            </a:r>
            <a:br>
              <a:rPr lang="en-US" sz="3100" b="1" dirty="0"/>
            </a:br>
            <a:r>
              <a:rPr lang="en-US" sz="3100" b="1" dirty="0"/>
              <a:t/>
            </a:r>
            <a:br>
              <a:rPr lang="en-US" sz="3100" b="1" dirty="0"/>
            </a:br>
            <a:r>
              <a:rPr lang="en-US" sz="3100" b="1" dirty="0">
                <a:solidFill>
                  <a:srgbClr val="0070C0"/>
                </a:solidFill>
              </a:rPr>
              <a:t>29% decrease in AIDS-related deaths (adults and children) since 2005</a:t>
            </a:r>
            <a:r>
              <a:rPr lang="en-US" sz="3100" b="1" dirty="0"/>
              <a:t/>
            </a:r>
            <a:br>
              <a:rPr lang="en-US" sz="3100" b="1" dirty="0"/>
            </a:br>
            <a:r>
              <a:rPr lang="en-US" sz="3100" b="1" dirty="0"/>
              <a:t/>
            </a:r>
            <a:br>
              <a:rPr lang="en-US" sz="3100" b="1" dirty="0"/>
            </a:br>
            <a:r>
              <a:rPr lang="en-US" sz="3100" b="1" dirty="0">
                <a:solidFill>
                  <a:srgbClr val="FF0000"/>
                </a:solidFill>
              </a:rPr>
              <a:t>52% decrease in new HIV infections in children since 2001</a:t>
            </a:r>
            <a:r>
              <a:rPr lang="en-US" sz="3100" b="1" dirty="0"/>
              <a:t/>
            </a:r>
            <a:br>
              <a:rPr lang="en-US" sz="3100" b="1" dirty="0"/>
            </a:br>
            <a:r>
              <a:rPr lang="en-US" sz="3100" b="1" dirty="0"/>
              <a:t/>
            </a:r>
            <a:br>
              <a:rPr lang="en-US" sz="3100" b="1" dirty="0"/>
            </a:br>
            <a:r>
              <a:rPr lang="en-US" sz="3100" b="1" dirty="0">
                <a:solidFill>
                  <a:srgbClr val="0070C0"/>
                </a:solidFill>
              </a:rPr>
              <a:t>40-fold Increase in access to antiretroviral therapy 2002–2012</a:t>
            </a:r>
            <a:r>
              <a:rPr lang="en-US" sz="3100" b="1" dirty="0"/>
              <a:t/>
            </a:r>
            <a:br>
              <a:rPr lang="en-US" sz="3100" b="1" dirty="0"/>
            </a:br>
            <a:endParaRPr lang="en-US" sz="3100" b="1" dirty="0"/>
          </a:p>
        </p:txBody>
      </p:sp>
      <p:pic>
        <p:nvPicPr>
          <p:cNvPr id="3" name="Picture 2"/>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4" name="Date Placeholder 3"/>
          <p:cNvSpPr>
            <a:spLocks noGrp="1"/>
          </p:cNvSpPr>
          <p:nvPr>
            <p:ph type="dt" sz="half" idx="10"/>
          </p:nvPr>
        </p:nvSpPr>
        <p:spPr/>
        <p:txBody>
          <a:bodyPr/>
          <a:lstStyle/>
          <a:p>
            <a:fld id="{EA9AB0A7-6830-440D-8221-D39C7112D73B}" type="datetime1">
              <a:rPr lang="en-US" smtClean="0"/>
              <a:pPr/>
              <a:t>11/6/2017</a:t>
            </a:fld>
            <a:endParaRPr lang="en-US"/>
          </a:p>
        </p:txBody>
      </p:sp>
      <p:sp>
        <p:nvSpPr>
          <p:cNvPr id="5" name="Slide Number Placeholder 4"/>
          <p:cNvSpPr>
            <a:spLocks noGrp="1"/>
          </p:cNvSpPr>
          <p:nvPr>
            <p:ph type="sldNum" sz="quarter" idx="12"/>
          </p:nvPr>
        </p:nvSpPr>
        <p:spPr/>
        <p:txBody>
          <a:bodyPr/>
          <a:lstStyle/>
          <a:p>
            <a:fld id="{E20ADA7F-1119-4218-8B48-2B8618AE7494}" type="slidenum">
              <a:rPr lang="en-US" smtClean="0"/>
              <a:pPr/>
              <a:t>58</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spTree>
    <p:extLst>
      <p:ext uri="{BB962C8B-B14F-4D97-AF65-F5344CB8AC3E}">
        <p14:creationId xmlns="" xmlns:p14="http://schemas.microsoft.com/office/powerpoint/2010/main" val="21585634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685800" y="608013"/>
            <a:ext cx="8153400" cy="946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buFontTx/>
              <a:buChar char="•"/>
            </a:pPr>
            <a:endParaRPr lang="en-US" b="1">
              <a:solidFill>
                <a:schemeClr val="folHlink"/>
              </a:solidFill>
              <a:effectLst>
                <a:outerShdw blurRad="38100" dist="38100" dir="2700000" algn="tl">
                  <a:srgbClr val="000000"/>
                </a:outerShdw>
              </a:effectLst>
              <a:latin typeface="Times" charset="0"/>
            </a:endParaRPr>
          </a:p>
          <a:p>
            <a:pPr>
              <a:buFontTx/>
              <a:buChar char="•"/>
            </a:pPr>
            <a:endParaRPr lang="en-US" b="1">
              <a:solidFill>
                <a:schemeClr val="folHlink"/>
              </a:solidFill>
              <a:effectLst>
                <a:outerShdw blurRad="38100" dist="38100" dir="2700000" algn="tl">
                  <a:srgbClr val="000000"/>
                </a:outerShdw>
              </a:effectLst>
              <a:latin typeface="Times" charset="0"/>
            </a:endParaRPr>
          </a:p>
        </p:txBody>
      </p:sp>
      <p:sp>
        <p:nvSpPr>
          <p:cNvPr id="66563" name="Rectangle 3"/>
          <p:cNvSpPr>
            <a:spLocks noChangeArrowheads="1"/>
          </p:cNvSpPr>
          <p:nvPr/>
        </p:nvSpPr>
        <p:spPr bwMode="auto">
          <a:xfrm>
            <a:off x="533400" y="533400"/>
            <a:ext cx="8077200" cy="49244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ctr"/>
            <a:r>
              <a:rPr lang="en-US" sz="4000" dirty="0" smtClean="0">
                <a:solidFill>
                  <a:schemeClr val="accent4">
                    <a:lumMod val="75000"/>
                  </a:schemeClr>
                </a:solidFill>
                <a:effectLst>
                  <a:outerShdw blurRad="38100" dist="38100" dir="2700000" algn="tl">
                    <a:srgbClr val="000000"/>
                  </a:outerShdw>
                </a:effectLst>
                <a:latin typeface="Broadway" pitchFamily="82" charset="0"/>
              </a:rPr>
              <a:t>How to keep safe?</a:t>
            </a:r>
          </a:p>
          <a:p>
            <a:pPr marL="457200" indent="-457200"/>
            <a:endParaRPr lang="en-US" sz="3200" b="1" dirty="0">
              <a:solidFill>
                <a:schemeClr val="folHlink"/>
              </a:solidFill>
              <a:effectLst>
                <a:outerShdw blurRad="38100" dist="38100" dir="2700000" algn="tl">
                  <a:srgbClr val="000000"/>
                </a:outerShdw>
              </a:effectLst>
              <a:latin typeface="+mn-lt"/>
            </a:endParaRPr>
          </a:p>
          <a:p>
            <a:pPr marL="457200" indent="-457200"/>
            <a:r>
              <a:rPr lang="en-US" sz="3200" dirty="0">
                <a:solidFill>
                  <a:schemeClr val="folHlink"/>
                </a:solidFill>
                <a:effectLst>
                  <a:outerShdw blurRad="38100" dist="38100" dir="2700000" algn="tl">
                    <a:srgbClr val="000000"/>
                  </a:outerShdw>
                </a:effectLst>
                <a:latin typeface="+mn-lt"/>
              </a:rPr>
              <a:t>1.  No sex =</a:t>
            </a:r>
            <a:r>
              <a:rPr lang="en-US" sz="3200" dirty="0">
                <a:effectLst>
                  <a:outerShdw blurRad="38100" dist="38100" dir="2700000" algn="tl">
                    <a:srgbClr val="000000"/>
                  </a:outerShdw>
                </a:effectLst>
                <a:latin typeface="+mn-lt"/>
              </a:rPr>
              <a:t> </a:t>
            </a:r>
            <a:r>
              <a:rPr lang="en-US" sz="3200" u="sng" dirty="0">
                <a:effectLst>
                  <a:outerShdw blurRad="38100" dist="38100" dir="2700000" algn="tl">
                    <a:srgbClr val="000000"/>
                  </a:outerShdw>
                </a:effectLst>
                <a:latin typeface="+mn-lt"/>
              </a:rPr>
              <a:t>abstinence</a:t>
            </a:r>
          </a:p>
          <a:p>
            <a:pPr marL="457200" indent="-457200"/>
            <a:endParaRPr lang="en-US" sz="3200" u="sng" dirty="0">
              <a:solidFill>
                <a:schemeClr val="folHlink"/>
              </a:solidFill>
              <a:effectLst>
                <a:outerShdw blurRad="38100" dist="38100" dir="2700000" algn="tl">
                  <a:srgbClr val="000000"/>
                </a:outerShdw>
              </a:effectLst>
              <a:latin typeface="+mn-lt"/>
            </a:endParaRPr>
          </a:p>
          <a:p>
            <a:pPr marL="457200" indent="-457200"/>
            <a:endParaRPr lang="en-US" sz="3200" u="sng" dirty="0">
              <a:solidFill>
                <a:schemeClr val="folHlink"/>
              </a:solidFill>
              <a:effectLst>
                <a:outerShdw blurRad="38100" dist="38100" dir="2700000" algn="tl">
                  <a:srgbClr val="000000"/>
                </a:outerShdw>
              </a:effectLst>
              <a:latin typeface="+mn-lt"/>
            </a:endParaRPr>
          </a:p>
          <a:p>
            <a:pPr marL="514350" indent="-514350">
              <a:buAutoNum type="arabicPeriod" startAt="2"/>
            </a:pPr>
            <a:r>
              <a:rPr lang="en-US" sz="3200" dirty="0" smtClean="0">
                <a:solidFill>
                  <a:schemeClr val="folHlink"/>
                </a:solidFill>
                <a:effectLst>
                  <a:outerShdw blurRad="38100" dist="38100" dir="2700000" algn="tl">
                    <a:srgbClr val="000000"/>
                  </a:outerShdw>
                </a:effectLst>
                <a:latin typeface="+mn-lt"/>
              </a:rPr>
              <a:t>Have </a:t>
            </a:r>
            <a:r>
              <a:rPr lang="en-US" sz="3200" dirty="0">
                <a:solidFill>
                  <a:schemeClr val="folHlink"/>
                </a:solidFill>
                <a:effectLst>
                  <a:outerShdw blurRad="38100" dist="38100" dir="2700000" algn="tl">
                    <a:srgbClr val="000000"/>
                  </a:outerShdw>
                </a:effectLst>
                <a:latin typeface="+mn-lt"/>
              </a:rPr>
              <a:t>only one uninfected partner </a:t>
            </a:r>
            <a:endParaRPr lang="en-US" sz="3200" dirty="0" smtClean="0">
              <a:solidFill>
                <a:schemeClr val="folHlink"/>
              </a:solidFill>
              <a:effectLst>
                <a:outerShdw blurRad="38100" dist="38100" dir="2700000" algn="tl">
                  <a:srgbClr val="000000"/>
                </a:outerShdw>
              </a:effectLst>
              <a:latin typeface="+mn-lt"/>
            </a:endParaRPr>
          </a:p>
          <a:p>
            <a:r>
              <a:rPr lang="en-US" sz="3200" dirty="0">
                <a:solidFill>
                  <a:schemeClr val="folHlink"/>
                </a:solidFill>
                <a:effectLst>
                  <a:outerShdw blurRad="38100" dist="38100" dir="2700000" algn="tl">
                    <a:srgbClr val="000000"/>
                  </a:outerShdw>
                </a:effectLst>
                <a:latin typeface="+mn-lt"/>
              </a:rPr>
              <a:t> </a:t>
            </a:r>
            <a:r>
              <a:rPr lang="en-US" sz="3200" dirty="0" smtClean="0">
                <a:solidFill>
                  <a:schemeClr val="folHlink"/>
                </a:solidFill>
                <a:effectLst>
                  <a:outerShdw blurRad="38100" dist="38100" dir="2700000" algn="tl">
                    <a:srgbClr val="000000"/>
                  </a:outerShdw>
                </a:effectLst>
                <a:latin typeface="+mn-lt"/>
              </a:rPr>
              <a:t> 					</a:t>
            </a:r>
            <a:r>
              <a:rPr lang="en-US" sz="3200" dirty="0" smtClean="0">
                <a:effectLst>
                  <a:outerShdw blurRad="38100" dist="38100" dir="2700000" algn="tl">
                    <a:srgbClr val="000000"/>
                  </a:outerShdw>
                </a:effectLst>
                <a:latin typeface="+mn-lt"/>
              </a:rPr>
              <a:t>        = </a:t>
            </a:r>
            <a:r>
              <a:rPr lang="en-US" sz="3200" u="sng" dirty="0">
                <a:effectLst>
                  <a:outerShdw blurRad="38100" dist="38100" dir="2700000" algn="tl">
                    <a:srgbClr val="000000"/>
                  </a:outerShdw>
                </a:effectLst>
                <a:latin typeface="+mn-lt"/>
              </a:rPr>
              <a:t>monogamy</a:t>
            </a:r>
          </a:p>
          <a:p>
            <a:pPr marL="457200" indent="-457200"/>
            <a:endParaRPr lang="en-US" sz="3200" dirty="0">
              <a:solidFill>
                <a:srgbClr val="EDFA40"/>
              </a:solidFill>
              <a:effectLst>
                <a:outerShdw blurRad="38100" dist="38100" dir="2700000" algn="tl">
                  <a:srgbClr val="000000"/>
                </a:outerShdw>
              </a:effectLst>
              <a:latin typeface="+mn-lt"/>
            </a:endParaRPr>
          </a:p>
          <a:p>
            <a:pPr marL="457200" indent="-457200"/>
            <a:r>
              <a:rPr lang="en-US" sz="3200" dirty="0">
                <a:solidFill>
                  <a:schemeClr val="folHlink"/>
                </a:solidFill>
                <a:effectLst>
                  <a:outerShdw blurRad="38100" dist="38100" dir="2700000" algn="tl">
                    <a:srgbClr val="000000"/>
                  </a:outerShdw>
                </a:effectLst>
                <a:latin typeface="+mn-lt"/>
              </a:rPr>
              <a:t>3.  Use protection = </a:t>
            </a:r>
            <a:r>
              <a:rPr lang="en-US" sz="3200" u="sng" dirty="0">
                <a:effectLst>
                  <a:outerShdw blurRad="38100" dist="38100" dir="2700000" algn="tl">
                    <a:srgbClr val="000000"/>
                  </a:outerShdw>
                </a:effectLst>
                <a:latin typeface="+mn-lt"/>
              </a:rPr>
              <a:t>condoms</a:t>
            </a:r>
          </a:p>
          <a:p>
            <a:pPr marL="457200" indent="-457200">
              <a:buFontTx/>
              <a:buChar char="•"/>
            </a:pPr>
            <a:endParaRPr lang="en-US" b="1" dirty="0">
              <a:solidFill>
                <a:schemeClr val="folHlink"/>
              </a:solidFill>
              <a:effectLst>
                <a:outerShdw blurRad="38100" dist="38100" dir="2700000" algn="tl">
                  <a:srgbClr val="000000"/>
                </a:outerShdw>
              </a:effectLst>
              <a:latin typeface="Times" charset="0"/>
            </a:endParaRPr>
          </a:p>
        </p:txBody>
      </p:sp>
      <p:sp>
        <p:nvSpPr>
          <p:cNvPr id="4" name="Rectangle 7"/>
          <p:cNvSpPr>
            <a:spLocks noChangeArrowheads="1"/>
          </p:cNvSpPr>
          <p:nvPr/>
        </p:nvSpPr>
        <p:spPr bwMode="auto">
          <a:xfrm>
            <a:off x="0" y="6572250"/>
            <a:ext cx="1378718"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r>
              <a:rPr lang="en-US" sz="1050" b="1" dirty="0" smtClean="0">
                <a:solidFill>
                  <a:srgbClr val="F96041"/>
                </a:solidFill>
                <a:effectLst>
                  <a:outerShdw blurRad="38100" dist="38100" dir="2700000" algn="tl">
                    <a:srgbClr val="000000"/>
                  </a:outerShdw>
                </a:effectLst>
              </a:rPr>
              <a:t>jschmied</a:t>
            </a:r>
            <a:r>
              <a:rPr lang="en-US" sz="1050" b="1" dirty="0">
                <a:solidFill>
                  <a:srgbClr val="F96041"/>
                </a:solidFill>
                <a:effectLst>
                  <a:outerShdw blurRad="38100" dist="38100" dir="2700000" algn="tl">
                    <a:srgbClr val="000000"/>
                  </a:outerShdw>
                </a:effectLst>
              </a:rPr>
              <a:t>©</a:t>
            </a:r>
            <a:r>
              <a:rPr lang="en-US" sz="1050" b="1" dirty="0" smtClean="0">
                <a:solidFill>
                  <a:srgbClr val="F96041"/>
                </a:solidFill>
                <a:effectLst>
                  <a:outerShdw blurRad="38100" dist="38100" dir="2700000" algn="tl">
                    <a:srgbClr val="000000"/>
                  </a:outerShdw>
                </a:effectLst>
              </a:rPr>
              <a:t>2015</a:t>
            </a:r>
            <a:endParaRPr lang="en-US" sz="1050" b="1" dirty="0">
              <a:solidFill>
                <a:srgbClr val="F96041"/>
              </a:solidFill>
              <a:effectLst>
                <a:outerShdw blurRad="38100" dist="38100" dir="2700000" algn="tl">
                  <a:srgbClr val="000000"/>
                </a:outerShdw>
              </a:effectLst>
            </a:endParaRPr>
          </a:p>
        </p:txBody>
      </p:sp>
      <p:pic>
        <p:nvPicPr>
          <p:cNvPr id="5" name="Picture 4"/>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A83D7180-4A8C-41F9-843A-FFB361CB9B7A}" type="datetime1">
              <a:rPr lang="en-US" smtClean="0"/>
              <a:pPr/>
              <a:t>11/6/2017</a:t>
            </a:fld>
            <a:endParaRPr lang="en-US"/>
          </a:p>
        </p:txBody>
      </p:sp>
      <p:sp>
        <p:nvSpPr>
          <p:cNvPr id="7" name="Slide Number Placeholder 6"/>
          <p:cNvSpPr>
            <a:spLocks noGrp="1"/>
          </p:cNvSpPr>
          <p:nvPr>
            <p:ph type="sldNum" sz="quarter" idx="12"/>
          </p:nvPr>
        </p:nvSpPr>
        <p:spPr/>
        <p:txBody>
          <a:bodyPr/>
          <a:lstStyle/>
          <a:p>
            <a:fld id="{E20ADA7F-1119-4218-8B48-2B8618AE7494}" type="slidenum">
              <a:rPr lang="en-US" smtClean="0"/>
              <a:pPr/>
              <a:t>59</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6563">
                                            <p:txEl>
                                              <p:pRg st="2" end="2"/>
                                            </p:txEl>
                                          </p:spTgt>
                                        </p:tgtEl>
                                        <p:attrNameLst>
                                          <p:attrName>style.visibility</p:attrName>
                                        </p:attrNameLst>
                                      </p:cBhvr>
                                      <p:to>
                                        <p:strVal val="visible"/>
                                      </p:to>
                                    </p:set>
                                    <p:animEffect transition="in" filter="fade">
                                      <p:cBhvr>
                                        <p:cTn id="7" dur="2000"/>
                                        <p:tgtEl>
                                          <p:spTgt spid="6656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6563">
                                            <p:txEl>
                                              <p:pRg st="5" end="5"/>
                                            </p:txEl>
                                          </p:spTgt>
                                        </p:tgtEl>
                                        <p:attrNameLst>
                                          <p:attrName>style.visibility</p:attrName>
                                        </p:attrNameLst>
                                      </p:cBhvr>
                                      <p:to>
                                        <p:strVal val="visible"/>
                                      </p:to>
                                    </p:set>
                                    <p:animEffect transition="in" filter="fade">
                                      <p:cBhvr>
                                        <p:cTn id="12" dur="2000"/>
                                        <p:tgtEl>
                                          <p:spTgt spid="6656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6563">
                                            <p:txEl>
                                              <p:pRg st="6" end="6"/>
                                            </p:txEl>
                                          </p:spTgt>
                                        </p:tgtEl>
                                        <p:attrNameLst>
                                          <p:attrName>style.visibility</p:attrName>
                                        </p:attrNameLst>
                                      </p:cBhvr>
                                      <p:to>
                                        <p:strVal val="visible"/>
                                      </p:to>
                                    </p:set>
                                    <p:animEffect transition="in" filter="fade">
                                      <p:cBhvr>
                                        <p:cTn id="17" dur="2000"/>
                                        <p:tgtEl>
                                          <p:spTgt spid="66563">
                                            <p:txEl>
                                              <p:pRg st="6" end="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66563">
                                            <p:txEl>
                                              <p:pRg st="8" end="8"/>
                                            </p:txEl>
                                          </p:spTgt>
                                        </p:tgtEl>
                                        <p:attrNameLst>
                                          <p:attrName>style.visibility</p:attrName>
                                        </p:attrNameLst>
                                      </p:cBhvr>
                                      <p:to>
                                        <p:strVal val="visible"/>
                                      </p:to>
                                    </p:set>
                                    <p:animEffect transition="in" filter="fade">
                                      <p:cBhvr>
                                        <p:cTn id="22" dur="2000"/>
                                        <p:tgtEl>
                                          <p:spTgt spid="665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5257800"/>
            <a:ext cx="6400800" cy="838200"/>
          </a:xfrm>
        </p:spPr>
        <p:txBody>
          <a:bodyPr rtlCol="0">
            <a:noAutofit/>
          </a:bodyPr>
          <a:lstStyle/>
          <a:p>
            <a:pPr algn="ctr" eaLnBrk="1" fontAlgn="auto" hangingPunct="1">
              <a:spcAft>
                <a:spcPts val="0"/>
              </a:spcAft>
              <a:buFont typeface="Arial" pitchFamily="34" charset="0"/>
              <a:buNone/>
              <a:defRPr/>
            </a:pPr>
            <a:r>
              <a:rPr lang="en-US" sz="4800" b="1" dirty="0" smtClean="0">
                <a:solidFill>
                  <a:srgbClr val="0033CC"/>
                </a:solidFill>
                <a:latin typeface="Broadway" pitchFamily="82" charset="0"/>
              </a:rPr>
              <a:t>Thanks !!! </a:t>
            </a:r>
            <a:endParaRPr lang="en-US" sz="4800" b="1" dirty="0">
              <a:solidFill>
                <a:srgbClr val="0033CC"/>
              </a:solidFill>
              <a:latin typeface="Broadway" pitchFamily="82" charset="0"/>
            </a:endParaRPr>
          </a:p>
        </p:txBody>
      </p:sp>
      <p:pic>
        <p:nvPicPr>
          <p:cNvPr id="5" name="Picture 4" descr="06-23-11-hiv-aids-scrabble-tiles-istock_000014194955xsmall.jpg"/>
          <p:cNvPicPr>
            <a:picLocks noChangeAspect="1"/>
          </p:cNvPicPr>
          <p:nvPr/>
        </p:nvPicPr>
        <p:blipFill>
          <a:blip r:embed="rId2" cstate="print"/>
          <a:stretch>
            <a:fillRect/>
          </a:stretch>
        </p:blipFill>
        <p:spPr>
          <a:xfrm>
            <a:off x="304800" y="228600"/>
            <a:ext cx="8610600" cy="4572000"/>
          </a:xfrm>
          <a:prstGeom prst="rect">
            <a:avLst/>
          </a:prstGeom>
          <a:ln>
            <a:noFill/>
          </a:ln>
          <a:effectLst>
            <a:softEdge rad="112500"/>
          </a:effectLst>
        </p:spPr>
      </p:pic>
      <p:pic>
        <p:nvPicPr>
          <p:cNvPr id="4" name="Picture 3"/>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131A8ED2-F171-4FB3-B814-93E60F1E6B7D}" type="datetime1">
              <a:rPr lang="en-US" smtClean="0"/>
              <a:pPr/>
              <a:t>11/6/2017</a:t>
            </a:fld>
            <a:endParaRPr lang="en-US"/>
          </a:p>
        </p:txBody>
      </p:sp>
      <p:sp>
        <p:nvSpPr>
          <p:cNvPr id="7" name="Slide Number Placeholder 6"/>
          <p:cNvSpPr>
            <a:spLocks noGrp="1"/>
          </p:cNvSpPr>
          <p:nvPr>
            <p:ph type="sldNum" sz="quarter" idx="12"/>
          </p:nvPr>
        </p:nvSpPr>
        <p:spPr/>
        <p:txBody>
          <a:bodyPr/>
          <a:lstStyle/>
          <a:p>
            <a:fld id="{E20ADA7F-1119-4218-8B48-2B8618AE7494}" type="slidenum">
              <a:rPr lang="en-US" smtClean="0"/>
              <a:pPr/>
              <a:t>60</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mc:AlternateContent xmlns:mc="http://schemas.openxmlformats.org/markup-compatibility/2006">
    <mc:Choice xmlns="" xmlns:p14="http://schemas.microsoft.com/office/powerpoint/2010/main" Requires="p14">
      <p:transition spd="slow" p14:dur="2000" advTm="10000"/>
    </mc:Choice>
    <mc:Fallback>
      <p:transition spd="slow" advTm="10000"/>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9305</TotalTime>
  <Words>1457</Words>
  <Application>Microsoft Office PowerPoint</Application>
  <PresentationFormat>On-screen Show (4:3)</PresentationFormat>
  <Paragraphs>426</Paragraphs>
  <Slides>60</Slides>
  <Notes>0</Notes>
  <HiddenSlides>0</HiddenSlides>
  <MMClips>0</MMClip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Office Theme</vt:lpstr>
      <vt:lpstr>   Impacts on Human Health: HIV/AIDS and diseases    Dr Jyoti K Sharma Professor &amp; Head Center for Environmental Sciences &amp; Engineering School of Natural Sciences  </vt:lpstr>
      <vt:lpstr> Impacts on Human Health: HIV/AIDS and diseases </vt:lpstr>
      <vt:lpstr>Human Diseases</vt:lpstr>
      <vt:lpstr>Slide 4</vt:lpstr>
      <vt:lpstr>HIV &amp; AIDS</vt:lpstr>
      <vt:lpstr>HIV and AIDS</vt:lpstr>
      <vt:lpstr>HIV &amp; AIDS</vt:lpstr>
      <vt:lpstr>Human immunodeficiency virus infection and acquired immune deficiency syndrome (HIV/AIDS)</vt:lpstr>
      <vt:lpstr>What Are HIV &amp; AIDS?</vt:lpstr>
      <vt:lpstr>Slide 10</vt:lpstr>
      <vt:lpstr>Slide 11</vt:lpstr>
      <vt:lpstr>Slide 12</vt:lpstr>
      <vt:lpstr>HIV</vt:lpstr>
      <vt:lpstr>HIV</vt:lpstr>
      <vt:lpstr>Slide 15</vt:lpstr>
      <vt:lpstr>T4 0r CD4 Cells and Antibodies</vt:lpstr>
      <vt:lpstr>Healthy T Cell &amp; Infected T Cell</vt:lpstr>
      <vt:lpstr>Slide 18</vt:lpstr>
      <vt:lpstr>HIV Infection Transmission from one person to another</vt:lpstr>
      <vt:lpstr>Transmission of HIV</vt:lpstr>
      <vt:lpstr>Slide 21</vt:lpstr>
      <vt:lpstr>Slide 22</vt:lpstr>
      <vt:lpstr>HIV Infection Transmission</vt:lpstr>
      <vt:lpstr>How Does HIV get into a  T Cell?</vt:lpstr>
      <vt:lpstr>What Does HIV do inside  a T Cell?</vt:lpstr>
      <vt:lpstr>HIV LIFECYCLE IN HUMAN BODY</vt:lpstr>
      <vt:lpstr>New HIV viruses leaving a cell</vt:lpstr>
      <vt:lpstr>DIAGNOSIS</vt:lpstr>
      <vt:lpstr>HIV Infection</vt:lpstr>
      <vt:lpstr>HIV Infection: Immune suppression</vt:lpstr>
      <vt:lpstr>TREATMENT</vt:lpstr>
      <vt:lpstr>PROGNOSIS</vt:lpstr>
      <vt:lpstr>PREVENTION</vt:lpstr>
      <vt:lpstr>FACTS</vt:lpstr>
      <vt:lpstr>Slide 35</vt:lpstr>
      <vt:lpstr>Slide 36</vt:lpstr>
      <vt:lpstr>Impact of HIV in Countries</vt:lpstr>
      <vt:lpstr>HIV Infection and body organs affected</vt:lpstr>
      <vt:lpstr>HIV Infection and body organs affected</vt:lpstr>
      <vt:lpstr>Literature</vt:lpstr>
      <vt:lpstr>Slide 41</vt:lpstr>
      <vt:lpstr>AIDS</vt:lpstr>
      <vt:lpstr>ETIOLOGY</vt:lpstr>
      <vt:lpstr>AIDS</vt:lpstr>
      <vt:lpstr>HIV and AIDS</vt:lpstr>
      <vt:lpstr>HIV and AIDS</vt:lpstr>
      <vt:lpstr>What is AIDS…..</vt:lpstr>
      <vt:lpstr>Slide 48</vt:lpstr>
      <vt:lpstr>Symptoms of AIDS</vt:lpstr>
      <vt:lpstr>Symptoms of AIDS (Contd.)</vt:lpstr>
      <vt:lpstr>Treatment for HIV/AIDS</vt:lpstr>
      <vt:lpstr>Prevention of HIV/AIDS</vt:lpstr>
      <vt:lpstr>AIDS and its spread</vt:lpstr>
      <vt:lpstr>Slide 54</vt:lpstr>
      <vt:lpstr>Slide 55</vt:lpstr>
      <vt:lpstr>Slide 56</vt:lpstr>
      <vt:lpstr>Slide 57</vt:lpstr>
      <vt:lpstr>Making Progress - AIDS by the numbers  33% decrease in new HIV infections since 2001  29% decrease in AIDS-related deaths (adults and children) since 2005  52% decrease in new HIV infections in children since 2001  40-fold Increase in access to antiretroviral therapy 2002–2012 </vt:lpstr>
      <vt:lpstr>Slide 59</vt:lpstr>
      <vt:lpstr>Slide 60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Impacts on Human Health: HIV/AIDS and diseases     Dr Jyoti K Sharma Professor Environmental Sciences &amp; Natural Resource Management School of Natural Sciences</dc:title>
  <dc:creator>J K Sharma</dc:creator>
  <cp:lastModifiedBy>jksharma</cp:lastModifiedBy>
  <cp:revision>17</cp:revision>
  <dcterms:created xsi:type="dcterms:W3CDTF">2015-04-14T17:32:47Z</dcterms:created>
  <dcterms:modified xsi:type="dcterms:W3CDTF">2017-11-06T05:42:48Z</dcterms:modified>
</cp:coreProperties>
</file>