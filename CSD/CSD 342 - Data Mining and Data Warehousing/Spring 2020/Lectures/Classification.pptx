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6" r:id="rId8"/>
    <p:sldId id="267" r:id="rId9"/>
    <p:sldId id="268" r:id="rId10"/>
    <p:sldId id="264" r:id="rId11"/>
    <p:sldId id="265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4:32.967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1CD4249-2405-4FC8-8CA7-690B195860EA}" emma:medium="tactile" emma:mode="ink">
          <msink:context xmlns:msink="http://schemas.microsoft.com/ink/2010/main" type="inkDrawing" rotatedBoundingBox="12124,1226 12139,1226 12139,1241 12124,1241" shapeName="Other"/>
        </emma:interpretation>
      </emma:emma>
    </inkml:annotationXML>
    <inkml:trace contextRef="#ctx0" brushRef="#br0">0 0 11 0,'0'0'0'0,"0"0"-11"0,0 0 11 16,0 0 0-16,0 0 0 15,0 0 0-15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4:36.018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30D9C90-BA3D-434D-B965-AB51009AEF33}" emma:medium="tactile" emma:mode="ink">
          <msink:context xmlns:msink="http://schemas.microsoft.com/ink/2010/main" type="inkDrawing" rotatedBoundingBox="9735,7046 12970,926 19388,4319 16152,10439" hotPoints="18261,5706 14686,9281 11111,5706 14686,2131" semanticType="enclosure" shapeName="Circle">
            <msink:destinationLink direction="with" ref="{675F2FD3-07CF-4DB9-B8D4-1762C719D640}"/>
            <msink:destinationLink direction="with" ref="{7CC7C1CE-735B-4D53-81F9-5E97E94A9479}"/>
          </msink:context>
        </emma:interpretation>
      </emma:emma>
    </inkml:annotationXML>
    <inkml:trace contextRef="#ctx0" brushRef="#br0">4252 603 0 0,'0'0'68'0,"0"0"-26"15,0 0-10-15,0 0 0 0,0 0-13 16,0 0 5-16,0 0-12 16,-17-62 0-16,7 44-11 15,-2-5 1-15,-8-6 4 16,-3 0 5-16,-7-6-3 15,-2-1 0-15,-7-2 4 16,0 2-3-16,-4 5 1 16,-2-2 0-16,-1 5-7 15,4 4 4-15,-5 3-5 16,-4 3 6-16,-2 1-6 16,-9 2 0-16,-3 7-2 15,3-1 0-15,7 4 0 16,10 1 2-16,6 1-2 0,2 0 0 15,1 3-1 1,1 0 1-16,-9 0-1 0,2 0-1 16,-3 0 1-16,-1 10-1 15,4 6 2-15,-4 5-1 16,1 2-1-16,-5 2 2 16,-4 4 4-16,1-6-4 15,1 3 2-15,-1 0 1 16,8 1-3-16,3-5 1 15,-4 6 1-15,7-5-2 16,-3 0 4-16,-1 1 2 16,4 1-4-16,-4 0-1 15,-2 1 0-15,-3 1 2 0,-5-2 0 16,-6 3 2-16,4-5-4 16,2 4 4-16,2-4-1 15,1 3-3-15,-1-1 0 16,5 0-1-16,-4 2 0 15,2-1 0-15,2-1 0 16,7 6 0-16,-3-2 0 16,5 1 0-16,1 3 4 15,-2-3-4-15,-1 5 1 16,-3 1 0-16,-4 0 0 16,-4-3 0-16,-1 1 2 15,1 0-3-15,-1 5 4 16,-2 6 1-16,-2 5 5 15,-1 3-4-15,0 4-4 0,2 10 0 16,-5 11 2-16,3 1-3 16,4 6 4-16,-4 3 1 15,5-3-6-15,-2 3 6 16,2 0-3-16,1 2-1 16,-5 8-2-16,-1 1 5 15,8-3-5-15,9-1 5 16,5-4 1-16,6-1-5 15,-1 8 4-15,-8 7-5 16,1 4 0-16,0-4 3 16,7-5-3-16,12-5 0 15,8-10 0-15,2-7 1 0,1-7-1 16,3-12-1-16,3-7 0 16,0-2 1-16,0-10 0 15,0 0-7-15,16 0 6 16,7 1 0-16,3 3-1 15,0 3 2-15,4-3 0 16,-4 2 2-16,-1-4-4 16,-2 1 1-16,-3-7 0 15,-1 0 1-15,4-2 0 16,0 8 1-16,4 1-2 16,2 5 1-16,4 2 0 15,2 4 0-15,4 10-1 16,-6 0 1-16,2 6-1 0,-5 0 0 15,-1-2-4-15,1 3 5 16,-4-7 1-16,6 0 0 16,4 6-1-16,3 1 0 15,13 2 0-15,7-1 0 16,6-2 4-16,8-6-4 16,-5-2-3-16,0-7 3 15,-3 1 0-15,-3-5 3 16,-3-5-3-16,-6 1 1 15,-5-3 0-15,5-3-1 16,-5-3 1-16,1 0-1 16,7 1 5-16,0 0-2 0,1 3 1 15,-1-4-2-15,3 3 4 16,0 1-1-16,3-1 0 16,3 6 2-16,0 4-3 15,0-2-2-15,6 7-1 16,2-9 0-16,1-1-1 15,2 0 0-15,-5-4 1 16,5-4-1-16,-2-2 1 16,-2-8-1-16,-4-1 0 15,0-4 0-15,2-6 0 16,1 5 0-16,2-4 0 16,-5 4 0-16,6 1 2 15,8 6-2-15,-1 2 0 0,4-2-3 16,0 3 3-1,-1-3 0-15,-5 4 0 0,6-6 0 16,-1-4 0-16,4 0 0 16,1-8-2-16,2-7 2 15,3-3-3-15,10-5 0 16,1 0 2-16,10-11 1 16,6-20-6-16,-5-12 1 15,2-6-10-15,-4-3 10 16,1-6 3-16,-2-5-1 15,2-4 0-15,-11-9-3 16,-7-4 6-16,-12-10 2 16,7-4 3-16,2-3-5 15,7 6-2-15,14 2-3 16,2 3-3-16,4-1-9 0,3 5-4 16,-14 4 11-16,-11 7 4 15,-25 11 5-15,-12 3 1 16,-20 8 7-16,-3-2-2 15,-5-1 2-15,-3-4-2 16,6-1-1-16,-8 3-2 16,4-3-1-16,-7 1 5 15,-1-1-4-15,-1-2 1 16,-4-3-2-16,-2 0 0 16,2-6 1-16,0-1-2 15,-7-5 2-15,4-5-2 16,-8 0 0-16,2-12 0 0,-2-3 3 15,7-9-2-15,1-2 3 16,3-1-1-16,-1 6-3 16,-4 6 2-1,2 13-2-15,-3 1 1 0,-2 4-1 16,-5-1 0-16,-4 1-1 16,0 3 1-16,-3-1 0 15,0-1-3-15,0 3 3 16,0 2 0-16,-6 3 0 15,-1 0 0-15,-5-1 1 16,1 0-1-16,-1-1-1 16,-5-2 1-16,1-3-7 0,-1 7 2 15,-3-5 5 1,1 4-3-16,-1 2 3 0,2 2 0 16,1 5 0-16,-6 4-1 15,1-7 1-15,-5 1-4 16,-2-4 3-16,6 1 1 15,0-1-1-15,-2 0 0 16,-3 4-1-16,3-1 1 16,-4 3 1-16,2 4-2 15,-5-1-3-15,-1 0 2 16,-7-2-4-16,-2-1 3 16,0-5 4-16,-4-4-6 15,1 3-1-15,0 3 7 0,-1 5 1 16,-1 1-1-1,5 2 0-15,-3 5 0 0,-1 2 0 16,1 5 0-16,-8 7-3 16,1 3 1-16,-1 7 2 15,2-3 0-15,-2 7-2 16,8 3 0-16,-1 5-1 16,-2-5 0-16,3 0 2 15,-8 0-1-15,-3-5 2 16,1-1-1-16,-7 1 1 15,0 1 1-15,-3-7-1 16,-4 1 0-16,0-4-1 16,-2 2 1-16,6 1 0 15,0 6 0-15,3-5 0 0,0 7 0 16,-7-4 0-16,4 2-2 16,-6 2 2-16,2 5 0 15,7-2 1-15,-4-2-1 16,8 2 0-16,-1 0 0 15,3 0 0-15,8 3 0 16,0 4 0-16,-2-2 0 16,1 5-1-16,4 2 1 15,3 3-3-15,2 3 0 16,7 0 3-16,-6 0-3 16,4 0 3-16,-12 0 0 15,-5 0 0-15,-3 0 3 0,-3 0-1 16,-1-3-1-16,-3-5 1 15,6 1-1-15,0 4-1 16,11 3 0-16,2 0 0 16,9 0 0-16,0 0-4 15,-2 0 2-15,-3 0-1 16,1 10 2-16,-12 8-1 16,-2 2-15-16,-10 3-41 15,-19 6-16-15,-10-2-55 16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4:39.094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75F2FD3-07CF-4DB9-B8D4-1762C719D640}" emma:medium="tactile" emma:mode="ink">
          <msink:context xmlns:msink="http://schemas.microsoft.com/ink/2010/main" type="inkDrawing" rotatedBoundingBox="10655,2439 12510,3365 12474,3437 10619,2512" semanticType="callout" shapeName="Other">
            <msink:sourceLink direction="with" ref="{F30D9C90-BA3D-434D-B965-AB51009AEF33}"/>
          </msink:context>
        </emma:interpretation>
      </emma:emma>
    </inkml:annotationXML>
    <inkml:trace contextRef="#ctx0" brushRef="#br0">-1-1 17 0,'0'0'39'15,"0"0"-38"-15,0 0-1 16,0 0-8-16,0 0-10 15,0 0 18-15,0 0 5 16,-8-4 2-16,8 4 7 0,0 0 8 16,0 0 5-1,0 0-11-15,0 0-12 0,0 0-4 16,0 0-3-16,0 0-7 16,11 3 10-16,9 5 9 15,5 7 8-15,9 1-9 16,8 6 2-16,7 2-5 15,6 2 0-15,3 0 0 16,9 4-4-16,1 5 1 16,6 1 1-16,10 0-1 15,9 6-1-15,8-4-1 16,12 10 4-16,5-2 2 16,2 1 2-16,-11 0-4 15,-15-1-4-15,-19 0 0 0,-13-3-3 16,-10-5 1-16,-13-5-3 15,-3-2 4 1,-7-6 1-16,-3-2 0 0,4-3 1 16,-1-3 0-16,1 1 2 15,2-3 0-15,-2-4-2 16,-7-2-1-16,-11-6 0 16,-1 0 3-16,-11-3 0 15,3 0 7-15,-3 0 8 16,0 0 2-16,0 0-6 15,0 0-6-15,0 0-6 16,0 0-2-16,0 0-5 16,0 0-14-16,0 0-17 0,0 0-38 15,-23-3-71 1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4:40.19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CC7C1CE-735B-4D53-81F9-5E97E94A9479}" emma:medium="tactile" emma:mode="ink">
          <msink:context xmlns:msink="http://schemas.microsoft.com/ink/2010/main" type="inkDrawing" rotatedBoundingBox="8260,5625 11008,6013 10998,6084 8250,5696" semanticType="callout" shapeName="Other">
            <msink:sourceLink direction="with" ref="{F30D9C90-BA3D-434D-B965-AB51009AEF33}"/>
          </msink:context>
        </emma:interpretation>
      </emma:emma>
    </inkml:annotationXML>
    <inkml:trace contextRef="#ctx0" brushRef="#br0">254 90 51 0,'0'0'180'0,"0"0"-179"15,0 0-1-15,-181-87 0 16,150 84 0-16,12 3 0 15,10 0-1-15,-2 0-4 16,8 0-1-16,3 0 2 16,0 5-9-16,0 4 13 0,0 5 0 15,0 1 0-15,17-1 2 16,5-4-2-16,12-2 6 16,8-6 7-16,17 3 7 15,15-2-9-15,18 0 0 16,16-1 5-16,25 7-9 15,20 3 2-15,24 8 1 16,12 4-4-16,6 1-2 16,0 6-3-16,-9-5-2 15,-16 1-6-15,-19-4-4 16,-27-6 6-16,-24 0-3 16,-25-1 7-16,-19-3-3 15,-18-2 4-15,-14-6 1 16,-12 1 1-16,-4-6 0 0,-8 0 5 15,0 0 11-15,0 0 2 16,0 0 3-16,0 0-6 16,0 0-6-16,0 0-5 15,0 0-4-15,0 0-2 16,0 0-1-16,0 0 0 16,0 0-3-16,0 0-4 15,0 0-9-15,12 3-12 16,18 3-9-16,13 2 19 15,14 2-14-15,8 1-28 16,-12-3 11-16,-16-2 2 16,-25-2-15-16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4:40.85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0D02853-F5A1-4315-A659-93670AF1DEB7}" emma:medium="tactile" emma:mode="ink">
          <msink:context xmlns:msink="http://schemas.microsoft.com/ink/2010/main" type="inkDrawing" rotatedBoundingBox="7705,8748 7946,8812 7942,8826 7702,8762" shapeName="Other"/>
        </emma:interpretation>
      </emma:emma>
    </inkml:annotationXML>
    <inkml:trace contextRef="#ctx0" brushRef="#br0">0 0 188 0,'0'0'7'0,"0"0"3"15,0 0 4-15,0 0-11 16,0 0-3-16,0 0 0 15,7 0-2-15,9 0 2 16,1 0 4-16,2 3-3 16,0 0-1-16,11 6-2 15,2 4-20-15,15 3-20 16,7 2-28-16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4:41.49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8FAE92C-17AF-41BD-A600-94688F6B4D3D}" emma:medium="tactile" emma:mode="ink">
          <msink:context xmlns:msink="http://schemas.microsoft.com/ink/2010/main" type="inkDrawing" rotatedBoundingBox="8689,9306 13815,9051 13823,9200 8697,9455" shapeName="Other"/>
        </emma:interpretation>
      </emma:emma>
    </inkml:annotationXML>
    <inkml:trace contextRef="#ctx0" brushRef="#br0">49 332 37 0,'0'0'220'0,"0"0"-215"16,0 0-5-16,0 0-5 15,0 0-8-15,0 0-5 16,-49-34 3-16,49 34-20 16,11 0 0-16,12 0 35 15,19 0 15-15,15 0-5 16,22 0-10-16,19 0-3 0,10 0-21 15,10 0 1-15,12-2 17 16,3-4-5-16,17-6 11 16,10-1 5-16,16 0 22 15,10-5 3-15,16 0-5 16,21 0-1-16,14-2 1 16,14-1-4-16,9 5 2 15,5-2-9-15,6 6 4 16,6 6 8-16,-3 3-11 15,-7 3-3-15,-13 0 6 16,-16 0-17-16,-25 0 1 16,-37 9-2-16,-46 0 0 0,-52-6-3 15,-44 0 0 1,-25-3 2-16,-9 0-13 0,0 0 14 16,0 0 6-16,-3 0 18 15,-14-3-9-15,-9-12-10 16,-7-5-5-16,1-2-1 15,-4 4 1-15,3 4 0 16,7 3 0-16,6 2 0 16,4 3-5-16,4 3-9 15,-8 3-23-15,-6 0-24 16,-13 0-15-16,-11 0-12 16,5-6-33-16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4:41.734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80FB234-61C9-4A72-9394-62F392D841D1}" emma:medium="tactile" emma:mode="ink">
          <msink:context xmlns:msink="http://schemas.microsoft.com/ink/2010/main" type="inkDrawing" rotatedBoundingBox="13053,9197 13068,9197 13068,9212 13053,9212" shapeName="Other"/>
        </emma:interpretation>
      </emma:emma>
    </inkml:annotationXML>
    <inkml:trace contextRef="#ctx0" brushRef="#br0">0 0 7 0,'0'0'0'0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4:43.75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1F78C57-5C2A-42E7-A922-21BD1F5D5079}" emma:medium="tactile" emma:mode="ink">
          <msink:context xmlns:msink="http://schemas.microsoft.com/ink/2010/main" type="writingRegion" rotatedBoundingBox="16624,1955 18337,1955 18337,3222 16624,3222"/>
        </emma:interpretation>
      </emma:emma>
    </inkml:annotationXML>
    <inkml:traceGroup>
      <inkml:annotationXML>
        <emma:emma xmlns:emma="http://www.w3.org/2003/04/emma" version="1.0">
          <emma:interpretation id="{7F322674-EC6C-461B-9D0E-A4DC22338808}" emma:medium="tactile" emma:mode="ink">
            <msink:context xmlns:msink="http://schemas.microsoft.com/ink/2010/main" type="paragraph" rotatedBoundingBox="16624,1955 18337,1955 18337,3222 16624,322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05C2C92-4222-4FF8-A9AC-9C4C9FFA4672}" emma:medium="tactile" emma:mode="ink">
              <msink:context xmlns:msink="http://schemas.microsoft.com/ink/2010/main" type="line" rotatedBoundingBox="16624,1955 18337,1955 18337,3222 16624,3222"/>
            </emma:interpretation>
          </emma:emma>
        </inkml:annotationXML>
        <inkml:traceGroup>
          <inkml:annotationXML>
            <emma:emma xmlns:emma="http://www.w3.org/2003/04/emma" version="1.0">
              <emma:interpretation id="{DE015065-9838-469C-B4A5-016BBBF1C8D3}" emma:medium="tactile" emma:mode="ink">
                <msink:context xmlns:msink="http://schemas.microsoft.com/ink/2010/main" type="inkWord" rotatedBoundingBox="16624,1955 18337,1955 18337,3222 16624,3222"/>
              </emma:interpretation>
              <emma:one-of disjunction-type="recognition" id="oneOf0">
                <emma:interpretation id="interp0" emma:lang="" emma:confidence="0">
                  <emma:literal>•</emma:literal>
                </emma:interpretation>
                <emma:interpretation id="interp1" emma:lang="" emma:confidence="0">
                  <emma:literal>{</emma:literal>
                </emma:interpretation>
                <emma:interpretation id="interp2" emma:lang="" emma:confidence="0">
                  <emma:literal>E</emma:literal>
                </emma:interpretation>
                <emma:interpretation id="interp3" emma:lang="" emma:confidence="0">
                  <emma:literal>x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1713 131 37 0,'0'0'2'16,"0"0"-2"-16,0 0 0 16,0 0 2-16,0 0 2 15,0 0 5-15,0-3-4 16,0 3-2-16,0 0 4 15,0 0-1-15,0-5-5 16,0-4 1-16,0-2-2 16,0 0-3-16,0-3 1 0,0-1 2 15,0 1 0-15,-5-1 0 16,2 4 2-16,-3-1-2 16,6 6 3-16,-3 2 10 15,3 3-1-15,0 1-3 16,0 0 7-16,-3 0-7 15,3 0-7-15,0 0-2 16,0 0-3-16,0 0 1 16,0 0-2-16,0 0 3 15,-5 0 0-15,-14 0-2 16,-16 11 3-16,-27 21 5 16,-20 11 12-16,-22 16 3 0,-14 12 5 15,-9 14-13 1,-3 6-2-16,3 6-6 0,0-4 3 15,9-3-4-15,4-5-2 16,16-7 1-16,13-14 4 16,17-11 0-16,20-14-5 15,14-11-1-15,12-10 3 16,8-9-2-16,11-4 0 16,0-5 1-16,3 4-1 15,0-4 1-15,0 0 0 16,-3 0 0-16,3 0 1 15,0 0-2-15,0 0 3 16,0 0 0-16,0 0 2 16,0 0 4-16,0 0 2 15,0 0-2-15,0 0 1 0,0 0-5 16,0-18-6-16,0-6-7 16,0-2 6-16,0 0-1 15,0-7-6-15,3 4 6 16,6-6-2-16,2 2 4 15,8-5-6-15,4-3-7 16,9-3 0-16,4 3 8 16,-3 0 5-16,-1 7 4 15,-5 4-4-15,-8 9 9 16,-9 10-4-16,-7 1 8 16,0 10-3-16,-3 0-10 15,0 0-4-15,0 0-2 0,0 0-3 16,0 8 0-16,0 23 5 15,-22 15 1-15,-18 16 1 16,-8 7 4-16,-5 3 5 16,1 5 4-16,7-4-10 15,6-6-1-15,5-5 5 16,9-13-5-16,8-3 1 16,2-15-1-16,4-6 0 15,8-9 0-15,0-7 0 16,3-5-1-16,0-4 1 15,0 0 2-15,0 0 3 16,0 0 3-16,12 0 10 16,38 0 8-16,24 0-15 15,11 0-5-15,7-13-6 0,-4-7 4 16,-9 2-4-16,-14 2 0 16,-20 5-6-16,-16 4 6 15,-18 3 3-15,-8 1-3 16,-3 0-1-16,0 3-7 15,0-3 3-15,0 1 5 16,0-1 2-16,0-4-2 16,-6 4-2-16,-5 0-2 15,8 1 1-15,3 2-3 16,0 0-14-16,0 0-25 16,-6 0-30-16,-8 0-25 15,-5 5 59-15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5:58.64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2BA41EF-7E67-4EB5-99CD-F4B3EF263BEF}" emma:medium="tactile" emma:mode="ink">
          <msink:context xmlns:msink="http://schemas.microsoft.com/ink/2010/main" type="writingRegion" rotatedBoundingBox="7643,838 6243,1018 6154,333 7554,152"/>
        </emma:interpretation>
      </emma:emma>
    </inkml:annotationXML>
    <inkml:traceGroup>
      <inkml:annotationXML>
        <emma:emma xmlns:emma="http://www.w3.org/2003/04/emma" version="1.0">
          <emma:interpretation id="{231FD136-7EAD-4F40-969A-7F7A6A1FB8C4}" emma:medium="tactile" emma:mode="ink">
            <msink:context xmlns:msink="http://schemas.microsoft.com/ink/2010/main" type="paragraph" rotatedBoundingBox="7643,838 6243,1018 6154,333 7554,15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CB0BCD1-8D75-4624-82DC-C39DAF2C76A5}" emma:medium="tactile" emma:mode="ink">
              <msink:context xmlns:msink="http://schemas.microsoft.com/ink/2010/main" type="line" rotatedBoundingBox="7643,838 6243,1018 6154,333 7554,152"/>
            </emma:interpretation>
          </emma:emma>
        </inkml:annotationXML>
        <inkml:traceGroup>
          <inkml:annotationXML>
            <emma:emma xmlns:emma="http://www.w3.org/2003/04/emma" version="1.0">
              <emma:interpretation id="{BEAF4D65-DA99-40ED-AAF3-D639F87E94E8}" emma:medium="tactile" emma:mode="ink">
                <msink:context xmlns:msink="http://schemas.microsoft.com/ink/2010/main" type="inkWord" rotatedBoundingBox="7622,678 7291,721 7233,274 7564,232"/>
              </emma:interpretation>
              <emma:one-of disjunction-type="recognition" id="oneOf0">
                <emma:interpretation id="interp0" emma:lang="" emma:confidence="0">
                  <emma:literal>•</emma:literal>
                </emma:interpretation>
                <emma:interpretation id="interp1" emma:lang="" emma:confidence="0">
                  <emma:literal>/</emma:literal>
                </emma:interpretation>
                <emma:interpretation id="interp2" emma:lang="" emma:confidence="0">
                  <emma:literal>I</emma:literal>
                </emma:interpretation>
                <emma:interpretation id="interp3" emma:lang="" emma:confidence="0">
                  <emma:literal>.</emma:literal>
                </emma:interpretation>
                <emma:interpretation id="interp4" emma:lang="" emma:confidence="0">
                  <emma:literal>J</emma:literal>
                </emma:interpretation>
              </emma:one-of>
            </emma:emma>
          </inkml:annotationXML>
          <inkml:trace contextRef="#ctx0" brushRef="#br0">1176-63 31 0,'0'0'37'16,"0"0"-7"-16,0 0-10 15,0 0 0-15,0 0-1 16,0 0-1-16,0 0-6 16,0 0-4-16,0 0 2 15,0 0-3-15,0 0-2 16,0 0 2-16,0 0 7 16,0 0 4-16,0 0 7 15,0 0 6-15,0 0-1 16,0 0-1-16,0 0-3 15,0 0 0-15,0 0-7 16,0 0 5-16,0 0-3 0,0 0-5 16,0 0 1-1,0 0-3-15,0 0 0 0,0 0-3 16,0 0 0-16,0 0-1 16,0 0-4-16,0 0 1 15,0 0-5-15,0 3-2 16,-3 11-3-16,-17 13 3 15,-6 11 7-15,-7 9-2 16,1 4-1-16,2 1-2 16,-2 1 2-16,7-3 0 15,0-4 5-15,6-10-2 16,7-8-4-16,1-6-1 16,8-11 0-16,0-5-1 0,3-1 3 15,0-5 1 1,0 0 0-16,0 0 2 0,0 0 1 15,0 0 0-15,0 0-1 16,0 0-3-16,0 0 2 16,0 0-1-16,0 0-3 15,0 0-2-15,0 0 0 16,0 0-14-16,0 0-11 16,0 0-22-16,0-8-26 15,0-6-45-15,0-2-52 16</inkml:trace>
        </inkml:traceGroup>
        <inkml:traceGroup>
          <inkml:annotationXML>
            <emma:emma xmlns:emma="http://www.w3.org/2003/04/emma" version="1.0">
              <emma:interpretation id="{6BF12A81-9B6E-49EB-A507-DDE4FE428552}" emma:medium="tactile" emma:mode="ink">
                <msink:context xmlns:msink="http://schemas.microsoft.com/ink/2010/main" type="inkWord" rotatedBoundingBox="7459,862 6243,1018 6154,333 7370,176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5469.4345">135 25 3 0,'0'0'36'16,"0"0"-7"-16,0 0-10 15,0 0-1-15,0 0-3 16,0 0 1-16,0 0-3 15,-15-24-5-15,15 24-1 16,0 0 5-16,0 0 1 16,0 0 4-16,0 0 1 15,0 0-3-15,0 0 1 16,0-2-3-16,0 2-4 16,0 0 0-16,0 0-3 15,0 0-2-15,0 0 0 0,0 0 0 16,0 0-3-16,0 0 3 15,0 0 4-15,0 0 5 16,0 0 1-16,0 0 6 16,0 0-2-16,0 0-4 15,0 0 5-15,0 0-10 16,0 0-9-16,0 0-5 16,-11 20 0-16,-5 13 5 15,1 11 6-15,-5-3-5 16,6 6-1-16,2-8 3 15,5 0-1-15,-2-6-2 16,1-7 1-16,5-6 0 0,0-7-1 16,0-8 0-16,3-2 0 15,0-3 0-15,0 0 6 16,0 0 2-16,0 0-1 16,0 0-7-16,0 0-14 15,0-8-17-15,0-7-30 16,0 6 10-16,0 4-8 15,0-2-30-15,0 7-44 16</inkml:trace>
          <inkml:trace contextRef="#ctx0" brushRef="#br0" timeOffset="-5069.4021">-187 368 18 0,'0'0'33'15,"0"0"0"-15,0 0 3 16,0 0-20-16,0 0-1 16,0 0 10-16,0 14-3 15,0-8 0-15,0-1 2 16,0 6-1-16,6-5-5 15,14-1 3-15,7 1 0 16,8-3 1-16,7-1-6 0,8 1 15 16,-5-3-20-16,-2 0 1 15,-15 0-9-15,-8 0-3 16,-9 0-1-16,-5 0 1 16,-6 0 5-16,0 0-3 15,0 0-2-15,0 0-11 16,0 0-3-16,0 0-8 15,0 0-17-15,0 0-9 16,0 0-11-16,-6 0-33 16,1 0-51-16</inkml:trace>
          <inkml:trace contextRef="#ctx0" brushRef="#br0" timeOffset="-4604.6823">58 4 50 0,'0'0'48'16,"0"0"-18"-16,0 0 4 0,0 0-16 16,0 0-11-16,0 0 3 15,-3-3-6-15,3 3-2 16,3 0 6-16,17 0 18 16,5 3-2-16,4 0-3 15,4 1-7-15,-4-1-3 16,4-3 5-16,-4 1-1 15,-6-1-3-15,-7 0 0 16,-5 0-3-16,-2 0 2 16,-3 0-3-16,2 0 2 15,-2 0-3-15,-3 0-1 16,-3 0-3-16,0 0 0 16,0 0-3-16,0 0-5 15,0 0-19-15,0 0-9 16,0 0-28-16,0 0-38 0,0 0-69 15</inkml:trace>
          <inkml:trace contextRef="#ctx0" brushRef="#br0" timeOffset="-4177.9991">301 418 92 0,'0'0'51'16,"0"0"3"-16,0 0-7 15,0 0-14-15,0 0 2 16,0 0-7-16,0 0-6 15,0 0-8-15,0 0-3 16,0 6-11-16,0 9-4 16,-3 6 4-16,-6 8 11 15,-7 3-5-15,-4 3 4 16,0-3 0-16,1-1-4 16,7-6-3-16,-2-8-2 15,8-5 2-15,3-6-3 0,3-3 0 16,0-3-1-1,0 0 1-15,0 0 4 0,0 0 0 16,0 0-4-16,3-11-23 16,12-12-20-16,2 5-46 15,-4-6-36-15</inkml:trace>
          <inkml:trace contextRef="#ctx0" brushRef="#br0" timeOffset="-3789.5225">746 198 80 0,'0'0'42'15,"0"0"-15"-15,0 0 23 16,0 0-26-16,0 0-10 16,0 0 11-16,58-11-1 15,-42 8-8-15,4 0 3 0,0-1-3 16,2 4-2-16,1 0-6 15,3 0-5-15,4 0-3 16,-4 0 0-16,-7 0-6 16,-8 0-11-16,-8 0-17 15,-3 0-26-15,0 0-12 16,0 0-17-16</inkml:trace>
          <inkml:trace contextRef="#ctx0" brushRef="#br0" timeOffset="-3523.2338">746 198 82 0,'-89'161'36'0,"89"-161"31"0,0 0-26 16,0 5-15-16,4-1 16 15,12-1-3-15,3 3-13 16,1-6-7-16,3 0-3 16,-4 0-10-16,1 0-6 15,-3 0-15-15,-4 0-25 16,2 0-28-16,2 0-6 16,3 0-26-16</inkml:trace>
          <inkml:trace contextRef="#ctx0" brushRef="#br0" timeOffset="-3648.8893">746 198 82 0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6:01.17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87A31A8-BBBC-433A-9A75-95DA4C53D940}" emma:medium="tactile" emma:mode="ink">
          <msink:context xmlns:msink="http://schemas.microsoft.com/ink/2010/main" type="writingRegion" rotatedBoundingBox="5421,4132 7867,3885 7951,4720 5505,4967"/>
        </emma:interpretation>
      </emma:emma>
    </inkml:annotationXML>
    <inkml:traceGroup>
      <inkml:annotationXML>
        <emma:emma xmlns:emma="http://www.w3.org/2003/04/emma" version="1.0">
          <emma:interpretation id="{B4ECF14B-9911-480A-88A3-5631BCBB3661}" emma:medium="tactile" emma:mode="ink">
            <msink:context xmlns:msink="http://schemas.microsoft.com/ink/2010/main" type="paragraph" rotatedBoundingBox="5421,4132 7867,3885 7951,4720 5505,49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CB86B04-8B97-42CA-A617-FE73703B7D34}" emma:medium="tactile" emma:mode="ink">
              <msink:context xmlns:msink="http://schemas.microsoft.com/ink/2010/main" type="line" rotatedBoundingBox="5421,4132 7867,3885 7951,4720 5505,4967"/>
            </emma:interpretation>
          </emma:emma>
        </inkml:annotationXML>
        <inkml:traceGroup>
          <inkml:annotationXML>
            <emma:emma xmlns:emma="http://www.w3.org/2003/04/emma" version="1.0">
              <emma:interpretation id="{9FC23BBF-1AF8-4C05-A562-E78ECCE8606A}" emma:medium="tactile" emma:mode="ink">
                <msink:context xmlns:msink="http://schemas.microsoft.com/ink/2010/main" type="inkWord" rotatedBoundingBox="5421,4132 6961,3977 7045,4812 5505,496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384 351 175 0,'0'0'30'0,"0"0"-13"15,0 0-9-15,0 0-3 16,0 0-5-16,0 0 20 15,82 0-1-15,-50 0 1 0,-9 0-3 16,-10 0-2-16,-7 0-11 16,-6 3-4-16,0 5-7 15,0 7 7-15,0 6 1 16,-28 6 25-16,-9 5-5 16,-2 2-9-16,1 3-8 15,2-3-1-15,6 0-2 16,10-3-1-16,8-8 0 15,6-3-3-15,6-9-6 16,0 0-8-16,0-4 7 16,22-2 10-16,13-5 8 15,8 0 17-15,6 0-6 16,-3 0-7-16,-4-6-6 16,-5 0-2-16,-15 0-3 15,-7 1-1-15,-4 2-6 16,-5-1-15-16,5 4-22 0,-5 0-37 15,7 0-21-15,-4 0-51 16</inkml:trace>
          <inkml:trace contextRef="#ctx0" brushRef="#br0" timeOffset="-518.0886">283-105 75 0,'0'0'41'0,"0"0"-23"15,0 0 23-15,0 0-9 16,0 0 3-16,0 0 8 16,-6-10-5-16,6 7-16 15,6 3-2-15,8 0 5 16,1 0 7-16,9 0-13 15,2 0-6-15,6 0-6 16,10 0 6-16,8 0-2 0,-5 0-5 16,1 0-3-16,-13 0-3 15,-10 0-5-15,-11 0-5 16,-5 0-3-16,-7 0-8 16,0 0-8-16,0 0-12 15,0 0-7-15,0 0-8 16,-3 0-18-16,-16 0-30 15</inkml:trace>
          <inkml:trace contextRef="#ctx0" brushRef="#br0" timeOffset="524.5259">958 269 123 0,'-40'126'52'0,"40"-123"-21"15,5 0 8-15,15 2-16 16,2-1-3-16,-2-4-1 15,-2 3-15-15,-1-3-4 0,-4 3-16 16,1-3-21 0,-2 0-29-16,2 0-39 0</inkml:trace>
          <inkml:trace contextRef="#ctx0" brushRef="#br0" timeOffset="318.4015">958 269 187 0,'0'0'51'15,"0"0"-34"-15,0 0 8 16,0 0-10-16,0 0-6 15,0 0 10-15,134-29-3 16,-94 20-12-16,-5 3 8 16,-5-1-12-16,-11 6-2 15,-6-2-23-15,-10 3-20 16,-3 0-2-16,0 0-11 16,0 0-40-16</inkml:trace>
          <inkml:trace contextRef="#ctx0" brushRef="#br0" timeOffset="-946.0619">-287 580 176 0,'0'0'59'16,"0"0"-2"-16,0 0 3 15,0 0-22-15,0 0 12 16,0 0 6-16,153 0-12 16,-97 0-17-16,-11 0-5 15,-9 0-11-15,-7 0-9 16,-3 0-2-16,-7 0-9 15,-2 0-7-15,-3 0-1 16,1 0-8-16,1 0-4 16,4 0-10-16,0 0-14 0,-1 0-17 15,1 0-18-15,-3 0-15 16,-5-13-50-16</inkml:trace>
          <inkml:trace contextRef="#ctx0" brushRef="#br0" timeOffset="-1238.3066">257-2 66 0,'0'0'37'0,"0"0"-30"0,0 0 21 16,0 0-4-16,0 0-2 16,0 0 0-16,-3-7 1 15,3 7-2-15,0 0 5 16,0 0 10-16,0 0-2 16,0 0-3-16,0 0 0 15,0 0-6-15,0 0-3 16,0 0-3-16,-10 0-8 15,-7 25-5-15,-9 17 12 16,-5 7-6-16,-3 7-1 0,1-1-8 16,7 1 6-16,1-9-5 15,5-2 0-15,3-10-2 16,8-11-1-16,6-10-1 16,0-9-1-16,3-1-2 15,0-1-2-15,0-3-14 16,0 0-12-16,0 0-23 15,0 0-19-15,0 0-25 16,0 0-7-16,0 0-54 16</inkml:trace>
        </inkml:traceGroup>
        <inkml:traceGroup>
          <inkml:annotationXML>
            <emma:emma xmlns:emma="http://www.w3.org/2003/04/emma" version="1.0">
              <emma:interpretation id="{F316ACB4-1A94-48E4-8F7B-ADB196679105}" emma:medium="tactile" emma:mode="ink">
                <msink:context xmlns:msink="http://schemas.microsoft.com/ink/2010/main" type="inkWord" rotatedBoundingBox="7320,4116 7885,4060 7943,4640 7379,4697"/>
              </emma:interpretation>
              <emma:one-of disjunction-type="recognition" id="oneOf1">
                <emma:interpretation id="interp1" emma:lang="" emma:confidence="0">
                  <emma:literal>o</emma:literal>
                </emma:interpretation>
                <emma:interpretation id="interp2" emma:lang="" emma:confidence="0">
                  <emma:literal>0</emma:literal>
                </emma:interpretation>
                <emma:interpretation id="interp3" emma:lang="" emma:confidence="0">
                  <emma:literal>O</emma:literal>
                </emma:interpretation>
                <emma:interpretation id="interp4" emma:lang="" emma:confidence="0">
                  <emma:literal>G</emma:literal>
                </emma:interpretation>
                <emma:interpretation id="interp5" emma:lang="" emma:confidence="0">
                  <emma:literal>C</emma:literal>
                </emma:interpretation>
              </emma:one-of>
            </emma:emma>
          </inkml:annotationXML>
          <inkml:trace contextRef="#ctx0" brushRef="#br0" timeOffset="1019.6803">1826-98 151 0,'0'0'54'16,"0"0"-27"-16,0 0 9 16,0 0-23-16,0 0 7 15,0 0 9-15,-95 100-12 16,58-54-6-16,6 5 9 16,5 0 2-16,3 1-9 15,10-3 0-15,7 2-7 16,6-5-1-16,0-4-1 15,6-11-4-15,30-4 0 16,9-10 1-16,14-5 7 0,6-12-8 16,3 0 6-16,1 0 3 15,-7-26-4-15,-6-9-3 16,-14-4-2-16,-16-4 0 16,-10-4-12-16,-16 0 6 15,0-4-5-15,-9 13 3 16,-27 6-1-16,0 12 6 15,-4 5-5-15,1 3-17 16,0 12-22-16,1 0-40 16,8 0-27-16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6:03.73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B367E82-F46F-42F8-B41F-2B5CE337D7D2}" emma:medium="tactile" emma:mode="ink">
          <msink:context xmlns:msink="http://schemas.microsoft.com/ink/2010/main" type="writingRegion" rotatedBoundingBox="4855,9099 7512,9097 7513,10070 4856,10071"/>
        </emma:interpretation>
      </emma:emma>
    </inkml:annotationXML>
    <inkml:traceGroup>
      <inkml:annotationXML>
        <emma:emma xmlns:emma="http://www.w3.org/2003/04/emma" version="1.0">
          <emma:interpretation id="{233C2684-924D-4768-930F-A04DBBE16058}" emma:medium="tactile" emma:mode="ink">
            <msink:context xmlns:msink="http://schemas.microsoft.com/ink/2010/main" type="paragraph" rotatedBoundingBox="4855,9099 7512,9097 7513,10070 4856,100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A224932-786D-44E6-B217-3D1ECE0DF07F}" emma:medium="tactile" emma:mode="ink">
              <msink:context xmlns:msink="http://schemas.microsoft.com/ink/2010/main" type="line" rotatedBoundingBox="4855,9099 7512,9097 7513,10070 4856,10071"/>
            </emma:interpretation>
          </emma:emma>
        </inkml:annotationXML>
        <inkml:traceGroup>
          <inkml:annotationXML>
            <emma:emma xmlns:emma="http://www.w3.org/2003/04/emma" version="1.0">
              <emma:interpretation id="{4A45B6B8-2D64-49B8-825C-FC5D51C37C8F}" emma:medium="tactile" emma:mode="ink">
                <msink:context xmlns:msink="http://schemas.microsoft.com/ink/2010/main" type="inkWord" rotatedBoundingBox="4855,9099 6286,9098 6287,10070 4856,1007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-314 804 188 0,'0'0'116'16,"0"0"-48"-16,0 0 16 16,0 0-33-16,0 0-22 15,0 0-4-15,81 0 0 16,-41 0-4-16,8 0-11 15,3 0-4-15,5 0-5 16,0 0-1-16,-7 0-14 16,-1 0-23-16,-8 0-15 15,-7 3-21-15,-11-1-31 16,-5-2-30-16,-11 0-33 16</inkml:trace>
          <inkml:trace contextRef="#ctx0" brushRef="#br0" timeOffset="975.2589">256 582 150 0,'0'0'73'0,"0"0"-45"16,0 0 28-16,0 0-16 15,0 0-9-15,0 0 11 16,20 5-8-16,13-5-1 16,9 0-17-16,1 0 2 15,-1 0-1-15,-4 0-13 16,-11 0-4-16,-15 0-1 15,-4 0-11-15,-8 3-6 16,0 7 2-16,0 1 0 16,0 7 10-16,-20 0 5 15,-3 2-1-15,-7-1-5 16,7-1-4-16,4-3-6 16,7-2 4-16,12-3-6 0,0 3-9 15,0-2 9 1,3 1 14-16,22-1 5 0,4 4 12 15,-2 3 8-15,-4 0-6 16,-11-3-10-16,-1 3 4 16,-11-7 0-16,0 4-8 15,0-4 0-15,0 1 2 16,0-4 11-16,-11 3-3 16,-4-1-2-16,-2-3 1 15,-5 1 5-15,2-5-4 16,0-3-2-16,4 3-8 15,-1-3-2-15,5 0-13 16,1 0-16-16,2 0-24 16,-1 0-19-16,7 0-18 0,3 0-71 15</inkml:trace>
          <inkml:trace contextRef="#ctx0" brushRef="#br0" timeOffset="385.259">96 77 132 0,'0'0'43'16,"0"0"-29"-16,0 0 26 0,0 0 6 15,0 0 15-15,0 0-6 16,-35-25-16-16,35 25-2 16,0 0 3-16,0 0 0 15,0 0-17-15,12 0-12 16,1-5 2-16,10 3 4 15,6-2-10-15,1 4-5 16,-4 0-2-16,-3 0-12 16,2 0-17-16,-5 0-16 15,3 0-17-15,1 0-13 16,-6 11-18-16,-1-4-7 16,-7-1-38-16</inkml:trace>
          <inkml:trace contextRef="#ctx0" brushRef="#br0" timeOffset="-271.4274">126 0 109 0,'0'0'73'0,"0"0"-44"15,0 0 11-15,0 0-9 16,0 0-6-16,0 0 8 16,-3 16 8-16,3-16-7 15,0 0-3-15,0 0-2 16,0 0-4-16,0 2-4 15,0-2-3-15,0 0-9 16,0 3-3-16,0 7-6 16,0 4-2-16,0 15 2 15,-14 16 1-15,-6 16 2 16,1 6 0-16,-1 4 1 16,0-2 1-16,8-10-5 15,2-8 1-15,7-11 0 0,0-10-1 16,0-10-14-16,3-7 0 15,0-8-12-15,0-2-3 16,0-3-5-16,0 0-13 16,0 0-39-16,0 0-26 15,0 0-15-15</inkml:trace>
          <inkml:trace contextRef="#ctx0" brushRef="#br0" timeOffset="1456.0352">888 569 101 0,'-94'153'38'0,"110"-151"31"16,8 3-16-16,1-2-21 15,1-1-5-15,3 1-2 16,-2 0-10-16,-4-3-15 15,-4 2-7-15,1-2-40 16,0 0-30-16,-1 0-80 16</inkml:trace>
          <inkml:trace contextRef="#ctx0" brushRef="#br0" timeOffset="1251.5824">888 569 231 0,'0'0'74'0,"0"0"-29"0,0 0 0 15,0 0-37-15,0 0-3 16,0 0 8-16,124-17-8 16,-84 17-5-16,-4 0-13 15,-16 0-30-15,-11 0-48 16,-9 0-16-16,0 0-20 16</inkml:trace>
        </inkml:traceGroup>
        <inkml:traceGroup>
          <inkml:annotationXML>
            <emma:emma xmlns:emma="http://www.w3.org/2003/04/emma" version="1.0">
              <emma:interpretation id="{F3FD82F0-4A77-4002-8417-B244F19E5948}" emma:medium="tactile" emma:mode="ink">
                <msink:context xmlns:msink="http://schemas.microsoft.com/ink/2010/main" type="inkWord" rotatedBoundingBox="7301,9279 7512,9278 7513,9835 7301,9836"/>
              </emma:interpretation>
              <emma:one-of disjunction-type="recognition" id="oneOf1">
                <emma:interpretation id="interp1" emma:lang="" emma:confidence="0">
                  <emma:literal>I</emma:literal>
                </emma:interpretation>
                <emma:interpretation id="interp2" emma:lang="" emma:confidence="0">
                  <emma:literal>'</emma:literal>
                </emma:interpretation>
                <emma:interpretation id="interp3" emma:lang="" emma:confidence="0">
                  <emma:literal>l</emma:literal>
                </emma:interpretation>
                <emma:interpretation id="interp4" emma:lang="" emma:confidence="0">
                  <emma:literal>1</emma:literal>
                </emma:interpretation>
                <emma:interpretation id="interp5" emma:lang="" emma:confidence="0">
                  <emma:literal>/</emma:literal>
                </emma:interpretation>
              </emma:one-of>
            </emma:emma>
          </inkml:annotationXML>
          <inkml:trace contextRef="#ctx0" brushRef="#br0" timeOffset="2489.8907">2340 180 176 0,'0'0'42'0,"0"0"-3"16,0 0 9-16,0 0-15 16,0 0 7-16,0 0 9 15,3 0-21-15,-3 0-5 16,0 0 0-16,0 0-6 16,0 3-17-16,0 20 1 15,0 14 1-15,-13 11 21 0,-10 7-16 16,-3 2 0-16,4 1 2 15,-6-3-4 1,3-4-2-16,5-4 2 0,0-12-4 16,8-6 1-16,2-6-2 15,4-5 2-15,3-8-2 16,0-5 0-16,3-2 0 16,0-3 2-16,0 0 1 15,0 0 4-15,0 0-1 16,0 0 0-16,0 0 0 15,0 0-3-15,0 0-3 0,0 0-4 16,0 0-10 0,0 0-10-16,0 0-24 0,0 0-22 15,0 0-45-15,0 0-39 16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17:07.59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218964F-DB97-4BB6-BBD1-517053E09B01}" emma:medium="tactile" emma:mode="ink">
          <msink:context xmlns:msink="http://schemas.microsoft.com/ink/2010/main" type="writingRegion" rotatedBoundingBox="24442,4380 26351,4878 26120,5764 24211,5267"/>
        </emma:interpretation>
      </emma:emma>
    </inkml:annotationXML>
    <inkml:traceGroup>
      <inkml:annotationXML>
        <emma:emma xmlns:emma="http://www.w3.org/2003/04/emma" version="1.0">
          <emma:interpretation id="{416EEA14-0246-46D2-B21C-EE0CA68E40F2}" emma:medium="tactile" emma:mode="ink">
            <msink:context xmlns:msink="http://schemas.microsoft.com/ink/2010/main" type="paragraph" rotatedBoundingBox="24442,4380 26351,4878 26120,5764 24211,52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1CA8EF4-8947-4E32-90D1-C097D4505EA6}" emma:medium="tactile" emma:mode="ink">
              <msink:context xmlns:msink="http://schemas.microsoft.com/ink/2010/main" type="line" rotatedBoundingBox="24442,4380 26351,4878 26120,5764 24211,5267"/>
            </emma:interpretation>
          </emma:emma>
        </inkml:annotationXML>
        <inkml:traceGroup>
          <inkml:annotationXML>
            <emma:emma xmlns:emma="http://www.w3.org/2003/04/emma" version="1.0">
              <emma:interpretation id="{3834C684-CB60-4A44-BF6E-5E2E12F5BB2F}" emma:medium="tactile" emma:mode="ink">
                <msink:context xmlns:msink="http://schemas.microsoft.com/ink/2010/main" type="inkWord" rotatedBoundingBox="24442,4380 26351,4878 26120,5764 24211,5267"/>
              </emma:interpretation>
              <emma:one-of disjunction-type="recognition" id="oneOf0">
                <emma:interpretation id="interp0" emma:lang="" emma:confidence="0">
                  <emma:literal>TI</emma:literal>
                </emma:interpretation>
                <emma:interpretation id="interp1" emma:lang="" emma:confidence="0">
                  <emma:literal>T=1</emma:literal>
                </emma:interpretation>
                <emma:interpretation id="interp2" emma:lang="" emma:confidence="0">
                  <emma:literal>Th</emma:literal>
                </emma:interpretation>
                <emma:interpretation id="interp3" emma:lang="" emma:confidence="0">
                  <emma:literal>TII</emma:literal>
                </emma:interpretation>
                <emma:interpretation id="interp4" emma:lang="" emma:confidence="0">
                  <emma:literal>t=1</emma:literal>
                </emma:interpretation>
              </emma:one-of>
            </emma:emma>
          </inkml:annotationXML>
          <inkml:trace contextRef="#ctx0" brushRef="#br0">0 75 98 0,'0'0'12'0,"0"0"-12"15,0 0 19-15,0 0-11 16,0 0 8-16,0 0-7 15,0 0-7-15,0 0 6 16,3-15 12-16,-3 15-2 16,3 0-3-16,-3 0 3 15,3 0 5-15,-3 0 0 16,0 0 2-16,0 0-1 0,0-3-4 16,0 0-7-16,0-2-8 15,3-1 4-15,0 2 3 16,-3-1 0-16,0-1-6 15,0 4 0-15,0-4-4 16,0 0-2-16,0 0 0 16,0-1 6-16,0 6-1 15,0 1 0-15,0 0-2 16,0 0 0-16,0 0-2 16,0 0-1-16,0 0-1 15,0 0-2-15,0 0-3 16,4 0 2-16,-4 0 0 15,3 0 2-15,0 0 2 0,6 0-2 16,14 0 4-16,24 8 2 16,18 12 1-16,23 4 1 15,10-1-5-15,2 1 0 16,-5-4-1-16,-13-2 3 16,-17-6-2-16,-26-6 0 15,-22-4 1-15,-14-2 3 16,-3 0-5-16,0 0-3 15,0 0-6-15,0 0-4 16,-20 0-2-16,-5 0-21 16,-9 0-7-16,9 0-17 15,8 0-48-15,8 3-41 16</inkml:trace>
          <inkml:trace contextRef="#ctx0" brushRef="#br0" timeOffset="-3856.6735">293-13 106 0,'0'0'6'0,"0"0"-6"15,0 0 7-15,0 0 11 16,0 0 2-16,0 0 18 15,0 0-17-15,0 0-13 16,3 0 1-16,-3 0 12 16,0 0-9-16,0 0-7 15,0 0-3-15,0 0 0 16,0 0-1-16,0 0 5 16,0 0 4-16,0 0-7 0,0 0-3 15,0 0 1-15,0 0-1 16,0 0 91-16,0 0-91 15,0 0-16-15,0 3 14 16,0-3-1-16,0 3-4 16,3-3 1-16,-3 3 6 15,0 2 31-15,0 2-30 16,0 1-1-16,0 4 3 16,0-1-2-16,0 2-1 15,0-5 2-15,0 4-2 16,0 1 1-16,-3-3 1 15,-3 8 0-15,-2 3 3 16,2 0 0-16,-4 2 5 16,1-3-6-16,3 7-4 15,-2-4 7-15,-1 1-2 16,3-2-2-16,-2-1-2 0,2 0 0 16,3 0 1-16,0-4 0 15,-1 1-2-15,1 0 1 16,3 0 0-16,-3-4 2 15,0-3-1-15,0 5-2 16,3-5 0-16,-3 1 0 16,0-2 2-16,-2 1 1 15,2-6-3-15,0 1 1 16,3-3-1-16,0-3 0 16,0 0 2-16,0 0 2 15,0 0 1-15,0 0 3 0,0 0 0 16,0 0-1-1,0 0-1-15,0 0-4 0,0 0 2 16,0 0-1-16,0 0-1 16,0 0 1-16,0 0-3 15,0 0-13-15,0 0-23 16,0 0-47-16,11-9-99 16</inkml:trace>
          <inkml:trace contextRef="#ctx0" brushRef="#br0" timeOffset="586.9391">544 768 166 0,'0'0'29'0,"0"0"8"16,0 0 10-16,0 0 2 16,0 0-14-16,0 0-10 15,198 20-18-15,-142-14-6 16,-1 4-1-16,-2-5-22 15,-8 0-51-15,-6-5-42 16,-2 0-71-16</inkml:trace>
          <inkml:trace contextRef="#ctx0" brushRef="#br0" timeOffset="370.1252">612 577 11 0,'0'0'228'0,"0"0"-201"0,0 0 14 16,0 0 23-16,0 0-19 16,0 0-15-16,23 18-4 15,13-13-16-15,16 1-10 16,7 4 1-16,-6-3-1 15,-8 6-2-15,-10-2-9 16,-8-3-32-16,-12 2-29 16,-1-2-12-16,-14 2-3 15,0-5-33-15</inkml:trace>
          <inkml:trace contextRef="#ctx0" brushRef="#br0" timeOffset="1448.2123">1989 248 67 0,'0'0'13'0,"0"0"11"15,0 0 4-15,0 0 1 16,0 0-6-16,0 0-1 15,-62-64-10-15,59 64 12 16,-2-4 10-16,2 4-5 16,3 0-11-16,0 0-8 15,0 0 4-15,0 0 1 16,0 0 1-16,0 0 0 0,0 0-6 16,0 0-10-16,0 0-1 15,0 4-11-15,0 16 6 16,-3 13 6-16,-13 6 10 15,-4 10-1-15,-3 4 10 16,-3 2-6-16,1 1-7 16,2-3 4-16,0-7-2 15,7 2-6-15,-1-7 1 16,8-10 1-16,4-2 0 16,-1-9-1-16,6-9 3 15,0 0 1-15,0-8-5 16,0-3 2-16,-3 0 2 15,3 0 7-15,0 0 13 16,0 0 0-16,0 0-5 16,0 0-4-16,0 0-1 0,0 0-7 15,0 0-3-15,0 0-4 16,0 0-1-16,0 0-1 16,0 0 0-16,0 0-11 15,0 0-26-15,0 0-21 16,0 4-33-16,17 4-52 15,12-8-37-15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2:52.88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4E88EB9-13D6-459A-86AA-BFEEFAFB7650}" emma:medium="tactile" emma:mode="ink">
          <msink:context xmlns:msink="http://schemas.microsoft.com/ink/2010/main" type="writingRegion" rotatedBoundingBox="5244,183 7184,287 7076,2297 5136,2193"/>
        </emma:interpretation>
      </emma:emma>
    </inkml:annotationXML>
    <inkml:traceGroup>
      <inkml:annotationXML>
        <emma:emma xmlns:emma="http://www.w3.org/2003/04/emma" version="1.0">
          <emma:interpretation id="{2C16F59A-E63B-4920-A356-C0D39D97D330}" emma:medium="tactile" emma:mode="ink">
            <msink:context xmlns:msink="http://schemas.microsoft.com/ink/2010/main" type="paragraph" rotatedBoundingBox="5276,162 6953,333 6866,1185 5189,101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C3E5113-7E15-4C5B-9465-ECAFA0C49E16}" emma:medium="tactile" emma:mode="ink">
              <msink:context xmlns:msink="http://schemas.microsoft.com/ink/2010/main" type="line" rotatedBoundingBox="5276,162 6953,333 6866,1185 5189,1015"/>
            </emma:interpretation>
          </emma:emma>
        </inkml:annotationXML>
        <inkml:traceGroup>
          <inkml:annotationXML>
            <emma:emma xmlns:emma="http://www.w3.org/2003/04/emma" version="1.0">
              <emma:interpretation id="{EB8FC223-CD80-4433-A3FC-406EFA0E94D5}" emma:medium="tactile" emma:mode="ink">
                <msink:context xmlns:msink="http://schemas.microsoft.com/ink/2010/main" type="inkWord" rotatedBoundingBox="5276,162 6953,333 6866,1185 5189,101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384 509 188 0,'0'0'5'0,"0"0"24"16,0 0-20-16,0 0-9 15,0 0 0-15,0 0 19 16,-16 79 2-16,4-48-6 15,-2-2 0-15,5 0-15 16,1-6 4-16,2-1-3 16,0-6 0-16,0-2 0 15,2-2-1-15,-2-2-6 0,0-5-22 16,-2 1-10-16,2-1-18 16,3-1-12-16,3-4-40 15</inkml:trace>
          <inkml:trace contextRef="#ctx0" brushRef="#br0" timeOffset="254.6576">717 501 35 0,'0'0'97'0,"0"0"-92"0,0 0 22 16,0 0-25-16,0 0 5 15,0 0 8-15,173-9-8 16,-140 9-5-16,-4 0-4 16,-10 0 1-16,-2 0-36 15,-11 0-36-15</inkml:trace>
          <inkml:trace contextRef="#ctx0" brushRef="#br0" timeOffset="443.3658">688 599 14 0,'0'0'18'16,"0"0"20"-16,0 0-30 15,0 0 19-15,0 0 21 16,0 0-16-16,52 27-12 15,-22-23-13-15,8-4-7 16,-2 0-17-16,1 0-48 16,-1 0-45-16</inkml:trace>
          <inkml:trace contextRef="#ctx0" brushRef="#br0" timeOffset="-749.3154">-254 530 160 0,'0'0'15'0,"0"0"14"0,0 0 3 16,0 0-29-16,0 0 2 16,0 0 5-16,32 0-2 15,7 0-2-15,7 0 3 16,0 0 13-16,0 0-9 15,-14 0-2-15,-2 0-9 16,-7 0 3-16,-4 0-2 16,-4 0 1-16,-1 0-4 15,-3 0-1-15,-8 0-8 16,0 0-6-16,-3 0-15 16,0 0-16-16,0 0-39 0,0-3-27 15</inkml:trace>
          <inkml:trace contextRef="#ctx0" brushRef="#br0" timeOffset="-359.1187">-104-22 134 0,'0'0'50'0,"0"0"-50"16,0 0 47-16,0 0-28 15,0 0 7-15,0 0-2 16,51-41-18-16,-20 41 9 15,8-3 3-15,0 3 2 16,-1 0-3-16,-5 0 4 16,-7 0-14-16,-9 0-5 15,-4 0-2-15,2 0-2 16,2 0-5-16,9 0-9 0,-4 0-13 16,6 0-4-1,0 10-24-15,-8-6-37 0,-3 3-35 16</inkml:trace>
          <inkml:trace contextRef="#ctx0" brushRef="#br0" timeOffset="-1117.0511">133 4 16 0,'0'0'62'0,"0"0"-15"16,0 0 1-16,0 0-4 15,0 0-5-15,0 0 5 16,0 0 0-16,14-5-7 16,-14 5 3-16,0 0-6 15,0 0-2-15,0 0-3 16,0 0-4-16,0 0-7 16,0 0-8-16,0 0 1 15,0 0-2-15,0 0-4 16,0 0-5-16,0 0 0 15,0 0-4-15,0 0-1 0,0 0-4 16,0 0 1-16,0 23 7 16,-3 7 1-16,-8 7-1 15,-1 11 1-15,-4-1 1 16,-1-1 6-16,3-4-7 16,5-6 0-16,0-5 0 15,2-1 0-15,-2-6 0 16,1-7 0-16,2-9-1 15,6-2 2-15,0-1-1 16,0-5 1-16,-3 0 1 16,3 0 2-16,0 0-4 15,0 0 0-15,0 0-11 0,0 0-8 16,0 0-18 0,-3 0-19-16,0 0-33 15,-5 0-24-15,-1 0-54 0</inkml:trace>
          <inkml:trace contextRef="#ctx0" brushRef="#br0" timeOffset="892.3021">1477 143 81 0,'0'0'60'15,"0"0"-13"-15,0 0 6 16,0 0-25-16,0 0-24 15,0 0 0-15,0 2 2 16,0 19 19-16,-20 12 12 16,2 4-6-16,-9 4-4 0,4 3 5 15,0 0-12-15,3-5-2 16,8-4-5-16,-4-7 3 16,8 1-9-16,-1-11 2 15,6-2 0-15,0-1-2 16,0-8 1-16,3-3-1 15,0-4-3-15,0 0-1 16,0 0 4-16,0 0 0 16,0 0 3-16,0 0-1 15,0 0-2-15,0 0-1 16,0 0-6-16,0 0-5 16,0 0-26-16,0 0-30 15,0 0-29-15,0 0-33 16,0 3-45-16</inkml:trace>
        </inkml:traceGroup>
      </inkml:traceGroup>
    </inkml:traceGroup>
    <inkml:traceGroup>
      <inkml:annotationXML>
        <emma:emma xmlns:emma="http://www.w3.org/2003/04/emma" version="1.0">
          <emma:interpretation id="{5DF5CF8D-A933-4CD1-AF67-8D1F4F0524A7}" emma:medium="tactile" emma:mode="ink">
            <msink:context xmlns:msink="http://schemas.microsoft.com/ink/2010/main" type="paragraph" rotatedBoundingBox="5252,1572 7110,1672 7076,2297 5218,21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E522CA4-EE92-4F2A-941B-79ADCFD4C936}" emma:medium="tactile" emma:mode="ink">
              <msink:context xmlns:msink="http://schemas.microsoft.com/ink/2010/main" type="line" rotatedBoundingBox="5252,1572 7110,1672 7076,2297 5218,2198"/>
            </emma:interpretation>
          </emma:emma>
        </inkml:annotationXML>
        <inkml:traceGroup>
          <inkml:annotationXML>
            <emma:emma xmlns:emma="http://www.w3.org/2003/04/emma" version="1.0">
              <emma:interpretation id="{EC589527-E8EF-4EA4-B0EE-17C74BE6AB88}" emma:medium="tactile" emma:mode="ink">
                <msink:context xmlns:msink="http://schemas.microsoft.com/ink/2010/main" type="inkWord" rotatedBoundingBox="5252,1572 6609,1645 6576,2271 5218,2198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744.823">59 1402 12 0,'0'0'50'0,"0"0"-38"16,0 0 15-16,0 0 3 15,0 0 5-15,0 0 5 16,9-59 2-16,-9 49-7 15,0 4 2-15,0-1-15 0,-3 4 7 16,-3-1-5-16,3 1-5 16,-10 3-6-16,-4 0-10 15,-9 0-1-15,-10 15-2 16,-6 20 4-16,2 10 6 16,5 7 3-16,5-1 0 15,4-2-10-15,10-6 7 16,10-4-9-16,6 0 0 15,0-8-1-15,3-6 5 16,23-6-5-16,13-4 8 16,3-9-1-16,7-6-7 15,4 0 2-15,-5 0 0 0,-3-4-1 16,-2-16 2-16,-10-6 3 16,-7-2 0-16,-4-12 2 15,-11 2-8-15,-5-5 0 16,-3-6-1-16,-3 3 1 15,0 6 2-15,0 5-2 16,0 7 2-16,0 17-1 16,0 1-1-16,-3 5-5 15,3 5-20-15,0 0-12 16,0 0-26-16,0 0-27 16,-6 0-34-16,0 4-58 15</inkml:trace>
          <inkml:trace contextRef="#ctx0" brushRef="#br0" timeOffset="3127.7654">511 1667 228 0,'0'0'16'0,"0"0"15"15,0 0-7-15,0 0-24 16,0 0 0-16,0 0 10 16,-9 78 12-16,-1-53-14 15,1 2 0-15,3-4-3 16,-2 1 7-16,2-2-5 15,-3-9-3-15,4 2-2 16,-1-4-1-16,3-1 0 16,0-5-1-16,3 4 0 15,0-5-4-15,0 1-11 16,0-3-14-16,0 4-17 16,0 4-20-16,0-8-31 15,17-2-8-15</inkml:trace>
          <inkml:trace contextRef="#ctx0" brushRef="#br0" timeOffset="3684.2765">903 1531 13 0,'43'176'7'0,"-43"-176"39"16,0 2-18-16,0-2-3 16,0 0 11-16,0 0 1 15,0 0-17-15,3 0-2 16,13 0 8-16,7 0-18 15,-6 3-8-15,2-3-21 16,-2 0-34-16,-2 0-39 16</inkml:trace>
          <inkml:trace contextRef="#ctx0" brushRef="#br0" timeOffset="3442.9234">903 1531 189 0,'0'0'11'0,"0"0"39"16,0 0 0-16,0 0-37 16,0 0 7-16,0 0-15 15,76 0-5-15,-41 0 0 16,1 0-2-16,-3 0-2 15,-10 0-26-15,-8 5-20 16,-4 1-18-16,-8-1-22 16,-3 2-4-16</inkml:trace>
        </inkml:traceGroup>
        <inkml:traceGroup>
          <inkml:annotationXML>
            <emma:emma xmlns:emma="http://www.w3.org/2003/04/emma" version="1.0">
              <emma:interpretation id="{F50D7BB0-6A18-48F8-95C1-C495289EC1C1}" emma:medium="tactile" emma:mode="ink">
                <msink:context xmlns:msink="http://schemas.microsoft.com/ink/2010/main" type="inkWord" rotatedBoundingBox="6899,1705 7108,1717 7084,2154 6876,2142"/>
              </emma:interpretation>
              <emma:one-of disjunction-type="recognition" id="oneOf2">
                <emma:interpretation id="interp2" emma:lang="" emma:confidence="0">
                  <emma:literal>/</emma:literal>
                </emma:interpretation>
                <emma:interpretation id="interp3" emma:lang="" emma:confidence="0">
                  <emma:literal>l</emma:literal>
                </emma:interpretation>
                <emma:interpretation id="interp4" emma:lang="" emma:confidence="0">
                  <emma:literal>I</emma:literal>
                </emma:interpretation>
                <emma:interpretation id="interp5" emma:lang="" emma:confidence="0">
                  <emma:literal>1</emma:literal>
                </emma:interpretation>
                <emma:interpretation id="interp6" emma:lang="" emma:confidence="0">
                  <emma:literal>'</emma:literal>
                </emma:interpretation>
              </emma:one-of>
            </emma:emma>
          </inkml:annotationXML>
          <inkml:trace contextRef="#ctx0" brushRef="#br0" timeOffset="4596.489">1643 1440 69 0,'0'0'24'0,"0"0"19"15,0 0 5-15,0 0-19 16,0 0 10-16,0 0-3 16,-3 14 1-16,3-11-7 15,0-3-3-15,-3 0-3 16,3 2-9-16,0-2-8 16,0 0 0-16,0 4 1 15,0-4 3-15,0 0-2 16,0 3 1-16,0 0-4 0,-3 2-3 15,0 8-3 1,-8 3 0-16,-5 6 1 0,-3 10 5 16,-5 0 1-16,2 3 0 15,-4 1-3-15,3 0-2 16,7-5 0-16,-1-2-1 16,5-4-1-16,1-9 0 15,5-1 0-15,0-7 4 16,3-1 0-16,3-7 1 15,-4 0 2-15,4 0-1 16,0 0 1-16,0 0 2 16,0 0-2-16,0 0-1 0,0 0-4 15,0 3 2-15,0 5 5 16,0-2-3-16,-3-1-4 16,3 1 0-16,0-2-2 15,0-2-2-15,0 3 2 16,0-5 2-16,0 0 1 15,0 0 1-15,0 0-1 16,0 0-2-16,0 0-1 16,0 0-14-16,0 0-16 15,0 0-29-15,0 0-41 16,0-5-64-16</inkml:trace>
        </inkml:traceGroup>
      </inkml:traceGroup>
    </inkml:traceGroup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4:46.191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74C31B9-CDF1-4F45-B919-710E0672BDC2}" emma:medium="tactile" emma:mode="ink">
          <msink:context xmlns:msink="http://schemas.microsoft.com/ink/2010/main" type="writingRegion" rotatedBoundingBox="14774,126 32690,184 32682,2580 14766,2522"/>
        </emma:interpretation>
      </emma:emma>
    </inkml:annotationXML>
    <inkml:traceGroup>
      <inkml:annotationXML>
        <emma:emma xmlns:emma="http://www.w3.org/2003/04/emma" version="1.0">
          <emma:interpretation id="{8BD3717E-A10C-47B9-9AD2-526080C2051D}" emma:medium="tactile" emma:mode="ink">
            <msink:context xmlns:msink="http://schemas.microsoft.com/ink/2010/main" type="paragraph" rotatedBoundingBox="14774,126 32690,184 32682,2580 14766,252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E6092A4-97DA-429A-9103-4B81900BDCE7}" emma:medium="tactile" emma:mode="ink">
              <msink:context xmlns:msink="http://schemas.microsoft.com/ink/2010/main" type="line" rotatedBoundingBox="14774,126 32690,184 32682,2580 14766,2522"/>
            </emma:interpretation>
          </emma:emma>
        </inkml:annotationXML>
        <inkml:traceGroup>
          <inkml:annotationXML>
            <emma:emma xmlns:emma="http://www.w3.org/2003/04/emma" version="1.0">
              <emma:interpretation id="{4BCB14D5-163D-4D8C-AA68-D9AE357A1FA3}" emma:medium="tactile" emma:mode="ink">
                <msink:context xmlns:msink="http://schemas.microsoft.com/ink/2010/main" type="inkWord" rotatedBoundingBox="14774,215 16017,219 16009,2526 14766,252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431 103 134 0,'0'0'15'16,"0"0"-14"-16,0 0 0 16,0 0 11-16,0 0 24 15,0 0-16-15,0 0-15 16,-42-8-4-16,42 8 9 16,0 0 9-16,0 0-3 15,0 0-3-15,0 0 4 0,0 0-2 16,0 0 4-16,0 0-1 15,0 0 0-15,0 0-4 16,0 0-3-16,0 0 0 16,0 0-1-16,0 0 0 15,0 0-2-15,0 0-3 16,0 0-5-16,0 0-4 16,0 0-1-16,0 0-3 15,-3 14 6-15,-3 9 2 16,-2 3 3-16,2 7 3 15,0-2-2-15,-1 0-1 16,7-2 3-16,-3-5 5 0,3-5-8 16,0-4 4-16,0-2 2 15,0-8-2-15,0-2 0 16,0-3 0-16,0 0 3 16,0 0 5-16,0 0-2 15,0 0-2-15,0 0 0 16,0 0-11-16,0 0-12 15,0-3-42-15,0-5-24 16,0-2-42-16,0 5-66 16</inkml:trace>
          <inkml:trace contextRef="#ctx0" brushRef="#br0" timeOffset="1610.9841">849 385 23 0,'0'0'202'0,"0"0"-194"15,0 0-8-15,0 0 0 16,0 0 6-16,0 0-1 16,6 17-2-16,-6 1 2 15,0 8 6-15,-12 4 6 16,-5 4-2-16,-9 2-5 15,7-2-2-15,-1 4-8 16,4-9 0-16,6-6 1 16,3-7-1-16,4-4 0 15,3-3-1-15,0 0-6 16,10-6 7-16,28-3 6 16,15 0 6-16,12 0-8 15,0 0 0-15,3 0-4 0,-3-9-2 16,-6 3-7-16,-16-2 5 15,-13 4 2-15,-15 2 1 16,-10-2 1-16,-5 3 5 16,0-6-5-16,0-1-2 15,-14-8-11-15,-12 5-12 16,-4-1 3-16,-2-1 7 16,2-7 4-16,7 2 8 15,4-4 3-15,4 1 0 16,4-3 5-16,2 5 3 15,1 1-1-15,2 6 12 16,3 3 9-16,3 6-4 0,0 3 7 16,0 0 3-16,0 0-15 15,0 0-16-15,0 0-3 16,0 0-4-16,0 0 0 16,0 0-4-16,0 0-3 15,0 24 10-15,-3 8 0 16,3 6 1-16,-3 9 5 15,3-4-3-15,0 2-2 16,0-1 6-16,0-6-4 16,0-2-2-16,0-8 2 15,3-4 0-15,6-1-1 16,-1-11 0-16,1 0 2 16,0-6-2-16,-1-6 1 0,-5 0-2 15,0 0-6-15,0 0-7 16,0 0-13-16,7 0-15 15,-1-6-61-15,-1-15-102 16</inkml:trace>
          <inkml:trace contextRef="#ctx0" brushRef="#br0" timeOffset="801.3526">0 51 91 0,'0'0'27'0,"0"0"-27"16,0 0 8-16,0 0 19 15,0 0 4-15,194-33-5 16,-149 28-13-16,-2 2 3 15,-4-1 3-15,-7 4-2 16,-2 0-6-16,-7 0-11 16,-4 0-1-16,-7 0-2 15,-1 0-4-15,-5 0-18 16,0 0-27-16,2 7-9 16,-5 1-8-16</inkml:trace>
          <inkml:trace contextRef="#ctx0" brushRef="#br0" timeOffset="420.8761">62 520 98 0,'0'0'30'0,"0"0"-28"16,0 0 23-16,0 0-2 16,0 0-4-16,0 0-2 0,11 0-7 15,18 0 2-15,16 0 9 16,14-7-1-16,3 4 5 16,0 1 0-16,0 2-9 15,-14 0-4-15,2 0-9 16,-10 0 7-16,-9 0-8 15,-8 0 0-15,-3 0 1 16,-10 0-1-16,-7 0-1 16,0 0 0-16,-3 0-1 15,0 0-7-15,0 0-22 16,0-6-27-16,0-6-75 16</inkml:trace>
          <inkml:trace contextRef="#ctx0" brushRef="#br0" timeOffset="274066.9474">183 2297 38 0,'-116'-143'60'0,"111"140"-38"16,5 3-4-16,0 0 3 16,0 0 5-16,0 0-1 15,0 0-11-15,0 0-10 16,0 0 1-16,0 0 9 16,0 0-5-16,0 0-7 15,0 0 1-15,0 0-2 16,0 0 1-16,0 0-2 15,0 0 3-15,0 0-2 16,0 0 0-16,0 0 1 0,0 0 0 16,0 0 2-1,0 0 0-15,0 0 1 0,0 0 1 16,0 0 1-16,0 0 1 16,0 0 2-16,0 0 1 15,0 0 0-15,0 0-5 16,0 0-4-16,0 0 1 15,0 0 0-15,0 0 2 16,0 0 1-16,0 0 1 16,0 0 0-16,0 0 2 15,0 0-5-15,0 0-4 16,0 0 0-16,0 0-8 16,0 0-43-16,-3 0-58 15,3 0-73-15</inkml:trace>
          <inkml:trace contextRef="#ctx0" brushRef="#br0" timeOffset="273651.5365">183 2297 16 0,'0'0'0'0,"0"0"-10"15,0 0 5-15,0 0 4 16,0 0 1-16</inkml:trace>
        </inkml:traceGroup>
        <inkml:traceGroup>
          <inkml:annotationXML>
            <emma:emma xmlns:emma="http://www.w3.org/2003/04/emma" version="1.0">
              <emma:interpretation id="{40CC4B9F-3E73-4245-B5EB-E0590AAB38DF}" emma:medium="tactile" emma:mode="ink">
                <msink:context xmlns:msink="http://schemas.microsoft.com/ink/2010/main" type="inkWord" rotatedBoundingBox="16633,452 17061,453 17060,643 16632,64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003.5622">1859 261 228 0,'0'0'49'16,"0"0"-41"-16,0 0 2 16,0 0 16-16,0 0-5 15,0 0-5-15,3 0-9 16,17 0 4-16,10 0 5 16,10 0-2-16,2 0-14 0,9-3 1 15,2-2 1-15,2 2-2 16,-5 0 0-16,-12 3-15 15,-8-4-35-15,-14 4-36 16,-16 0-33-16,0 0-20 16</inkml:trace>
          <inkml:trace contextRef="#ctx0" brushRef="#br0" timeOffset="2279.1355">1938 431 135 0,'0'0'45'0,"0"0"-38"16,0 0 34-16,0 0 16 16,0 0-9-16,0 0-7 15,160 0-18-15,-128 0-11 16,-6 0-4-16,-6 0-5 15,-7 0-3-15,1 0-7 16,-5 0-19-16,-3 0-12 16,8 0-10-16,2 0-14 15,1-3-22-15,-5-2-40 16</inkml:trace>
        </inkml:traceGroup>
        <inkml:traceGroup>
          <inkml:annotationXML>
            <emma:emma xmlns:emma="http://www.w3.org/2003/04/emma" version="1.0">
              <emma:interpretation id="{135E875C-B533-4F25-93EA-7FC3187CE640}" emma:medium="tactile" emma:mode="ink">
                <msink:context xmlns:msink="http://schemas.microsoft.com/ink/2010/main" type="inkWord" rotatedBoundingBox="17691,285 19399,291 19398,778 17689,772">
                  <msink:destinationLink direction="with" ref="{715ACD24-A6EA-4512-851D-746247265061}"/>
                  <msink:destinationLink direction="with" ref="{1F69ABDB-DB30-4F8D-A8D3-7E51C8E7CC60}"/>
                </msink:context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6683.8464">3473 402 82 0,'0'0'50'0,"0"0"-25"15,0 0 21-15,0 0-14 16,0 0-12-16,0 0-5 15,-9-5 0-15,9 5 1 0,0 0-3 16,6 0-7 0,17 0 1-16,16 0 6 0,10-6 0 15,13 2-6-15,0-2 3 16,3 1-5-16,1 0 5 16,-14-3 0-16,-16 6-8 15,-10-1 1-15,-15 3-1 16,-5 0 0-16,-6 0 2 15,0 0 3-15,0 0-2 16,0 0 2-16,0 0-1 16,0 0 2-16,0 0-3 15,0 0-5-15,0 0-14 16,0-2-31-16,0 2-33 16,0-3-34-16,0-4-85 15</inkml:trace>
          <inkml:trace contextRef="#ctx0" brushRef="#br0" timeOffset="6271.6021">3552 193 142 0,'0'0'36'0,"0"0"-25"16,0 0 6-16,0 0 0 16,0 0-1-16,0 0-5 15,0 0-6-15,0 0-2 16,0 0 1-16,3 0 13 15,20 13 11-15,4 3-9 16,-1 9-11-16,2-1 11 0,6-1-12 16,-5 3 1-16,1-3-4 15,-2 1-1-15,1 0-2 16,-2-6-1-16,-1-2 1 16,-6-3-1-16,-4-8 2 15,0-2-2-15,-9-1-2 16,2-2-9-16,-3 0-3 15,-1 0 1-15,-2 0-1 16,-3 0 2-16,0 0-22 16,0-2-41-16,0-3-13 15,0-5-21-15</inkml:trace>
          <inkml:trace contextRef="#ctx0" brushRef="#br0" timeOffset="5898.2369">3790 176 88 0,'0'0'78'16,"0"0"-55"-16,0 0-9 15,0 0 7-15,0 0-1 16,0 0-2-16,0-3-4 15,0 3-7-15,0 0 6 0,0 0 3 16,0 0-8 0,0 0-8-16,0 11 0 0,-6 22 11 15,-14 3-2-15,0 2 1 16,-2-4-3-16,2 2-5 16,8-5 2-16,1-3-4 15,5-7 0-15,3-3 0 16,3-7 0-16,0-5-3 15,0 0-13-15,-3-6-16 16,3 0-14-16,0 0-6 16,0 0-7-16,0 0 8 15,-4-5-37-15</inkml:trace>
          <inkml:trace contextRef="#ctx0" brushRef="#br0" timeOffset="5393.348">2917 162 45 0,'0'0'24'16,"0"0"-18"-16,0 0 23 0,0 0-5 15,0 0-11-15,0 0 0 16,0 0 9-16,22-33-1 16,-19 33-4-16,-3 0 2 15,0 0 4-15,0 0 4 16,0 0 3-16,0 0-7 15,0 0-7-15,0 0 6 16,0-3 1-16,0 3 26 16,0-2-49-16,0 2 2 15,0 0 3-15,0 0 1 16,0 0 1-16,0 0 3 16,0 0-4-16,0 0-6 15,0 0-9-15,0 2-8 0,0 27 15 16,0 13 2-1,0 4 6-15,0 5 1 0,0-2-1 16,0-5-3-16,7-3 0 16,0-5-2-16,2-6-1 15,-6-8 3-15,3-1-1 16,-1-9 0-16,-5-3-1 16,3-5-1-16,-3-4 1 15,0 0 1-15,0 0 1 16,0 0 2-16,0 0 1 15,0 0 0-15,0 0-6 16,0 0-3-16,0 0-25 0,0 0-25 16,0 0-49-16,0 0-67 15</inkml:trace>
          <inkml:trace contextRef="#ctx0" brushRef="#br0" timeOffset="12623.896">4435 116 63 0,'0'0'13'0,"0"0"9"15,0 0 9-15,0 0 0 16,0 0 6-16,0 0-6 15,-9-4-11-15,9 4 0 16,-3 0 8-16,3 0-9 16,0 0 0-16,0 0-9 15,-4 0-2-15,4 0-5 16,-6 0-3-16,-3 0-5 16,-8 6-2-16,-3 20 4 0,-2 6 3 15,-1 7 3 1,3-1-1-16,1 3-2 0,5 0 0 15,5-2 2-15,3 1-2 16,6-8 0-16,0-2 0 16,0-4 0-16,0-5 2 15,15-7 1-15,8-5 1 16,4-6 4-16,2-3 3 16,10 0-2-16,3 0-2 15,4-5 5-15,-1-16-7 16,-8 0 1-16,-9-4 2 15,-8 0 6-15,-6-10 2 16,-8-1-10-16,-6-2-1 16,0-3-5-16,0 0-1 0,-23 1 1 15,0 3 0-15,1 8 5 16,2 3 3-16,3 9-4 16,5 3-4-16,-2 4-1 15,11 5 1-15,0 5-5 16,-4-3-21-16,4 3-19 15,0 0-13-15,-3 0-7 16,-5 0-19-16,5 0-25 16</inkml:trace>
        </inkml:traceGroup>
        <inkml:traceGroup>
          <inkml:annotationXML>
            <emma:emma xmlns:emma="http://www.w3.org/2003/04/emma" version="1.0">
              <emma:interpretation id="{6E762A94-E908-4771-A22F-4F0C8FDC4965}" emma:medium="tactile" emma:mode="ink">
                <msink:context xmlns:msink="http://schemas.microsoft.com/ink/2010/main" type="inkWord" rotatedBoundingBox="19867,179 22674,188 22672,761 19865,752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5788.733">7446 112 34 0,'0'0'21'15,"0"0"-9"-15,0 0 20 16,0 0-5-16,0 0 1 16,0 0 2-16,0 0-6 15,0-13 5-15,0 13-5 16,0 0-5-16,0 0-3 16,0 0 1-16,0 0-9 15,0 0-1-15,0 0-7 16,0 0-1-16,-14 0-3 0,-1 0 0 15,-2 13 2-15,-2 7 2 16,-1 6 1-16,3 4 5 16,1 3 0-16,4 1 6 15,1 2-4-15,5-3 4 16,6-4-8-16,0-1 4 16,0 1 0-16,3 2-1 15,20-6 2-15,7-3 1 16,2-2-1-16,1-2-3 15,-1-11 0-15,1 4 0 16,3-6 1-16,-4-5 1 16,1 0 1-16,2 0-1 0,-2 0-3 15,1-9 2-15,-5-8 2 16,2-7-6-16,0-5 0 16,-6 0 1-16,6-7-3 15,-9-6 0-15,-2-4 0 16,-5 0 1-16,-7-3-2 15,-8 3 4-15,0 6 1 16,0 3 5-16,-28 3 22 16,-14 5-25-16,-3 6-7 15,-7 2-1-15,-1 11-3 16,8 5 3-16,2 5-6 16,7 0-7-16,4 5-8 15,2 16-3-15,7 7 1 0,1-3-2 16,10-1-4-16,4-1-2 15,8-5 8-15,0-2 3 16,0 1 10-16,0-6-4 16,0-3-12-16,0-1-5 15,0-3-2-15,3 0-40 16,2-4-44-16</inkml:trace>
          <inkml:trace contextRef="#ctx0" brushRef="#br0" timeOffset="13630.129">5092 376 188 0,'204'-87'19'0,"-204"80"-1"0,0-2 17 16,0 4 1-16,0-8-14 15,-3 5-10-15,0 0-8 16,3-2 0-16,0 2 13 16,0 2 0-16,0 0-2 15,0-2-10-15,0-2-5 16,0 2-4-16,17-2-1 15,5 2-3-15,7 1 2 16,-2 4 5-16,-1 3-3 16,-3 0 0-16,0 0-1 0,-7 0-3 15,1 18 4-15,-5 2 1 16,-1 2-1-16,-2 2-5 16,1 2 7-16,-10-5-5 15,0 4-2-15,0-1 6 16,0-1 3-16,-19 0 6 15,-9 1 1-15,6-4 1 16,-1-2-3-16,6-6-4 16,8-3-1-16,3-1-1 15,6-4 0-15,0-4 0 16,0 1-1-16,0-1 2 16,0 0 2-16,0 0 0 15,9 0 9-15,11 0 4 16,0 0-7-16,5 0 1 15,9 0-2-15,2-1 0 0,6-11 2 16,1 0 7-16,5-2-4 16,3 1-9-16,-1-2 3 15,-1 4-1-15,-7 3 1 16,-13 2-6-16,-10 2 0 16,-8 2 0-16,-8 2-3 15,-3 0-1-15,0 0-5 16,0 0-24-16,0 0-8 15,0 0-4-15,0 0-17 16,-6 0 7-16,-8 0-25 0,5 0-34 16</inkml:trace>
          <inkml:trace contextRef="#ctx0" brushRef="#br0" timeOffset="12940.2501">5092 376 210 0,'0'0'88'0,"0"0"-56"15,0 0 20-15,0 0 1 16,0 0-12-16,0 0-18 0,0 0-16 16,3 0-5-1,-3 0-2-15,0 0-14 0,3-5-26 16,3 1-19-16,0-5-47 16,5 4-15-16,-2-5-47 15</inkml:trace>
          <inkml:trace contextRef="#ctx0" brushRef="#br0" timeOffset="14611.5539">6249 222 66 0,'0'0'45'0,"0"0"-34"15,0 0 11-15,0 0 1 16,0 0-5-16,0 0-8 16,0 0-2-16,3 0-8 15,34 0 13-15,8 0 0 0,17 0 3 16,6 0-9-16,11 0 1 16,2 0-5-16,-3 0 9 15,-3 0 6-15,-7 0 3 16,-9 0 1-16,-16 0-3 15,-13-1 4-15,-15 1-4 16,-12 0-7-16,-3 0 5 16,0 0 7-16,0 0-1 15,0 0-4-15,0 0-10 16,0 0-9-16,0 0-3 16,0 0-9-16,0 0-13 15,0 0-16-15,0 0-14 16,0 0-3-16,0 0-2 0,0 0-2 15,0 0-13-15,0 0-9 16</inkml:trace>
          <inkml:trace contextRef="#ctx0" brushRef="#br0" timeOffset="14120.3369">6497-18 176 0,'0'0'78'0,"0"0"-65"15,0 0 12-15,0 0-2 16,0 0-4-16,0 0-7 16,0-2-12-16,0 2-1 15,0 0-2-15,0 12 3 16,3 14 11-16,0 8 18 15,0 2-16-15,0 5 7 16,-3 0-2-16,0 4-11 16,0-7-2-16,3-5-4 0,2-5-1 15,1-4 0-15,-3-4 1 16,3-2 1-16,-1-9-2 16,-2-3 0-16,-3-5-7 15,0-1-7-15,0 0-8 16,0 0-6-16,0 0-8 15,0 0-26-15,0 0-29 16,0 0-38-16</inkml:trace>
        </inkml:traceGroup>
        <inkml:traceGroup>
          <inkml:annotationXML>
            <emma:emma xmlns:emma="http://www.w3.org/2003/04/emma" version="1.0">
              <emma:interpretation id="{28372061-1F1C-45D5-A4B0-8832A9652EA4}" emma:medium="tactile" emma:mode="ink">
                <msink:context xmlns:msink="http://schemas.microsoft.com/ink/2010/main" type="inkWord" rotatedBoundingBox="23212,153 26526,164 26524,793 23210,783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7813.1405">8760 162 30 0,'0'0'58'16,"0"0"-22"-16,0 0-11 15,0 0 17-15,0 0 6 16,0 0-10-16,-3 0 3 16,3 0-16-16,0 0 11 15,0 0-5-15,-4 0-7 16,4 0-3-16,-3-4-1 16,3 1-9-16,0 3 4 15,0 0 3-15,0-1-1 16,0 1 1-16,0 0-4 0,0 0 0 15,0 0-2-15,0 0 1 16,0 0-10-16,0 0-3 16,0 0-4-16,0 0-8 15,0 0-6-15,0 22 11 16,0 13 7-16,0 7 0 16,-3-1 0-16,-3 3 3 15,3-6-2-15,-5-4 0 16,5-6 0-16,0-5-1 15,3-7 0-15,0 1 1 16,0-6-1-16,0-3 3 16,0-5-3-16,0 4-2 0,0-4-16 15,0-1-7-15,0 7-8 16,-3 0-16-16,-3 3-19 16,-11-3-20-16,-5-3-40 15</inkml:trace>
          <inkml:trace contextRef="#ctx0" brushRef="#br0" timeOffset="18365.8567">8437 320 114 0,'0'0'40'15,"0"0"-16"-15,0 0 3 16,0 0-1-16,0 0-10 15,0 0-6-15,30 0 15 16,-1 0 1-16,7 0-1 0,3 5-5 16,1 2-5-16,2-1 6 15,0-1-1-15,7-5 1 16,-4 0 1-16,3 0 0 16,-1 0-1-16,-1 0-1 15,-10 0-8-15,-7 0 3 16,-10 0-6-16,-10 0-2 15,-4 0 0-15,-5 0 1 16,0 0-2-16,0 0-2 16,0 0 2-16,0 0-2 15,0 0 2-15,0 0-6 16,0 0 0-16,0 0-4 16,0 0-8-16,0 0-4 15,0 0-6-15,0 0-14 0,0 0-1 16,0 0-14-16,0 0-21 15,0-3-33-15,0-2-127 16</inkml:trace>
          <inkml:trace contextRef="#ctx0" brushRef="#br0" timeOffset="21653.6946">9458-54 68 0,'0'0'30'0,"0"0"-22"15,0 0 6-15,0 0-5 16,0 0-8-16,0 0-1 16,0 0 1-16,16 5 4 0,-13-3 8 15,3 4-7 1,-6-1-5-16,3 2 0 0,-3-1 1 15,5-1 0-15,-5-2 4 16,0-3 3-16,0 0 0 16,0 0 4-16,0 0 1 15,0 0-4-15,0 3-3 16,0 1-6-16,0 2 0 16,0-1 13-16,0 5-2 15,0 1 4-15,0 6-4 16,0 7 5-16,0 9 17 15,0 6 5-15,-5 7-19 0,-4 0 17 16,3 3-10 0,-1 1-23-16,7-4 2 0,0-6-1 15,0-8-3-15,0-8 2 16,0-6 3-16,0-7-3 16,0-5-3-16,0-3 0 15,0-3 1-15,0 0 2 16,0 0 0-16,0 0 1 15,0 0 1-15,0 0-5 16,0 0-1-16,0 0-15 16,0 0-24-16,0 0-30 15,0 0-46-15,-3 0-93 16</inkml:trace>
          <inkml:trace contextRef="#ctx0" brushRef="#br0" timeOffset="22943.5354">9725 282 20 0,'0'0'42'0,"0"0"-40"16,0 0 8-1,0 0 9-15,0 0-2 0,0 0-9 16,-3 0-3-16,3 0 2 16,0 0 7-16,0 0-1 15,0 0-2-15,0 0 8 16,0 0-2-16,9 0-7 15,22 0 21-15,6 0-7 16,10 0-6-16,-1 0-1 16,-1 0-1-16,-6 0 9 15,-7 0-4-15,-5 0 0 16,-7 0-6-16,-8 0 4 16,-1 0-4-16,-8 0 1 15,0 0-1-15,-3 0-2 16,0 0 1-16,0 0 0 0,0 0-2 15,0 0-3-15,0 0 0 16,0 0-5-16,0 0-2 16,0 0-1-16,0 0-1 15,0 0-3-15,0 0-14 16,0 0-16-16,0 0-20 16,0 0-14-16,0-4-74 15,0-6-68-15</inkml:trace>
          <inkml:trace contextRef="#ctx0" brushRef="#br0" timeOffset="22411.7732">9846 18 139 0,'0'0'37'0,"0"0"-35"16,0 0 18-16,0 0 14 16,0 0-10-16,0 0 5 0,81 55-6 15,-68-25 3-15,4 3 2 16,-4 1-3-16,-4 2-8 16,5-2 0-16,-5-1-9 15,2-4-3-15,-2-3-3 16,4-1 2-16,-3-7-4 15,0-4 2-15,-1-2-2 16,2-7-7-16,-2-5-15 16,-3 3-20-16,1-3-12 15,-3 0-7-15,2 0-6 16,-6 0-37-16</inkml:trace>
          <inkml:trace contextRef="#ctx0" brushRef="#br0" timeOffset="22069.0885">10104 112 101 0,'0'0'9'0,"0"0"5"0,0 0 21 16,0 0-6-1,0 0-6-15,0 0-10 0,0 0-5 16,0 0 4-16,0 0 0 16,-20 12 2-16,-3 14 8 15,-7 7-3-15,4 5-2 16,-3-1 24-16,4-1-21 15,-2-2-6-15,4-1-7 16,6-7-7-16,5-3 4 16,6-2-4-16,-2-6 0 15,8-6-6-15,0-3-14 16,0-3-19-16,0-3-21 16,0 0-9-16,0 0-10 0,0-9-21 15</inkml:trace>
          <inkml:trace contextRef="#ctx0" brushRef="#br0" timeOffset="27258.0272">10665 129 38 0,'0'0'53'0,"0"0"-8"16,0 0 3-16,0 0-10 15,0 0-17-15,0 0 3 0,0 0-10 16,-20-5 11-1,20 2-1-15,-3 3-10 0,3-3 0 16,0 3 5-16,0 0 8 16,0 0-15-16,0 0-1 15,0 0 8-15,0 0 1 16,0 0-5-16,0 0-5 16,0-2-6-16,0 2 0 15,0 0-4-15,0 0 1 16,0 0-1-16,0 0-1 15,0 0-2-15,-11 0-5 16,-11 8-1-16,-7 18 8 0,-7 7 1 16,-1 1 9-1,6 2-2-15,3 0 1 0,9-1-4 16,4-1-1-16,7-1-1 16,8-1-1-16,0-3-1 15,0-5-10-15,11-1 7 16,8-6-4-16,4-5-6 15,0 0-11-15,-4-6-25 16,-5-3-31-16,-5-3-22 16,-9 0-56-16</inkml:trace>
          <inkml:trace contextRef="#ctx0" brushRef="#br0" timeOffset="27678.357">10834 441 61 0,'0'0'51'0,"0"0"-39"16,0 0 19-16,0 0 13 0,0 0-15 15,0 0-7-15,0 0-5 16,0 0 2-16,0 0 4 16,0 0-8-16,0 0-9 15,9 0 7-15,14 0 8 16,7 0-2-16,-1 0-10 15,4 0-6-15,-4 0-2 16,-3 0-1-16,-4 0 1 16,-2 0-1-16,0 0-3 15,-7 0-20-15,-4 0-11 16,-1 0-20-16,-2-6-12 16,0-4-59-16</inkml:trace>
          <inkml:trace contextRef="#ctx0" brushRef="#br0" timeOffset="28193.5404">11473 250 156 0,'0'0'36'0,"0"0"-18"16,0 0 15-16,0 0-5 15,0 0-10-15,0 0-9 0,0 0-8 16,0 0-1-16,-10 11 1 16,-15 19 5-16,-2 3 16 15,4-1-6-15,11 3-2 16,1-1-2-16,11-4-7 15,0-1 3-15,0-3-1 16,0-8 0-16,14 0-1 16,8-6-2-16,7-3-1 15,1-7 6-15,5 2-2 16,2-4-3-16,-1 0-1 16,0 0-3-16,-1-18-3 15,1-6 2-15,-7 1 0 16,-2-8 1-16,-15 2 4 0,-4-2 1 15,-8 1 11-15,0 1 3 16,0 9 8-16,-11 6-10 16,-5 1-17-16,-7 8 0 15,0 1-7-15,-2 2-11 16,-1 2-8-16,-1 0-32 16,4 0-11-16,8 0-24 15,4 0-41-15</inkml:trace>
        </inkml:traceGroup>
        <inkml:traceGroup>
          <inkml:annotationXML>
            <emma:emma xmlns:emma="http://www.w3.org/2003/04/emma" version="1.0">
              <emma:interpretation id="{082EC65B-C153-42AC-94DC-1D21F03A492B}" emma:medium="tactile" emma:mode="ink">
                <msink:context xmlns:msink="http://schemas.microsoft.com/ink/2010/main" type="inkWord" rotatedBoundingBox="27034,273 28939,279 28937,930 27032,924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9187.019">12376 282 57 0,'0'0'28'0,"0"0"-1"15,0 0 11-15,0 0-1 16,0 0-11-16,0 0 0 16,-49 61-5-16,49-51-6 15,0 0-1-15,0 3-2 16,0-2-4-16,14 1 2 15,8 3 3-15,4-4-1 16,0 2 1-16,4-3-7 16,-4 3-6-16,-3 2 0 0,-4-1-1 15,-2 1 1-15,-5 3-4 16,-4-1-5-16,-5-2 9 16,-3-1 0-16,0-3 3 15,0 2 3-15,0-5 0 16,-11 4 1-16,-1-3-1 15,-5 0 0-15,4-4-4 16,-2-1-2-16,-2-4-7 16,-3 0-7-16,-2 0-4 15,-4 0-15-15,-4 0-6 16,-2 0-6-16,2 0-22 16,4 0 6-16,3 0-16 15</inkml:trace>
          <inkml:trace contextRef="#ctx0" brushRef="#br0" timeOffset="28764.0819">12426 307 195 0,'0'0'28'0,"0"0"-6"16,0 0 13-16,0 0 0 15,0 0-17-15,0 0-9 16,155-54-7-16,-115 40-2 15,-10 1-1-15,-1 4-15 16,-7 1-28-16,-5 0-23 16,-8 0-37-16,-6 3-8 15</inkml:trace>
          <inkml:trace contextRef="#ctx0" brushRef="#br0" timeOffset="29635.205">13077 65 72 0,'0'0'94'15,"0"0"-94"-15,0 0 13 16,0 0-4-16,0 0 29 15,0 0-7-15,23 89-6 16,-20-63-6-16,0 5-8 16,-3 5 7-16,0-1-8 15,0 7-1-15,0-3 2 16,-3 8 3-16,-16-2 3 0,-4-1-11 16,-3 1-2-16,0-10 1 15,4-3 2-15,2-12-5 16,3-4-2-16,4-3-1 15,1-8-25-15,1 0-26 16,-6-5-23-16,2 0-30 16,-1 0-51-16</inkml:trace>
          <inkml:trace contextRef="#ctx0" brushRef="#br0" timeOffset="30475.1171">13560 619 201 0,'0'0'55'15,"0"0"-34"-15,0 0 9 16,0 0 19-16,0 0-16 16,195 0-22-16,-119 0-4 15,-8 0-5-15,-6-1 6 0,-9-6-1 16,-8 3 2-16,-13 2 1 15,-12 2 0-15,-10 0-2 16,-7 0 9-16,-3 0 0 16,0-4-5-16,0 4-4 15,0 0-2-15,0 0-2 16,0 0-4-16,0 0 0 16,0 0-4-16,0 0-5 15,3-3-7-15,0 1-12 16,11-4-27-16,-2-9-44 15,-4-2-197-15</inkml:trace>
          <inkml:trace contextRef="#ctx0" brushRef="#br0" timeOffset="30110.334">13944 391 173 0,'0'0'88'0,"0"0"-79"15,0 0 21-15,0 0 26 0,0 0-8 16,0 0-18-16,8 0-30 15,-8 11-1-15,0 10-2 16,0 8 3-16,0 3 22 16,-8 7-4-16,-4 0-10 15,-1-3-1-15,-1-3-4 16,5-4 0-16,0-4-1 16,4-7-1-16,2-11-1 15,0-1-3-15,0-3-23 16,0-3-30-16,3 0-25 15,-3 0-17-15,-1 0-19 16</inkml:trace>
        </inkml:traceGroup>
        <inkml:traceGroup>
          <inkml:annotationXML>
            <emma:emma xmlns:emma="http://www.w3.org/2003/04/emma" version="1.0">
              <emma:interpretation id="{DA464E56-AEB2-4916-ABB7-D1EF022F9D8A}" emma:medium="tactile" emma:mode="ink">
                <msink:context xmlns:msink="http://schemas.microsoft.com/ink/2010/main" type="inkWord" rotatedBoundingBox="29411,322 31134,327 31132,990 29409,985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34261.4585">16127 271 282 0,'0'0'55'15,"0"0"-43"-15,0 0 8 16,0 0-15-16,0 0-5 16,0 0 0-16,-70 61 13 15,39-22 7-15,0 4-3 16,9 2-7-16,10-5-2 16,1 1-3-16,11-6-5 0,0-3 0 15,0-5-2-15,26-3 2 16,10-10 2-16,6-1 4 15,7-8 4-15,1-5-1 16,-2 0 0-16,-2 0-5 16,-10 0 0-16,-3-12 3 15,-15-12 2-15,-1-1-3 16,-9-8 1-16,-8-5-7 16,0-7-2-16,0 8-2 15,-14-1 1-15,-12 9 2 16,-4 5 1-16,-5 2-1 15,-1 9-10-15,0 3-6 16,4 8-35-16,5 2-42 16,7 0 2-16,11 0-108 0</inkml:trace>
          <inkml:trace contextRef="#ctx0" brushRef="#br0" timeOffset="33495.5053">14937 112 45 0,'0'0'84'16,"0"0"-69"-16,0 0-2 15,0 0 37-15,0 0-22 16,0 0 4-16,0 0 0 0,0 0-13 16,0 0 3-1,-3 0 13-15,3 4-25 16,0-4-6-16,-8 2-2 0,-1 6-1 15,-8 7 3-15,-5 12-3 16,-9 6 5-16,-3 5 8 16,-3 5 10-16,1 3-13 15,4 5 0-15,2 1-1 16,10-1-5-16,5-2-4 16,8-1-1-16,7-5-3 15,0-5-3-15,0-6-2 16,22-3-12-16,15-5-5 15,8-6-5-15,8-10-29 16,-2-4-44-16,-1-4-61 16</inkml:trace>
          <inkml:trace contextRef="#ctx0" brushRef="#br0" timeOffset="33821.6332">15269 476 222 0,'0'0'78'0,"0"0"-72"0,0 0 3 16,0 0 7-16,0 0 0 15,0 0 19-15,71 0-17 16,-31 0-10-16,2 0 6 16,1 0 4-16,2 0-15 15,-3 0-3-15,-5 0 0 16,-1 1-16-16,-4 4-30 16,-2 1-26-16,-1-6-25 15,-4 0-46-15</inkml:trace>
        </inkml:traceGroup>
        <inkml:traceGroup>
          <inkml:annotationXML>
            <emma:emma xmlns:emma="http://www.w3.org/2003/04/emma" version="1.0">
              <emma:interpretation id="{87AA20BD-C6A7-4306-98F5-B4D3E7277A42}" emma:medium="tactile" emma:mode="ink">
                <msink:context xmlns:msink="http://schemas.microsoft.com/ink/2010/main" type="inkWord" rotatedBoundingBox="31778,314 32689,317 32687,1081 31775,1078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35071.6108">17007 314 19 0,'0'0'326'0,"0"0"-300"0,0 0 3 16,0 0 12-16,0 0-41 15,0 0 0-15,0 0-11 16,0 18 11-16,0 8 4 15,0 1 12-15,-4 5-4 16,4-1-7-16,0-2-3 16,0 4 1-16,0-6-2 15,0-2-1-15,7-3-4 16,13-1-11-16,0-4 4 16,2-5 1-16,4-3-3 0,0-5-5 15,4-4-5-15,-4 0-1 16,3 0 9-16,-4 0 13 15,0-13 2-15,-3-8 12 16,-2 1-4-16,-5-4 13 16,-1 1 9-16,-5 8-6 15,-5 4 11-15,-4 4 13 16,3 4-13-16,-3 3-9 16,0 0-13-16,0 0-8 15,0 0-5-15,0 0-3 16,0 0-8-16,0 0-5 15,0 6-20-15,0 18 22 16,0 3 14-16,0 7 4 16,0 5-4-16,0 2-3 0,-3-3 0 15,-1 3-9-15,4-9-13 16,0-2 7-16,0-10-37 16,0-2-15-16,0-9-35 15,0-9-48-15</inkml:trace>
          <inkml:trace contextRef="#ctx0" brushRef="#br0" timeOffset="35440.6257">17776 106 38 0,'0'0'233'15,"0"0"-233"-15,0 0-2 16,0 0-7-16,0 0 9 16,0 0 35-16,56 78 1 15,-39-45 1-15,2 3-8 16,-4 2 9-16,-1-1-17 15,-3 9-9-15,-5 0-1 16,-6-2-3-16,0 2-2 0,0-5-3 16,0 1 1-1,-11-6 3-15,-1-7-7 0,1-9-9 16,5-2-26-16,3-7-40 16,3-4-34-16,0-7-38 15</inkml:trace>
        </inkml:traceGroup>
      </inkml:traceGroup>
    </inkml:traceGroup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5:14.65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 contextRef="#ctx0" brushRef="#br0">3 0 172 0,'0'0'48'15,"0"0"-32"-15,0 0 37 16,0 0-8-16,0 0-21 16,0 0-7-16,-5 0-17 15,5 0 0-15,0 0-25 0,0 0-52 16,8 0-42-1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5:20.708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 contextRef="#ctx0" brushRef="#br0">0 0 397 0,'0'0'29'0,"0"0"-6"15,0 0 27-15,0 0-25 16,0 0-10-16,0 0-15 15,20 0-1-15,-20 0-21 16,9 0-9-16,5 0-73 16,-2 0-69-16,-2 0-35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9:26.611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393D0DF-4629-4B5A-9591-B0E6B2ECD526}" emma:medium="tactile" emma:mode="ink">
          <msink:context xmlns:msink="http://schemas.microsoft.com/ink/2010/main" type="inkDrawing" rotatedBoundingBox="18115,3032 19561,3269 19454,3925 18007,3688" semanticType="enclosure" shapeName="Other">
            <msink:destinationLink direction="to" ref="{2DD7BB17-39F4-4267-BACA-36FCD923458F}"/>
          </msink:context>
        </emma:interpretation>
      </emma:emma>
    </inkml:annotationXML>
    <inkml:trace contextRef="#ctx0" brushRef="#br0">1469 375 14 0,'0'0'30'16,"0"0"5"-16,0 0-20 16,0 0-6-16,0 0-6 15,0 0 5-15,-199-167-3 16,136 144 4-16,-8 0 12 0,-18-5-6 16,-8 2 1-1,-7 0-7-15,0 3 3 0,-4 2 1 16,4 6-11-16,2 7 0 15,10 5 0-15,15 3 2 16,15 0 1-16,6 18-4 16,11 18-1-16,8 3 3 15,6 12 0-15,14 1-2 16,14 7 4-16,3 0 1 16,0 0-2-16,35-4-2 15,12-4 0-15,10-5 2 16,5-2 10-16,14-6-6 15,8-6-3-15,4-5 0 16,11-6-3-16,-9-10 2 16,-2-8-1-16,-15-3 0 0,-14 0-1 15,-11-3 9 1,-9-25 10-16,-2-3-2 0,-6-1-8 16,0-3-5-16,-9 1 1 15,4 6-7-15,-6-1 0 16,-4 9-2-16,0 2 2 15,-6 3-2-15,-4 2 1 16,-3 5-9-16,0 5 1 16,2 1-6-16,-5-1-13 15,0 0-17-15,0 1-17 0,0-8-28 16,0 2-26 0</inkml:trace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9:19.03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6A00EFC-AA37-4154-A61F-3BF4EF24BEA6}" emma:medium="tactile" emma:mode="ink">
          <msink:context xmlns:msink="http://schemas.microsoft.com/ink/2010/main" type="writingRegion" rotatedBoundingBox="20916,5569 19339,8236 18400,7681 19976,5014"/>
        </emma:interpretation>
      </emma:emma>
    </inkml:annotationXML>
    <inkml:traceGroup>
      <inkml:annotationXML>
        <emma:emma xmlns:emma="http://www.w3.org/2003/04/emma" version="1.0">
          <emma:interpretation id="{6163D2EF-9079-4074-B880-30CD8655234F}" emma:medium="tactile" emma:mode="ink">
            <msink:context xmlns:msink="http://schemas.microsoft.com/ink/2010/main" type="paragraph" rotatedBoundingBox="20916,5569 19339,8236 18400,7681 19976,501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4C43D8E-3D9D-491C-A2AE-2143826EA617}" emma:medium="tactile" emma:mode="ink">
              <msink:context xmlns:msink="http://schemas.microsoft.com/ink/2010/main" type="line" rotatedBoundingBox="20916,5569 19339,8236 18400,7681 19976,5014"/>
            </emma:interpretation>
          </emma:emma>
        </inkml:annotationXML>
        <inkml:traceGroup>
          <inkml:annotationXML>
            <emma:emma xmlns:emma="http://www.w3.org/2003/04/emma" version="1.0">
              <emma:interpretation id="{87A97468-2C2C-437A-94CD-4C0A0F608045}" emma:medium="tactile" emma:mode="ink">
                <msink:context xmlns:msink="http://schemas.microsoft.com/ink/2010/main" type="inkWord" rotatedBoundingBox="20916,5569 20384,6468 19445,5913 19976,5014">
                  <msink:destinationLink direction="from" ref="{E20C3C33-6F7F-450B-AF99-E239EC0CF2D9}"/>
                  <msink:destinationLink direction="from" ref="{2DD7BB17-39F4-4267-BACA-36FCD923458F}"/>
                </msink:context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2293-1578 136 0,'0'0'23'16,"0"0"-18"-16,0 0 17 15,0 0 6-15,0 0 3 16,0 0-20-16,-95-15-10 16,49 26 19-16,-7 14 16 15,-12 1-26-15,-9 0 5 16,-10 2 6-16,-15 0-9 15,-5-5 5-15,-3-5-1 16,2-7-4-16,7-1-2 0,13 2 1 16,17-4-5-1,15 1-3-15,18 0-2 0,13-1-1 16,8-5-4-16,11 3 2 16,3-2 2-16,0-4 0 15,0 1 4-15,0-1 1 16,0 0 1-16,0 0 4 15,0 0-2-15,0 0-3 16,0 0 4-16,20-1-9 16,8-17-5-16,12-5-3 15,5-5-5-15,5-3 6 16,4 0-13-16,5 3-11 16,-7 2 27-16,-13 5-1 15,-12 6 5-15,-17 10 12 0,-10 2 10 16,0 3-22-16,0 0-20 15,-20 0 18-15,-32 0 2 16,-20 17 22-16,-13 7-2 16,-3 5-11-16,10 3-2 15,10 3 2-15,12-7-2 16,13 0-1-16,15-10-6 16,8-7 1-16,3 1 5 15,11-9-4-15,3 0-2 16,3-3 2-16,0 3-1 15,0 1-1-15,0-4-4 16,0 3-2-16,0 4 3 16,3 9 3-16,20 1 0 0,10 10 3 15,5-2 0-15,4 2 3 16,-2-4-6-16,-4 2 0 16,-10-11-3-16,-7 0-14 15,-5-5-27-15,-5 0-34 16,2 0-36-16,-5-9-60 15</inkml:trace>
          <inkml:trace contextRef="#ctx0" brushRef="#br0" timeOffset="-704.1539">1891-1869 174 0,'0'0'0'15,"0"0"-19"-15,0 0-42 16,0 0 51-16,0 0 10 15,0 0 4-15,19 47-4 16,-8-27-3-16,1 4-19 16,5-3 7-16,5 2-33 15</inkml:trace>
        </inkml:traceGroup>
        <inkml:traceGroup>
          <inkml:annotationXML>
            <emma:emma xmlns:emma="http://www.w3.org/2003/04/emma" version="1.0">
              <emma:interpretation id="{963E9236-B5DA-4A04-B714-B90ECAF03288}" emma:medium="tactile" emma:mode="ink">
                <msink:context xmlns:msink="http://schemas.microsoft.com/ink/2010/main" type="inkWord" rotatedBoundingBox="19618,7482 19216,8163 18437,7703 18839,7022">
                  <msink:destinationLink direction="to" ref="{E20C3C33-6F7F-450B-AF99-E239EC0CF2D9}"/>
                </msink:context>
              </emma:interpretation>
              <emma:one-of disjunction-type="recognition" id="oneOf1">
                <emma:interpretation id="interp1" emma:lang="" emma:confidence="0">
                  <emma:literal>B</emma:literal>
                </emma:interpretation>
                <emma:interpretation id="interp2" emma:lang="" emma:confidence="0">
                  <emma:literal>s</emma:literal>
                </emma:interpretation>
                <emma:interpretation id="interp3" emma:lang="" emma:confidence="0">
                  <emma:literal>E</emma:literal>
                </emma:interpretation>
                <emma:interpretation id="interp4" emma:lang="" emma:confidence="0">
                  <emma:literal>•</emma:literal>
                </emma:interpretation>
                <emma:interpretation id="interp5" emma:lang="" emma:confidence="0">
                  <emma:literal>&gt;</emma:literal>
                </emma:interpretation>
              </emma:one-of>
            </emma:emma>
          </inkml:annotationXML>
          <inkml:trace contextRef="#ctx0" brushRef="#br0" timeOffset="8715.4958">519 0 3 0,'0'0'9'0,"0"0"2"0,0 0 1 15,0 0 9 1,0 0 4-16,0 0 0 0,94 56-7 16,-84-49 1-16,-7-6-3 15,0 3 5-15,-3-4 12 16,0 0 6-16,0 0-5 15,0 0-3-15,-3 0-12 16,-26 0 5-16,-21-4-16 16,-15 3-6-16,-13 1 2 15,1 0 7-15,7 1-7 16,8 23-4-16,11 3-5 16,8-7 4-16,10 4 1 0,7-1 0 15,7-3-1-15,6 4-2 16,6 2-2-16,4 4 5 15,3 6 4-15,0-2 2 16,0 2 0-16,26-2-6 16,7-4 8-16,6-1-5 15,7-4 2-15,-4-5-3 16,3-4 0-16,-2 0-2 16,-4-1 0-16,6-7 5 15,5 2-3-15,-1-7-2 16,2-3-1-16,5 0 0 15,3 0-6-15,6 0 1 16,3-3-1-16,-6-28 3 0,-9-7 2 16,-13-6 4-16,-18-2-4 15,-19-1 0-15,-3 1 2 16,-22 7 16-16,-37 3-12 16,-13 12-2-16,-14 13 6 15,-2 11-4-15,1 0 3 16,-1 25-7-16,6 21 0 15,7 6-2-15,13 4-1 16,16 3 3-16,15-4-3 16,14-4 2-16,17-8-10 15,0-1-8-15,20-4 7 16,34-12-12-16,19-5-15 0,14-16-38 16,9-5-76-1</inkml:trace>
        </inkml:traceGroup>
      </inkml:traceGroup>
    </inkml:traceGroup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9:28.91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82CB4DE-D97C-4F19-9D3A-6C4031659688}" emma:medium="tactile" emma:mode="ink">
          <msink:context xmlns:msink="http://schemas.microsoft.com/ink/2010/main" type="inkDrawing" rotatedBoundingBox="11276,694 12815,907 12653,2070 11115,1857" hotPoints="12680,1459 11986,2153 11292,1459 11986,765" semanticType="enclosure" shapeName="Circle"/>
        </emma:interpretation>
      </emma:emma>
    </inkml:annotationXML>
    <inkml:trace contextRef="#ctx0" brushRef="#br0">600 60 63 0,'0'0'7'16,"0"0"7"-16,0 0 0 0,0 0 23 16,0 0 2-1,0 0-35-15,-124-61-4 0,121 61-11 16,-8 0 11-16,-8 15 6 15,-13 5 9-15,-4 6 0 16,-13 4-5-16,-4 3 9 16,2-1-6-16,-8 0-6 15,7-3-1-15,10 2 4 16,9-1-5-16,13 8-2 16,11 13 0-16,9 7 3 15,0 20 10-15,9 8-9 16,30 9-3-16,17 0 14 15,12-3-6-15,3-14-5 16,8-6-7-16,-3-13-11 16,-2-13-4-16,-6-10 6 0,2-10 9 15,-8-5 7-15,0-8-1 16,-5-8-1-16,2-5 0 16,0 0-5-16,6-12-6 15,0-24-5-15,11-11-15 16,-2-15-2-16,2-10 4 15,-5-16 7-15,-5-15 17 16,-8-6 0-16,-11 0 13 16,-16 10 1-16,-8 17 1 15,-12 11-12-15,-11 21 0 0,0 6-3 16,-14 13-2 0,-34 7 0-16,-22 6-10 0,-18 11-32 15,-19 7 19-15,-1 0-29 16,4 0 6-16,13 13-38 15</inkml:trace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9:29.774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D39A811-2F0C-413B-97E9-1A238CD10168}" emma:medium="tactile" emma:mode="ink">
          <msink:context xmlns:msink="http://schemas.microsoft.com/ink/2010/main" type="inkDrawing" rotatedBoundingBox="9148,2344 10199,2244 10276,3050 9225,3150" hotPoints="10203,2706 9723,3185 9244,2706 9723,2226" semanticType="enclosure" shapeName="Circle"/>
        </emma:interpretation>
      </emma:emma>
    </inkml:annotationXML>
    <inkml:trace contextRef="#ctx0" brushRef="#br0">807 237 42 0,'0'0'36'0,"0"0"-35"16,0 0 6-16,0 0 12 16,0 0-1-16,0 0 7 15,-88-70-3-15,76 55-16 16,-4 0-4-16,-4 1 9 15,0-1 4-15,-10 7-2 16,-2-2-10-16,-7 5-1 16,-6 2-2-16,-8 3 1 0,1 0 4 15,-7 0-2-15,0 0 4 16,8 21 6-16,-2 10-1 16,8 8-11-16,-1 7 5 15,7 8-2-15,10 2-4 16,12 5-1-16,17 2-1 15,0 4 2-15,10-3 3 16,36-3-3-16,12-9-3 16,15-10-17-16,8-10 0 15,7-15 15-15,6-5 2 16,1-8-2-16,-4-4 0 16,-3 0-2-16,-10-4 7 15,-5-21 0-15,-11-11 2 0,-11-8-2 16,-14-15-14-16,-18-17-1 15,-16-13 10-15,-3-4-24 16,-16-4 29-16,-33 9 23 16,-7 16 3-16,-12 12-3 15,3 22-1-15,6 20-12 16,3 16-10-16,11 2-1 16,-1 20-8-16,7 27-7 15,-3 20-28-15,5 12-9 16,9 4-38-16</inkml:trace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9:30.46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E7E95DD-8E2D-4FAC-90A9-7CBE9069C610}" emma:medium="tactile" emma:mode="ink">
          <msink:context xmlns:msink="http://schemas.microsoft.com/ink/2010/main" type="inkDrawing" rotatedBoundingBox="8836,3882 10301,3852 10322,4868 8857,4898" hotPoints="10298,4411 9525,4917 8767,4390 9540,3884" semanticType="enclosure" shapeName="Ellipse"/>
        </emma:interpretation>
      </emma:emma>
    </inkml:annotationXML>
    <inkml:trace contextRef="#ctx0" brushRef="#br0">711 329 94 0,'0'0'49'0,"0"0"-49"16,-12-150 8-16,-11 107 8 15,-7 1 18-15,1 10 3 16,-4 3-12-16,-2 8 1 16,-1 11-14-16,-6 10 7 15,-8 0 0-15,-5 13-11 16,-4 34-6-16,-3 9 5 15,0 8-4-15,6 6 3 16,11 4-6-16,5 5 3 16,15-3-3-16,13 1 0 0,12-4-5 15,0-2 5-15,31-4 1 16,28-3 5-16,15-7-6 16,8-14 0-16,13-9-15 15,10-12 6-15,8-8 8 16,11-10-2-16,3-4 1 15,0 0 2-15,-2-14 4 16,-14-22-3-16,-17-11 5 16,-15-15-6-16,-20-14 0 15,-20-19-5-15,-24-3-1 16,-15-8-6-16,0 6 12 16,-42 15 14-16,-17 8 0 0,-9 20 6 15,-6 11-2-15,4 18-12 16,5 13 0-16,11 15-6 15,-2 0-9-15,0 29-4 16,-9 20-7-16,-3 13-10 16,-11 11-30-16,0 4-29 15,2 0-48-15</inkml:trace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2:59.33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45958B7-D399-4448-9CE8-902820720E2A}" emma:medium="tactile" emma:mode="ink">
          <msink:context xmlns:msink="http://schemas.microsoft.com/ink/2010/main" type="writingRegion" rotatedBoundingBox="5045,4620 7471,4620 7471,7013 5045,7013"/>
        </emma:interpretation>
      </emma:emma>
    </inkml:annotationXML>
    <inkml:traceGroup>
      <inkml:annotationXML>
        <emma:emma xmlns:emma="http://www.w3.org/2003/04/emma" version="1.0">
          <emma:interpretation id="{DA896376-3307-47D6-89E4-31C8988DCCD6}" emma:medium="tactile" emma:mode="ink">
            <msink:context xmlns:msink="http://schemas.microsoft.com/ink/2010/main" type="paragraph" rotatedBoundingBox="5009,4657 7448,4495 7496,5221 5057,538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63829D1-F2E1-46A5-8008-9DC1F85B35DB}" emma:medium="tactile" emma:mode="ink">
              <msink:context xmlns:msink="http://schemas.microsoft.com/ink/2010/main" type="line" rotatedBoundingBox="5009,4657 7448,4495 7496,5221 5057,5383"/>
            </emma:interpretation>
          </emma:emma>
        </inkml:annotationXML>
        <inkml:traceGroup>
          <inkml:annotationXML>
            <emma:emma xmlns:emma="http://www.w3.org/2003/04/emma" version="1.0">
              <emma:interpretation id="{BCEA190A-90F9-466D-B01D-6A23DF4AAB71}" emma:medium="tactile" emma:mode="ink">
                <msink:context xmlns:msink="http://schemas.microsoft.com/ink/2010/main" type="inkWord" rotatedBoundingBox="5009,4657 6107,4584 6156,5311 5057,5383"/>
              </emma:interpretation>
              <emma:one-of disjunction-type="recognition" id="oneOf0">
                <emma:interpretation id="interp0" emma:lang="" emma:confidence="1">
                  <emma:literal>2=0</emma:literal>
                </emma:interpretation>
                <emma:interpretation id="interp1" emma:lang="" emma:confidence="0">
                  <emma:literal>z=0</emma:literal>
                </emma:interpretation>
                <emma:interpretation id="interp2" emma:lang="" emma:confidence="0">
                  <emma:literal>Z=0</emma:literal>
                </emma:interpretation>
                <emma:interpretation id="interp3" emma:lang="" emma:confidence="0">
                  <emma:literal>z=o</emma:literal>
                </emma:interpretation>
                <emma:interpretation id="interp4" emma:lang="" emma:confidence="0">
                  <emma:literal>2÷0</emma:literal>
                </emma:interpretation>
              </emma:one-of>
            </emma:emma>
          </inkml:annotationXML>
          <inkml:trace contextRef="#ctx0" brushRef="#br0">-420 4913 129 0,'0'0'91'16,"0"0"-85"-16,0 0 30 16,0 0-28-16,0 0-5 15,0 0 9-15,36 18 10 16,6-13 1-16,16 3 17 15,7 2-15-15,1-4-17 16,-8-4-8-16,-8-2-44 16,-8 0-20-16,-13 0-51 15,-9 0-54-15</inkml:trace>
          <inkml:trace contextRef="#ctx0" brushRef="#br0" timeOffset="-238.875">-172 4454 62 0,'0'0'17'0,"0"0"9"0,0 0 20 15,0 0-15 1,0 0 7-16,0 0-3 0,0 0-17 16,0 3 18-16,0-3-1 15,0 0-3-15,0 0-1 16,0 0-2-16,0 0-6 15,0 0-6-15,0 0 1 16,0 0-6-16,0 0-7 16,0 0-5-16,0 0-6 15,0 10-5-15,0 11 10 16,0 8 1-16,-11 9 12 16,-5-2-10-16,6 10 4 15,0-7-3-15,4-3 0 16,3-3-3-16,3-6 0 15,-3-4 1-15,3-8-2 0,0-4-2 16,0-2-20-16,0 0-22 16,0 0-24-16,0 2-22 15,0-6-29-15,6 2-48 16</inkml:trace>
          <inkml:trace contextRef="#ctx0" brushRef="#br0" timeOffset="233.3709">-91 4369 192 0,'0'0'8'0,"0"0"-5"16,0 0 11-16,0 0-9 15,202-26 4-15,-157 26-9 16,-9 0-8-16,-13 0-37 16,-3 0-29-16</inkml:trace>
          <inkml:trace contextRef="#ctx0" brushRef="#br0" timeOffset="689.2643">375 4772 111 0,'0'0'40'0,"0"0"-15"0,0 0 15 16,0 0-36-16,0 0-1 16,0 0 5-16,167 7-8 15,-139 4 1-15,-8-6-1 16,-9 7 0-16,-11-1-6 16,0 4 2-16,0 5 4 15,0 4 4-15,-20 1 8 16,-7-6 0-16,-2 4-6 15,3-5 0-15,7 0 1 16,2-3 6-16,8-4-2 0,-2-1-3 16,11-8-4-1,0 1-4-15,0-1-5 0,0 2 5 16,0 3 0-16,23-7 1 16,10 2 6-16,10-2-7 15,5 0-34-15,5 0-40 16,-5-2-94-16</inkml:trace>
        </inkml:traceGroup>
        <inkml:traceGroup>
          <inkml:annotationXML>
            <emma:emma xmlns:emma="http://www.w3.org/2003/04/emma" version="1.0">
              <emma:interpretation id="{C1F6F118-FD87-4002-9DA4-4DD1DB0C58A8}" emma:medium="tactile" emma:mode="ink">
                <msink:context xmlns:msink="http://schemas.microsoft.com/ink/2010/main" type="inkWord" rotatedBoundingBox="6495,4762 7461,4698 7485,5050 6519,5114"/>
              </emma:interpretation>
            </emma:emma>
          </inkml:annotationXML>
          <inkml:trace contextRef="#ctx0" brushRef="#br0" timeOffset="1147.1434">1050 4772 175 0,'0'0'9'16,"0"0"20"-16,0 0-12 16,0 0-16-16,0 0 19 15,0 0-14-15,144 20-6 16,-96-20-51-16,-9 0-46 16</inkml:trace>
          <inkml:trace contextRef="#ctx0" brushRef="#br0" timeOffset="961.1268">1177 4637 277 0,'0'0'9'0,"0"0"16"16,0 0-13-16,0 0-12 15,0 0-12-15,0 0 5 16,138-12-35-16,-96 12-26 15,-7 0-8-15,-12 0-12 16</inkml:trace>
          <inkml:trace contextRef="#ctx0" brushRef="#br0" timeOffset="1582.0811">1741 4438 226 0,'0'0'13'15,"0"0"-9"-15,0 0 2 16,0 0-3-16,0 0 31 16,0 0-3-16,-65 132-27 15,52-98-2-15,4-4-2 0,6 1-2 16,3-2 1 0,0-1-17-16,0-5 12 0,15-7-2 15,9-3-6-15,-1-3 14 16,2-8 0-16,4-2 5 15,1 0-4-15,5 0-1 16,1-18-4-16,4-2 4 16,-12-3 4-16,3-3 17 15,-12-4 11-15,-7-2 11 16,-4-1-3-16,-8 7 5 16,0 5-12-16,-8 1-1 15,-17 7-17-15,-4 2-15 16,-10 11-19-16,-1 0-48 0,1 0-50 15,0 11-21 1</inkml:trace>
        </inkml:traceGroup>
      </inkml:traceGroup>
    </inkml:traceGroup>
    <inkml:traceGroup>
      <inkml:annotationXML>
        <emma:emma xmlns:emma="http://www.w3.org/2003/04/emma" version="1.0">
          <emma:interpretation id="{C45BC2BA-4756-4484-9697-294CDE4FE66F}" emma:medium="tactile" emma:mode="ink">
            <msink:context xmlns:msink="http://schemas.microsoft.com/ink/2010/main" type="paragraph" rotatedBoundingBox="5067,5931 7220,5931 7220,7013 5067,701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D3B40D3-73B2-46E6-9A9E-810F73A5DBE5}" emma:medium="tactile" emma:mode="ink">
              <msink:context xmlns:msink="http://schemas.microsoft.com/ink/2010/main" type="line" rotatedBoundingBox="5067,5931 7220,5931 7220,6753 5067,6753"/>
            </emma:interpretation>
          </emma:emma>
        </inkml:annotationXML>
        <inkml:traceGroup>
          <inkml:annotationXML>
            <emma:emma xmlns:emma="http://www.w3.org/2003/04/emma" version="1.0">
              <emma:interpretation id="{420F9C1F-2304-4205-BE95-80067E329A02}" emma:medium="tactile" emma:mode="ink">
                <msink:context xmlns:msink="http://schemas.microsoft.com/ink/2010/main" type="inkWord" rotatedBoundingBox="5067,5931 5553,5931 5553,6539 5067,6539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782.0704">-42 5685 88 0,'0'0'36'16,"0"0"-22"-16,0 0 59 16,0 0-40-16,0 0 8 15,0 0-12-15,0 0 9 16,-62-31-11-16,51 31-11 15,-4 0 6-15,-5 0-17 16,-2 6 6-16,-12 19 2 16,3 3 8-16,-3 1-5 0,1 13 7 15,4 1-9 1,4 1-3-16,5 10-8 0,6-7-1 16,8-1 0-16,6 0-2 15,0-7-3-15,0 0 2 16,9-4-8-16,25-6 2 15,2-6-5-15,9-5 2 16,1-10 5-16,-1-1-1 16,1-7-3-16,-4 0 3 15,-9 0 6-15,-4 0 0 16,-2-21 10-16,-4-4-10 16,0-17-2-16,-7-6 2 15,-1-3 2-15,-1-6 3 0,-11 5-5 16,-3 8 17-1,0-2-1-15,0 15-10 0,-6-1 2 16,-17 10 1-16,4-3-2 16,2 4-7-16,0 7-4 15,8 2-26-15,6 6-6 16,3 6-40-16,0 0-28 16,0 0-85-16</inkml:trace>
        </inkml:traceGroup>
        <inkml:traceGroup>
          <inkml:annotationXML>
            <emma:emma xmlns:emma="http://www.w3.org/2003/04/emma" version="1.0">
              <emma:interpretation id="{25ED1DFB-84E2-4B0E-A23D-962D57A6565D}" emma:medium="tactile" emma:mode="ink">
                <msink:context xmlns:msink="http://schemas.microsoft.com/ink/2010/main" type="inkWord" rotatedBoundingBox="6435,6468 7188,6299 7279,6703 6526,6873"/>
              </emma:interpretation>
              <emma:one-of disjunction-type="recognition" id="oneOf2">
                <emma:interpretation id="interp6" emma:lang="" emma:confidence="1">
                  <emma:literal>&lt;</emma:literal>
                </emma:interpretation>
                <emma:interpretation id="interp7" emma:lang="" emma:confidence="0">
                  <emma:literal>L</emma:literal>
                </emma:interpretation>
                <emma:interpretation id="interp8" emma:lang="" emma:confidence="0">
                  <emma:literal>A</emma:literal>
                </emma:interpretation>
                <emma:interpretation id="interp9" emma:lang="" emma:confidence="0">
                  <emma:literal>C</emma:literal>
                </emma:interpretation>
                <emma:interpretation id="interp10" emma:lang="" emma:confidence="0">
                  <emma:literal>z</emma:literal>
                </emma:interpretation>
              </emma:one-of>
            </emma:emma>
          </inkml:annotationXML>
          <inkml:trace contextRef="#ctx0" brushRef="#br0" timeOffset="4158.133">1666 6035 147 0,'0'0'58'16,"0"0"-45"-16,0 0 29 16,0 0-19-16,0 0-12 15,0 0 9-15,-81 32 2 16,35 1 6-16,3 5-9 15,4 1 5-15,7 1-9 16,9 5-11-16,13-1-4 16,7-3-3-16,3-2 3 0,0-5 0 15,23-8-7 1,10-9 0-16,3-4 1 0,2-13 5 16,1 0 2-16,-2 0 3 15,-1-18 6-15,-7-11 5 16,-4-9-4-16,-5 0 9 15,0-4 15-15,-7-1-26 16,-4 4 3-16,-1 10 1 16,-8 9-4-16,0 9-9 15,0 4-3-15,0 7 0 16,-30 0-50-16,-16 0-71 16,-10 0-39-16</inkml:trace>
          <inkml:trace contextRef="#ctx0" brushRef="#br0" timeOffset="3518.8348">991 6283 256 0,'0'0'5'0,"0"0"42"16,0 0-47-16,0 0-6 16,0 0 2-16,0 0-2 15,141-7-49-15,-113 7-4 16,-8 0-31-16</inkml:trace>
        </inkml:traceGroup>
      </inkml:traceGroup>
      <inkml:traceGroup>
        <inkml:annotationXML>
          <emma:emma xmlns:emma="http://www.w3.org/2003/04/emma" version="1.0">
            <emma:interpretation id="{D71461B2-0E56-4B7F-B2E7-9A31322734F6}" emma:medium="tactile" emma:mode="ink">
              <msink:context xmlns:msink="http://schemas.microsoft.com/ink/2010/main" type="line" rotatedBoundingBox="5775,6560 6603,6560 6603,7013 5775,7013"/>
            </emma:interpretation>
          </emma:emma>
        </inkml:annotationXML>
        <inkml:traceGroup>
          <inkml:annotationXML>
            <emma:emma xmlns:emma="http://www.w3.org/2003/04/emma" version="1.0">
              <emma:interpretation id="{3313B818-4578-4D48-B07D-02D49F0B0C4B}" emma:medium="tactile" emma:mode="ink">
                <msink:context xmlns:msink="http://schemas.microsoft.com/ink/2010/main" type="inkWord" rotatedBoundingBox="5775,6560 6603,6560 6603,7013 5775,7013"/>
              </emma:interpretation>
              <emma:one-of disjunction-type="recognition" id="oneOf3">
                <emma:interpretation id="interp11" emma:lang="" emma:confidence="0">
                  <emma:literal>-0</emma:literal>
                </emma:interpretation>
                <emma:interpretation id="interp12" emma:lang="" emma:confidence="0">
                  <emma:literal>_ o</emma:literal>
                </emma:interpretation>
                <emma:interpretation id="interp13" emma:lang="" emma:confidence="0">
                  <emma:literal>_ 0</emma:literal>
                </emma:interpretation>
                <emma:interpretation id="interp14" emma:lang="" emma:confidence="0">
                  <emma:literal>-o</emma:literal>
                </emma:interpretation>
                <emma:interpretation id="interp15" emma:lang="" emma:confidence="0">
                  <emma:literal>_ O</emma:literal>
                </emma:interpretation>
              </emma:one-of>
            </emma:emma>
          </inkml:annotationXML>
          <inkml:trace contextRef="#ctx0" brushRef="#br0" timeOffset="3270.0528">333 6358 205 0,'0'0'37'16,"0"0"-4"-16,0 0 31 15,0 0-39-15,0 0-6 16,0 0 14-16,39 0-19 16,-10 0-10-16,-6 0-2 15,-4 0 8-15,-5 3-10 16,-8 7-6-16,-3 7-5 0,-3 6-5 15,0 9 16-15,0 4 0 16,-12 5 6-16,-12-2-2 16,-2 1-1-16,0-6 0 15,7-3 1-15,-1-8-4 16,3-5 0-16,11-5 2 16,0-6-1-16,6-1-1 15,0-3-1-15,0-1 1 16,0-2-1-16,0 0-1 15,0 0 2-15,0 0-4 16,29 0 4-16,7 0 5 16,13 0-5-16,-1-11-20 0,-1-1-6 15,1 4-25-15,-2-4-29 16,2-2-40-16</inkml:trace>
          <inkml:trace contextRef="#ctx0" brushRef="#br0" timeOffset="3720.1121">991 6283 106 0,'-192'160'12'0,"192"-153"50"0,3-1-43 15,30-1 14-15,10 1 4 16,8 0-25-16,5-3-12 15,0-3-23-15,-5 0-13 16,-5 0-67-16</inkml:trace>
        </inkml:traceGroup>
      </inkml:traceGroup>
    </inkml:traceGroup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3:04.40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22C1CF9-AA5F-4B93-841E-D942569D40C5}" emma:medium="tactile" emma:mode="ink">
          <msink:context xmlns:msink="http://schemas.microsoft.com/ink/2010/main" type="writingRegion" rotatedBoundingBox="5479,8756 8174,9316 7664,11772 4969,11212"/>
        </emma:interpretation>
      </emma:emma>
    </inkml:annotationXML>
    <inkml:traceGroup>
      <inkml:annotationXML>
        <emma:emma xmlns:emma="http://www.w3.org/2003/04/emma" version="1.0">
          <emma:interpretation id="{C966668C-D6A6-46C4-974C-2E6147591B0C}" emma:medium="tactile" emma:mode="ink">
            <msink:context xmlns:msink="http://schemas.microsoft.com/ink/2010/main" type="paragraph" rotatedBoundingBox="5288,9077 7668,9141 7647,9922 5267,985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2D5F5D1-DBDB-4964-904B-F164B410E938}" emma:medium="tactile" emma:mode="ink">
              <msink:context xmlns:msink="http://schemas.microsoft.com/ink/2010/main" type="line" rotatedBoundingBox="5288,9077 7668,9141 7647,9922 5267,9858"/>
            </emma:interpretation>
          </emma:emma>
        </inkml:annotationXML>
        <inkml:traceGroup>
          <inkml:annotationXML>
            <emma:emma xmlns:emma="http://www.w3.org/2003/04/emma" version="1.0">
              <emma:interpretation id="{C664DACC-5AB8-43A2-BC7B-A210DB97DA96}" emma:medium="tactile" emma:mode="ink">
                <msink:context xmlns:msink="http://schemas.microsoft.com/ink/2010/main" type="inkWord" rotatedBoundingBox="5288,9077 7668,9141 7647,9922 5267,985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37 8990 193 0,'0'0'10'15,"0"0"6"-15,0 0 35 16,0 0-23-16,0 0 4 16,0 0 13-16,3-42 0 15,-3 42-19-15,0 0 3 16,0 0-8-16,0 0-19 15,0 0-2-15,0 6-11 0,0 20 9 16,-3 16 2-16,-14 5 10 16,-3 2-4-16,14 1-5 15,-4 1 2-15,4-10-1 16,6-6-2-16,0-10 0 16,0-7-18-16,0-3-5 15,0-9-24-15,0 1-26 16,0-5-21-16,0 1-23 15</inkml:trace>
          <inkml:trace contextRef="#ctx0" brushRef="#br0" timeOffset="519.2496">6 8925 263 0,'0'0'10'0,"0"0"21"0,0 0 37 15,0 0-34 1,0 0-6-16,0 0 10 0,56-87-15 16,-36 80-5-16,3 1 4 15,2 1-12-15,9 2-10 16,5 0-24-16,-1 3-36 15,9 0-59-15,-10 0-34 16</inkml:trace>
          <inkml:trace contextRef="#ctx0" brushRef="#br0" timeOffset="248.3921">-195 9487 211 0,'0'0'135'15,"0"0"-124"-15,0 0 47 16,0 0-32-16,0 0-17 16,0 0 16-16,162 0-7 15,-120 0-8-15,1 0 7 16,-1 0-2-16,-3 0-14 16,1 0-1-16,-4 0-20 15,-4 0-21-15,-2 0-36 16,-4 0-36-16,-10 0-43 15</inkml:trace>
          <inkml:trace contextRef="#ctx0" brushRef="#br0" timeOffset="1043.5527">666 9198 192 0,'0'0'25'16,"0"0"1"-16,0 0 30 16,0 0-35-16,0 0-3 15,0 0 4-15,136 44-13 16,-125-38-7-16,-5-1 2 15,-6 2-4-15,0-1-6 16,0-1 1-16,0 10 1 16,-20 3 4-16,-13 2 12 15,-2 1-1-15,5-7-6 0,7 1-4 16,6-5-1-16,11-3-2 16,6-1-8-16,0 1-16 15,0-2 6-15,0 4 8 16,11-4 12-16,11 8 4 15,7-8 6-15,1 2-1 16,-1 1-2-16,3-2 0 16,-2 3 7-16,-1-1 3 15,-2 0 4-15,-12-1-7 16,-4 6-6-16,-2-2-4 16,-9 0-3-16,0 1 3 15,0 1 3-15,0-3-1 16,0 3 11-16,-23-2 0 15,-5-6-9-15,-9 5-8 0,-2-7-21 16,3-3-36-16,7 0-77 16,6 0-92-16</inkml:trace>
          <inkml:trace contextRef="#ctx0" brushRef="#br0" timeOffset="1515.315">1298 9444 22 0,'0'0'206'16,"0"0"-204"-16,0 0 25 16,0 0 9-16,0 0-18 15,0 0 9-15,121 7-16 16,-89-7-11-16,-2 0-13 15,-4 0-40-15,-3 0-42 16</inkml:trace>
          <inkml:trace contextRef="#ctx0" brushRef="#br0" timeOffset="1328.7903">1354 9221 180 0,'0'0'13'0,"0"0"-1"15,0 0 21-15,0 0-17 16,0 0 9-16,0 0-25 16,192 0 0-16,-153 0-22 15,-7 0 0-15,-12 0-58 16,-9 0-56-16</inkml:trace>
          <inkml:trace contextRef="#ctx0" brushRef="#br0" timeOffset="1898.291">2201 8934 262 0,'0'0'18'0,"0"0"38"16,0 0 22-16,0 0-33 15,0 0-17-15,0 0-2 16,0 9-23-16,-3 23 6 15,-20 12 18-15,-2 10 1 0,-2-3-13 16,1 6-10-16,6-6 2 16,0-9 1-16,8-4-5 15,2-8-1-15,4-6-1 16,3-6 1-16,3-13-2 16,0 0 0-16,0-5 0 15,0 0-2-15,0 0-19 16,0 0-18-16,0 0-22 15,3 0-11-15,13 0-74 16,-13-14-136-16</inkml:trace>
        </inkml:traceGroup>
      </inkml:traceGroup>
    </inkml:traceGroup>
    <inkml:traceGroup>
      <inkml:annotationXML>
        <emma:emma xmlns:emma="http://www.w3.org/2003/04/emma" version="1.0">
          <emma:interpretation id="{9927C704-0E72-49CA-AE51-3B666628C1AD}" emma:medium="tactile" emma:mode="ink">
            <msink:context xmlns:msink="http://schemas.microsoft.com/ink/2010/main" type="paragraph" rotatedBoundingBox="5369,10493 7824,11003 7664,11772 5209,112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ABE7275-9957-4614-856E-08EA5A4BCB7A}" emma:medium="tactile" emma:mode="ink">
              <msink:context xmlns:msink="http://schemas.microsoft.com/ink/2010/main" type="line" rotatedBoundingBox="5369,10493 7824,11003 7664,11772 5209,11262"/>
            </emma:interpretation>
          </emma:emma>
        </inkml:annotationXML>
        <inkml:traceGroup>
          <inkml:annotationXML>
            <emma:emma xmlns:emma="http://www.w3.org/2003/04/emma" version="1.0">
              <emma:interpretation id="{522EF180-D3A1-4C31-9DE8-0A8575DA8255}" emma:medium="tactile" emma:mode="ink">
                <msink:context xmlns:msink="http://schemas.microsoft.com/ink/2010/main" type="inkWord" rotatedBoundingBox="5369,10493 6096,10644 5941,11388 5214,11237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715.8981">254 10392 205 0,'0'0'20'0,"0"0"50"16,0 0-7-16,0 0-14 15,0 0-1-15,0 0-4 16,-39-6-22-16,10 6-2 16,-13 0 14-16,-11 6 1 15,-6 17-11-15,1 10-2 16,9 5-12-16,3 6 4 16,10 10-7-16,10 0 1 15,14 5-8-15,8 6 1 16,4-6 2-16,0-7-2 0,30-5 1 15,9-9-2 1,13-8 0-16,7-10 5 0,9-5-1 16,7-13 7-16,-1-2-9 15,-1 0 4-15,-11-17-4 16,-8-13 0-16,-7-8 2 16,-9-6-2-16,-5-8-2 15,-4-17-1-15,-2-1-9 16,-11-9 4-16,-6 6-5 15,-10 9 2-15,0 10 3 16,0 20 1-16,0 8 1 16,-6 11-7-16,-8 9 7 0,-5 6-21 15,-10 0-27 1,-7 0-28-16,-10 0-35 0,7 11-41 16,3 2-27-16</inkml:trace>
        </inkml:traceGroup>
        <inkml:traceGroup>
          <inkml:annotationXML>
            <emma:emma xmlns:emma="http://www.w3.org/2003/04/emma" version="1.0">
              <emma:interpretation id="{5A3FEC10-821B-49B6-B792-89DCFCAE55A2}" emma:medium="tactile" emma:mode="ink">
                <msink:context xmlns:msink="http://schemas.microsoft.com/ink/2010/main" type="inkWord" rotatedBoundingBox="6244,10694 7820,11021 7664,11772 6088,11444"/>
              </emma:interpretation>
              <emma:one-of disjunction-type="recognition" id="oneOf2">
                <emma:interpretation id="interp2" emma:lang="" emma:confidence="1">
                  <emma:literal>3=1</emma:literal>
                </emma:interpretation>
                <emma:interpretation id="interp3" emma:lang="" emma:confidence="0">
                  <emma:literal>3 = I</emma:literal>
                </emma:interpretation>
                <emma:interpretation id="interp4" emma:lang="" emma:confidence="0">
                  <emma:literal>3 =1</emma:literal>
                </emma:interpretation>
                <emma:interpretation id="interp5" emma:lang="" emma:confidence="0">
                  <emma:literal>3 = l</emma:literal>
                </emma:interpretation>
                <emma:interpretation id="interp6" emma:lang="" emma:confidence="0">
                  <emma:literal>3 `</emma:literal>
                </emma:interpretation>
              </emma:one-of>
            </emma:emma>
          </inkml:annotationXML>
          <inkml:trace contextRef="#ctx0" brushRef="#br0" timeOffset="3299.3745">708 10762 67 0,'0'0'187'0,"0"0"-183"16,0 0 51-16,0 0-6 15,167 0-22-15,-125 0 17 16,-10 0-16-16,-10 6-13 16,-8 0 3-16,-5-1-11 15,-4 4-7-15,-5 3-1 16,0 6 1-16,0 3 2 15,0 0 4-15,-25 0-5 16,3-4 8-16,-4 1-9 16,0-2 3-16,1-3-3 15,5-3 3-15,3-2-2 0,4 2-1 16,4-7-3-16,6 2 2 16,-2-5-1-16,5 3 1 15,0-3-3-15,0 4-11 16,0 2-4-16,20-1 12 15,4 8 7-15,5-6 18 16,-1 4-6-16,-8 2-1 16,-6-1 3-16,-5 2-3 15,-5 1-3-15,-1 3 4 16,-3 0 9-16,0-1-9 16,0-1 6-16,-3-5-6 15,-16-3 3-15,-1 2-4 16,-3-5 7-16,-1-3-7 0,9 4-11 15,1-6-29-15,1 5-29 16,4-5-24-16,-5 0-29 16,11 5-47-16,3-5-50 15</inkml:trace>
          <inkml:trace contextRef="#ctx0" brushRef="#br0" timeOffset="3729.006">1330 11063 148 0,'0'0'22'0,"0"0"43"0,0 0-5 16,0 0-25-16,0 0-7 16,0 0-3-16,7 16 5 15,13-11-1-15,9-3-13 16,0 2-16-16,7-4-4 16,0 0-53-16,0 0-53 15,-4 0-39-15</inkml:trace>
          <inkml:trace contextRef="#ctx0" brushRef="#br0" timeOffset="3533.0754">1369 10970 195 0,'0'0'139'0,"0"0"-128"0,0 0 44 16,0 0-26-16,0 0-26 15,0 0 7-15,135-7-10 16,-93 7-1-16,-3 0-12 15,-7 0-30-15,-6 0-27 16,-15 0-48-16,-11 0-24 16</inkml:trace>
          <inkml:trace contextRef="#ctx0" brushRef="#br0" timeOffset="4252.6029">2322 10741 143 0,'0'0'174'0,"0"0"-152"16,0 0 37-16,0 0-4 15,0 0-35-15,0 0 13 16,6-2-5-16,-6 2-18 16,0 0-1-16,0 0 4 15,0 5-6-15,0 19-1 16,0 8 21-16,0 12-2 0,-3 5 0 15,-16 10 1 1,-4 1-13-16,0-4 1 0,0-4-4 16,7-8-4-16,2-8 1 15,2-5-3-15,9-5-2 16,-8-5 4-16,8-7 2 16,-3-4 2-16,2-4-5 15,4-4 1-15,0-2-3 16,0 0-1-16,0 0 1 15,0 0 2-15,0 3 0 16,0-3-2-16,0 0 1 16,0 0-1-16,0 0 1 0,0 0-1 15,0 0 2 1,0 0-2-16,0 0-2 0,0 0-1 16,0 0-11-16,0 0-22 15,0 0-19-15,0 0-33 16,-3 0-49-16,-9 0-114 15</inkml:trace>
        </inkml:traceGroup>
      </inkml:traceGroup>
    </inkml:traceGroup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9:31.477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483C956-5A6E-4CAB-84BA-9009C087BBDB}" emma:medium="tactile" emma:mode="ink">
          <msink:context xmlns:msink="http://schemas.microsoft.com/ink/2010/main" type="writingRegion" rotatedBoundingBox="8899,5934 10115,5934 10115,8757 8899,8757"/>
        </emma:interpretation>
      </emma:emma>
    </inkml:annotationXML>
    <inkml:traceGroup>
      <inkml:annotationXML>
        <emma:emma xmlns:emma="http://www.w3.org/2003/04/emma" version="1.0">
          <emma:interpretation id="{11EEC571-14E8-411A-AC60-5B7CE6866236}" emma:medium="tactile" emma:mode="ink">
            <msink:context xmlns:msink="http://schemas.microsoft.com/ink/2010/main" type="paragraph" rotatedBoundingBox="8899,5934 10115,5934 10115,8757 8899,87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3812F24-A0F8-4374-B410-D2509C3FAEEF}" emma:medium="tactile" emma:mode="ink">
              <msink:context xmlns:msink="http://schemas.microsoft.com/ink/2010/main" type="line" rotatedBoundingBox="8899,5934 10115,5934 10115,8757 8899,8757"/>
            </emma:interpretation>
          </emma:emma>
        </inkml:annotationXML>
        <inkml:traceGroup>
          <inkml:annotationXML>
            <emma:emma xmlns:emma="http://www.w3.org/2003/04/emma" version="1.0">
              <emma:interpretation id="{D0D06C8A-3A80-4B93-B4D2-E24A0C8D211E}" emma:medium="tactile" emma:mode="ink">
                <msink:context xmlns:msink="http://schemas.microsoft.com/ink/2010/main" type="inkWord" rotatedBoundingBox="8899,5934 10115,5934 10115,7243 8899,7243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741 0 45 0,'0'0'48'0,"0"0"-41"15,0 0-3-15,0 0 6 16,0 0 12-16,0 0 4 16,0 0-3-16,0 3-8 15,-3 12-1-15,-11 16-4 16,-6 25 27-16,-5 24 1 15,-9 14-9-15,-3 5-13 16,-3-2-5-16,4-8-6 16,7-7-3-16,5-9-2 15,6-3 0-15,7-7 0 16,5-11 1-16,6-5-1 16,0-9 0-16,3 0 2 15,23-4 2-15,10-3-3 0,13-5 3 16,4-5-4-16,9-7 7 15,0-5-6-15,3-7 4 16,3-2 0-16,-3 0-3 16,-3-2 6-16,-3-19 0 15,-8-5 8-15,-4-10-2 16,-15-7-12-16,-9-17 2 16,-7-3-4-16,-16-11 0 15,0-2 3-15,-6 3-2 16,-33 2 11-16,-17 4-6 15,-12 2-1-15,-24 10-2 16,-19 12-3-16,-19 12-1 0,-8 23 1 16,-1 8 10-1,12 26 7-15,20 33-4 0,17 19-13 16,25 20-4-16,29 7-1 16,24 7 0-16,12-3 5 15,23-13-14-15,36-11-5 16,15-17 18-16,15-22-1 15,11-11-9-15,4-7 9 16,11-17-4-16,2-8-10 16,-2-3-10-16,-8 0-36 15,-16 0-16-15,-12 0-31 16,-21-11-46-16</inkml:trace>
        </inkml:traceGroup>
        <inkml:traceGroup>
          <inkml:annotationXML>
            <emma:emma xmlns:emma="http://www.w3.org/2003/04/emma" version="1.0">
              <emma:interpretation id="{01E98A73-5AF9-4EF7-AFE3-D66F40A8689C}" emma:medium="tactile" emma:mode="ink">
                <msink:context xmlns:msink="http://schemas.microsoft.com/ink/2010/main" type="inkWord" rotatedBoundingBox="9091,7812 9997,7812 9997,8757 9091,8757"/>
              </emma:interpretation>
              <emma:one-of disjunction-type="recognition" id="oneOf1">
                <emma:interpretation id="interp1" emma:lang="" emma:confidence="1">
                  <emma:literal>0</emma:literal>
                </emma:interpretation>
                <emma:interpretation id="interp2" emma:lang="" emma:confidence="0">
                  <emma:literal>O</emma:literal>
                </emma:interpretation>
                <emma:interpretation id="interp3" emma:lang="" emma:confidence="0">
                  <emma:literal>6</emma:literal>
                </emma:interpretation>
                <emma:interpretation id="interp4" emma:lang="" emma:confidence="0">
                  <emma:literal>o</emma:literal>
                </emma:interpretation>
                <emma:interpretation id="interp5" emma:lang="" emma:confidence="0">
                  <emma:literal>D</emma:literal>
                </emma:interpretation>
              </emma:one-of>
            </emma:emma>
          </inkml:annotationXML>
          <inkml:trace contextRef="#ctx0" brushRef="#br0" timeOffset="664.3906">474 1878 67 0,'0'0'63'0,"0"0"-39"16,0 0 21-16,0 0-31 15,0 0-5-15,0 0-5 16,-85 2 11-16,42 47 2 16,-2 10-2-16,5 13 10 15,7 4-22-15,10 10 4 0,17 3 3 16,6 3-7 0,0 3 3-16,23-5-6 0,22-10 0 15,5-13-8-15,13-20-2 16,2-22 10-16,9-9 10 15,5-16-5-15,0 0-1 16,-4-16 4-16,-3-24 2 16,-6-16-9-16,-10-12-1 15,-11-10-2-15,-5-7-6 16,-11 0 7-16,-7-2 1 16,-5 12 13-16,-11 13 7 15,-6 10-8-15,0 14 10 16,0 5-3-16,-29 4 2 15,-10 6-8-15,-14 2-13 16,-12 6-2-16,-7 12-2 0,-7 3-1 16,5 6 0-16,1 30-8 15,11 18-18-15,7 18-7 16,8 15-1-16,8 16-20 16,13 8 3-16,14 13-14 15,4-10-27-15</inkml:trace>
        </inkml:traceGroup>
      </inkml:traceGroup>
    </inkml:traceGroup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9:32.82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8324F19-8C4B-4705-B24A-86B5049BDDEC}" emma:medium="tactile" emma:mode="ink">
          <msink:context xmlns:msink="http://schemas.microsoft.com/ink/2010/main" type="inkDrawing" rotatedBoundingBox="10696,9790 12492,9620 12583,10586 10787,10756" hotPoints="12564,10206 11617,10709 10622,10310 11569,9807" semanticType="enclosure" shapeName="Ellipse"/>
        </emma:interpretation>
      </emma:emma>
    </inkml:annotationXML>
    <inkml:trace contextRef="#ctx0" brushRef="#br0">501 0 337 0,'0'0'72'0,"0"0"-36"15,0 0-20 1,0 0-10-16,0 0-3 0,0 0-3 16,-186 14-2-16,112 43-4 15,1 10 2-15,14 12-4 16,11 6-2-16,11 9-14 15,18 0-8-15,19-6 7 16,0-8 8-16,19-13 6 16,34-13 4-16,15-8 1 15,17-14 2-15,16-4 2 16,13-7-12-16,14-9-2 16,15-9 5-16,8-3-8 0,5 0 8 15,-7-23 11-15,-2-16 7 16,-9-12 1-16,-22-14 3 15,-17-15 9-15,-31-5-8 16,-32-3-7-16,-27-1-3 16,-9 11 10-16,-48 4 2 15,-31 9-3-15,-21 16 6 16,-4 13-3-16,-1 18 4 16,7 16 10-16,7 2-7 15,10 7-20-15,5 21-1 16,5 11-3-16,1 2 1 15,13 3-28-15,7 5-12 16,18 0-28-16,21 5-20 0,11-5-40 16</inkml:trace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9:35.96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10B6FEC-1710-4B4D-9D58-911BE299DC92}" emma:medium="tactile" emma:mode="ink">
          <msink:context xmlns:msink="http://schemas.microsoft.com/ink/2010/main" type="inkDrawing" rotatedBoundingBox="25377,14818 30788,16227 30336,17964 24925,16554" hotPoints="30778,16862 27589,17186 24700,15799 27889,15474" semanticType="enclosure" shapeName="Ellipse"/>
        </emma:interpretation>
      </emma:emma>
    </inkml:annotationXML>
    <inkml:trace contextRef="#ctx0" brushRef="#br0">1039 1236 88 0,'0'0'10'15,"0"0"-10"-15,0 0 1 16,0 0 4-16,0 0 10 16,186 32 2-16,-160-30-11 15,-7 3 3-15,1-5 4 16,-7 0 10-16,-6 0-5 16,-4 0-5-16,-3 0 1 15,0 0-5-15,0 0-2 16,0 0 0-16,0 0-7 15,0 0 0-15,0 0 0 16,0 0 2-16,0 0 1 16,0 0-3-16,0 7-4 15,16 11 4-15,24 3 17 0,22 18 23 16,15-5-25-16,7 4-4 16,1 4-7-16,-3-4-2 15,3-1 2-15,4 1 6 16,8 3-1-16,10 3-2 15,-3-3-6-15,-5-2-1 16,-15-6 1-16,-8-8 3 16,-11-4 3-16,-6 0 0 15,-1 2 2-15,-6-8-5 16,4 3-2-16,-7-4 4 16,-1 1-2-16,2 3 0 15,5-10-1-15,7 10-2 0,6-5 0 16,13 12-1-16,4-4 0 15,-3-3 0-15,-7 2 1 16,-10-6-1-16,-9-9 0 16,-7 5 0-16,-1-2 2 15,-8 2-2-15,-4-5 0 16,0 0 0-16,-7-1 0 16,10 3 0-16,4-2 1 15,2 1 1-15,11-6-2 16,-8 0 0-16,1 6 0 15,1-6 0-15,-8 1-1 0,6 6 1 16,1-1 0 0,-2 6-1-16,-2-6 1 0,-10-1 0 15,1 4 0-15,1-3 0 16,-1-1 0-16,-4-1-1 16,-7-1-1-16,0-3 0 15,-7 0 2-15,-2 0-1 16,1 0 1-16,0 0-4 15,-1 0 4-15,4 0-4 16,-5 0-9-16,5-7 3 16,-1-4 3-16,1 2 7 15,3-2 0-15,-1-1-4 16,9-2 3-16,0 2 1 16,6-4 0-16,2-2-7 0,6 5 1 15,7-5 5-15,4 4 0 16,0-8 1-16,-2 4 1 15,-4-7 0-15,-1-7-1 16,-10-3 1-16,-3-4-1 16,-10 1 0-16,-9 6 2 15,-8 6-2-15,-3-1 9 16,-2 1-9-16,-4-7 0 16,0-4-9-16,0-5-1 15,-4-11 9-15,-22-4-4 16,-16-17-19-16,-7-4 7 15,-13-12-18-15,3 5 24 16,-3 12 10-16,8 9 1 0,1 13 1 16,4 10-1-1,-1 2-8-15,11 5 6 0,-3 1 1 16,-1 2 1-16,-2-2 1 16,-9-6 1-16,-5 5 3 15,0-4 1-15,3 12 6 16,1-4 0-16,-1 6-6 15,0 7-5-15,-1-1 0 16,-2 4 0-16,0-1 3 16,-3-9-3-16,-6 4 0 15,-8 0 9-15,-3-1-2 16,-5-3 4-16,-4 4-3 0,3 0-2 16,4 2-1-16,-1 1-2 15,0 0-2-15,2 4 4 16,-5 1-4-16,-1-5 1 15,-5-8-1-15,-7 7-2 16,-2-16 4-16,-1 8-3 16,2 1-1-16,9 4 5 15,-3 0-2-15,3 3-3 16,-1 0 1-16,-7 4 1 16,-4-8-2-16,-2 12 1 15,-7-11-1-15,-4 9 2 16,-4-1-1-16,-2 8 4 15,3 3 0-15,8 2-4 16,19 0 1-16,15 0 3 16,14 0-4-16,11 0 0 0,8 0 3 15,7 2-3-15,3 3 2 16,1 0-1-16,-1 1 1 16,1-4 1-16,2 3 1 15,-2-5-2-15,2 0-3 16,-10 0 1-16,-2 0 3 15,-3 0 2-15,-4 0 3 16,1 0-3-16,1 0 0 16,5 0 0-16,7 0-4 15,5 0 0-15,-2 4-1 16,5 2-1-16,-2 5-3 16,0 4 3-16,-1 9 2 0,-5 8 0 15,2 3 5-15,-4 15-5 16,9 3-2-16,5 11 3 15,3 7-1-15,7 2-1 16,7 1 2-16,3-4 0 16,3-5-2-16,0-4 0 15,0-12 2-15,0-2-1 16,0 1-1-16,9-1 4 16,10 2 4-16,7 2-1 15,4-2-6-15,10 0-2 16,2-7 0-16,6 1 8 15,1-7-4-15,4-4 0 16,1 1-1-16,2-3 0 0,3-4 1 16,3 0-2-1,0 0 0-15,6 2-1 0,-3-3-1 16,5-3 0-16,-2-2 0 16,0-1 4-16,-3-1-4 15,-3-1-1-15,-3 4 0 16,0-8-6-16,3 3 2 15,3 8-4-15,6-10-4 16,8 7-21-16,12 4-22 16,10 6-22-16,14-5-51 15,12 2-84-15</inkml:trace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5:24.38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F69ABDB-DB30-4F8D-A8D3-7E51C8E7CC60}" emma:medium="tactile" emma:mode="ink">
          <msink:context xmlns:msink="http://schemas.microsoft.com/ink/2010/main" type="inkDrawing" rotatedBoundingBox="17667,1661 18272,1475 18277,1492 17672,1678" semanticType="underline" shapeName="Other">
            <msink:sourceLink direction="with" ref="{135E875C-B533-4F25-93EA-7FC3187CE640}"/>
          </msink:context>
        </emma:interpretation>
      </emma:emma>
    </inkml:annotationXML>
    <inkml:trace contextRef="#ctx0" brushRef="#br0">2909 1464 0 0,'0'0'10'15,"0"0"-10"-15,0 0 0 16,0 0 0-16,0 0 10 0,0 0 0 16,0 0-5-16,-3-4 15 15,3 4 1-15,-3 0-8 16,3 0-1-16,0 0-1 15,-3 0 0-15,3 0-3 16,-3 0-5-16,3-5-1 16,0 5 6-16,-3-2-1 15,3 2-1-15,0 0-1 16,0 0-5-16,0 0 0 16,0 0-1-16,0 0 0 15,0 0 1-15,0 0 0 16,0 0 2-16,0 0 4 15,0 0 14-15,0 0 3 0,0 0-2 16,0 0-4-16,0 0 0 16,0 0-6-16,0 0-6 15,0 0-4-15,0 0-1 16,0 0-1-16,0 0-8 16,15-3-7-16,25-9 16 15,19-5 6-15,9-7-5 16,13-3 3-16,1 1-4 15,-9 6-2-15,-16 2 0 16,-10 10 2-16,-18-2 4 16,-7 7-4-16,-8-1 1 15,-5 3-1-15,-3-2-2 0,-6-1-5 16,5 4-16 0,-5 0-16-16,0 0-36 0,0 0-37 15</inkml:trace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5:24.87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15ACD24-A6EA-4512-851D-746247265061}" emma:medium="tactile" emma:mode="ink">
          <msink:context xmlns:msink="http://schemas.microsoft.com/ink/2010/main" type="inkDrawing" rotatedBoundingBox="17915,1790 18484,1690 18491,1730 17922,1830" semanticType="underline" shapeName="Other">
            <msink:sourceLink direction="with" ref="{135E875C-B533-4F25-93EA-7FC3187CE640}"/>
          </msink:context>
        </emma:interpretation>
      </emma:emma>
    </inkml:annotationXML>
    <inkml:trace contextRef="#ctx0" brushRef="#br0">3145 1579 137 0,'0'0'0'16,"0"0"-11"-16,0 0 8 16,0 0 3-16,0 0 7 15,0 0-3-15,0 18-2 16,0-18 11-16,0 0 4 15,0 0-8-15,0 0-2 16,0 0 10-16,20 0 13 16,6 0 1-16,13 0-9 15,6 0-3-15,10-12-12 16,4-4-6-16,6 0 2 0,-3-2 0 16,0 6 0-16,-12 3-3 15,-11 2 2-15,-10 7-2 16,-16 0 1-16,-7 0-1 15,-6 0 4-15,0 0 9 16,0 0 7-16,0 0-7 16,0 0 4-16,0 0-17 15,-6 0-10-15,-4 0-22 16,1 0-28-16,-5 0-20 16,-3 0-37-16</inkml:trace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7:58.71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528CFF8-76F2-45D4-AA53-0B36DF2B0DCE}" emma:medium="tactile" emma:mode="ink">
          <msink:context xmlns:msink="http://schemas.microsoft.com/ink/2010/main" type="writingRegion" rotatedBoundingBox="25053,3657 26655,3657 26655,4453 25053,4453"/>
        </emma:interpretation>
      </emma:emma>
    </inkml:annotationXML>
    <inkml:traceGroup>
      <inkml:annotationXML>
        <emma:emma xmlns:emma="http://www.w3.org/2003/04/emma" version="1.0">
          <emma:interpretation id="{B3FCF1FA-A778-4F18-8BE8-E3507084958C}" emma:medium="tactile" emma:mode="ink">
            <msink:context xmlns:msink="http://schemas.microsoft.com/ink/2010/main" type="paragraph" rotatedBoundingBox="25053,3657 26655,3657 26655,4453 25053,445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92A759D-060B-43D0-9D18-302D691D0842}" emma:medium="tactile" emma:mode="ink">
              <msink:context xmlns:msink="http://schemas.microsoft.com/ink/2010/main" type="line" rotatedBoundingBox="25053,3657 26655,3657 26655,4453 25053,4453"/>
            </emma:interpretation>
          </emma:emma>
        </inkml:annotationXML>
        <inkml:traceGroup>
          <inkml:annotationXML>
            <emma:emma xmlns:emma="http://www.w3.org/2003/04/emma" version="1.0">
              <emma:interpretation id="{BCDBA5C3-FE05-49D4-BEF3-651E27E11374}" emma:medium="tactile" emma:mode="ink">
                <msink:context xmlns:msink="http://schemas.microsoft.com/ink/2010/main" type="inkWord" rotatedBoundingBox="25119,3408 26680,3760 26472,4683 24911,433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10279 3492 1 0,'0'0'65'15,"0"0"-64"-15,0 0-1 16,0 0 0-16,0 0 22 15,0 0 2-15,39 0-7 16,1-10-10-16,5-4 7 16,5 8 11-16,4 1-7 15,5-2-5-15,0 7-9 16,-5-4 2-16,-4 4 5 0,-14 0-9 16,-10 0-1-16,-9 0 0 15,-11 0-1-15,-6 0 4 16,0 0 5-16,0 0 3 15,0 0-9-15,0 0-3 16,0 0-11-16,0 0-12 16,0 0-2-16,0 0-20 15,0 0-23-15</inkml:trace>
          <inkml:trace contextRef="#ctx0" brushRef="#br0" timeOffset="-466.4536">10566 3485 85 0,'0'0'4'16,"0"0"-4"-16,0 0 0 15,0 0 0-15,0 0 18 16,0 0 1-16,-29-23-9 16,29 23-1-16,-4 0 12 15,4 0 1-15,0 0-10 16,0 0-6-16,0 0 0 16,0 0 2-16,0 0 2 15,0 0-3-15,0 0 1 16,0 0-2-16,0 0 1 15,0 0-3-15,0 0-4 0,0 0 0 16,0 0-4-16,0 30 4 16,-6 9 8-16,-3 18 18 15,-5 5-10-15,1 5-6 16,0 3 5-16,3-4-11 16,1-6 3-16,-2-4-4 15,5-2-1-15,-3-11 0 16,5-4 2-16,-2-7-1 15,6-12-2-15,-3-9 0 16,3-1-1-16,-4-8 0 16,4-2 6-16,0 3-2 15,0-3 1-15,0 0-5 0,0 0-10 16,0 0-15-16,0 0-23 16,0-15-66-16</inkml:trace>
          <inkml:trace contextRef="#ctx0" brushRef="#br0" timeOffset="614.5463">10808 4232 32 0,'0'0'48'16,"0"0"-41"-16,0 0 13 16,0 0 15-16,0 0 3 15,0 0-5-15,104 10-17 16,-56-10-9-16,8 0 4 15,-7 0-4-15,-7 0-7 16,-6 0-10-16,-7 0-26 16,-3 0-30-16,-7-2-23 0</inkml:trace>
          <inkml:trace contextRef="#ctx0" brushRef="#br0" timeOffset="78609.5383">5984 4919 7 0,'0'0'12'15,"0"0"4"-15,0 0 0 16,0 0 1-16,0 0 6 15,0 0 0-15,0 0-7 16,0-29 3-16,0 29 8 16,0-3-10-16,0 3-7 15,0 0-1-15,0 0-3 16,0 0 2-16,0 0-2 16,0 0-1-16,0 0 3 0,0 0 5 15,0-3 4-15,0 3 2 16,0-1-4-16,0-9-4 15,0 0-8-15,-3-3-3 16,-10-3 0-16,-2 2 0 16,-5-4-2-16,-7-3 1 15,1 5 0-15,-9-7 1 16,-7 5-4-16,-8-10 4 16,-12 2 0-16,-3-5 2 15,-9-5-1-15,-5-6 2 16,-2-1 2-16,-4-8 3 15,0 3-3-15,3-3 1 16,7 7 0-16,10 3 2 16,13 8-3-16,13 10 10 0,16 7-5 15,7 6-5-15,5 2 1 16,8 5-3-16,0-1-3 16,0 1 1-16,3 3 1 15,0 0-1-15,0 0-1 16,0 0 0-16,0 0 0 15,0 0-3-15,0 0 1 16,0 0-6-16,0 0-3 16,0 0 2-16,0 0 1 15,0 0 0-15,0 0 1 16,-3 0 2-16,3 0 3 0,0 0 2 16,0 0-1-1,0 0 1-15,0 0 0 0,0 0-1 16,0 0-2-16,0 0 0 15,-3 0-15-15,-5 0-14 16,-1 0-6-16,-7 0-13 16,-4 3-52-16</inkml:trace>
          <inkml:trace contextRef="#ctx0" brushRef="#br0" timeOffset="79165.1356">5154 4057 103 0,'0'0'23'15,"0"0"-23"-15,0 0 0 16,0 0 0-16,0 0 23 15,0 0 3-15,-24-5-19 16,-2 5-4-16,-10 0 13 16,-2 0 12-16,-12 0-7 15,-4 8-7-15,-5 4 4 16,0-4-12-16,3 0-1 16,10-1 1-16,14-1-4 0,10-2-2 15,5 0 0-15,10-4-1 16,7 4-3-16,0-4 1 15,0 0-2-15,0 6 0 16,0 2-1-16,0 10 6 16,24 5 5-16,2 3 8 15,2 5-9-15,-2-7-3 16,-6-5 3-16,-1 2-2 16,-8-6-1-16,-5-4 0 15,0 1 4-15,-1-1-1 16,1 1 5-16,-3 1 2 15,3 1-4-15,1-2-4 16,-4 0 0-16,3-4-2 0,-3-2 4 16,0-1-4-16,-3-1 1 15,5-4-1-15,-5 3-1 16,3 0-10-16,0 2-42 16,0 5-28-16,3-4-37 15</inkml:trace>
        </inkml:traceGroup>
      </inkml:traceGroup>
    </inkml:traceGroup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7:59.088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DD7BB17-39F4-4267-BACA-36FCD923458F}" emma:medium="tactile" emma:mode="ink">
          <msink:context xmlns:msink="http://schemas.microsoft.com/ink/2010/main" type="inkDrawing" rotatedBoundingBox="19559,4051 20921,4851 20673,5274 19311,4474" semanticType="callout" shapeName="Other">
            <msink:sourceLink direction="from" ref="{87A97468-2C2C-437A-94CD-4C0A0F608045}"/>
            <msink:sourceLink direction="to" ref="{E393D0DF-4629-4B5A-9591-B0E6B2ECD526}"/>
          </msink:context>
        </emma:interpretation>
      </emma:emma>
    </inkml:annotationXML>
    <inkml:trace contextRef="#ctx0" brushRef="#br0">10927 3995 135 0,'0'0'33'0,"0"0"-28"15,0 0 0-15,0 0 20 0,0 0 11 16,0 0 2-16,11 3-13 16,14-3-8-16,9 0 13 15,-3 0-4-15,12 0-16 16,-7 0-6-16,-7 0-4 15,-2 0 0-15,-15 0-5 16,-2 0-17-16,-6 0-19 16,-4 0-12-16,0 0-12 15,0 0-28-15</inkml:trace>
    <inkml:trace contextRef="#ctx0" brushRef="#br0" timeOffset="826.4817">11881 3544 134 0,'0'0'72'16,"0"0"-67"-16,0 0-5 15,0 0-3-15,0 0 2 16,0 0 0-16,0 34 1 16,0-6 1-16,0 4 15 15,-3 6 4-15,-14 9 5 16,0 6 0-16,-5 4-10 15,2 0-4-15,-6 0-2 16,3-4 1-16,0-3 2 16,0-6-4-16,3-10 3 15,7-5 2-15,2-12-7 0,8-3 1 16,0-7 0 0,0-2 4-16,3 1-3 0,0-3 0 15,0-3-2-15,0 0 0 16,0 0-1-16,0 0-2 15,-3 0 0-15,3 0-2 16,0 0 1-16,0 0 1 16,0 0 0-16,0 0 2 15,0 0-2-15,0 4 3 16,0-4-1-16,0 0 0 16,0 0-2-16,0 0 2 15,0 0-5-15,0 0-17 16,0 0-33-16,17-4-61 0,5-17-129 15</inkml:trace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27:52.62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601EE7B-888B-44A3-B3D8-84E98A0E29BF}" emma:medium="tactile" emma:mode="ink">
          <msink:context xmlns:msink="http://schemas.microsoft.com/ink/2010/main" type="writingRegion" rotatedBoundingBox="23552,5477 28169,6288 27941,7590 23323,6779"/>
        </emma:interpretation>
      </emma:emma>
    </inkml:annotationXML>
    <inkml:traceGroup>
      <inkml:annotationXML>
        <emma:emma xmlns:emma="http://www.w3.org/2003/04/emma" version="1.0">
          <emma:interpretation id="{2836D3A4-8207-489B-9A1A-66951FA2742E}" emma:medium="tactile" emma:mode="ink">
            <msink:context xmlns:msink="http://schemas.microsoft.com/ink/2010/main" type="paragraph" rotatedBoundingBox="23552,5477 28169,6288 28018,7149 23401,633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38DC51E-A55B-434E-A47F-6B142B014249}" emma:medium="tactile" emma:mode="ink">
              <msink:context xmlns:msink="http://schemas.microsoft.com/ink/2010/main" type="line" rotatedBoundingBox="23552,5477 28169,6288 28018,7149 23401,6338"/>
            </emma:interpretation>
          </emma:emma>
        </inkml:annotationXML>
        <inkml:traceGroup>
          <inkml:annotationXML>
            <emma:emma xmlns:emma="http://www.w3.org/2003/04/emma" version="1.0">
              <emma:interpretation id="{50FA86A2-71D8-4FBA-A169-BC8C450FE28E}" emma:medium="tactile" emma:mode="ink">
                <msink:context xmlns:msink="http://schemas.microsoft.com/ink/2010/main" type="inkWord" rotatedBoundingBox="23299,6154 23813,5398 24478,5850 23964,6606"/>
              </emma:interpretation>
              <emma:one-of disjunction-type="recognition" id="oneOf0">
                <emma:interpretation id="interp0" emma:lang="" emma:confidence="1">
                  <emma:literal>☹</emma:literal>
                </emma:interpretation>
                <emma:interpretation id="interp1" emma:lang="" emma:confidence="0">
                  <emma:literal>E</emma:literal>
                </emma:interpretation>
                <emma:interpretation id="interp2" emma:lang="" emma:confidence="0">
                  <emma:literal>I</emma:literal>
                </emma:interpretation>
                <emma:interpretation id="interp3" emma:lang="" emma:confidence="0">
                  <emma:literal>=</emma:literal>
                </emma:interpretation>
                <emma:interpretation id="interp4" emma:lang="" emma:confidence="0">
                  <emma:literal>*</emma:literal>
                </emma:interpretation>
              </emma:one-of>
            </emma:emma>
          </inkml:annotationXML>
          <inkml:trace contextRef="#ctx0" brushRef="#br0">9328 5486 16 0,'0'0'50'15,"0"0"-18"-15,0 0-6 0,0 0 20 16,0 0-15 0,0 0 9-16,0 0-18 0,-128-111-8 15,125 104 5-15,-1 4 0 16,4 0 3-16,-6 1 0 15,6 2-4-15,-6-3-5 16,-8 1 3-16,-2-2-2 16,-7 4-10-16,-6 0 1 15,-13 0 0-15,-7 11 0 16,-10 31-2-16,-6 7 8 16,3 15-3-16,6 8-6 15,14 5 1-15,13-2-2 16,19 5-1-16,10 2 0 0,0-7 0 15,25-5-2 1,28-13 2-16,18-12 11 0,14-16-7 16,13-18-2-16,4-11-1 15,-1-6 5-15,-10-37-6 16,-15-14-14-16,-14-11 8 16,-20-6-2-16,-13-11-5 15,-16 5 12-15,-10-3-10 16,-3 16-15-16,0 11 26 15,-19 9 5-15,-15 15 1 16,3 8 7-16,-6 9-12 16,4 7-1-16,-2 8-6 0,-4 0-10 15,3 8-35 1,-1 17-26-16,9 1 8 0,5-3-31 16,6 0-16-16</inkml:trace>
        </inkml:traceGroup>
        <inkml:traceGroup>
          <inkml:annotationXML>
            <emma:emma xmlns:emma="http://www.w3.org/2003/04/emma" version="1.0">
              <emma:interpretation id="{14E8673A-D024-41B7-B142-EC3AEC318405}" emma:medium="tactile" emma:mode="ink">
                <msink:context xmlns:msink="http://schemas.microsoft.com/ink/2010/main" type="inkWord" rotatedBoundingBox="25891,5888 26289,5957 26231,6286 25833,6216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191.0384">11060 6002 1 0,'0'0'178'0,"0"0"-162"16,0 0-8-16,0 0 14 16,0 0 8-16,0 0-8 15,45 12 6-15,-6-10-5 16,13-2-5-16,1 0-13 15,-11 0-5-15,-4 0-44 16,-8 0-53-16,-7 0-58 16</inkml:trace>
          <inkml:trace contextRef="#ctx0" brushRef="#br0" timeOffset="965.6414">11125 5729 153 0,'0'0'53'0,"0"0"-53"0,0 0-14 16,0 0 14-1,0 0 0-15,0 0 5 0,146-3-4 16,-97 3-1-16,-4 3-3 16,8 6-5-16,-5-4-43 15,1-1-48-15</inkml:trace>
        </inkml:traceGroup>
        <inkml:traceGroup>
          <inkml:annotationXML>
            <emma:emma xmlns:emma="http://www.w3.org/2003/04/emma" version="1.0">
              <emma:interpretation id="{0031886E-1B5F-40F2-8842-A72E75E0B382}" emma:medium="tactile" emma:mode="ink">
                <msink:context xmlns:msink="http://schemas.microsoft.com/ink/2010/main" type="inkWord" rotatedBoundingBox="26750,6332 28119,6573 28085,6767 26716,6526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2143.0304">11949 6310 84 0,'0'0'58'0,"0"0"-58"15,0 0 0-15,0 0 0 16,0 0 8-16,0 0 21 16,-6 3-7-16,6-3-9 15,0 0 5-15,0 0 16 0,0 0-12 16,0 3-16-16,29 1-4 16,36 1 4-16,30 4 15 15,32-4 6-15,14 2-20 16,6-4-1-16,2 0 3 15,-10-3 2-15,-7 0 7 16,-18 0 5-16,-16 0-5 16,-24 2-2-16,-21 4-4 15,-27-6-2-15,-16 3-7 16,-7-3 0-16,-3 0 4 16,0 0 0-16,0 0-7 15,0 0-1-15,0 0-5 16,0 0 6-16,0 4-1 0,0-4-2 15,0 0 2 1,0 0-1-16,0 0-1 0,0 0-4 16,0 0-1-16,0 0 3 15,0 0 1-15,0 0-2 16,0 0-5-16,0 0-4 16,0 0-9-16,0 0-23 15,0 0-35-15,0 0-47 16</inkml:trace>
        </inkml:traceGroup>
      </inkml:traceGroup>
    </inkml:traceGroup>
    <inkml:traceGroup>
      <inkml:annotationXML>
        <emma:emma xmlns:emma="http://www.w3.org/2003/04/emma" version="1.0">
          <emma:interpretation id="{932B931C-BFBE-469F-9AA9-EF7F185BE974}" emma:medium="tactile" emma:mode="ink">
            <msink:context xmlns:msink="http://schemas.microsoft.com/ink/2010/main" type="paragraph" rotatedBoundingBox="24581,6295 25076,6295 25076,7023 24581,702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C56EB24-BFC2-42C2-A7AE-0FA570533AB0}" emma:medium="tactile" emma:mode="ink">
              <msink:context xmlns:msink="http://schemas.microsoft.com/ink/2010/main" type="inkBullet" rotatedBoundingBox="24517,6963 24778,6224 25131,6349 24869,7087"/>
            </emma:interpretation>
          </emma:emma>
        </inkml:annotationXML>
        <inkml:trace contextRef="#ctx0" brushRef="#br0" timeOffset="568.5685">10302 6119 262 0,'0'0'32'0,"0"0"-25"16,0 0 24-16,0 0 3 15,0 0-5-15,0 0-15 16,-114-35-9-16,61 64-3 16,-1 16 5-16,-5 7 6 15,3 16-4-15,4 3-2 16,7-1 6-16,12 2-6 0,10-5-4 16,17-3 1-16,6-10 3 15,0-9-5-15,3-7-2 16,33-13 6-16,2-7 1 15,12-8 3-15,-1-10-6 16,-1 0 7-16,-4 0-3 16,-12-17-1-16,-10-14-1 15,-5 2-1-15,-11 0-4 16,-6 2-1-16,0 8-12 16,0 4 12-16,-3 6 0 15,-14 5-5-15,-5 4-3 16,-4 0-7-16,3 0-12 15,0 0-20-15,7 10-30 16,7 8-10-16,1 1-6 0,8-4-20 16</inkml:trace>
        <inkml:trace contextRef="#ctx0" brushRef="#br0" timeOffset="4109.5789">10031 6692 11 0,'0'0'25'0,"0"0"1"16,0 0-1-16,0 0-12 16,0 0-7-16,0 0 2 15,-32 0 4-15,26 0-2 16,-4 0-5-16,-3 0-1 15,3 0 2-15,4 0 3 16,3 0 9-16,3 0-4 16,0 0-6-16,0 0-5 0,-8 0-2 15,2 0 0 1,-10 0-1-16,-7 0-1 0,3 0 1 16,4 0 0-16,6-3 0 15,7 3 3-15,3 0 7 16,0 0 9-16,0 0-7 15,0 0-6-15,0 0 6 16,0-3 1-16,0 3-3 16,0 0 3-16,0 0 0 15,0 0-4-15,0 0-3 16,0 0 1-16,0 0-1 16,0-4-6-16,0 1-4 15,9-2 4-15,8-1 1 16,0-1 2-16,-1 2-2 15,-3-1 0-15,-7 6 1 16,1-2 0-16,-1-1-1 0,-3 3 0 16,0-3 0-16,8 3 0 15,-2-6-1-15,8 2-1 16,-4 2 1-16,4-1-1 16,-8 3 0-16,-3 0-2 15,-3 0 0-15,1 0-2 16,-1 0 0-16,-3 0-2 15,0 0 0-15,0 0 2 16,0 0 2-16,0 0-3 16,0 0-2-16,0 0-4 15,0 0-4-15,0 0-15 0,0 0-27 16,0 0-31-16</inkml:trace>
      </inkml:traceGroup>
    </inkml:traceGroup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42:39.06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20C3C33-6F7F-450B-AF99-E239EC0CF2D9}" emma:medium="tactile" emma:mode="ink">
          <msink:context xmlns:msink="http://schemas.microsoft.com/ink/2010/main" type="inkDrawing" rotatedBoundingBox="16094,7793 20185,5170 20587,5797 16496,8420" semanticType="callout" shapeName="Other">
            <msink:sourceLink direction="to" ref="{963E9236-B5DA-4A04-B714-B90ECAF03288}"/>
            <msink:sourceLink direction="from" ref="{87A97468-2C2C-437A-94CD-4C0A0F608045}"/>
          </msink:context>
        </emma:interpretation>
      </emma:emma>
    </inkml:annotationXML>
    <inkml:trace contextRef="#ctx0" brushRef="#br0">4254 2 114 0,'0'0'21'16,"0"0"-11"-16,0 0 1 0,0 0-5 16,0 0-1-1,0 0-4-15,0 0 1 0,-14-14 0 16,14 14 17-16,0 0 7 15,0 0-11-15,0 0-4 16,0 0-2-16,0 0 0 16,0 0-6-16,0 0 3 15,-13 0 4-15,-19 0 9 16,-10 14 19-16,-14 1-3 16,-6 3-22-16,-6-1 2 15,-8-3 2-15,-1 4-5 16,-9 0-2-16,5-1-6 15,9 1 1-15,7-3-5 16,13 2 1-16,5 4 0 16,2 4-1-16,0 6 0 15,-4 5 0-15,-4 0 0 0,-6 6 8 16,2 1-1-16,-10-7-5 16,5-5 5-16,5-2-3 15,1-9 1-15,0 0 0 16,7-3 1-16,1-2 2 15,6 0-2-15,5-4-3 16,1 4-2-16,1 2-1 16,-15 5 0-16,-4 5 0 15,-8-2 1-15,0 2 1 16,3 2-1-16,0-3-1 16,0 4 4-16,7-4-2 0,2-3 2 15,2 4-4 1,3-5 2-16,2-1 1 0,1 4 0 15,0-2-2-15,-4 0 9 16,-1 6-3-16,10-2-7 16,-3 2 1-16,4 3-1 15,0-1 1-15,4 0 0 16,2-1 0-16,4-1-1 16,0-3 5-16,6-6-5 15,1 3 0-15,2-10 0 16,1 5 2-16,-7-2 1 15,-3 5-3-15,0 1 3 16,1 2 2-16,-9-1-4 0,1 5 0 16,-2 6 6-1,-7-3 0-15,3 5-5 0,-4-1-2 16,4 0 3-16,-3 0-1 16,-4 1-2-16,1 1 5 15,-8 1-1-15,5 1-2 16,-2 2 3-16,1-3-4 15,4-4 0-15,-4 5 4 16,2-1-4-16,-1 1 2 16,0 2 1-16,2-3 2 15,4-3-3-15,0-3-3 16,5-1 4-16,1-2-3 16,4-7 0-16,8-5 0 15,6-5-1-15,4-3 0 0,1-2 0 16,4 0 1-16,-5 0 3 15,5-3-3-15,1 1 0 16,5-3 1-16,0-2-2 16,3 0 2-16,-3 0-1 15,3 0-1-15,0 0 3 16,0 0 0-16,0 0 0 16,0 0 3-16,0 0-2 15,0 0 0-15,0 0-4 16,0 0-2-16,0 0 0 15,-3 0 1-15,3 0 0 0,-3 4 1 16,3-4 0 0,0 0 0-16,0 0 4 0,0 0-2 15,0 0 6 1,0 0 2-16,0 0 8 0,0-9 0 16,12-29-18-16,25-24-12 15,8-11-9-15,8-6 8 16,-8-1 13-16,-5 3 1 15,-9 13 0-15,-8 12-1 16,-9 11 1-16,-8 14 4 16,-6 13-3-16,0 8 1 15,0 2 9-15,0 4-6 16,0 0-6-16,0 0-2 16,0 0-5-16,0 0-5 0,0 0 2 15,-20 20-3-15,-12 23 13 16,-7 9 0-16,-3 10-1 15,2 0 1-15,1 2 0 16,3-7 4-16,1-3 0 16,5-6-4-16,7-14 5 15,3-7-4-15,8-7 1 16,2-2 1-16,-3-6 0 16,3 1-1-16,4 0-2 15,3-4 0-15,-2 0 0 16,5-6-3-16,0-1 1 15,0-2-3-15,0 0 0 16,0 0 4-16,0 6 1 0,0-2 0 16,31 4 4-1,14 1 3-15,14-4 1 0,9-1-2 16,14-1-4-16,5-3-2 16,-2 3 3-16,-3-3-2 15,-10 0-1-15,-17 0 0 16,-16 0 3-16,-19 0-2 15,-10 0 0-15,-10 0 1 16,0 0 6-16,0 0 4 16,0 0 5-16,0 0 2 15,0 0-7-15,0 0-3 16,0 0-4-16,0 0-3 16,0 0-2-16,0 0-6 15,0 0 6-15,0 2-4 0,0-2-1 16,0 3 2-16,0-3 1 15,0 0-1-15,0 0 2 16,0 0 0-16,0 0 1 16,0 0 0-16,0 0 1 15,0 0 4-15,0 0-5 16,0 0 2-16,0 0 0 16,0 0-1-16,0 0-1 15,0 0 0-15,0 0 0 16,0 0 0-16,0 0-1 15,0 0 1-15,0 0 0 16,0 0 1-16,0 0 1 16,0 0-1-16,0 0 1 0,0 0-1 15,0 0 0-15,0 0-1 16,0 0 0-16,0 0 1 16,0 0 0-16,0 0-1 15,0 0 0-15,0 0 0 16,0 0 2-16,0 0-2 15,0 0 0-15,0 0 1 16,0 0-1-16,0 0 0 16,0 0 0-16,0 3 0 15,0-3 1-15,0 0-1 16,0 4 0-16,0-4-1 16,0 0 1-16,0 0 1 0,0 0-1 15,0 0 0 1,0 0 1-16,0 0-1 0,0 0 0 15,0 0 2-15,0 0-2 16,0 0 0-16,0 0 0 16,0 0 0-16,0 0 1 15,0 0-1-15,0 0 0 16,0 0 2-16,0 0-2 16,0 0 1-16,0 0-1 15,0 0 1-15,0 0-1 16,0 0 1-16,0 0-1 15,0 0 1-15,0 0-2 16,0 0 1-16,0 0 0 0,0 0-1 16,0 0 1-1,0 0 1-15,0 0-1 0,0 0-1 16,0 0 0-16,0 0 1 16,0 0 0-16,0 0 0 15,0 0 0-15,0 0 0 16,0 0 0-16,0 0-1 15,0 0 1-15,0 0-2 16,0 0 2-16,0 0-1 16,0 0 4-16,0 0-3 15,0 0 0-15,0 0 0 16,0 0-2-16,0 0 2 0,0 0 0 16,0 0 0-1,0 0 0-15,0 0 0 0,0 0 0 16,0 0 2-1,0 3-4-15,0-3 4 0,0 0-2 16,0 0 0-16,0 0-3 16,0 0 3-16,0 0-1 15,0 0-2-15,0 0 3 16,0 0-1-16,0 0 1 16,0 0 1-16,0 0-1 15,0 0 2-15,0 0 0 16,0 0-2-16,0 0 3 15,0 0-2-15,0 0-1 16,0 0 0-16,0 0 0 16,0 0 0-16,0 0 0 0,0 0-1 15,0 0-1-15,0 0 2 16,0 0 0-16,0 0-2 16,0 0 2-16,0 0 0 15,0 0 0-15,0 0-1 16,0 0 1-16,0 0 0 15,0 0-1-15,0 0 1 16,0 0-1-16,0 0 1 16,0 0 0-16,0 0 0 15,0 0-1-15,0 0 1 16,0 0 0-16,0 0 0 16,0 0 0-16,0 0 0 0,0 0 1 15,0 0 0-15,0 0 1 16,0 0-2-16,0 0 0 15,0 0 0-15,0 0-1 16,0 0 1-16,0 0 0 16,0 0-2-16,0 0-1 15,0 0 2-15,0 0 1 16,0 0-1-16,0 0-1 16,0 0 2-16,0 0-1 15,0 0-1-15,0 0-2 16,0 0-16-16,-4 0-18 15,-2 0-38-15,-20 3-43 16,-19-1-31-16,-17-2-75 16</inkml:trace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32:42.960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7493E06-4D47-4E23-99B5-DEE1844190B3}" emma:medium="tactile" emma:mode="ink">
          <msink:context xmlns:msink="http://schemas.microsoft.com/ink/2010/main" type="inkDrawing" rotatedBoundingBox="29605,3643 32994,3560 33038,5357 29649,5440" semanticType="enclosure" shapeName="Other"/>
        </emma:interpretation>
      </emma:emma>
    </inkml:annotationXML>
    <inkml:trace contextRef="#ctx0" brushRef="#br0">3065 1041 19 0,'0'0'19'15,"0"0"-19"-15,0 0-16 16,180-95 16-16,-149 67 83 16,-14 7-43-16,0 3-28 15,-1 3 17-15,-1 0-16 16,5 0-2-16,-6 4 26 15,-8 3-33-15,-3 1-1 16,-3 4 19-16,0 0-2 16,0-2-11-16,0-5-9 15,0 0 0-15,0-3 0 16,0-2-1-16,0 1-2 16,-3-4 1-16,-14 0-3 15,-1-2-1-15,-9 0 0 0,-8-9 3 16,-7-1-1-16,-8-5 0 15,-9-12 1-15,-3 0 3 16,-3-3 0-16,3-2 1 16,4 6 0-16,5 3-1 15,5 8 0-15,2 5-1 16,-4 2 1-16,-1 5-1 16,1-1 1-16,2-1 0 15,2 6 0-15,4 4 0 16,0 0 0-16,-4 4 0 15,1-1-1-15,-2 3 1 16,2 4-3-16,-1-2 2 0,1 1 1 16,-5 6-1-1,5-4 0-15,-1 4 0 0,4 0-1 16,-1 0 2-16,4 0 0 16,0 0 0-16,-1 0 0 15,3 0-1-15,-3 0-2 16,1 7-1-16,-3 4 1 15,2 2 0-15,-2 2 1 16,3-1 2-16,-7-2 0 16,1 0 0-16,-1-1 1 15,-7 1 0-15,2 2-1 16,-8-1 1-16,0 2-1 16,-3-1 0-16,0 3 0 15,0 4 0-15,0-3 0 16,3 0-1-16,5 0 1 0,1-1 0 15,1 0 0 1,5 5 1-16,2-6-1 0,3 4 0 16,7-2 2-16,-2-4-4 15,4 7 2-15,7-3 0 16,1 2 0-16,2 1-4 16,3 1 1-16,1-4 3 15,-1 4-1-15,3 2 1 16,1-3 1-16,1-5 4 15,1 2-4-15,0-3 0 0,5 0 1 16,-7-1-2 0,2 0 0-16,-1 0 4 0,-2 4 0 15,1 3-1-15,2 0-1 16,-1-1 0-16,-2 0-2 16,4 1 0-16,1 0-2 15,-2 2 2-15,5 0 1 16,-5 2 0-16,1-4-1 15,4 0 0-15,3 7 1 16,-5-5 0-16,8 4 1 16,3-3-2-16,0 2 1 15,0 3 3-15,0 1 2 16,9 2 0-16,11 1 6 16,7-2-5-16,2 1-1 15,4 0-1-15,-1 0 2 0,4 1-4 16,-7-3 1-1,4-4-3-15,-4-2 3 0,1-1-4 16,2-3 4-16,-2 4-2 16,2 1 3-16,4-1-5 15,0 6 1-15,2-1-1 16,5-3 1-16,-4 0 0 16,0-1 0-16,-5-4 1 15,-9-3-1-15,-2-8 0 16,-9 0 0-16,-2-5 0 15,-2-2 6-15,2 0 7 16,8-3 4-16,7 3-3 16,8-3-8-16,4 4-6 15,4-3 0-15,2 3 0 0,2-1-1 16,-2 3 0-16,-5-1 0 16,2 1 0-16,0 0 0 15,1-1 2-15,-1-2-2 16,0 0 1-16,1 2-1 15,2-5 3-15,4 0 1 16,4 0-1-16,1 0-3 16,5 0 4-16,0 0-2 15,-3 0-2-15,1 0 0 16,-1 0 0-16,6-8 1 16,0 3-1-16,0 0 0 15,0-5 0-15,-3 2 4 16,-4-2-4-16,4 5 2 0,0-4 0 15,0 4-1-15,-8 3-1 16,2-9 0-16,-10 6 3 16,-1-2 0-16,-6-1-2 15,-4-1 5-15,-3-3-3 16,4 0 0-16,0-2-2 16,-1 2-1-16,-2-1 3 15,-4-3-2-15,-3 4 2 16,3 0-2-16,-1 1-1 15,-2 2 0-15,-3 0 0 16,-7-2 0-16,1 1 0 16,-2 2 0-16,-1-4 0 0,-2 1-1 15,1 0 1 1,-4-2-1-16,0-5-1 0,2-2-1 16,1-3 3-16,-3-1 5 15,5-1-3-15,-5 7 0 16,4-3 0-16,2 0 0 15,2 1-2-15,0 2-5 16,1-3 5-16,4 1 3 16,-2-4-3-16,0-1 3 15,-5 0-1-15,-2 1 1 16,2-5-3-16,-1 1 0 16,-2-3 0-16,-1 5 1 15,-2 3 0-15,-3 0-1 0,0 2 0 16,-3 0-1-16,0 1-1 15,0 0-5-15,0-1 7 16,0-3-3-16,-6 0-2 16,-17 2 4-16,-3-3-8 15,-4 2-2-15,-2 3 1 16,2-7 3-16,-2 4 2 16,2-3 4-16,4 3 2 15,4 5-1-15,5 0 0 16,5 5 1-16,4 6 1 15,2 1 1-15,6 2 0 16,0 4 1-16,0 0-3 0,0 0 1 16,0 0-2-1,0 0 4-15,0 0-3 0,0 0-1 16,0 0-2-16,0 0 1 16,0 0-3-16,0 0 2 15,0 0-1-15,0 0 3 16,0 0 0-16,0 0 1 15,0 0-1-15,0 0 0 16,0 0-1-16,0 0 1 16,0 0 0-16,0 0-2 15,0 0 2-15,0 0-1 16,0 0 1-16,0 0 0 16,0 0-1-16,0 0-1 15,0 0 2-15,0 0 0 16,0 0 3-16,0 0-3 0,0 0 1 15,0 0 1-15,0 0-2 16,0 0 4-16,0 0-3 16,0 0 4-16,0 0-2 15,0 0 4-15,0 0-1 16,0 0-6-16,0 0-1 16,0 0 1-16,0 0 13 15,0 0-2-15,0 0-10 16,0 0-1-16,0 0 0 15,0 0 0-15,0 0-6 0,0 0-16 16,0 0-26 0,-6 0-32-16,-27 0-59 0,-19 4 29 15</inkml:trace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32:34.930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40DC409-8D8A-44B0-8CAE-533E003D507A}" emma:medium="tactile" emma:mode="ink">
          <msink:context xmlns:msink="http://schemas.microsoft.com/ink/2010/main" type="writingRegion" rotatedBoundingBox="15682,3742 18300,3742 18300,5463 15682,5463"/>
        </emma:interpretation>
      </emma:emma>
    </inkml:annotationXML>
    <inkml:traceGroup>
      <inkml:annotationXML>
        <emma:emma xmlns:emma="http://www.w3.org/2003/04/emma" version="1.0">
          <emma:interpretation id="{99E8B450-CDE0-4274-AFB0-7576EDCA0410}" emma:medium="tactile" emma:mode="ink">
            <msink:context xmlns:msink="http://schemas.microsoft.com/ink/2010/main" type="paragraph" rotatedBoundingBox="15682,3742 18300,3742 18300,5463 15682,54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08390F1-090D-46C0-A7EE-C79B2BD25DD3}" emma:medium="tactile" emma:mode="ink">
              <msink:context xmlns:msink="http://schemas.microsoft.com/ink/2010/main" type="line" rotatedBoundingBox="15682,3742 18300,3742 18300,5463 15682,5463"/>
            </emma:interpretation>
          </emma:emma>
        </inkml:annotationXML>
        <inkml:traceGroup>
          <inkml:annotationXML>
            <emma:emma xmlns:emma="http://www.w3.org/2003/04/emma" version="1.0">
              <emma:interpretation id="{F59AC90C-9AA4-41D7-9289-1AD68CBC17D0}" emma:medium="tactile" emma:mode="ink">
                <msink:context xmlns:msink="http://schemas.microsoft.com/ink/2010/main" type="inkWord" rotatedBoundingBox="15605,3844 18242,3632 18382,5374 15745,558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2019-1105 29 0,'0'0'12'0,"0"0"2"16,0 0-5-16,0 0 3 16,0 0 0-16,0 0-11 15,0 0 3-15,16-33 14 0,-16 28 25 16,0-4-11-16,0 1-4 16,0-2-12-16,0 2-5 15,0-2-7-15,0-1 1 16,0-6-4-16,-16-4-1 15,-7-4-1-15,-6-9 1 16,-7-4 2-16,-3-6 2 16,-7 0 1-16,-4 0 0 15,2-2 3-15,-3 5 3 16,1-4-11-16,1 7 0 16,1 5 0-16,-2 4-2 15,1 4 2-15,-3-3-1 0,3 7-1 16,-7 2 1-1,2 7-1-15,-8 4 1 0,0 0-1 16,-3 8 2-16,-3 0-5 16,-2 0 3-16,-4 0 2 15,4 0 1-15,-1 0 0 16,6 0-1-16,3 4 1 16,6 0-1-16,5 1 0 15,5 4 0-15,-1 3-1 16,5 1 1-16,-3 8-3 15,-1 0 0-15,1 3 2 16,0-1 1-16,2 0-4 16,1 6 4-16,-8-1 0 15,1 4-1-15,1 0 1 0,-5 0 0 16,8 1-1-16,-1 2 1 16,7-3-1-16,3 6 1 15,-1 1-1-15,6-2 1 16,-6 1 1-16,12 1-1 15,-4-5 0-15,-1 5-1 16,7 3 2-16,0 1-2 16,4 0-2-16,5 8 2 15,5-2 1-15,6 2-2 16,3 1 2-16,0-5 0 16,12 4 1-16,24-2 5 15,10 1-1-15,10-4 3 16,12 5 0-16,13-7-1 0,10 3-1 15,4-6-2 1,7-1-4-16,-5 5 3 0,-8-5-3 16,-1-4 0-16,-4-1 0 15,1-5 0-15,6-7 2 16,-6-2 1-16,-1-10-2 16,-5-4-1-16,-3-7 0 15,-2 0 2-15,1 0-2 16,4-13-6-16,-5-16 2 15,5-4-1-15,-1-1-3 16,4-7-4-16,-5-3 1 16,5 1-6-16,-9-3 14 0,-11 0 6 15,-11-1-3-15,-12-2 1 16,-10-2-1 0,-9-8 0-16,-10-1 3 0,-7-7 1 15,-3 0 9-15,0 0-8 16,0 8-1-16,0 7 7 15,0-1 2-15,0 6-10 16,-6 0-1-16,-10 6 6 16,-4-3-8-16,-13 1-2 15,-7-4 2-15,-5-2 0 16,-9 0-2-16,-5 8 2 16,-4 3-3-16,4 12 3 15,4 8-1-15,12 13-3 16,8 5-7-16,5 0-19 15,10 0-32-15,8 20-20 0,12 3-4 16</inkml:trace>
        </inkml:traceGroup>
      </inkml:traceGroup>
    </inkml:traceGroup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32:48.49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7FDACE7-CA27-4DF3-B476-166F8C378077}" emma:medium="tactile" emma:mode="ink">
          <msink:context xmlns:msink="http://schemas.microsoft.com/ink/2010/main" type="inkDrawing" rotatedBoundingBox="30120,5019 33083,5254 32955,6862 29992,6626" hotPoints="32705,6168 31213,6737 29947,5765 31439,5195" semanticType="enclosure" shapeName="Ellipse"/>
        </emma:interpretation>
      </emma:emma>
    </inkml:annotationXML>
    <inkml:trace contextRef="#ctx0" brushRef="#br0">2770 711 34 0,'0'0'7'0,"0"0"34"15,0 0-45-15,166-67 8 16,-149 57 3-16,-1 2 8 16,-7-4-8-16,-1 3 16 15,-2 2 21-15,-6 6-12 16,3-3-6-16,-3 4-7 16,0 0-11-16,0 0-8 15,0 0-1-15,0 0-3 16,0 0 3-16,0 0 1 15,0 0 0-15,0-2 0 16,0-1 1-16,0-5 1 0,-20-2-1 16,-16-5 0-1,-6-6 5-15,-7-5-4 0,1-3-1 16,-2-4 2-16,-1 2 3 16,1-2-3-16,1 2 7 15,-2 0-8-15,1 2-1 16,-2 4 1-16,7-3 1 15,-5 9-2-15,5-1 3 16,2-3-4-16,1 10 3 16,0-3-1-16,-4 3-1 15,1 0 1-15,0 1 2 16,-2-1-2-16,-2 6 2 16,1-4-4-16,-2 1 1 15,2 2 0-15,2-2 0 16,10 5 4-16,0-4-5 0,1 2 0 15,-2 0 6-15,-2 1-5 16,7 1 0-16,2 0 3 16,4 3-3-16,4-2 0 15,-1 4-1-15,0 0-2 16,-7 0 1-16,1 0 0 16,-4 0 1-16,-2 0-2 15,-1 0 4-15,-3 0-5 16,2 11 3-16,-2-4-2 15,1 7-1-15,-1 3 3 16,0-4 0-16,-1 3 0 16,-2-3 0-16,2 3 2 0,1-2-2 15,7 0 0-15,-1-2 0 16,4 0 0-16,-1-1 0 16,4 2 1-16,1-5-1 15,-3 3 0-15,3-1 0 16,-4 2 0-16,3-1 1 15,-1 2-1-15,4-3 0 16,-2 5 0-16,-4-2-1 16,-4 1 1-16,1 4 6 15,-1-3-3-15,4-2 0 16,2 2-3-16,4 0 1 16,-3 3 1-16,1-2-2 15,-3 2 4-15,3 0-2 0,2-3-1 16,0 3-1-1,7-7-1-15,-4 7 1 0,5-3 4 16,-2 6-4-16,0-1 1 16,1 4 2-16,7-1 0 15,-5 0 2-15,8 3-3 16,0 2 4-16,-2 0 0 16,8-1-3-16,0-2 4 15,0 3-1-15,0-5-3 16,0 4 0-16,0-4 1 15,14 3-1-15,6 6 3 16,8 7 1-16,6 5 0 0,11 5-2 16,4 7 1-16,10 4-2 15,6-3-2-15,7 2 2 16,-1-8-3-16,5-2 0 16,-5-5 1-16,0-10 1 15,2-1-1-15,-8-6-1 16,-3-5 3-16,-14-9-3 15,-8-5 4-15,-10-1 0 16,-12-4 8-16,2-3 2 16,2 0 3-16,9 0-6 15,8 0-7-15,6 0-5 16,1 0 0-16,-4 0 0 16,-3 0 0-16,-2 0 0 0,2 0 0 15,-1 0 0 1,1 0 0-16,0 0 0 0,-2 0 0 15,-1 0 0-15,2 0 2 16,9 0-2-16,1-3 1 16,11-5-1-16,-4 1 0 15,4-4 0-15,-6 5 0 16,-2-3 2-16,2-4-2 16,-5 6 0-16,1-3 0 15,-7-1 0-15,0 5 1 16,-5-6-1-16,-4 2 4 15,-1-1 5-15,-2-3-2 16,2-3 3-16,1-4-3 16,-1-1-7-16,1 2-1 0,-1 1 1 15,-2-2 1-15,-1 3-1 16,1-3 0-16,-7 4 0 16,3-4 0-16,-7 5 0 15,-2-6 1-15,0 1 3 16,-2-2-4-16,-2 0 0 15,-4 2 0-15,5-3 3 16,-8 1 1-16,5 3-3 16,-5 2-1-16,0-2 0 15,-2 5 0-15,-1-2 0 16,-3-1 0-16,0 1-3 16,0-5-6-16,0-3 0 15,0-2 1-15,-19-2-3 0,2 0 1 16,-3 2 4-1,1 5 6-15,7 4 0 0,-2 2 0 16,3 1-2-16,-1 1-1 16,-1 2-7-16,-4 2-12 15,-6 5-18-15,-12-1-33 16,-14 4-9-16,-10-10-22 16,1-9-96-16</inkml:trace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32:53.22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9C0130C-7E55-4897-AC7D-52DA67204D54}" emma:medium="tactile" emma:mode="ink">
          <msink:context xmlns:msink="http://schemas.microsoft.com/ink/2010/main" type="inkDrawing" rotatedBoundingBox="30258,6465 33032,6884 32820,8289 30046,7870" semanticType="enclosure" shapeName="Other"/>
        </emma:interpretation>
      </emma:emma>
    </inkml:annotationXML>
    <inkml:trace contextRef="#ctx0" brushRef="#br0">2506 813 36 0,'0'0'14'0,"0"0"4"16,0 0 8-16,0 0-8 0,0 0-11 16,0 0 16-16,0 0 9 15,52-34-15-15,-52 34 0 16,3 0-7-16,1-2 2 16,-1 2 1-16,0-3-1 15,0 0-1-15,0 3 4 16,0-4 4-16,2 1 0 15,-2 0 1-15,0 1-4 16,3-8-7-16,2 4-1 16,1-1-2-16,-3-4 1 15,4 0-4-15,-1 0 0 16,2-3 3-16,-2-1-1 16,-3-3-3-16,2-3 1 0,-2 1-1 15,0-6 5 1,1 3 1-16,-7-1-2 0,0 1-2 15,0 2-4-15,0 6-4 16,0 0-5-16,0 4-2 16,-13-5 5-16,-1 6 0 15,-9-7-1-15,-5 4-2 16,-6-5 3-16,-4 2 1 16,-4-7 5-16,-5 3 0 15,2 0 3-15,-1-2-3 16,4 5 0-16,3 3 1 15,7 2-1-15,-1 4-1 16,4-1-1-16,-4 0 1 16,4 4 1-16,-1-2 0 0,1 1 0 15,-1 1 1-15,-5 2 2 16,5 0-3-16,-2-2 0 16,-1 3 1-16,4-3 0 15,-4-1 1-15,-7-2 0 16,6-9 0-16,-9 4-1 15,-10-3 5-15,2-1-6 16,-2 3 7-16,7-1 2 16,4 4-7-16,6-1 4 15,-4 4-6-15,6 0 1 16,-3 3-1-16,1 0-1 16,1 2-3-16,2-1 4 15,-6 4 0-15,7 0-1 16,-4 0 0-16,-4 0 1 15,4 0-2-15,-6 0 2 0,2 0 0 16,5 0-2-16,-1 0 2 16,7 0 0-16,2 10-1 15,1-3 0-15,1 1 1 16,-1 0-2-16,-4 2 2 16,1 0 2-16,-4 0-1 15,4-2-1-15,-1 0 1 16,4 2-1-16,-3-2 0 15,2 5 0-15,1 1 0 16,-2 0 0-16,2 1 0 0,-1-1 0 16,1 1 2-1,0-2 0-15,4-3-1 0,-1 6-1 16,-4-4 1-16,1 2 3 16,0 4 1-16,1-4-2 15,-3 4-3-15,6-1 1 16,-4 6-1-16,0 4 1 15,3 0 3-15,4 3-3 16,-1 2 0-16,4-1 1 16,2 1 0-16,2-5-1 15,6-3 3-15,1 0-4 16,2-2 3-16,3 2 0 16,0 0 1-16,0 2 0 15,0 0-3-15,0-3 4 16,11 8-3-16,8 0 0 0,4 2 3 15,9 3-1-15,4 0-1 16,7 6 1-16,2-1-2 16,5-3 2-16,1 3-2 15,5-2-1-15,2-1 0 16,-5-4-1-16,-2 2 2 16,-1-3 0-16,-2-7-2 15,-5-2 1-15,-4-6 0 16,-10-5 0-16,1-1-1 15,2-1 2-15,1 2 0 16,3-6 0-16,4 6-1 16,5-8 1-16,4 6 0 0,4-6-1 15,-2 1-1-15,-3 0 0 16,8 2 0-16,0 1 0 16,2 3 0-16,4-1 0 15,-3-1 0-15,3-5 1 16,-3 1 1-16,3-3-2 15,-3 1 0-15,-5-4 2 16,2 0 0-16,-7 0-2 16,1 0 1-16,-5-7 1 15,-3-2-2-15,1-3 1 16,-1 1-1-16,0 1-1 16,-2 2 1-16,-1-2 0 15,0-1 1-15,4 4-1 16,-5-6 1-16,-2 1-1 0,0 1 1 15,-7-4 0-15,1 3 3 16,-7-3 1-16,3 1 0 16,-7 0 4-16,-2-4 2 15,-1-3-2-15,0 1-7 16,-3-1 1-16,4 3-1 16,-5 0-1-16,2 3-1 15,-1 2-1-15,-1 1 1 16,2-1 2-16,-5 2 3 15,2 0-3-15,-2-1 4 16,-2-1-1-16,2 2-2 0,-3 1-3 16,2-7 0-16,1 3 2 15,-3 2 0-15,5-2-1 16,-5-1-1-16,4 2 0 16,-1-4-1-16,2 3 1 15,-2-1 0-15,-6 1 0 16,0 2-3-16,2 0 3 15,-2 1-1-15,0 3-1 16,-3-2-2-16,0 5-9 16,0-5-4-16,0 2-13 15,0 3-19-15,0-3-40 16,0 0-110-16</inkml:trace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41:23.231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26CD636-347C-4736-8F00-BF7A30D875F1}" emma:medium="tactile" emma:mode="ink">
          <msink:context xmlns:msink="http://schemas.microsoft.com/ink/2010/main" type="writingRegion" rotatedBoundingBox="16501,11864 19806,10561 20438,12165 17133,13468"/>
        </emma:interpretation>
      </emma:emma>
    </inkml:annotationXML>
    <inkml:traceGroup>
      <inkml:annotationXML>
        <emma:emma xmlns:emma="http://www.w3.org/2003/04/emma" version="1.0">
          <emma:interpretation id="{EE3E455E-091D-4B7A-89E1-A2D3B402916C}" emma:medium="tactile" emma:mode="ink">
            <msink:context xmlns:msink="http://schemas.microsoft.com/ink/2010/main" type="paragraph" rotatedBoundingBox="16501,11864 19806,10561 20438,12165 17133,134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5823185-98DB-4CD6-A077-288A21627178}" emma:medium="tactile" emma:mode="ink">
              <msink:context xmlns:msink="http://schemas.microsoft.com/ink/2010/main" type="line" rotatedBoundingBox="16501,11864 19806,10561 20438,12165 17133,13468"/>
            </emma:interpretation>
          </emma:emma>
        </inkml:annotationXML>
        <inkml:traceGroup>
          <inkml:annotationXML>
            <emma:emma xmlns:emma="http://www.w3.org/2003/04/emma" version="1.0">
              <emma:interpretation id="{D91FD506-F827-49B8-A31E-51B78039D3AF}" emma:medium="tactile" emma:mode="ink">
                <msink:context xmlns:msink="http://schemas.microsoft.com/ink/2010/main" type="inkWord" rotatedBoundingBox="16802,12773 17472,12299 17728,12662 17059,1313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236 307 129 0,'0'0'8'16,"0"0"2"-16,0 0-8 16,0 0-1-16,0 0 13 15,0 0 4-15,0 0-6 16,-39 0-11-16,39 0-1 16,0 0 8-16,0 0 13 15,0 0-1-15,0 0 4 16,0 0 8-16,-11 0 5 15,-1 0-6-15,-11 0-11 16,-4 0-12-16,4 0-2 16,1 13-4-16,2 2 7 15,8 3-9-15,-2 2-3 0,1-1 3 16,6-1-2-16,1-3 1 16,3-2-2-16,3-3-4 15,-4 0 6-15,4-2 1 16,0-2 0-16,0-2 0 15,0-4 0-15,0 1 1 16,0-1-1-16,0 0-1 16,0 0-3-16,0 0 2 15,0 0 2-15,0 0 7 16,7 0 0-16,22-8 6 0,14-27 5 16,19-15-18-1,10-6 0-15,8-3-1 0,-1 4-5 16,-3 6 6-16,-11 5 9 15,-11 8 0-15,-7 13 1 16,-15 3 1-16,-13 8 0 16,-8 6-1-16,-8 2 0 15,-3 4 3-15,0 0 0 16,0 0-5-16,0-2-1 16,-3-3-7-16,-14 5 0 15,1-7-1-15,-4 3-12 16,3 2-5-16,-2 2-4 15,-1 0-5-15,-6 0-9 16,-5 0-5-16,-3 0 22 16,-2 0 15-16,-2 0-2 0,2 0-2 15,3 0 8-15,10 0 3 16,11 0 6-16,7 0-1 16,5 0 10-16,0 0-4 15,0 0-14-15,0 0-1 16,0 0-3-16,17 0 4 15,9 0 13-15,10 0 3 16,3 0-7-16,-2 0-9 16,-3 0 3-16,-3 0-2 15,-12 0-1-15,-7 0 3 16,-1 0 2-16,-11 0-4 16,0 2-1-16,0 14 0 0,0 4 7 15,0 12 12 1,-3 7 4-16,-8 4-14 0,5-5-3 15,6 4-5-15,0-6-1 16,0-8-15-16,0-4-17 16,3-9-18-16,11-10-17 15,-2-5-26-15,5 0 2 16,-1-23-39-16</inkml:trace>
        </inkml:traceGroup>
        <inkml:traceGroup>
          <inkml:annotationXML>
            <emma:emma xmlns:emma="http://www.w3.org/2003/04/emma" version="1.0">
              <emma:interpretation id="{2966A3E3-DD86-4758-9BD4-8B23E1DA2C61}" emma:medium="tactile" emma:mode="ink">
                <msink:context xmlns:msink="http://schemas.microsoft.com/ink/2010/main" type="inkWord" rotatedBoundingBox="18096,12122 18798,11846 19127,12682 18426,12958"/>
              </emma:interpretation>
              <emma:one-of disjunction-type="recognition" id="oneOf1">
                <emma:interpretation id="interp1" emma:lang="" emma:confidence="1">
                  <emma:literal>6</emma:literal>
                </emma:interpretation>
                <emma:interpretation id="interp2" emma:lang="" emma:confidence="0">
                  <emma:literal>G</emma:literal>
                </emma:interpretation>
                <emma:interpretation id="interp3" emma:lang="" emma:confidence="0">
                  <emma:literal>S</emma:literal>
                </emma:interpretation>
                <emma:interpretation id="interp4" emma:lang="" emma:confidence="0">
                  <emma:literal>s</emma:literal>
                </emma:interpretation>
                <emma:interpretation id="interp5" emma:lang="" emma:confidence="0">
                  <emma:literal>&amp;</emma:literal>
                </emma:interpretation>
              </emma:one-of>
            </emma:emma>
          </inkml:annotationXML>
          <inkml:trace contextRef="#ctx0" brushRef="#br0" timeOffset="2572.0627">1879-602 257 0,'0'0'70'0,"0"0"-59"16,0 0 1-16,0 0 8 15,0 0 2-15,0 0-7 16,-170 35-5-16,134 1-5 16,-3 2 7-16,1 5 9 15,-2 8 3-15,1 5-12 16,0 6 5-16,-1-1-5 16,9 2-7-16,3-6 1 15,12-1-2-15,7-4-3 16,9 5 3-16,0-6-3 15,19 3 0-15,24-3 1 16,8-8-2-16,8-5 0 0,6-12-15 16,-3-8 2-1,-3-9-4-15,-10-9 5 0,-13 0 6 16,-13 0 6-16,-13-20 8 16,-10-13 8-16,0-11-13 15,0-6 3-15,-3-3 14 16,-24 3-9-16,-2 7 4 15,4 11 2-15,-3 8-9 16,3 9-1-16,2 6-7 16,-3 6 0-16,0 3-6 15,-7 0 0-15,4 0 0 16,-4 16-1-16,10 2 2 0,4 11-8 16,2-4-17-1,8-1-3-15,3 1-1 0,1-4-14 16,5-3-22-16,0-3-1 15,0-6-7-15,0-9-33 16</inkml:trace>
        </inkml:traceGroup>
        <inkml:traceGroup>
          <inkml:annotationXML>
            <emma:emma xmlns:emma="http://www.w3.org/2003/04/emma" version="1.0">
              <emma:interpretation id="{BEFC2E31-7465-4482-9E98-3C63FC8ACE6A}" emma:medium="tactile" emma:mode="ink">
                <msink:context xmlns:msink="http://schemas.microsoft.com/ink/2010/main" type="inkWord" rotatedBoundingBox="17829,11341 18537,11062 18912,12015 18205,12294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1836.9238">1690-904 22 0,'0'0'77'0,"0"0"-60"16,0 0-17-16,0 0 0 16,0 0 1-16,0 0 0 15,-7 0-1-15,7 0 0 0,0 0 1 16,0 0 2-16,0 0 13 16,0 0 1-16,0 0 0 15,0 0-7-15,0 0 0 16,0 0-7-16,0 0-1 15,0 0-2-15,0 0 0 16,0 0 1-16,0 0 6 16,0 0 11-16,0 0-2 15,0 0-1-15,0 0-5 16,0 0 2-16,0 0-2 16,0 0-4-16,0 0-6 15,0 0-3-15,0 0 3 0,0 0 0 16,0 0-1-16,0 0-5 15,0 0-8-15,0 7-23 16,0-4-45-16,0-3-38 16</inkml:trace>
          <inkml:trace contextRef="#ctx0" brushRef="#br0" timeOffset="494.7075">1351-1115 410 0,'0'0'7'16,"0"0"-14"-16,0 0 5 15,0 0-18-15,0 0 8 16,0 0 12-16,6-3-4 0,-6 15 0 16,3 10 4-16,-3 16 17 15,0 9 14-15,0 20-11 16,0 14-7-16,0 13-6 15,-9 6 2-15,-8-4-7 16,0-1 4-16,5-16-4 16,2-12-2-16,1-14 0 15,1-15 1-15,8-15 1 16,-3-8-2-16,3-10-5 16,0-1-5-16,0-4-7 15,0 0-12-15,0-21-23 16,0-29-78-16</inkml:trace>
          <inkml:trace contextRef="#ctx0" brushRef="#br0" timeOffset="875.2267">920-1109 307 0,'0'0'1'15,"0"0"0"-15,0 0-1 16,0 0 17-16,0 0-6 16,0 0-11-16,3-35 2 0,27 28-2 15,12 2 4 1,10-8 5-16,10 6-8 0,10-4-1 15,10-5-7-15,3 4-3 16,-4 1-3-16,-7 0 9 16,-5 1-2-16,-27 3 6 15,-9 2 5-15,-19 5 0 16,-14 0 14-16,0 0 10 16,0 0 6-16,0 0-4 15,0 0-14-15,0 0-12 16,-3 0-5-16,-2 0-1 15,5 0-7-15,0 0-13 16,0 0-1-16,0 0-7 16,0 0-9-16,0 0 0 0,0 4-2 15,5-3-14-15,1-1-18 16,0 0-26-16</inkml:trace>
        </inkml:traceGroup>
        <inkml:traceGroup>
          <inkml:annotationXML>
            <emma:emma xmlns:emma="http://www.w3.org/2003/04/emma" version="1.0">
              <emma:interpretation id="{B911CC6B-0746-4758-A56B-C5EA7FF6A740}" emma:medium="tactile" emma:mode="ink">
                <msink:context xmlns:msink="http://schemas.microsoft.com/ink/2010/main" type="inkWord" rotatedBoundingBox="19214,11799 20149,11431 20378,12014 19444,12382"/>
              </emma:interpretation>
              <emma:one-of disjunction-type="recognition" id="oneOf3">
                <emma:interpretation id="interp7" emma:lang="" emma:confidence="0">
                  <emma:literal>"I</emma:literal>
                </emma:interpretation>
                <emma:interpretation id="interp8" emma:lang="" emma:confidence="0">
                  <emma:literal>"T</emma:literal>
                </emma:interpretation>
                <emma:interpretation id="interp9" emma:lang="" emma:confidence="0">
                  <emma:literal>"H</emma:literal>
                </emma:interpretation>
                <emma:interpretation id="interp10" emma:lang="" emma:confidence="0">
                  <emma:literal>"y</emma:literal>
                </emma:interpretation>
                <emma:interpretation id="interp11" emma:lang="" emma:confidence="0">
                  <emma:literal>'T</emma:literal>
                </emma:interpretation>
              </emma:one-of>
            </emma:emma>
          </inkml:annotationXML>
          <inkml:trace contextRef="#ctx0" brushRef="#br0" timeOffset="3090.9155">2329-564 38 0,'0'0'61'16,"0"0"4"-16,0 0-1 15,0 0-19-15,0 0-5 16,0 0-21-16,199 54-11 15,-160-51-8-15,-3-3-7 16,4 0-51-16,-3 0-50 16,6 0-52-16</inkml:trace>
          <inkml:trace contextRef="#ctx0" brushRef="#br0" timeOffset="2893.4098">2472-724 382 0,'0'0'19'0,"0"0"-19"15,0 0-4-15,0 0-2 16,0 0 6-16,0 0 12 16,146-42-12-16,-79 36-13 15,-2 5-20-15,-11 1 26 16,-4 0-39-16,-18 0-14 16,-15 0-12-16,-17 0-20 0</inkml:trace>
          <inkml:trace contextRef="#ctx0" brushRef="#br0" timeOffset="3433.781">3219-1024 235 0,'0'0'163'0,"0"0"-139"15,0 0-22-15,0 0 4 16,0 0 11-16,0 0-9 16,0-21-8-16,0 21-1 15,0 4 1-15,0 27 0 0,-14 23 20 16,-11 16 0-1,-4 18-5-15,-1 5-11 0,1-1-2 16,0-10-1-16,6-9-1 16,4-11 2-16,5-14-2 15,8-17 0-15,3-13-3 16,3-10-5-16,0-5 2 16,0 1 5-16,0-4-5 15,0 0-8-15,0 0-11 16,0-12-32-16,0-20-72 15,3-5-140-15</inkml:trace>
        </inkml:traceGroup>
      </inkml:traceGroup>
    </inkml:traceGroup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32:45.714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BFC6157-2BA2-46D1-B641-056242FED4E3}" emma:medium="tactile" emma:mode="ink">
          <msink:context xmlns:msink="http://schemas.microsoft.com/ink/2010/main" type="inkDrawing" rotatedBoundingBox="16279,5545 18397,5617 18359,6741 16241,6669" hotPoints="18343,6332 17117,6697 16031,6021 17257,5655" semanticType="enclosure" shapeName="Ellipse"/>
        </emma:interpretation>
      </emma:emma>
    </inkml:annotationXML>
    <inkml:trace contextRef="#ctx0" brushRef="#br0">-3169-319 18 0,'175'-3'13'0,"-195"10"0"16,1-2 2-16,-1 1-2 15,5-3 4-15,1 4 4 0,1-7 1 16,1 0 1 0,1 0-2-16,-6 0-6 0,2 0-7 15,-7 0 4 1,-6 0-6-16,9 0 1 0,-1-7 4 16,0 1 4-16,11-1-2 15,-4 2-7-15,1-1 1 16,-5-2 5-16,-3-2-6 15,-2-3-5-15,-7-3 3 16,-7-1-1-16,-1-1-1 16,-2 4 1-16,4-1-2 15,-1 0 2-15,2 2-3 16,6 3 1-16,-2-1-1 16,1 1 0-16,0 2 0 15,-1-2 0-15,4 2 0 0,0 2 0 16,-4-3 0-16,4 4 0 15,1-3 0-15,2 3 0 16,3-3 0-16,-2 1 0 16,2-1 1-16,-3 5-1 15,-2-4 0-15,-6 6-2 16,0-2 2-16,-3-1 0 16,1 1-2-16,1 0 1 15,-1 3 1-15,1-2-1 16,2 2 1-16,1 0 0 15,0 0 0-15,-1 0 0 16,1 0 0-16,4 0 0 0,-3 0 1 16,3 0 0-1,-9 0 3-15,0 0-4 0,0 0 5 16,-2 0 0-16,10 0-1 16,1 0-3-16,-4 0 2 15,2 2 4-15,1 8-3 16,0 1-4-16,4 4-3 15,-1 1 3-15,6 2 1 16,-2 0 1-16,-1 3-2 16,3 2 0-16,1-1 2 15,-3-3-1-15,6 5 0 16,-1-4 3-16,5 2-3 16,-1-3-1-16,4-4 0 15,3 3 0-15,-4-2 4 16,0-3-4-16,4 3 1 0,-3-2 0 15,3 0-1 1,3 1 0-16,0 5 0 0,0 2 0 16,0 6 0-16,0 5 0 15,0 2 0-15,0 0 0 16,0 4 1-16,0-1 0 16,6-1-1-16,3-2 1 15,5-2 1-15,-4-6-2 16,2 0 2-16,2-11-2 15,-2 8 0-15,8-4 0 16,7 1 0-16,-1 5 11 16,10-1 4-16,9-4-5 0,10 7 0 15,4-5 8 1,6 0-13-16,0-2 1 0,0-3-5 16,-3 3 1-16,-3-4 1 15,0-1-3-15,-3-9 2 16,-11-1-1-16,-2-3-1 15,-4 1 2-15,-4-4 0 16,9 0 0-16,-7 0 2 16,13 0-3-16,-1 0 1 15,4 0-2-15,-2 0-1 16,2-7 1-16,-2-6 1 16,-5-3 0-16,-1 1-1 15,2-3 1-15,-5 3-1 0,1-3 0 16,-1 2 0-16,-4 1 0 15,1 0 0-15,1-2 0 16,2 2-1-16,-6-3 0 16,-2 1 1-16,-6-1 2 15,1-3-2-15,4-5 0 16,-1-5-1-16,-2-2 1 16,-1-1 3-16,1-9-3 15,-4 2 0-15,-6 1-2 16,-4 1 2-16,-4 4 0 15,-4 3 2-15,-5 7 0 16,-3 7 0-16,0 0-1 0,0 3-1 16,0 3 2-16,0-3-2 15,-3 3-2-15,-11-4-1 16,-5-2 1-16,-7-3 2 16,-4 3-4-16,-2-2 1 15,-4 2-1-15,-4 3-4 16,1 1 1-16,-6 5-3 15,2 0 1-15,4 2-19 16,7 6-2-16,5 1-8 16,4 0-43-16,8 0-23 15,8 0-35-15</inkml:trace>
    <inkml:trace contextRef="#ctx0" brushRef="#br0" timeOffset="-1430.4207">-3169-319 14 0,'0'0'0'0</inkml:trace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32:50.84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241393C-1ED2-4044-8C60-5CFC6C8911BA}" emma:medium="tactile" emma:mode="ink">
          <msink:context xmlns:msink="http://schemas.microsoft.com/ink/2010/main" type="inkDrawing" rotatedBoundingBox="21092,6657 23760,6068 24105,7630 21437,8219" hotPoints="24108,6676 22931,7875 21276,7585 22453,6385" semanticType="enclosure" shapeName="Ellipse"/>
        </emma:interpretation>
      </emma:emma>
    </inkml:annotationXML>
    <inkml:trace contextRef="#ctx0" brushRef="#br0">2508 144 73 0,'0'0'0'0,"0"0"-10"16,0 0 10-16,0 0 0 15,0 0 23-15,0 0 1 16,-3-11-8-16,3 11-3 16,0 0 7-16,0 0 1 0,0 0-7 15,0 0-4 1,0 0-6-16,-8 0-2 0,-1 0-1 16,-8 0 4-16,-14 0 4 15,-12 0 1-15,-10 0 4 16,-6 0-2-16,-6 0 0 15,-13-6 3-15,0 3-3 16,-3-3 1-16,2 1-2 16,8-2 1-16,1 4-9 15,8 3 0-15,5 0 1 16,1 0-3-16,11 3 4 16,-1 12-1-16,4 2-3 15,-2 1 0-15,6 0 0 0,-1 3 2 16,3 0-3-1,-4-3 2-15,1 3 0 0,-3 4 2 16,-1-2 0-16,1 0 1 16,3-2 3-16,-4 3 1 15,4-1-5-15,1-3 3 16,-1 1-5-16,-1-3 2 16,1 0 2-16,0 0-4 15,-1-4 1-15,6-3 2 16,-3 2 2-16,4-2-3 15,4 4-1-15,-4-2 1 16,7 3-2-16,-2 4-1 0,-3-2 1 16,-1 6-1-16,-1-1 0 15,-3 0 1-15,-2 3 2 16,5 1-4-16,-4-6 2 16,9 2-2-16,2-2 1 15,-4-1 2-15,1-2-2 16,3-1-1-16,-1 1 0 15,12-6 0-15,1 1-1 16,4 3 1-16,1-3 0 16,0 0 1-16,-2 5 0 15,-3-4 4-15,8 8-3 16,-3 1-1-16,2 3 3 16,4 6 3-16,3 3-2 0,0 8-2 15,0 4 2 1,3 4 0-16,24 3-3 0,2 0 3 15,13 6-1-15,11-4-1 16,8-4 2-16,11 0-1 16,13-4 0-16,6-4 0 15,16-6 0-15,11-9-3 16,6-9-1-16,9-9 0 16,5-9 0-16,2-2-3 15,-6 0-1-15,-4-23-5 16,-12-5 5-16,-8-3 4 15,-9-2 0-15,-7-2 0 16,-5-3 0-16,-7 0 1 16,-14 0-1-16,-9-4 0 0,-4 4 0 15,-10 1 3-15,-3 1-3 16,-5 6 0-16,-1 1 0 16,-4 6 3-16,1 2-3 15,0-2-1-15,-4 0 1 16,4 0 1-16,-10-1-1 15,3-2 1-15,-7 4-1 16,1-4 11-16,-3 3-6 16,-8-1-3-16,-3 1-1 15,-3-1 0-15,-3-1 8 16,0-6-4-16,0-5-3 16,0-7 1-16,-3-6-3 15,-12-1 0-15,-2-1 1 0,0 0 0 16,1-3 1-16,-1 5 0 15,5-3-2-15,-2-2 1 16,2 5 0-16,5-2-1 16,-5 1 0-16,4 6 0 15,-7 3 0-15,-2 1-1 16,-2 0-5-16,-7 5 3 16,-4 3-4-16,-2 9-3 15,-7 3-5-15,-7 7-1 16,-4 8 4-16,-4 3-13 15,1 2-6-15,11 0-4 16,8 0-8-16,16 0 4 0,5 0-17 16,13 7-16-1,0 17-26-15,0 6 26 0</inkml:trace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49:01.83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269DBEA-3F82-4280-B107-05D50A5938A0}" emma:medium="tactile" emma:mode="ink">
          <msink:context xmlns:msink="http://schemas.microsoft.com/ink/2010/main" type="writingRegion" rotatedBoundingBox="9902,3970 16600,4097 16580,5150 9882,5024"/>
        </emma:interpretation>
      </emma:emma>
    </inkml:annotationXML>
    <inkml:traceGroup>
      <inkml:annotationXML>
        <emma:emma xmlns:emma="http://www.w3.org/2003/04/emma" version="1.0">
          <emma:interpretation id="{1EE7FE79-1A8E-4910-9C94-D6B0E8ACFF6B}" emma:medium="tactile" emma:mode="ink">
            <msink:context xmlns:msink="http://schemas.microsoft.com/ink/2010/main" type="paragraph" rotatedBoundingBox="9902,3970 16600,4097 16580,5150 9882,502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E76B0A3-8015-4E39-A353-B98372A971AF}" emma:medium="tactile" emma:mode="ink">
              <msink:context xmlns:msink="http://schemas.microsoft.com/ink/2010/main" type="line" rotatedBoundingBox="9902,3970 16600,4097 16580,5150 9882,5024"/>
            </emma:interpretation>
          </emma:emma>
        </inkml:annotationXML>
        <inkml:traceGroup>
          <inkml:annotationXML>
            <emma:emma xmlns:emma="http://www.w3.org/2003/04/emma" version="1.0">
              <emma:interpretation id="{32FEEEE2-94E2-4151-84FF-BC59DEF7F8B8}" emma:medium="tactile" emma:mode="ink">
                <msink:context xmlns:msink="http://schemas.microsoft.com/ink/2010/main" type="inkWord" rotatedBoundingBox="9900,4072 12663,4124 12646,4994 9884,494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984 421 212 0,'0'0'31'16,"0"0"-31"-16,0 0 0 16,0 0 14-16,0 0-10 15,0 0-4-15,0 0 0 16,0 0 3-16,0 0 19 15,0 0-7-15,0 15-15 16,-6 14 24-16,-17 12 4 16,-13 7-10-16,-13 7-6 15,-10-3-5-15,-3 5-1 0,-3-12-5 16,9-3 4-16,11-9-3 16,16-10 0-16,12-7-1 15,14-16-2-15,3 0-3 16,0 0-15-16,23 0-2 15,36-16 15-15,23-17-11 16,15-6 1-16,1-4-27 16,-10 3 19-16,-16 7 12 15,-26 13 6-15,-15 7 6 16,-17 12 1-16,-8-3 1 16,-6 4-2-16,0 0-9 15,0 0-9-15,0 0-10 16,0 0 12-16,0 0 16 0,-3 5 6 15,-9-1-6 1,-5-4 5-16,-2 3 12 0,-4-3-1 16,-4 0 0-16,4 0-1 15,0-7 8-15,1-6-8 16,9-5-3-16,9-3-2 16,4-5-3-16,0 1 5 15,0 0-11-15,20 4 5 16,2 3-3-16,-5 7 7 15,0 5-8-15,-11 2 4 16,-6 2-1-16,0 2 6 16,0 0-5-16,0 0-6 15,0 12-8-15,0 17 8 16,0 7 12-16,0 5-5 0,0 0-3 16,0-3-3-16,0 1 1 15,0-7-2-15,0-4 0 16,0-3-4-16,0-7-5 15,0-2-4-15,0-1-15 16,0 0-15-16,0-4-13 16,0 2-15-16,0-6-34 15</inkml:trace>
          <inkml:trace contextRef="#ctx0" brushRef="#br0" timeOffset="459.3405">1754 303 235 0,'0'0'23'15,"0"0"-20"-15,0 0-3 16,-167 110 24-16,122-58-3 16,5 0-10-16,12 1-4 15,8-2-1-15,6-11 4 16,11-5 0-16,3-7-5 0,0-11-5 16,0-2 0-16,3-8 0 15,17 1 3-15,0-8-2 16,2 0 4-16,-2 0-4 15,-3-4 8-15,-5-13 9 16,-5-8 11-16,-4 6 8 16,-3 2-12-16,0 4 1 15,0 5-19-15,-22 5-4 16,-8-1 2-16,-5 4-5 16,-8 0 0-16,1 0-16 15,9 17-31-15,7 1-14 16,9 4-24-16,11-5-18 0,6 1-25 15</inkml:trace>
          <inkml:trace contextRef="#ctx0" brushRef="#br0" timeOffset="1072.1248">2162 480 198 0,'0'0'50'0,"0"0"-43"16,0 0 38-16,0 0 0 0,0 0-3 16,0 0-12-1,231 3-10-15,-156-3-9 16,-3 0-3-16,-10 0-2 0,-7 0-6 16,-13 0-4-16,-12 0-22 15,-10 0-48-15,-11 0-36 16,-6 0-33-16</inkml:trace>
          <inkml:trace contextRef="#ctx0" brushRef="#br0" timeOffset="840.682">2498 215 262 0,'0'0'56'0,"0"0"-55"15,0 0 19-15,0 0 9 16,0 0-21-16,0 0 0 16,-27 82 10-16,1-33-4 15,0 0 11-15,3 1 9 16,4-7-27-16,5-1-3 16,5-10-4-16,6-8-1 15,-1-13-3-15,4-2-18 0,0-6-35 16,0-3-45-1,0 0-18-15,0 0-25 0</inkml:trace>
          <inkml:trace contextRef="#ctx0" brushRef="#br0" timeOffset="-840.0507">120 1 119 0,'0'0'36'16,"0"0"-36"-16,0 0 0 15,0 0 2-15,0 0 17 16,0 0-15-16,0 0-4 16,0 0 0-16,0 0 5 15,0 0 4-15,0 0 0 16,0 0 5-16,0 0-3 16,0 0-6-16,0 0-3 15,0 0-2-15,0 0 0 16,0 0-2-16,0 0-2 15,3 0-1-15,0 0 5 0,1-2 4 16,-4 2-2-16,3 0 3 16,-3 0-3-16,0 0 0 15,0 0 4-15,0 0 4 16,0 0-3-16,0 0-1 16,0 0 0-16,0 0 1 15,0 0-7-15,0 14-5 16,0 15 5-16,0 7 16 15,0 8 4-15,-22 6-4 16,-5 1-5-16,4-5 2 0,-3-8-5 16,10 1 0-1,3-8 3-15,6-5-1 0,7-2-10 16,0-6-1-16,0-1-2 16,10-6 1-16,19-1 2 15,7-8 1-15,4-2 6 16,-1 0-2-16,3-12-5 15,1-14 2-15,-4-5 0 16,-7-5-4-16,-6 2 2 16,-4 1 0-16,-2 10 3 15,-9 7-3-15,-5 14 6 16,-6 2 1-16,0 0-7 16,0 0-17-16,0 0-3 15,0 18 14-15,0 10 6 16,0 5 4-16,0-7 2 0,7-3-5 15,2-2-1-15,8-6 1 16,-5-4-2-16,5-2 0 16,-4-6 1-16,-7-3 15 15,-3 0 9-15,-3 0 3 16,0 0 6-16,0-3-8 16,0-17-15-16,0-3 6 15,0-2-12-15,0-3 0 16,0-3 2-16,0 5 10 15,0 3-16-15,0 0-3 16,0 2-3-16,3 8-12 16,8 0-10-16,1 4 0 15,-1 0 2-15,2 0-29 16,-4 3-16-16,2 5-27 0,-5-3-37 16</inkml:trace>
        </inkml:traceGroup>
        <inkml:traceGroup>
          <inkml:annotationXML>
            <emma:emma xmlns:emma="http://www.w3.org/2003/04/emma" version="1.0">
              <emma:interpretation id="{7EA16014-4DB0-47EC-94DA-F6EF7CEDC4F1}" emma:medium="tactile" emma:mode="ink">
                <msink:context xmlns:msink="http://schemas.microsoft.com/ink/2010/main" type="inkWord" rotatedBoundingBox="14122,4050 16600,4097 16580,5150 14102,510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718.5143">5572 116 194 0,'0'0'25'16,"0"0"-9"-16,0 0 28 15,0 0 5-15,0 0-19 16,0 0-6-16,0-20-14 16,0 20-10-16,-6 6 0 15,-20 19 11-15,-14 17 6 16,-5 7-2-16,3 7 4 15,2 6-7-15,7-6-12 16,13-3 1-16,11-7-1 16,6-7 0-16,3-14-11 15,0-4-8-15,17-6-18 0,22-9 22 16,10-6 15 0,5 0-27-16,-1-6 8 0,-7-23 1 15,-10-6 18-15,-13-4 5 16,-7-4 12-16,-7-4-3 15,2 0-7-15,-2 6 18 16,-3 8-13-16,2 17 3 16,-5 3 6-16,0 9-3 15,0 4-18-15,0 0-10 16,10 0-11-16,7 13 18 16,9 12 3-16,10 6 2 15,6-8-1-15,2-5 3 0,-4-7 0 16,-9-11-4-1,0 0 10-15,-9 0 4 0,-5-3 13 16,-6-17 9-16,-8-9 6 16,-6-2-23-16,0-3-6 15,0-4 12-15,-17-6-25 16,-12 0 0-16,4 3-3 16,0 6 3-16,13 11-6 15,6 13-7-15,2 7-20 16,4 4-47-16,-3 0-70 15,3 24-30-15,-9 15 55 16</inkml:trace>
          <inkml:trace contextRef="#ctx0" brushRef="#br0" timeOffset="2952.3557">4699 24 247 0,'0'0'4'0,"0"0"-4"16,0 0-2-16,0 0 2 15,0 0 8-15,0 0 4 16,0 0-7-16,-43 0-4 0,43 0 0 16,0 0 23-16,0 0 8 15,0 0-20-15,0 0-5 16,0 0 2-16,0 0-3 16,0 0 2-16,0 0 1 15,0 0-1-15,0 0-2 16,0-2 7-16,0-1 1 15,0 1-4-15,0 2-1 16,0 0 1-16,0 0 2 16,0-4-5-16,0 4-5 15,0 0-2-15,0 0 2 16,0 0 2-16,0 0 2 16,0 0-3-16,0 0 1 0,0 0-4 15,-7 0-1-15,-13 6-8 16,-15 30 5-16,-10 7 4 15,-11 14 1-15,0 3 0 16,5 5 0-16,5 2-1 16,7 2 0-16,6-2 0 15,7-8 0-15,9-13-2 16,11-7 2-16,3-16-4 16,3-5-4-16,0-10-6 15,0-6-11-15,0-2 17 16,6 0 8-16,23 0 19 0,7-31-19 15,7-14-6 1,-1-7 5-16,-3-10-6 0,1-2 7 16,-4 0-5-16,-1 4 4 15,1 8 1-15,0-1 4 16,-1 9-2-16,1 6 1 16,-2 9-3-16,-12 11 0 15,-5 7 14-15,-11 8-2 16,-3-1 0-16,-3 4 1 15,0 0 2-15,0 0-2 16,0 0-1-16,0 0-12 16,0 0-4-16,0 18-4 15,0 20 8-15,0 9 19 16,0 7-12-16,0 2-5 16,0-4 3-16,0 0-4 0,6-1 1 15,8-8 0-15,2-1-2 16,-3-11 0-16,0-4 0 15,1-6 0-15,-8-7 2 16,0-6-2-16,-3-4 0 16,-3-1 0-16,0-3 4 15,0 0 2-15,0 0-3 16,0 0-1-16,0 0 2 16,0 0 1-16,0 0-5 15,0 0 0-15,0 0-7 0,-12 6-3 16,-18 1 7-1,-2 6-3-15,-8-4-4 0,1 2 6 16,3-5 0-16,1 1-2 16,-1-4 5-16,-1-1 1 15,-5-2-6-15,7 0-2 16,5 0-3-16,13 0-7 16,11 0-10-16,6 0-13 15,0 0-23-15,0 0-20 16,0 3-27-16,0 3-39 15</inkml:trace>
          <inkml:trace contextRef="#ctx0" brushRef="#br0" timeOffset="5360.6265">6231 450 85 0,'0'0'34'16,"0"0"-31"-16,0 0 22 16,0 0 17-16,0 0-12 15,0 0-13-15,3-14 7 16,0 14 4-16,-3 0 9 16,0 0 1-16,0 0-17 15,0 0-10-15,0 0 0 16,0 0-4-16,0 0-7 0,0 0-10 15,0 0 1-15,0 16 9 16,-12 15 15-16,-11 10 15 16,-13 8-9-16,-6 5-11 15,-14 5 8-15,-6-7-10 16,0-1 4-16,7-12-9 16,8-3-2-16,13-10 1 15,11-8 0-15,15-6-2 16,8-9-2-16,0-3-5 15,0 0-9-15,31 0-25 16,20 0 30-16,25-7 1 16,8-14 0-16,-2-1-5 15,-8-2-2-15,-12 6 6 16,-12 2-3-16,-15 4 11 0,-15 1 3 16,-7 4 6-16,-7 1-1 15,-6 3 4-15,0 3 2 16,0-5-1-16,0-3-3 15,0 3-4-15,-3-7 4 16,-10-2 12-16,-7-4-10 16,8 0-1-16,-2 0-1 15,2 5 6-15,5 1 3 16,3-2 2-16,4-3-9 16,0 1 1-16,0-4-7 15,0 2-3-15,4-3 6 16,6 6-6-16,-1 4 10 15,-6 6-1-15,2 1-1 0,-5 1 4 16,0 3-4-16,0 0-5 16,0 0-3-16,0 0 0 15,0 0 2-15,0 0 7 16,0 0-1-16,0 0-3 16,0 0-5-16,0 0 0 15,-5 3-9-15,-10 22 1 16,-2 18 5-16,-8 6 3 15,5 8 0-15,0 3 4 16,4-1-2-16,5-3-1 16,2-9-1-16,6-9-1 15,3-4 1-15,0-13 0 16,0-4 0-16,0-10-1 0,0-3 1 16,0 1-1-16,0 1-2 15,0 1 2-15,0-2 0 16,0 1-10-16,0-4-17 15,0 3-16-15,0-5-26 16,3 0-53-16,-3 0-46 16</inkml:trace>
          <inkml:trace contextRef="#ctx0" brushRef="#br0" timeOffset="4190.2215">6658 333 350 0,'0'0'14'15,"0"0"-14"-15,0 0-7 16,0 0 7-16,0 0 7 0,-74 168-1 15,51-114-5 1,3 0 0-16,7-5 1 0,7 0 1 16,6-3 3-16,0-7-2 15,0-5-4-15,0-8 3 16,22-5-2-16,4-10 5 16,0-1-5-16,1-10 1 15,-4 0 5-15,-4 0 7 16,-7 0 5-16,-1-12 2 15,-8-11 3-15,-3-1-15 16,0 4 6-16,0 2 7 16,-3 2-5-16,-20 9-17 15,-13 4-1-15,-6 3-5 16,-4 0 0-16,-4 0-20 0,8 21-18 16,13 2-36-16,10 0-28 15,16 3-9-15,3-6-31 16</inkml:trace>
        </inkml:traceGroup>
      </inkml:traceGroup>
    </inkml:traceGroup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49:08.798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8BCB936-0B62-4333-9A17-21EB12000B0A}" emma:medium="tactile" emma:mode="ink">
          <msink:context xmlns:msink="http://schemas.microsoft.com/ink/2010/main" type="writingRegion" rotatedBoundingBox="13575,2905 15812,2905 15812,4868 13575,4868"/>
        </emma:interpretation>
      </emma:emma>
    </inkml:annotationXML>
    <inkml:traceGroup>
      <inkml:annotationXML>
        <emma:emma xmlns:emma="http://www.w3.org/2003/04/emma" version="1.0">
          <emma:interpretation id="{F329242B-384B-4D7D-8369-649484CA09C4}" emma:medium="tactile" emma:mode="ink">
            <msink:context xmlns:msink="http://schemas.microsoft.com/ink/2010/main" type="paragraph" rotatedBoundingBox="13575,2905 15812,2905 15812,4868 13575,48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693CF7A-AFE5-4E6D-B864-A2364EC0F242}" emma:medium="tactile" emma:mode="ink">
              <msink:context xmlns:msink="http://schemas.microsoft.com/ink/2010/main" type="line" rotatedBoundingBox="13575,2905 15812,2905 15812,4868 13575,4868"/>
            </emma:interpretation>
          </emma:emma>
        </inkml:annotationXML>
        <inkml:traceGroup>
          <inkml:annotationXML>
            <emma:emma xmlns:emma="http://www.w3.org/2003/04/emma" version="1.0">
              <emma:interpretation id="{5CFE45DC-1EC7-439E-904E-63B835DFB3AE}" emma:medium="tactile" emma:mode="ink">
                <msink:context xmlns:msink="http://schemas.microsoft.com/ink/2010/main" type="inkWord" rotatedBoundingBox="13575,2905 15812,2905 15812,4868 13575,4868"/>
              </emma:interpretation>
              <emma:one-of disjunction-type="recognition" id="oneOf0">
                <emma:interpretation id="interp0" emma:lang="" emma:confidence="0">
                  <emma:literal>Y</emma:literal>
                </emma:interpretation>
                <emma:interpretation id="interp1" emma:lang="" emma:confidence="0">
                  <emma:literal>p</emma:literal>
                </emma:interpretation>
                <emma:interpretation id="interp2" emma:lang="" emma:confidence="0">
                  <emma:literal>y</emma:literal>
                </emma:interpretation>
                <emma:interpretation id="interp3" emma:lang="" emma:confidence="0">
                  <emma:literal>?</emma:literal>
                </emma:interpretation>
                <emma:interpretation id="interp4" emma:lang="" emma:confidence="0">
                  <emma:literal>r</emma:literal>
                </emma:interpretation>
              </emma:one-of>
            </emma:emma>
          </inkml:annotationXML>
          <inkml:trace contextRef="#ctx0" brushRef="#br0">198 1132 79 0,'0'0'30'0,"0"0"-25"16,0 0 13-16,0 0 4 16,0 0-4-16,0 0-1 15,-115 14-3-15,109-14 1 16,6 4 4-16,0-4 0 0,0 0-11 16,0 4 2-16,-3-4 11 15,3 0-2-15,0 0-7 16,-7 2-5-16,4-1-3 15,-9 10-2-15,-2-4 1 16,5 6 0-16,-5-1-2 16,4-4-1-16,7 5-1 15,0-5 0-15,3-2 2 16,0 1-2-16,0-7 2 16,0 0-1-16,0 0 4 15,0 0 5-15,0 0 7 16,0 0 12-16,0 0 0 0,0 0-4 15,0 0-3-15,0 0-2 16,0 0-5-16,0 0-4 16,0 0-6-16,0 0 0 15,0 0-3-15,0 0 0 16,0 0 0-16,0 0-1 16,0-11-5-16,0 4 1 15,0-4 4-15,0 1 0 16,0 0 5-16,6-1-3 15,-2-1 0-15,-1-1 5 16,0-3 2-16,0-2-7 16,-3-8 4-16,3 0-5 15,-3-7-1-15,3-8 2 0,5-3 0 16,-2-7-2 0,8-3 0-16,5-2-3 0,10-4 0 15,7-4-3-15,10 1 1 16,2 0-4-16,8 2-5 15,6 3 7-15,9-1-8 16,8 3-2-16,3 3 16 16,-1 6-5-16,-7 6 4 15,-12 8 2-15,-16 13 4 16,-19 5 4-16,-10 9 4 16,-14 4 0-16,0 2-3 15,-3 0-9-15,0 0-2 0,0 0-4 16,0 0-3-1,0 0-3-15,0 0-1 0,0 0 2 16,0 0-3-16,0 0 9 16,0 0-9-16,0 0 1 15,0 0-9-15,0 0 13 16,0 0-4-16,-6-6 10 16,-14-2 0-16,-4-9-3 15,1 4-8-15,0-3 14 16,11 9 1-16,5-4 5 15,1 6 0-15,3 3 0 16,-3-4 1-16,6 6-2 16,-5 0-3-16,5 0 0 15,0 0-1-15,0 0 0 16,0 0 4-16,0 0 3 0,0 0-8 16,27 0-6-16,16 0 6 15,8 3 5-15,2 18 7 16,-8 4-3-16,-8 8-9 15,-15 1-7-15,-9 5 1 16,-10-3 1-16,-3 2 5 16,0-3 5-16,0-2-2 15,0-2-3-15,0-5 2 16,-6-2 3-16,6-2-5 16,-4-5-10-16,4-6-28 15,0 0 0-15,0-1-7 16,0-3 6-16,0-6-17 0,0 3-24 15,0-4-27 1</inkml:trace>
          <inkml:trace contextRef="#ctx0" brushRef="#br0" timeOffset="793.789">1835 0 155 0,'0'0'40'16,"0"0"-29"-16,0 0 30 16,0 0 6-16,0 0-17 15,0 0-11-15,-36-97-7 16,36 79-1-16,0-5 4 16,0-6 1-16,0-4-16 15,0-4-9-15,16-6 3 0,10 1 3 16,4-6-5-1,5 4 7-15,-1 5-5 0,-6 8 4 16,-2-2 3-16,-9 7-1 16,-1 2 2-16,-7 1-1 15,-1 3 2-15,-5 0 0 16,0 2-1-16,-3 2-2 16,0 0 10-16,0 4-2 15,0 3-5-15,-3 0-3 16,-14 0 0-16,-2 7-8 15,-4 2 5-15,-3 0 1 16,0 0-5-16,-4 13 4 16,1 23 3-16,7 8 4 15,-1 6-2-15,13 6 2 16,10 2 2-16,0 2-5 16,0-3 5-16,10-6 0 0,13-4-1 15,-1-9-2-15,1-4-2 16,-3-3 4-16,-4-11-1 15,0-5-4-15,0-7 0 16,1-2 2-16,3-6 0 16,2 0 7-16,-2 0 4 15,0 0-6-15,2 0-6 16,-2-6 6-16,-3-2 0 16,2-4 0-16,-4 0 1 15,2 1-5-15,0-7 1 16,-4 4-4-16,-7-4-1 0,0 5 1 15,-3-1-18-15,-3 8 4 16,0 1-5-16,0 5-10 16,5 0-24-16,-2 0-41 15,3 0-36-15</inkml:trace>
        </inkml:traceGroup>
      </inkml:traceGroup>
    </inkml:traceGroup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49:12.360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8DB5CC9-E5AE-4A7D-B0CE-27A2B55961FB}" emma:medium="tactile" emma:mode="ink">
          <msink:context xmlns:msink="http://schemas.microsoft.com/ink/2010/main" type="inkDrawing" rotatedBoundingBox="14666,5786 17076,5738 17077,5760 14667,5808" shapeName="Other"/>
        </emma:interpretation>
      </emma:emma>
    </inkml:annotationXML>
    <inkml:trace contextRef="#ctx0" brushRef="#br0">-2 46 26 0,'0'0'44'16,"0"0"-42"-16,0 0 1 16,0 0 8-16,0 0 0 15,0 0 1-15,0 0-2 16,0 0 2-16,0 0 18 0,0 0 10 16,0 0-12-16,-3 0-12 15,3 0-4-15,0 0 4 16,0 0 4-16,0 0-1 15,0 0-3-15,0 0-2 16,0 0-5-16,0 0-1 16,0 0 2-16,0 0-10 15,0 0-3-15,14 0-8 16,22 0 11-16,26 0 8 16,26 0 0-16,22 0-8 15,14-2-1-15,14-5-1 16,-2 4-7-16,-2-5 6 0,-3 1 2 15,-15 2 1-15,-1-1 1 16,-21 3 3-16,-16 1-1 16,-19 2-2-16,-22 0-1 15,-12 0 0-15,-12 0 0 16,-3 0 0-16,-1 0 0 16,2 0 1-16,-5 0 0 15,4 0 1-15,-4 0 1 16,4 0-2-16,-3 0 2 15,-4 0-2-15,0 0-1 16,-3 0 2-16,0 0 5 16,0 0 5-16,0 0 0 15,0 0-2-15,0 0-2 0,0 0-2 16,0 0 0 0,3 0-2-16,11 0-2 0,9 0 2 15,16 0 8-15,6 0-3 16,11 0 0-16,-1 0-3 15,1 0-5-15,0 0 1 16,-2 0 3-16,-1 0-4 16,-2 0 4-16,-8 0 1 15,-1 0 0-15,4 0 3 16,0 0-1-16,-3 0 0 16,-8 0-4-16,-5 0-3 15,-11 0 2-15,-6 0-2 0,-10 0-1 16,-3 0 0-1,0 0-1-15,0 0-1 0,0 0 1 16,0 0 1-16,0 0 1 16,0 0 2-16,0 0 3 15,0 0-1-15,0 2 0 16,0-2-1-16,0 0-1 16,0 0-1-16,0 0 1 15,0 0 0-15,0 0 1 16,0 0-2-16,0 0 5 15,0 0-1-15,0 0-4 16,0 0 0-16,0 0-2 16,0 0-4-16,0 0-15 15,0 0-28-15,0 0-49 16,0 0-50-16,-6 0-109 0</inkml:trace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4-08T04:49:14.44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2B097EB-7114-44AD-85FE-2A8B8223F369}" emma:medium="tactile" emma:mode="ink">
          <msink:context xmlns:msink="http://schemas.microsoft.com/ink/2010/main" type="inkDrawing" rotatedBoundingBox="17664,5776 19819,5822 19818,5848 17663,5801" shapeName="Other"/>
        </emma:interpretation>
      </emma:emma>
    </inkml:annotationXML>
    <inkml:trace contextRef="#ctx0" brushRef="#br0">15 33 4 0,'0'0'135'16,"0"0"-100"-16,0 0-30 0,0 0 1 15,0 0 4 1,0 0 1-16,-6-9 0 0,3 9-2 16,-1 0 3-16,4 0 16 15,0 0 2-15,0 0-8 16,0 0-9-16,0 0 9 15,0 0 0-15,0 0 0 16,0 0 2-16,0 0-3 16,0 0-3-16,0 0-2 15,0 0 1-15,0 0-2 16,0 0-3-16,0 0-1 16,0 0-3-16,0 0-8 15,16 0-8-15,23 0 8 16,24 0 15-16,24 0-7 0,25 0-3 15,8 0-2 1,17 0-3-16,7 0 4 0,9 2-2 16,3 5 2-16,-8-1-3 15,-15-1 0-15,-20 0 0 16,-14-5 4-16,-15 2 5 16,-8-2-1-16,-8 0 3 15,-6 3-2-15,-3 0 0 16,-10-3-2-16,-10 0-4 15,-7 0-1-15,-5 0-1 16,-7 0-2-16,-1 3 0 16,-1-1-2-16,-1-2 2 15,0 7-1-15,-4-7 0 0,-7 3 1 16,0 0 0 0,-3-3 0-16,-3 0 0 0,0 0-1 15,0 0 1-15,0 0 1 16,0 0-1-16,0 0 1 15,5 0-1-15,-2 2 0 16,-3-2 1-16,0 0 1 16,0 0-2-16,0 0 5 15,0 0-2-15,0 0 0 16,0 0 5-16,0 0 0 16,0 0-1-16,0 0-4 15,0 0-2-15,0 0-2 16,0 0-4-16,0 0-12 15,0 0-21-15,0 0-14 0,0 0-23 16,0 0-67-16,12 0-159 16</inkml:trace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0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0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1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4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3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8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7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80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26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6D6C9-8547-40DA-BFFA-F41AD09B55F6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8825F-A438-4232-9A98-319BC6904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4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customXml" Target="../ink/ink6.xml"/><Relationship Id="rId18" Type="http://schemas.openxmlformats.org/officeDocument/2006/relationships/image" Target="../media/image10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emf"/><Relationship Id="rId17" Type="http://schemas.openxmlformats.org/officeDocument/2006/relationships/customXml" Target="../ink/ink8.xml"/><Relationship Id="rId2" Type="http://schemas.openxmlformats.org/officeDocument/2006/relationships/image" Target="../media/image2.emf"/><Relationship Id="rId16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customXml" Target="../ink/ink4.xml"/><Relationship Id="rId1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customXml" Target="../ink/ink10.xml"/><Relationship Id="rId10" Type="http://schemas.openxmlformats.org/officeDocument/2006/relationships/image" Target="../media/image15.emf"/><Relationship Id="rId4" Type="http://schemas.openxmlformats.org/officeDocument/2006/relationships/image" Target="../media/image12.emf"/><Relationship Id="rId9" Type="http://schemas.openxmlformats.org/officeDocument/2006/relationships/customXml" Target="../ink/ink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.xml"/><Relationship Id="rId18" Type="http://schemas.openxmlformats.org/officeDocument/2006/relationships/image" Target="../media/image25.emf"/><Relationship Id="rId26" Type="http://schemas.openxmlformats.org/officeDocument/2006/relationships/image" Target="../media/image29.emf"/><Relationship Id="rId39" Type="http://schemas.openxmlformats.org/officeDocument/2006/relationships/customXml" Target="../ink/ink31.xml"/><Relationship Id="rId21" Type="http://schemas.openxmlformats.org/officeDocument/2006/relationships/customXml" Target="../ink/ink22.xml"/><Relationship Id="rId34" Type="http://schemas.openxmlformats.org/officeDocument/2006/relationships/image" Target="../media/image33.emf"/><Relationship Id="rId42" Type="http://schemas.openxmlformats.org/officeDocument/2006/relationships/image" Target="../media/image37.emf"/><Relationship Id="rId7" Type="http://schemas.openxmlformats.org/officeDocument/2006/relationships/customXml" Target="../ink/ink15.xml"/><Relationship Id="rId2" Type="http://schemas.openxmlformats.org/officeDocument/2006/relationships/image" Target="../media/image11.emf"/><Relationship Id="rId16" Type="http://schemas.openxmlformats.org/officeDocument/2006/relationships/image" Target="../media/image24.emf"/><Relationship Id="rId20" Type="http://schemas.openxmlformats.org/officeDocument/2006/relationships/image" Target="../media/image26.emf"/><Relationship Id="rId29" Type="http://schemas.openxmlformats.org/officeDocument/2006/relationships/customXml" Target="../ink/ink26.xml"/><Relationship Id="rId41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customXml" Target="../ink/ink17.xml"/><Relationship Id="rId24" Type="http://schemas.openxmlformats.org/officeDocument/2006/relationships/image" Target="../media/image28.emf"/><Relationship Id="rId32" Type="http://schemas.openxmlformats.org/officeDocument/2006/relationships/image" Target="../media/image32.emf"/><Relationship Id="rId37" Type="http://schemas.openxmlformats.org/officeDocument/2006/relationships/customXml" Target="../ink/ink30.xml"/><Relationship Id="rId40" Type="http://schemas.openxmlformats.org/officeDocument/2006/relationships/image" Target="../media/image36.emf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23" Type="http://schemas.openxmlformats.org/officeDocument/2006/relationships/customXml" Target="../ink/ink23.xml"/><Relationship Id="rId28" Type="http://schemas.openxmlformats.org/officeDocument/2006/relationships/image" Target="../media/image30.emf"/><Relationship Id="rId36" Type="http://schemas.openxmlformats.org/officeDocument/2006/relationships/image" Target="../media/image34.emf"/><Relationship Id="rId10" Type="http://schemas.openxmlformats.org/officeDocument/2006/relationships/image" Target="../media/image21.emf"/><Relationship Id="rId19" Type="http://schemas.openxmlformats.org/officeDocument/2006/relationships/customXml" Target="../ink/ink21.xml"/><Relationship Id="rId31" Type="http://schemas.openxmlformats.org/officeDocument/2006/relationships/customXml" Target="../ink/ink27.xml"/><Relationship Id="rId4" Type="http://schemas.openxmlformats.org/officeDocument/2006/relationships/image" Target="../media/image18.emf"/><Relationship Id="rId9" Type="http://schemas.openxmlformats.org/officeDocument/2006/relationships/customXml" Target="../ink/ink16.xml"/><Relationship Id="rId14" Type="http://schemas.openxmlformats.org/officeDocument/2006/relationships/image" Target="../media/image23.emf"/><Relationship Id="rId22" Type="http://schemas.openxmlformats.org/officeDocument/2006/relationships/image" Target="../media/image27.emf"/><Relationship Id="rId27" Type="http://schemas.openxmlformats.org/officeDocument/2006/relationships/customXml" Target="../ink/ink25.xml"/><Relationship Id="rId30" Type="http://schemas.openxmlformats.org/officeDocument/2006/relationships/image" Target="../media/image31.emf"/><Relationship Id="rId35" Type="http://schemas.openxmlformats.org/officeDocument/2006/relationships/customXml" Target="../ink/ink29.xml"/><Relationship Id="rId8" Type="http://schemas.openxmlformats.org/officeDocument/2006/relationships/image" Target="../media/image20.emf"/><Relationship Id="rId3" Type="http://schemas.openxmlformats.org/officeDocument/2006/relationships/customXml" Target="../ink/ink13.xml"/><Relationship Id="rId12" Type="http://schemas.openxmlformats.org/officeDocument/2006/relationships/image" Target="../media/image22.emf"/><Relationship Id="rId17" Type="http://schemas.openxmlformats.org/officeDocument/2006/relationships/customXml" Target="../ink/ink20.xml"/><Relationship Id="rId25" Type="http://schemas.openxmlformats.org/officeDocument/2006/relationships/customXml" Target="../ink/ink24.xml"/><Relationship Id="rId33" Type="http://schemas.openxmlformats.org/officeDocument/2006/relationships/customXml" Target="../ink/ink28.xml"/><Relationship Id="rId38" Type="http://schemas.openxmlformats.org/officeDocument/2006/relationships/image" Target="../media/image3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13" Type="http://schemas.openxmlformats.org/officeDocument/2006/relationships/image" Target="../media/image44.emf"/><Relationship Id="rId3" Type="http://schemas.openxmlformats.org/officeDocument/2006/relationships/image" Target="../media/image39.emf"/><Relationship Id="rId7" Type="http://schemas.openxmlformats.org/officeDocument/2006/relationships/image" Target="../media/image41.emf"/><Relationship Id="rId12" Type="http://schemas.openxmlformats.org/officeDocument/2006/relationships/customXml" Target="../ink/ink37.xml"/><Relationship Id="rId17" Type="http://schemas.openxmlformats.org/officeDocument/2006/relationships/image" Target="../media/image46.emf"/><Relationship Id="rId2" Type="http://schemas.openxmlformats.org/officeDocument/2006/relationships/image" Target="../media/image38.emf"/><Relationship Id="rId16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11" Type="http://schemas.openxmlformats.org/officeDocument/2006/relationships/image" Target="../media/image43.emf"/><Relationship Id="rId5" Type="http://schemas.openxmlformats.org/officeDocument/2006/relationships/image" Target="../media/image40.emf"/><Relationship Id="rId15" Type="http://schemas.openxmlformats.org/officeDocument/2006/relationships/image" Target="../media/image45.emf"/><Relationship Id="rId10" Type="http://schemas.openxmlformats.org/officeDocument/2006/relationships/customXml" Target="../ink/ink36.xml"/><Relationship Id="rId4" Type="http://schemas.openxmlformats.org/officeDocument/2006/relationships/customXml" Target="../ink/ink33.xml"/><Relationship Id="rId9" Type="http://schemas.openxmlformats.org/officeDocument/2006/relationships/image" Target="../media/image42.emf"/><Relationship Id="rId14" Type="http://schemas.openxmlformats.org/officeDocument/2006/relationships/customXml" Target="../ink/ink3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customXml" Target="../ink/ink40.xml"/><Relationship Id="rId7" Type="http://schemas.openxmlformats.org/officeDocument/2006/relationships/customXml" Target="../ink/ink42.xml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5" Type="http://schemas.openxmlformats.org/officeDocument/2006/relationships/customXml" Target="../ink/ink41.xml"/><Relationship Id="rId10" Type="http://schemas.openxmlformats.org/officeDocument/2006/relationships/image" Target="../media/image51.emf"/><Relationship Id="rId4" Type="http://schemas.openxmlformats.org/officeDocument/2006/relationships/image" Target="../media/image48.emf"/><Relationship Id="rId9" Type="http://schemas.openxmlformats.org/officeDocument/2006/relationships/customXml" Target="../ink/ink4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9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by Backpropagation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</a:t>
            </a:r>
            <a:r>
              <a:rPr lang="en-US" i="1" dirty="0"/>
              <a:t>What is backpropagation?</a:t>
            </a:r>
            <a:r>
              <a:rPr lang="en-US" dirty="0"/>
              <a:t>” Backpropagation is a neural network learning algorithm</a:t>
            </a:r>
            <a:r>
              <a:rPr lang="en-US" dirty="0" smtClean="0"/>
              <a:t>.</a:t>
            </a:r>
          </a:p>
          <a:p>
            <a:r>
              <a:rPr lang="en-US" dirty="0"/>
              <a:t>Roughly speaking, </a:t>
            </a:r>
            <a:r>
              <a:rPr lang="en-US" dirty="0" smtClean="0"/>
              <a:t>a </a:t>
            </a:r>
            <a:r>
              <a:rPr lang="en-US" b="1" dirty="0" smtClean="0"/>
              <a:t>neural </a:t>
            </a:r>
            <a:r>
              <a:rPr lang="en-US" b="1" dirty="0"/>
              <a:t>network </a:t>
            </a:r>
            <a:r>
              <a:rPr lang="en-US" dirty="0"/>
              <a:t>is a set of connected input/output units in which each connection </a:t>
            </a:r>
            <a:r>
              <a:rPr lang="en-US" dirty="0" smtClean="0"/>
              <a:t>has a </a:t>
            </a:r>
            <a:r>
              <a:rPr lang="en-US" dirty="0"/>
              <a:t>weight associated with it. </a:t>
            </a:r>
            <a:endParaRPr lang="en-US" dirty="0" smtClean="0"/>
          </a:p>
          <a:p>
            <a:r>
              <a:rPr lang="en-US" dirty="0" smtClean="0"/>
              <a:t>During </a:t>
            </a:r>
            <a:r>
              <a:rPr lang="en-US" dirty="0"/>
              <a:t>the learning phase, the network learns by </a:t>
            </a:r>
            <a:r>
              <a:rPr lang="en-US" dirty="0" smtClean="0"/>
              <a:t>adjusting the </a:t>
            </a:r>
            <a:r>
              <a:rPr lang="en-US" dirty="0"/>
              <a:t>weights so as to be able to predict the correct class label of the input tuples. </a:t>
            </a:r>
            <a:endParaRPr lang="en-US" dirty="0" smtClean="0"/>
          </a:p>
          <a:p>
            <a:r>
              <a:rPr lang="en-US" dirty="0" smtClean="0"/>
              <a:t>Neural network </a:t>
            </a:r>
            <a:r>
              <a:rPr lang="en-US" dirty="0"/>
              <a:t>learning is also referred to as </a:t>
            </a:r>
            <a:r>
              <a:rPr lang="en-US" b="1" dirty="0"/>
              <a:t>connectionist learning </a:t>
            </a:r>
            <a:r>
              <a:rPr lang="en-US" dirty="0"/>
              <a:t>due to the </a:t>
            </a:r>
            <a:r>
              <a:rPr lang="en-US" dirty="0" smtClean="0"/>
              <a:t>connections between </a:t>
            </a:r>
            <a:r>
              <a:rPr lang="en-US" dirty="0"/>
              <a:t>units.</a:t>
            </a:r>
          </a:p>
        </p:txBody>
      </p:sp>
    </p:spTree>
    <p:extLst>
      <p:ext uri="{BB962C8B-B14F-4D97-AF65-F5344CB8AC3E}">
        <p14:creationId xmlns:p14="http://schemas.microsoft.com/office/powerpoint/2010/main" val="390313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9391" t="29554" r="20149" b="11875"/>
          <a:stretch/>
        </p:blipFill>
        <p:spPr>
          <a:xfrm>
            <a:off x="629194" y="227648"/>
            <a:ext cx="11140440" cy="656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3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069" y="365125"/>
            <a:ext cx="11131731" cy="758281"/>
          </a:xfrm>
        </p:spPr>
        <p:txBody>
          <a:bodyPr/>
          <a:lstStyle/>
          <a:p>
            <a:r>
              <a:rPr lang="en-US" dirty="0" smtClean="0"/>
              <a:t>A Multilayer Feed-forward Neural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1345474"/>
            <a:ext cx="11534503" cy="535577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multilayer </a:t>
            </a:r>
            <a:r>
              <a:rPr lang="en-US" b="1" dirty="0"/>
              <a:t>feed-forward </a:t>
            </a:r>
            <a:r>
              <a:rPr lang="en-US" dirty="0"/>
              <a:t>neural network consists of an </a:t>
            </a:r>
            <a:r>
              <a:rPr lang="en-US" i="1" dirty="0"/>
              <a:t>input layer</a:t>
            </a:r>
            <a:r>
              <a:rPr lang="en-US" dirty="0"/>
              <a:t>, one or more </a:t>
            </a:r>
            <a:r>
              <a:rPr lang="en-US" i="1" dirty="0" smtClean="0"/>
              <a:t>hidden layers</a:t>
            </a:r>
            <a:r>
              <a:rPr lang="en-US" dirty="0"/>
              <a:t>, and an </a:t>
            </a:r>
            <a:r>
              <a:rPr lang="en-US" i="1" dirty="0"/>
              <a:t>output layer</a:t>
            </a:r>
            <a:r>
              <a:rPr lang="en-US" dirty="0" smtClean="0"/>
              <a:t>.</a:t>
            </a:r>
          </a:p>
          <a:p>
            <a:r>
              <a:rPr lang="en-US" dirty="0"/>
              <a:t>Each layer is made up of units. The inputs to the network correspond to the </a:t>
            </a:r>
            <a:r>
              <a:rPr lang="en-US" dirty="0" smtClean="0"/>
              <a:t>attributes measured </a:t>
            </a:r>
            <a:r>
              <a:rPr lang="en-US" dirty="0"/>
              <a:t>for each training tuple.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inputs are fed simultaneously into the </a:t>
            </a:r>
            <a:r>
              <a:rPr lang="en-US" dirty="0" smtClean="0"/>
              <a:t>units making </a:t>
            </a:r>
            <a:r>
              <a:rPr lang="en-US" dirty="0"/>
              <a:t>up the </a:t>
            </a:r>
            <a:r>
              <a:rPr lang="en-US" b="1" dirty="0"/>
              <a:t>input layer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These inputs pass through the input layer and are </a:t>
            </a:r>
            <a:r>
              <a:rPr lang="en-US" dirty="0" smtClean="0"/>
              <a:t>then weighted </a:t>
            </a:r>
            <a:r>
              <a:rPr lang="en-US" dirty="0"/>
              <a:t>and fed simultaneously to a second layer of “neuronlike” units, known as </a:t>
            </a:r>
            <a:r>
              <a:rPr lang="en-US" dirty="0" smtClean="0"/>
              <a:t>a </a:t>
            </a:r>
            <a:r>
              <a:rPr lang="en-US" b="1" dirty="0" smtClean="0"/>
              <a:t>hidden </a:t>
            </a:r>
            <a:r>
              <a:rPr lang="en-US" b="1" dirty="0"/>
              <a:t>layer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outputs of the hidden layer units can be input to another </a:t>
            </a:r>
            <a:r>
              <a:rPr lang="en-US" dirty="0" smtClean="0"/>
              <a:t>hidden layer</a:t>
            </a:r>
            <a:r>
              <a:rPr lang="en-US" dirty="0"/>
              <a:t>, and so on. The number of hidden layers is arbitrary, although in practice, </a:t>
            </a:r>
            <a:r>
              <a:rPr lang="en-US" dirty="0" smtClean="0"/>
              <a:t>usually only </a:t>
            </a:r>
            <a:r>
              <a:rPr lang="en-US" dirty="0"/>
              <a:t>one is used</a:t>
            </a:r>
            <a:r>
              <a:rPr lang="en-US" dirty="0" smtClean="0"/>
              <a:t>. </a:t>
            </a:r>
            <a:r>
              <a:rPr lang="en-US" dirty="0"/>
              <a:t>The weighted outputs of the last hidden layer are input to units </a:t>
            </a:r>
            <a:r>
              <a:rPr lang="en-US" dirty="0" smtClean="0"/>
              <a:t>making up </a:t>
            </a:r>
            <a:r>
              <a:rPr lang="en-US" dirty="0"/>
              <a:t>the </a:t>
            </a:r>
            <a:r>
              <a:rPr lang="en-US" b="1" dirty="0"/>
              <a:t>output layer</a:t>
            </a:r>
            <a:r>
              <a:rPr lang="en-US" dirty="0"/>
              <a:t>, which emits the network’s prediction for given tuples</a:t>
            </a:r>
            <a:r>
              <a:rPr lang="en-US" dirty="0" smtClean="0"/>
              <a:t>.</a:t>
            </a:r>
          </a:p>
          <a:p>
            <a:r>
              <a:rPr lang="en-US" dirty="0"/>
              <a:t>It is </a:t>
            </a:r>
            <a:r>
              <a:rPr lang="en-US" b="1" dirty="0"/>
              <a:t>fully connected </a:t>
            </a:r>
            <a:r>
              <a:rPr lang="en-US" dirty="0"/>
              <a:t>in that </a:t>
            </a:r>
            <a:r>
              <a:rPr lang="en-US" dirty="0" smtClean="0"/>
              <a:t>each unit </a:t>
            </a:r>
            <a:r>
              <a:rPr lang="en-US" dirty="0"/>
              <a:t>provides input to each unit in the next forward layer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91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7" y="0"/>
            <a:ext cx="11364685" cy="68845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4364846" y="441566"/>
              <a:ext cx="360" cy="36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62686" y="439406"/>
                <a:ext cx="4680" cy="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/>
              <p14:cNvContentPartPr/>
              <p14:nvPr/>
            </p14:nvContentPartPr>
            <p14:xfrm>
              <a:off x="3834566" y="814886"/>
              <a:ext cx="2665440" cy="2570400"/>
            </p14:xfrm>
          </p:contentPart>
        </mc:Choice>
        <mc:Fallback>
          <p:pic>
            <p:nvPicPr>
              <p:cNvPr id="9" name="Ink 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29526" y="810566"/>
                <a:ext cx="2675520" cy="257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/>
              <p14:cNvContentPartPr/>
              <p14:nvPr/>
            </p14:nvContentPartPr>
            <p14:xfrm>
              <a:off x="3828806" y="902006"/>
              <a:ext cx="654480" cy="32904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25926" y="899126"/>
                <a:ext cx="6613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/>
              <p14:cNvContentPartPr/>
              <p14:nvPr/>
            </p14:nvContentPartPr>
            <p14:xfrm>
              <a:off x="2973446" y="2028086"/>
              <a:ext cx="987840" cy="15444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69846" y="2024486"/>
                <a:ext cx="99360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/>
              <p14:cNvContentPartPr/>
              <p14:nvPr/>
            </p14:nvContentPartPr>
            <p14:xfrm>
              <a:off x="2772926" y="3154526"/>
              <a:ext cx="87120" cy="22680"/>
            </p14:xfrm>
          </p:contentPart>
        </mc:Choice>
        <mc:Fallback>
          <p:pic>
            <p:nvPicPr>
              <p:cNvPr id="16" name="Ink 1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69326" y="3150926"/>
                <a:ext cx="932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" name="Ink 17"/>
              <p14:cNvContentPartPr/>
              <p14:nvPr/>
            </p14:nvContentPartPr>
            <p14:xfrm>
              <a:off x="3129686" y="3266846"/>
              <a:ext cx="1847160" cy="119880"/>
            </p14:xfrm>
          </p:contentPart>
        </mc:Choice>
        <mc:Fallback>
          <p:pic>
            <p:nvPicPr>
              <p:cNvPr id="18" name="Ink 17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26446" y="3264326"/>
                <a:ext cx="18547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9" name="Ink 18"/>
              <p14:cNvContentPartPr/>
              <p14:nvPr/>
            </p14:nvContentPartPr>
            <p14:xfrm>
              <a:off x="4699286" y="3311126"/>
              <a:ext cx="360" cy="360"/>
            </p14:xfrm>
          </p:contentPart>
        </mc:Choice>
        <mc:Fallback>
          <p:pic>
            <p:nvPicPr>
              <p:cNvPr id="19" name="Ink 18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97126" y="3308966"/>
                <a:ext cx="4680" cy="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1" name="Ink 20"/>
              <p14:cNvContentPartPr/>
              <p14:nvPr/>
            </p14:nvContentPartPr>
            <p14:xfrm>
              <a:off x="5984846" y="704006"/>
              <a:ext cx="617040" cy="456120"/>
            </p14:xfrm>
          </p:contentPart>
        </mc:Choice>
        <mc:Fallback>
          <p:pic>
            <p:nvPicPr>
              <p:cNvPr id="21" name="Ink 20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80886" y="701126"/>
                <a:ext cx="623520" cy="46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57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26" y="-10896"/>
            <a:ext cx="11194867" cy="68611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7" name="Ink 56"/>
              <p14:cNvContentPartPr/>
              <p14:nvPr/>
            </p14:nvContentPartPr>
            <p14:xfrm>
              <a:off x="2232926" y="83726"/>
              <a:ext cx="491040" cy="267480"/>
            </p14:xfrm>
          </p:contentPart>
        </mc:Choice>
        <mc:Fallback>
          <p:pic>
            <p:nvPicPr>
              <p:cNvPr id="57" name="Ink 5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8966" y="77966"/>
                <a:ext cx="50076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6" name="Ink 65"/>
              <p14:cNvContentPartPr/>
              <p14:nvPr/>
            </p14:nvContentPartPr>
            <p14:xfrm>
              <a:off x="1974806" y="1465046"/>
              <a:ext cx="877680" cy="296280"/>
            </p14:xfrm>
          </p:contentPart>
        </mc:Choice>
        <mc:Fallback>
          <p:pic>
            <p:nvPicPr>
              <p:cNvPr id="66" name="Ink 6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69766" y="1460006"/>
                <a:ext cx="88776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3" name="Ink 72"/>
              <p14:cNvContentPartPr/>
              <p14:nvPr/>
            </p14:nvContentPartPr>
            <p14:xfrm>
              <a:off x="1748366" y="3275846"/>
              <a:ext cx="956880" cy="350280"/>
            </p14:xfrm>
          </p:contentPart>
        </mc:Choice>
        <mc:Fallback>
          <p:pic>
            <p:nvPicPr>
              <p:cNvPr id="73" name="Ink 7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42966" y="3271526"/>
                <a:ext cx="96768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5" name="Ink 84"/>
              <p14:cNvContentPartPr/>
              <p14:nvPr/>
            </p14:nvContentPartPr>
            <p14:xfrm>
              <a:off x="8766206" y="1679606"/>
              <a:ext cx="716400" cy="297360"/>
            </p14:xfrm>
          </p:contentPart>
        </mc:Choice>
        <mc:Fallback>
          <p:pic>
            <p:nvPicPr>
              <p:cNvPr id="85" name="Ink 8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62966" y="1675286"/>
                <a:ext cx="722880" cy="30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1794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42" y="1358537"/>
            <a:ext cx="11175370" cy="371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9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19" y="448145"/>
            <a:ext cx="8556172" cy="646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1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26" y="-10896"/>
            <a:ext cx="11194867" cy="68611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1876166" y="75086"/>
              <a:ext cx="683280" cy="72936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2566" y="70406"/>
                <a:ext cx="690840" cy="73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6" name="Ink 45"/>
              <p14:cNvContentPartPr/>
              <p14:nvPr/>
            </p14:nvContentPartPr>
            <p14:xfrm>
              <a:off x="5318846" y="56726"/>
              <a:ext cx="6449760" cy="846720"/>
            </p14:xfrm>
          </p:contentPart>
        </mc:Choice>
        <mc:Fallback>
          <p:pic>
            <p:nvPicPr>
              <p:cNvPr id="46" name="Ink 4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15606" y="53846"/>
                <a:ext cx="6458040" cy="85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9" name="Ink 68"/>
              <p14:cNvContentPartPr/>
              <p14:nvPr/>
            </p14:nvContentPartPr>
            <p14:xfrm>
              <a:off x="9661886" y="257966"/>
              <a:ext cx="2520" cy="0"/>
            </p14:xfrm>
          </p:contentPart>
        </mc:Choice>
        <mc:Fallback>
          <p:pic>
            <p:nvPicPr>
              <p:cNvPr id="69" name="Ink 6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52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8" name="Ink 77"/>
              <p14:cNvContentPartPr/>
              <p14:nvPr/>
            </p14:nvContentPartPr>
            <p14:xfrm>
              <a:off x="11328686" y="286406"/>
              <a:ext cx="23760" cy="0"/>
            </p14:xfrm>
          </p:contentPart>
        </mc:Choice>
        <mc:Fallback>
          <p:pic>
            <p:nvPicPr>
              <p:cNvPr id="78" name="Ink 77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2376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5" name="Ink 104"/>
              <p14:cNvContentPartPr/>
              <p14:nvPr/>
            </p14:nvContentPartPr>
            <p14:xfrm>
              <a:off x="6502166" y="1112246"/>
              <a:ext cx="529200" cy="257040"/>
            </p14:xfrm>
          </p:contentPart>
        </mc:Choice>
        <mc:Fallback>
          <p:pic>
            <p:nvPicPr>
              <p:cNvPr id="105" name="Ink 10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98566" y="1108646"/>
                <a:ext cx="53568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8" name="Ink 107"/>
              <p14:cNvContentPartPr/>
              <p14:nvPr/>
            </p14:nvContentPartPr>
            <p14:xfrm>
              <a:off x="6696206" y="1914686"/>
              <a:ext cx="825840" cy="942480"/>
            </p14:xfrm>
          </p:contentPart>
        </mc:Choice>
        <mc:Fallback>
          <p:pic>
            <p:nvPicPr>
              <p:cNvPr id="108" name="Ink 107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91526" y="1911446"/>
                <a:ext cx="834120" cy="9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1" name="Ink 110"/>
              <p14:cNvContentPartPr/>
              <p14:nvPr/>
            </p14:nvContentPartPr>
            <p14:xfrm>
              <a:off x="4036166" y="270926"/>
              <a:ext cx="572400" cy="443520"/>
            </p14:xfrm>
          </p:contentPart>
        </mc:Choice>
        <mc:Fallback>
          <p:pic>
            <p:nvPicPr>
              <p:cNvPr id="111" name="Ink 110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32206" y="267686"/>
                <a:ext cx="58032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2" name="Ink 111"/>
              <p14:cNvContentPartPr/>
              <p14:nvPr/>
            </p14:nvContentPartPr>
            <p14:xfrm>
              <a:off x="3308606" y="819926"/>
              <a:ext cx="379800" cy="290880"/>
            </p14:xfrm>
          </p:contentPart>
        </mc:Choice>
        <mc:Fallback>
          <p:pic>
            <p:nvPicPr>
              <p:cNvPr id="112" name="Ink 111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04646" y="815966"/>
                <a:ext cx="38700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14" name="Ink 113"/>
              <p14:cNvContentPartPr/>
              <p14:nvPr/>
            </p14:nvContentPartPr>
            <p14:xfrm>
              <a:off x="3184766" y="1394126"/>
              <a:ext cx="529920" cy="365760"/>
            </p14:xfrm>
          </p:contentPart>
        </mc:Choice>
        <mc:Fallback>
          <p:pic>
            <p:nvPicPr>
              <p:cNvPr id="114" name="Ink 113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80086" y="1389806"/>
                <a:ext cx="53892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15" name="Ink 114"/>
              <p14:cNvContentPartPr/>
              <p14:nvPr/>
            </p14:nvContentPartPr>
            <p14:xfrm>
              <a:off x="1816406" y="1663766"/>
              <a:ext cx="874800" cy="861120"/>
            </p14:xfrm>
          </p:contentPart>
        </mc:Choice>
        <mc:Fallback>
          <p:pic>
            <p:nvPicPr>
              <p:cNvPr id="115" name="Ink 114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812446" y="1660166"/>
                <a:ext cx="883800" cy="86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17" name="Ink 116"/>
              <p14:cNvContentPartPr/>
              <p14:nvPr/>
            </p14:nvContentPartPr>
            <p14:xfrm>
              <a:off x="1892726" y="3273326"/>
              <a:ext cx="912960" cy="898920"/>
            </p14:xfrm>
          </p:contentPart>
        </mc:Choice>
        <mc:Fallback>
          <p:pic>
            <p:nvPicPr>
              <p:cNvPr id="117" name="Ink 116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886246" y="3267926"/>
                <a:ext cx="925560" cy="9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20" name="Ink 119"/>
              <p14:cNvContentPartPr/>
              <p14:nvPr/>
            </p14:nvContentPartPr>
            <p14:xfrm>
              <a:off x="3201326" y="2136446"/>
              <a:ext cx="443160" cy="1016640"/>
            </p14:xfrm>
          </p:contentPart>
        </mc:Choice>
        <mc:Fallback>
          <p:pic>
            <p:nvPicPr>
              <p:cNvPr id="120" name="Ink 119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196286" y="2133206"/>
                <a:ext cx="453240" cy="10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21" name="Ink 120"/>
              <p14:cNvContentPartPr/>
              <p14:nvPr/>
            </p14:nvContentPartPr>
            <p14:xfrm>
              <a:off x="3869846" y="3507326"/>
              <a:ext cx="644400" cy="337320"/>
            </p14:xfrm>
          </p:contentPart>
        </mc:Choice>
        <mc:Fallback>
          <p:pic>
            <p:nvPicPr>
              <p:cNvPr id="121" name="Ink 120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865166" y="3502286"/>
                <a:ext cx="65304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23" name="Ink 122"/>
              <p14:cNvContentPartPr/>
              <p14:nvPr/>
            </p14:nvContentPartPr>
            <p14:xfrm>
              <a:off x="9042326" y="5511446"/>
              <a:ext cx="1963080" cy="802080"/>
            </p14:xfrm>
          </p:contentPart>
        </mc:Choice>
        <mc:Fallback>
          <p:pic>
            <p:nvPicPr>
              <p:cNvPr id="123" name="Ink 122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036926" y="5506406"/>
                <a:ext cx="1973160" cy="81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25" name="Ink 124"/>
              <p14:cNvContentPartPr/>
              <p14:nvPr/>
            </p14:nvContentPartPr>
            <p14:xfrm>
              <a:off x="6361046" y="534446"/>
              <a:ext cx="218520" cy="69120"/>
            </p14:xfrm>
          </p:contentPart>
        </mc:Choice>
        <mc:Fallback>
          <p:pic>
            <p:nvPicPr>
              <p:cNvPr id="125" name="Ink 124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357086" y="530846"/>
                <a:ext cx="2260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26" name="Ink 125"/>
              <p14:cNvContentPartPr/>
              <p14:nvPr/>
            </p14:nvContentPartPr>
            <p14:xfrm>
              <a:off x="6451406" y="618686"/>
              <a:ext cx="204480" cy="33480"/>
            </p14:xfrm>
          </p:contentPart>
        </mc:Choice>
        <mc:Fallback>
          <p:pic>
            <p:nvPicPr>
              <p:cNvPr id="126" name="Ink 125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448166" y="614366"/>
                <a:ext cx="21204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27" name="Ink 126"/>
              <p14:cNvContentPartPr/>
              <p14:nvPr/>
            </p14:nvContentPartPr>
            <p14:xfrm>
              <a:off x="6984926" y="1316726"/>
              <a:ext cx="2372400" cy="530640"/>
            </p14:xfrm>
          </p:contentPart>
        </mc:Choice>
        <mc:Fallback>
          <p:pic>
            <p:nvPicPr>
              <p:cNvPr id="127" name="Ink 126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980966" y="1313126"/>
                <a:ext cx="237888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28" name="Ink 127"/>
              <p14:cNvContentPartPr/>
              <p14:nvPr/>
            </p14:nvContentPartPr>
            <p14:xfrm>
              <a:off x="9252566" y="1352006"/>
              <a:ext cx="343440" cy="240840"/>
            </p14:xfrm>
          </p:contentPart>
        </mc:Choice>
        <mc:Fallback>
          <p:pic>
            <p:nvPicPr>
              <p:cNvPr id="128" name="Ink 127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248606" y="1348766"/>
                <a:ext cx="3510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29" name="Ink 128"/>
              <p14:cNvContentPartPr/>
              <p14:nvPr/>
            </p14:nvContentPartPr>
            <p14:xfrm>
              <a:off x="8445446" y="2001806"/>
              <a:ext cx="1677960" cy="527400"/>
            </p14:xfrm>
          </p:contentPart>
        </mc:Choice>
        <mc:Fallback>
          <p:pic>
            <p:nvPicPr>
              <p:cNvPr id="129" name="Ink 128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440406" y="1996766"/>
                <a:ext cx="1688040" cy="53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30" name="Ink 129"/>
              <p14:cNvContentPartPr/>
              <p14:nvPr/>
            </p14:nvContentPartPr>
            <p14:xfrm>
              <a:off x="5854166" y="2046086"/>
              <a:ext cx="1531800" cy="871560"/>
            </p14:xfrm>
          </p:contentPart>
        </mc:Choice>
        <mc:Fallback>
          <p:pic>
            <p:nvPicPr>
              <p:cNvPr id="130" name="Ink 129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847686" y="2042126"/>
                <a:ext cx="1541520" cy="88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5091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98" y="182880"/>
            <a:ext cx="11999102" cy="3015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99" y="3198106"/>
            <a:ext cx="9983068" cy="34080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10666646" y="1292246"/>
              <a:ext cx="1220760" cy="65088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62686" y="1288646"/>
                <a:ext cx="1228680" cy="65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/>
              <p14:cNvContentPartPr/>
              <p14:nvPr/>
            </p14:nvContentPartPr>
            <p14:xfrm>
              <a:off x="5645006" y="1345886"/>
              <a:ext cx="943200" cy="62316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41406" y="1341926"/>
                <a:ext cx="950400" cy="63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/>
              <p14:cNvContentPartPr/>
              <p14:nvPr/>
            </p14:nvContentPartPr>
            <p14:xfrm>
              <a:off x="10818566" y="1847006"/>
              <a:ext cx="1078560" cy="573840"/>
            </p14:xfrm>
          </p:contentPart>
        </mc:Choice>
        <mc:Fallback>
          <p:pic>
            <p:nvPicPr>
              <p:cNvPr id="16" name="Ink 1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13886" y="1842686"/>
                <a:ext cx="1086840" cy="58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/>
              <p14:cNvContentPartPr/>
              <p14:nvPr/>
            </p14:nvContentPartPr>
            <p14:xfrm>
              <a:off x="10850246" y="2386286"/>
              <a:ext cx="1007640" cy="537840"/>
            </p14:xfrm>
          </p:contentPart>
        </mc:Choice>
        <mc:Fallback>
          <p:pic>
            <p:nvPicPr>
              <p:cNvPr id="20" name="Ink 1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845206" y="2381606"/>
                <a:ext cx="101844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Ink 24"/>
              <p14:cNvContentPartPr/>
              <p14:nvPr/>
            </p14:nvContentPartPr>
            <p14:xfrm>
              <a:off x="6095006" y="4037966"/>
              <a:ext cx="1159200" cy="625680"/>
            </p14:xfrm>
          </p:contentPart>
        </mc:Choice>
        <mc:Fallback>
          <p:pic>
            <p:nvPicPr>
              <p:cNvPr id="25" name="Ink 2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90326" y="4032926"/>
                <a:ext cx="11689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1" name="Ink 30"/>
              <p14:cNvContentPartPr/>
              <p14:nvPr/>
            </p14:nvContentPartPr>
            <p14:xfrm>
              <a:off x="5855606" y="2002166"/>
              <a:ext cx="762480" cy="411120"/>
            </p14:xfrm>
          </p:contentPart>
        </mc:Choice>
        <mc:Fallback>
          <p:pic>
            <p:nvPicPr>
              <p:cNvPr id="31" name="Ink 30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51286" y="1997846"/>
                <a:ext cx="77184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2" name="Ink 31"/>
              <p14:cNvContentPartPr/>
              <p14:nvPr/>
            </p14:nvContentPartPr>
            <p14:xfrm>
              <a:off x="7653086" y="2222846"/>
              <a:ext cx="977760" cy="644760"/>
            </p14:xfrm>
          </p:contentPart>
        </mc:Choice>
        <mc:Fallback>
          <p:pic>
            <p:nvPicPr>
              <p:cNvPr id="32" name="Ink 3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647686" y="2217446"/>
                <a:ext cx="988920" cy="65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1601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94" y="0"/>
            <a:ext cx="8270890" cy="67670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3562046" y="1467566"/>
              <a:ext cx="2410200" cy="38268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57366" y="1463606"/>
                <a:ext cx="242028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/>
              <p14:cNvContentPartPr/>
              <p14:nvPr/>
            </p14:nvContentPartPr>
            <p14:xfrm>
              <a:off x="4887566" y="1045646"/>
              <a:ext cx="805320" cy="707040"/>
            </p14:xfrm>
          </p:contentPart>
        </mc:Choice>
        <mc:Fallback>
          <p:pic>
            <p:nvPicPr>
              <p:cNvPr id="18" name="Ink 1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82166" y="1040966"/>
                <a:ext cx="813600" cy="71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/>
              <p14:cNvContentPartPr/>
              <p14:nvPr/>
            </p14:nvContentPartPr>
            <p14:xfrm>
              <a:off x="5282126" y="2072366"/>
              <a:ext cx="861120" cy="16920"/>
            </p14:xfrm>
          </p:contentPart>
        </mc:Choice>
        <mc:Fallback>
          <p:pic>
            <p:nvPicPr>
              <p:cNvPr id="20" name="Ink 1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77806" y="2066966"/>
                <a:ext cx="8712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/>
              <p14:cNvContentPartPr/>
              <p14:nvPr/>
            </p14:nvContentPartPr>
            <p14:xfrm>
              <a:off x="6358526" y="2077046"/>
              <a:ext cx="776880" cy="27360"/>
            </p14:xfrm>
          </p:contentPart>
        </mc:Choice>
        <mc:Fallback>
          <p:pic>
            <p:nvPicPr>
              <p:cNvPr id="22" name="Ink 2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53126" y="2071286"/>
                <a:ext cx="784800" cy="3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168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68" y="1345474"/>
            <a:ext cx="11018897" cy="32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80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264</Words>
  <Application>Microsoft Office PowerPoint</Application>
  <PresentationFormat>Widescreen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Classification</vt:lpstr>
      <vt:lpstr>Classification by Backpropagation</vt:lpstr>
      <vt:lpstr>PowerPoint Presentation</vt:lpstr>
      <vt:lpstr>A Multilayer Feed-forward Neural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</dc:title>
  <dc:creator>Dolly Sharma</dc:creator>
  <cp:lastModifiedBy>Dolly Sharma</cp:lastModifiedBy>
  <cp:revision>9</cp:revision>
  <dcterms:created xsi:type="dcterms:W3CDTF">2020-04-07T16:53:13Z</dcterms:created>
  <dcterms:modified xsi:type="dcterms:W3CDTF">2020-04-08T05:01:48Z</dcterms:modified>
</cp:coreProperties>
</file>