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44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478127" y="706221"/>
            <a:ext cx="8371840" cy="6360160"/>
          </a:xfrm>
          <a:custGeom>
            <a:avLst/>
            <a:gdLst/>
            <a:ahLst/>
            <a:cxnLst/>
            <a:rect l="l" t="t" r="r" b="b"/>
            <a:pathLst>
              <a:path w="8371840" h="6360159">
                <a:moveTo>
                  <a:pt x="4185716" y="0"/>
                </a:moveTo>
                <a:lnTo>
                  <a:pt x="7998104" y="0"/>
                </a:lnTo>
                <a:lnTo>
                  <a:pt x="8044934" y="2908"/>
                </a:lnTo>
                <a:lnTo>
                  <a:pt x="8090027" y="11401"/>
                </a:lnTo>
                <a:lnTo>
                  <a:pt x="8133036" y="25129"/>
                </a:lnTo>
                <a:lnTo>
                  <a:pt x="8173608" y="43740"/>
                </a:lnTo>
                <a:lnTo>
                  <a:pt x="8211395" y="66887"/>
                </a:lnTo>
                <a:lnTo>
                  <a:pt x="8246047" y="94218"/>
                </a:lnTo>
                <a:lnTo>
                  <a:pt x="8277213" y="125384"/>
                </a:lnTo>
                <a:lnTo>
                  <a:pt x="8304545" y="160035"/>
                </a:lnTo>
                <a:lnTo>
                  <a:pt x="8327692" y="197820"/>
                </a:lnTo>
                <a:lnTo>
                  <a:pt x="8346304" y="238391"/>
                </a:lnTo>
                <a:lnTo>
                  <a:pt x="8360031" y="281397"/>
                </a:lnTo>
                <a:lnTo>
                  <a:pt x="8368524" y="326489"/>
                </a:lnTo>
                <a:lnTo>
                  <a:pt x="8371433" y="373316"/>
                </a:lnTo>
                <a:lnTo>
                  <a:pt x="8371433" y="5986487"/>
                </a:lnTo>
                <a:lnTo>
                  <a:pt x="8368524" y="6033314"/>
                </a:lnTo>
                <a:lnTo>
                  <a:pt x="8360031" y="6078406"/>
                </a:lnTo>
                <a:lnTo>
                  <a:pt x="8346304" y="6121412"/>
                </a:lnTo>
                <a:lnTo>
                  <a:pt x="8327692" y="6161983"/>
                </a:lnTo>
                <a:lnTo>
                  <a:pt x="8304545" y="6199769"/>
                </a:lnTo>
                <a:lnTo>
                  <a:pt x="8277213" y="6234420"/>
                </a:lnTo>
                <a:lnTo>
                  <a:pt x="8246047" y="6265586"/>
                </a:lnTo>
                <a:lnTo>
                  <a:pt x="8211395" y="6292917"/>
                </a:lnTo>
                <a:lnTo>
                  <a:pt x="8173608" y="6316063"/>
                </a:lnTo>
                <a:lnTo>
                  <a:pt x="8133036" y="6334675"/>
                </a:lnTo>
                <a:lnTo>
                  <a:pt x="8090027" y="6348402"/>
                </a:lnTo>
                <a:lnTo>
                  <a:pt x="8044934" y="6356895"/>
                </a:lnTo>
                <a:lnTo>
                  <a:pt x="7998104" y="6359804"/>
                </a:lnTo>
                <a:lnTo>
                  <a:pt x="373316" y="6359804"/>
                </a:lnTo>
                <a:lnTo>
                  <a:pt x="326489" y="6356895"/>
                </a:lnTo>
                <a:lnTo>
                  <a:pt x="281397" y="6348402"/>
                </a:lnTo>
                <a:lnTo>
                  <a:pt x="238391" y="6334675"/>
                </a:lnTo>
                <a:lnTo>
                  <a:pt x="197820" y="6316063"/>
                </a:lnTo>
                <a:lnTo>
                  <a:pt x="160035" y="6292917"/>
                </a:lnTo>
                <a:lnTo>
                  <a:pt x="125384" y="6265586"/>
                </a:lnTo>
                <a:lnTo>
                  <a:pt x="94218" y="6234420"/>
                </a:lnTo>
                <a:lnTo>
                  <a:pt x="66887" y="6199769"/>
                </a:lnTo>
                <a:lnTo>
                  <a:pt x="43740" y="6161983"/>
                </a:lnTo>
                <a:lnTo>
                  <a:pt x="25129" y="6121412"/>
                </a:lnTo>
                <a:lnTo>
                  <a:pt x="11401" y="6078406"/>
                </a:lnTo>
                <a:lnTo>
                  <a:pt x="2908" y="6033314"/>
                </a:lnTo>
                <a:lnTo>
                  <a:pt x="0" y="5986487"/>
                </a:lnTo>
                <a:lnTo>
                  <a:pt x="0" y="373316"/>
                </a:lnTo>
                <a:lnTo>
                  <a:pt x="2908" y="326489"/>
                </a:lnTo>
                <a:lnTo>
                  <a:pt x="11401" y="281397"/>
                </a:lnTo>
                <a:lnTo>
                  <a:pt x="25129" y="238391"/>
                </a:lnTo>
                <a:lnTo>
                  <a:pt x="43740" y="197820"/>
                </a:lnTo>
                <a:lnTo>
                  <a:pt x="66887" y="160035"/>
                </a:lnTo>
                <a:lnTo>
                  <a:pt x="94218" y="125384"/>
                </a:lnTo>
                <a:lnTo>
                  <a:pt x="125384" y="94218"/>
                </a:lnTo>
                <a:lnTo>
                  <a:pt x="160035" y="66887"/>
                </a:lnTo>
                <a:lnTo>
                  <a:pt x="197820" y="43740"/>
                </a:lnTo>
                <a:lnTo>
                  <a:pt x="238391" y="25129"/>
                </a:lnTo>
                <a:lnTo>
                  <a:pt x="281397" y="11401"/>
                </a:lnTo>
                <a:lnTo>
                  <a:pt x="326489" y="2908"/>
                </a:lnTo>
                <a:lnTo>
                  <a:pt x="373316" y="0"/>
                </a:lnTo>
                <a:lnTo>
                  <a:pt x="4185716" y="0"/>
                </a:lnTo>
                <a:close/>
              </a:path>
            </a:pathLst>
          </a:custGeom>
          <a:ln w="506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65045" y="1131900"/>
            <a:ext cx="6325234" cy="479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1369" y="1577490"/>
            <a:ext cx="8575660" cy="5198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asonw@nec-labs.com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8.png"/><Relationship Id="rId21" Type="http://schemas.openxmlformats.org/officeDocument/2006/relationships/image" Target="../media/image22.png"/><Relationship Id="rId63" Type="http://schemas.openxmlformats.org/officeDocument/2006/relationships/image" Target="../media/image64.png"/><Relationship Id="rId159" Type="http://schemas.openxmlformats.org/officeDocument/2006/relationships/image" Target="../media/image160.png"/><Relationship Id="rId170" Type="http://schemas.openxmlformats.org/officeDocument/2006/relationships/image" Target="../media/image171.png"/><Relationship Id="rId226" Type="http://schemas.openxmlformats.org/officeDocument/2006/relationships/image" Target="../media/image227.png"/><Relationship Id="rId107" Type="http://schemas.openxmlformats.org/officeDocument/2006/relationships/image" Target="../media/image108.png"/><Relationship Id="rId11" Type="http://schemas.openxmlformats.org/officeDocument/2006/relationships/image" Target="../media/image12.png"/><Relationship Id="rId32" Type="http://schemas.openxmlformats.org/officeDocument/2006/relationships/image" Target="../media/image33.png"/><Relationship Id="rId53" Type="http://schemas.openxmlformats.org/officeDocument/2006/relationships/image" Target="../media/image54.png"/><Relationship Id="rId74" Type="http://schemas.openxmlformats.org/officeDocument/2006/relationships/image" Target="../media/image75.png"/><Relationship Id="rId128" Type="http://schemas.openxmlformats.org/officeDocument/2006/relationships/image" Target="../media/image129.png"/><Relationship Id="rId149" Type="http://schemas.openxmlformats.org/officeDocument/2006/relationships/image" Target="../media/image150.png"/><Relationship Id="rId5" Type="http://schemas.openxmlformats.org/officeDocument/2006/relationships/image" Target="../media/image6.png"/><Relationship Id="rId95" Type="http://schemas.openxmlformats.org/officeDocument/2006/relationships/image" Target="../media/image96.png"/><Relationship Id="rId160" Type="http://schemas.openxmlformats.org/officeDocument/2006/relationships/image" Target="../media/image161.png"/><Relationship Id="rId181" Type="http://schemas.openxmlformats.org/officeDocument/2006/relationships/image" Target="../media/image182.png"/><Relationship Id="rId216" Type="http://schemas.openxmlformats.org/officeDocument/2006/relationships/image" Target="../media/image217.png"/><Relationship Id="rId237" Type="http://schemas.openxmlformats.org/officeDocument/2006/relationships/image" Target="../media/image238.png"/><Relationship Id="rId258" Type="http://schemas.openxmlformats.org/officeDocument/2006/relationships/image" Target="../media/image259.png"/><Relationship Id="rId22" Type="http://schemas.openxmlformats.org/officeDocument/2006/relationships/image" Target="../media/image23.png"/><Relationship Id="rId43" Type="http://schemas.openxmlformats.org/officeDocument/2006/relationships/image" Target="../media/image44.png"/><Relationship Id="rId64" Type="http://schemas.openxmlformats.org/officeDocument/2006/relationships/image" Target="../media/image65.png"/><Relationship Id="rId118" Type="http://schemas.openxmlformats.org/officeDocument/2006/relationships/image" Target="../media/image119.png"/><Relationship Id="rId139" Type="http://schemas.openxmlformats.org/officeDocument/2006/relationships/image" Target="../media/image140.png"/><Relationship Id="rId85" Type="http://schemas.openxmlformats.org/officeDocument/2006/relationships/image" Target="../media/image86.png"/><Relationship Id="rId150" Type="http://schemas.openxmlformats.org/officeDocument/2006/relationships/image" Target="../media/image151.png"/><Relationship Id="rId171" Type="http://schemas.openxmlformats.org/officeDocument/2006/relationships/image" Target="../media/image172.png"/><Relationship Id="rId192" Type="http://schemas.openxmlformats.org/officeDocument/2006/relationships/image" Target="../media/image193.png"/><Relationship Id="rId206" Type="http://schemas.openxmlformats.org/officeDocument/2006/relationships/image" Target="../media/image207.png"/><Relationship Id="rId227" Type="http://schemas.openxmlformats.org/officeDocument/2006/relationships/image" Target="../media/image228.png"/><Relationship Id="rId248" Type="http://schemas.openxmlformats.org/officeDocument/2006/relationships/image" Target="../media/image249.png"/><Relationship Id="rId12" Type="http://schemas.openxmlformats.org/officeDocument/2006/relationships/image" Target="../media/image13.png"/><Relationship Id="rId33" Type="http://schemas.openxmlformats.org/officeDocument/2006/relationships/image" Target="../media/image34.png"/><Relationship Id="rId108" Type="http://schemas.openxmlformats.org/officeDocument/2006/relationships/image" Target="../media/image109.png"/><Relationship Id="rId129" Type="http://schemas.openxmlformats.org/officeDocument/2006/relationships/image" Target="../media/image130.png"/><Relationship Id="rId54" Type="http://schemas.openxmlformats.org/officeDocument/2006/relationships/image" Target="../media/image55.png"/><Relationship Id="rId75" Type="http://schemas.openxmlformats.org/officeDocument/2006/relationships/image" Target="../media/image76.png"/><Relationship Id="rId96" Type="http://schemas.openxmlformats.org/officeDocument/2006/relationships/image" Target="../media/image97.png"/><Relationship Id="rId140" Type="http://schemas.openxmlformats.org/officeDocument/2006/relationships/image" Target="../media/image141.png"/><Relationship Id="rId161" Type="http://schemas.openxmlformats.org/officeDocument/2006/relationships/image" Target="../media/image162.png"/><Relationship Id="rId182" Type="http://schemas.openxmlformats.org/officeDocument/2006/relationships/image" Target="../media/image183.png"/><Relationship Id="rId217" Type="http://schemas.openxmlformats.org/officeDocument/2006/relationships/image" Target="../media/image218.png"/><Relationship Id="rId6" Type="http://schemas.openxmlformats.org/officeDocument/2006/relationships/image" Target="../media/image7.png"/><Relationship Id="rId238" Type="http://schemas.openxmlformats.org/officeDocument/2006/relationships/image" Target="../media/image239.png"/><Relationship Id="rId259" Type="http://schemas.openxmlformats.org/officeDocument/2006/relationships/image" Target="../media/image260.png"/><Relationship Id="rId23" Type="http://schemas.openxmlformats.org/officeDocument/2006/relationships/image" Target="../media/image24.png"/><Relationship Id="rId119" Type="http://schemas.openxmlformats.org/officeDocument/2006/relationships/image" Target="../media/image120.png"/><Relationship Id="rId44" Type="http://schemas.openxmlformats.org/officeDocument/2006/relationships/image" Target="../media/image45.png"/><Relationship Id="rId65" Type="http://schemas.openxmlformats.org/officeDocument/2006/relationships/image" Target="../media/image66.png"/><Relationship Id="rId86" Type="http://schemas.openxmlformats.org/officeDocument/2006/relationships/image" Target="../media/image87.png"/><Relationship Id="rId130" Type="http://schemas.openxmlformats.org/officeDocument/2006/relationships/image" Target="../media/image131.png"/><Relationship Id="rId151" Type="http://schemas.openxmlformats.org/officeDocument/2006/relationships/image" Target="../media/image152.png"/><Relationship Id="rId172" Type="http://schemas.openxmlformats.org/officeDocument/2006/relationships/image" Target="../media/image173.png"/><Relationship Id="rId193" Type="http://schemas.openxmlformats.org/officeDocument/2006/relationships/image" Target="../media/image194.png"/><Relationship Id="rId207" Type="http://schemas.openxmlformats.org/officeDocument/2006/relationships/image" Target="../media/image208.png"/><Relationship Id="rId228" Type="http://schemas.openxmlformats.org/officeDocument/2006/relationships/image" Target="../media/image229.png"/><Relationship Id="rId249" Type="http://schemas.openxmlformats.org/officeDocument/2006/relationships/image" Target="../media/image250.png"/><Relationship Id="rId13" Type="http://schemas.openxmlformats.org/officeDocument/2006/relationships/image" Target="../media/image14.png"/><Relationship Id="rId109" Type="http://schemas.openxmlformats.org/officeDocument/2006/relationships/image" Target="../media/image110.png"/><Relationship Id="rId260" Type="http://schemas.openxmlformats.org/officeDocument/2006/relationships/image" Target="../media/image261.png"/><Relationship Id="rId34" Type="http://schemas.openxmlformats.org/officeDocument/2006/relationships/image" Target="../media/image35.png"/><Relationship Id="rId55" Type="http://schemas.openxmlformats.org/officeDocument/2006/relationships/image" Target="../media/image56.png"/><Relationship Id="rId76" Type="http://schemas.openxmlformats.org/officeDocument/2006/relationships/image" Target="../media/image77.png"/><Relationship Id="rId97" Type="http://schemas.openxmlformats.org/officeDocument/2006/relationships/image" Target="../media/image98.png"/><Relationship Id="rId120" Type="http://schemas.openxmlformats.org/officeDocument/2006/relationships/image" Target="../media/image121.png"/><Relationship Id="rId141" Type="http://schemas.openxmlformats.org/officeDocument/2006/relationships/image" Target="../media/image142.png"/><Relationship Id="rId7" Type="http://schemas.openxmlformats.org/officeDocument/2006/relationships/image" Target="../media/image8.png"/><Relationship Id="rId162" Type="http://schemas.openxmlformats.org/officeDocument/2006/relationships/image" Target="../media/image163.png"/><Relationship Id="rId183" Type="http://schemas.openxmlformats.org/officeDocument/2006/relationships/image" Target="../media/image184.png"/><Relationship Id="rId218" Type="http://schemas.openxmlformats.org/officeDocument/2006/relationships/image" Target="../media/image219.png"/><Relationship Id="rId239" Type="http://schemas.openxmlformats.org/officeDocument/2006/relationships/image" Target="../media/image240.png"/><Relationship Id="rId250" Type="http://schemas.openxmlformats.org/officeDocument/2006/relationships/image" Target="../media/image251.png"/><Relationship Id="rId24" Type="http://schemas.openxmlformats.org/officeDocument/2006/relationships/image" Target="../media/image25.png"/><Relationship Id="rId45" Type="http://schemas.openxmlformats.org/officeDocument/2006/relationships/image" Target="../media/image46.png"/><Relationship Id="rId66" Type="http://schemas.openxmlformats.org/officeDocument/2006/relationships/image" Target="../media/image67.png"/><Relationship Id="rId87" Type="http://schemas.openxmlformats.org/officeDocument/2006/relationships/image" Target="../media/image88.png"/><Relationship Id="rId110" Type="http://schemas.openxmlformats.org/officeDocument/2006/relationships/image" Target="../media/image111.png"/><Relationship Id="rId131" Type="http://schemas.openxmlformats.org/officeDocument/2006/relationships/image" Target="../media/image132.png"/><Relationship Id="rId152" Type="http://schemas.openxmlformats.org/officeDocument/2006/relationships/image" Target="../media/image153.png"/><Relationship Id="rId173" Type="http://schemas.openxmlformats.org/officeDocument/2006/relationships/image" Target="../media/image174.png"/><Relationship Id="rId194" Type="http://schemas.openxmlformats.org/officeDocument/2006/relationships/image" Target="../media/image195.png"/><Relationship Id="rId208" Type="http://schemas.openxmlformats.org/officeDocument/2006/relationships/image" Target="../media/image209.png"/><Relationship Id="rId229" Type="http://schemas.openxmlformats.org/officeDocument/2006/relationships/image" Target="../media/image230.png"/><Relationship Id="rId240" Type="http://schemas.openxmlformats.org/officeDocument/2006/relationships/image" Target="../media/image241.png"/><Relationship Id="rId261" Type="http://schemas.openxmlformats.org/officeDocument/2006/relationships/image" Target="../media/image262.png"/><Relationship Id="rId14" Type="http://schemas.openxmlformats.org/officeDocument/2006/relationships/image" Target="../media/image15.png"/><Relationship Id="rId35" Type="http://schemas.openxmlformats.org/officeDocument/2006/relationships/image" Target="../media/image36.png"/><Relationship Id="rId56" Type="http://schemas.openxmlformats.org/officeDocument/2006/relationships/image" Target="../media/image57.png"/><Relationship Id="rId77" Type="http://schemas.openxmlformats.org/officeDocument/2006/relationships/image" Target="../media/image78.png"/><Relationship Id="rId100" Type="http://schemas.openxmlformats.org/officeDocument/2006/relationships/image" Target="../media/image101.png"/><Relationship Id="rId8" Type="http://schemas.openxmlformats.org/officeDocument/2006/relationships/image" Target="../media/image9.png"/><Relationship Id="rId98" Type="http://schemas.openxmlformats.org/officeDocument/2006/relationships/image" Target="../media/image99.png"/><Relationship Id="rId121" Type="http://schemas.openxmlformats.org/officeDocument/2006/relationships/image" Target="../media/image122.png"/><Relationship Id="rId142" Type="http://schemas.openxmlformats.org/officeDocument/2006/relationships/image" Target="../media/image143.png"/><Relationship Id="rId163" Type="http://schemas.openxmlformats.org/officeDocument/2006/relationships/image" Target="../media/image164.png"/><Relationship Id="rId184" Type="http://schemas.openxmlformats.org/officeDocument/2006/relationships/image" Target="../media/image185.png"/><Relationship Id="rId219" Type="http://schemas.openxmlformats.org/officeDocument/2006/relationships/image" Target="../media/image220.png"/><Relationship Id="rId230" Type="http://schemas.openxmlformats.org/officeDocument/2006/relationships/image" Target="../media/image231.png"/><Relationship Id="rId251" Type="http://schemas.openxmlformats.org/officeDocument/2006/relationships/image" Target="../media/image252.png"/><Relationship Id="rId25" Type="http://schemas.openxmlformats.org/officeDocument/2006/relationships/image" Target="../media/image26.png"/><Relationship Id="rId46" Type="http://schemas.openxmlformats.org/officeDocument/2006/relationships/image" Target="../media/image47.png"/><Relationship Id="rId67" Type="http://schemas.openxmlformats.org/officeDocument/2006/relationships/image" Target="../media/image68.png"/><Relationship Id="rId88" Type="http://schemas.openxmlformats.org/officeDocument/2006/relationships/image" Target="../media/image89.png"/><Relationship Id="rId111" Type="http://schemas.openxmlformats.org/officeDocument/2006/relationships/image" Target="../media/image112.png"/><Relationship Id="rId132" Type="http://schemas.openxmlformats.org/officeDocument/2006/relationships/image" Target="../media/image133.png"/><Relationship Id="rId153" Type="http://schemas.openxmlformats.org/officeDocument/2006/relationships/image" Target="../media/image154.png"/><Relationship Id="rId174" Type="http://schemas.openxmlformats.org/officeDocument/2006/relationships/image" Target="../media/image175.png"/><Relationship Id="rId195" Type="http://schemas.openxmlformats.org/officeDocument/2006/relationships/image" Target="../media/image196.png"/><Relationship Id="rId209" Type="http://schemas.openxmlformats.org/officeDocument/2006/relationships/image" Target="../media/image210.png"/><Relationship Id="rId220" Type="http://schemas.openxmlformats.org/officeDocument/2006/relationships/image" Target="../media/image221.png"/><Relationship Id="rId241" Type="http://schemas.openxmlformats.org/officeDocument/2006/relationships/image" Target="../media/image242.png"/><Relationship Id="rId15" Type="http://schemas.openxmlformats.org/officeDocument/2006/relationships/image" Target="../media/image16.png"/><Relationship Id="rId36" Type="http://schemas.openxmlformats.org/officeDocument/2006/relationships/image" Target="../media/image37.png"/><Relationship Id="rId57" Type="http://schemas.openxmlformats.org/officeDocument/2006/relationships/image" Target="../media/image58.png"/><Relationship Id="rId262" Type="http://schemas.openxmlformats.org/officeDocument/2006/relationships/image" Target="../media/image263.png"/><Relationship Id="rId78" Type="http://schemas.openxmlformats.org/officeDocument/2006/relationships/image" Target="../media/image79.png"/><Relationship Id="rId99" Type="http://schemas.openxmlformats.org/officeDocument/2006/relationships/image" Target="../media/image100.png"/><Relationship Id="rId101" Type="http://schemas.openxmlformats.org/officeDocument/2006/relationships/image" Target="../media/image102.png"/><Relationship Id="rId122" Type="http://schemas.openxmlformats.org/officeDocument/2006/relationships/image" Target="../media/image123.png"/><Relationship Id="rId143" Type="http://schemas.openxmlformats.org/officeDocument/2006/relationships/image" Target="../media/image144.png"/><Relationship Id="rId164" Type="http://schemas.openxmlformats.org/officeDocument/2006/relationships/image" Target="../media/image165.png"/><Relationship Id="rId185" Type="http://schemas.openxmlformats.org/officeDocument/2006/relationships/image" Target="../media/image186.png"/><Relationship Id="rId9" Type="http://schemas.openxmlformats.org/officeDocument/2006/relationships/image" Target="../media/image10.png"/><Relationship Id="rId210" Type="http://schemas.openxmlformats.org/officeDocument/2006/relationships/image" Target="../media/image211.png"/><Relationship Id="rId26" Type="http://schemas.openxmlformats.org/officeDocument/2006/relationships/image" Target="../media/image27.png"/><Relationship Id="rId231" Type="http://schemas.openxmlformats.org/officeDocument/2006/relationships/image" Target="../media/image232.png"/><Relationship Id="rId252" Type="http://schemas.openxmlformats.org/officeDocument/2006/relationships/image" Target="../media/image253.png"/><Relationship Id="rId47" Type="http://schemas.openxmlformats.org/officeDocument/2006/relationships/image" Target="../media/image48.png"/><Relationship Id="rId68" Type="http://schemas.openxmlformats.org/officeDocument/2006/relationships/image" Target="../media/image69.png"/><Relationship Id="rId89" Type="http://schemas.openxmlformats.org/officeDocument/2006/relationships/image" Target="../media/image90.png"/><Relationship Id="rId112" Type="http://schemas.openxmlformats.org/officeDocument/2006/relationships/image" Target="../media/image113.png"/><Relationship Id="rId133" Type="http://schemas.openxmlformats.org/officeDocument/2006/relationships/image" Target="../media/image134.png"/><Relationship Id="rId154" Type="http://schemas.openxmlformats.org/officeDocument/2006/relationships/image" Target="../media/image155.png"/><Relationship Id="rId175" Type="http://schemas.openxmlformats.org/officeDocument/2006/relationships/image" Target="../media/image176.png"/><Relationship Id="rId196" Type="http://schemas.openxmlformats.org/officeDocument/2006/relationships/image" Target="../media/image197.png"/><Relationship Id="rId200" Type="http://schemas.openxmlformats.org/officeDocument/2006/relationships/image" Target="../media/image201.png"/><Relationship Id="rId16" Type="http://schemas.openxmlformats.org/officeDocument/2006/relationships/image" Target="../media/image17.png"/><Relationship Id="rId221" Type="http://schemas.openxmlformats.org/officeDocument/2006/relationships/image" Target="../media/image222.png"/><Relationship Id="rId242" Type="http://schemas.openxmlformats.org/officeDocument/2006/relationships/image" Target="../media/image243.png"/><Relationship Id="rId263" Type="http://schemas.openxmlformats.org/officeDocument/2006/relationships/image" Target="../media/image264.png"/><Relationship Id="rId37" Type="http://schemas.openxmlformats.org/officeDocument/2006/relationships/image" Target="../media/image38.png"/><Relationship Id="rId58" Type="http://schemas.openxmlformats.org/officeDocument/2006/relationships/image" Target="../media/image59.png"/><Relationship Id="rId79" Type="http://schemas.openxmlformats.org/officeDocument/2006/relationships/image" Target="../media/image80.png"/><Relationship Id="rId102" Type="http://schemas.openxmlformats.org/officeDocument/2006/relationships/image" Target="../media/image103.png"/><Relationship Id="rId123" Type="http://schemas.openxmlformats.org/officeDocument/2006/relationships/image" Target="../media/image124.png"/><Relationship Id="rId144" Type="http://schemas.openxmlformats.org/officeDocument/2006/relationships/image" Target="../media/image145.png"/><Relationship Id="rId90" Type="http://schemas.openxmlformats.org/officeDocument/2006/relationships/image" Target="../media/image91.png"/><Relationship Id="rId165" Type="http://schemas.openxmlformats.org/officeDocument/2006/relationships/image" Target="../media/image166.png"/><Relationship Id="rId186" Type="http://schemas.openxmlformats.org/officeDocument/2006/relationships/image" Target="../media/image187.png"/><Relationship Id="rId211" Type="http://schemas.openxmlformats.org/officeDocument/2006/relationships/image" Target="../media/image212.png"/><Relationship Id="rId232" Type="http://schemas.openxmlformats.org/officeDocument/2006/relationships/image" Target="../media/image233.png"/><Relationship Id="rId253" Type="http://schemas.openxmlformats.org/officeDocument/2006/relationships/image" Target="../media/image254.png"/><Relationship Id="rId27" Type="http://schemas.openxmlformats.org/officeDocument/2006/relationships/image" Target="../media/image28.png"/><Relationship Id="rId48" Type="http://schemas.openxmlformats.org/officeDocument/2006/relationships/image" Target="../media/image49.png"/><Relationship Id="rId69" Type="http://schemas.openxmlformats.org/officeDocument/2006/relationships/image" Target="../media/image70.png"/><Relationship Id="rId113" Type="http://schemas.openxmlformats.org/officeDocument/2006/relationships/image" Target="../media/image114.png"/><Relationship Id="rId134" Type="http://schemas.openxmlformats.org/officeDocument/2006/relationships/image" Target="../media/image135.png"/><Relationship Id="rId80" Type="http://schemas.openxmlformats.org/officeDocument/2006/relationships/image" Target="../media/image81.png"/><Relationship Id="rId155" Type="http://schemas.openxmlformats.org/officeDocument/2006/relationships/image" Target="../media/image156.png"/><Relationship Id="rId176" Type="http://schemas.openxmlformats.org/officeDocument/2006/relationships/image" Target="../media/image177.png"/><Relationship Id="rId197" Type="http://schemas.openxmlformats.org/officeDocument/2006/relationships/image" Target="../media/image198.png"/><Relationship Id="rId201" Type="http://schemas.openxmlformats.org/officeDocument/2006/relationships/image" Target="../media/image202.png"/><Relationship Id="rId222" Type="http://schemas.openxmlformats.org/officeDocument/2006/relationships/image" Target="../media/image223.png"/><Relationship Id="rId243" Type="http://schemas.openxmlformats.org/officeDocument/2006/relationships/image" Target="../media/image244.png"/><Relationship Id="rId264" Type="http://schemas.openxmlformats.org/officeDocument/2006/relationships/image" Target="../media/image265.png"/><Relationship Id="rId17" Type="http://schemas.openxmlformats.org/officeDocument/2006/relationships/image" Target="../media/image18.png"/><Relationship Id="rId38" Type="http://schemas.openxmlformats.org/officeDocument/2006/relationships/image" Target="../media/image39.png"/><Relationship Id="rId59" Type="http://schemas.openxmlformats.org/officeDocument/2006/relationships/image" Target="../media/image60.png"/><Relationship Id="rId103" Type="http://schemas.openxmlformats.org/officeDocument/2006/relationships/image" Target="../media/image104.png"/><Relationship Id="rId124" Type="http://schemas.openxmlformats.org/officeDocument/2006/relationships/image" Target="../media/image125.png"/><Relationship Id="rId70" Type="http://schemas.openxmlformats.org/officeDocument/2006/relationships/image" Target="../media/image71.png"/><Relationship Id="rId91" Type="http://schemas.openxmlformats.org/officeDocument/2006/relationships/image" Target="../media/image92.png"/><Relationship Id="rId145" Type="http://schemas.openxmlformats.org/officeDocument/2006/relationships/image" Target="../media/image146.png"/><Relationship Id="rId166" Type="http://schemas.openxmlformats.org/officeDocument/2006/relationships/image" Target="../media/image167.png"/><Relationship Id="rId187" Type="http://schemas.openxmlformats.org/officeDocument/2006/relationships/image" Target="../media/image188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13.png"/><Relationship Id="rId233" Type="http://schemas.openxmlformats.org/officeDocument/2006/relationships/image" Target="../media/image234.png"/><Relationship Id="rId254" Type="http://schemas.openxmlformats.org/officeDocument/2006/relationships/image" Target="../media/image255.png"/><Relationship Id="rId28" Type="http://schemas.openxmlformats.org/officeDocument/2006/relationships/image" Target="../media/image29.png"/><Relationship Id="rId49" Type="http://schemas.openxmlformats.org/officeDocument/2006/relationships/image" Target="../media/image50.png"/><Relationship Id="rId114" Type="http://schemas.openxmlformats.org/officeDocument/2006/relationships/image" Target="../media/image115.png"/><Relationship Id="rId60" Type="http://schemas.openxmlformats.org/officeDocument/2006/relationships/image" Target="../media/image61.png"/><Relationship Id="rId81" Type="http://schemas.openxmlformats.org/officeDocument/2006/relationships/image" Target="../media/image82.png"/><Relationship Id="rId135" Type="http://schemas.openxmlformats.org/officeDocument/2006/relationships/image" Target="../media/image136.png"/><Relationship Id="rId156" Type="http://schemas.openxmlformats.org/officeDocument/2006/relationships/image" Target="../media/image157.png"/><Relationship Id="rId177" Type="http://schemas.openxmlformats.org/officeDocument/2006/relationships/image" Target="../media/image178.png"/><Relationship Id="rId198" Type="http://schemas.openxmlformats.org/officeDocument/2006/relationships/image" Target="../media/image199.png"/><Relationship Id="rId202" Type="http://schemas.openxmlformats.org/officeDocument/2006/relationships/image" Target="../media/image203.png"/><Relationship Id="rId223" Type="http://schemas.openxmlformats.org/officeDocument/2006/relationships/image" Target="../media/image224.png"/><Relationship Id="rId244" Type="http://schemas.openxmlformats.org/officeDocument/2006/relationships/image" Target="../media/image245.png"/><Relationship Id="rId18" Type="http://schemas.openxmlformats.org/officeDocument/2006/relationships/image" Target="../media/image19.png"/><Relationship Id="rId39" Type="http://schemas.openxmlformats.org/officeDocument/2006/relationships/image" Target="../media/image40.png"/><Relationship Id="rId265" Type="http://schemas.openxmlformats.org/officeDocument/2006/relationships/image" Target="../media/image266.png"/><Relationship Id="rId50" Type="http://schemas.openxmlformats.org/officeDocument/2006/relationships/image" Target="../media/image51.png"/><Relationship Id="rId104" Type="http://schemas.openxmlformats.org/officeDocument/2006/relationships/image" Target="../media/image105.png"/><Relationship Id="rId125" Type="http://schemas.openxmlformats.org/officeDocument/2006/relationships/image" Target="../media/image126.png"/><Relationship Id="rId146" Type="http://schemas.openxmlformats.org/officeDocument/2006/relationships/image" Target="../media/image147.png"/><Relationship Id="rId167" Type="http://schemas.openxmlformats.org/officeDocument/2006/relationships/image" Target="../media/image168.png"/><Relationship Id="rId188" Type="http://schemas.openxmlformats.org/officeDocument/2006/relationships/image" Target="../media/image189.png"/><Relationship Id="rId71" Type="http://schemas.openxmlformats.org/officeDocument/2006/relationships/image" Target="../media/image72.png"/><Relationship Id="rId92" Type="http://schemas.openxmlformats.org/officeDocument/2006/relationships/image" Target="../media/image93.png"/><Relationship Id="rId213" Type="http://schemas.openxmlformats.org/officeDocument/2006/relationships/image" Target="../media/image214.png"/><Relationship Id="rId234" Type="http://schemas.openxmlformats.org/officeDocument/2006/relationships/image" Target="../media/image235.png"/><Relationship Id="rId2" Type="http://schemas.openxmlformats.org/officeDocument/2006/relationships/image" Target="../media/image3.png"/><Relationship Id="rId29" Type="http://schemas.openxmlformats.org/officeDocument/2006/relationships/image" Target="../media/image30.png"/><Relationship Id="rId255" Type="http://schemas.openxmlformats.org/officeDocument/2006/relationships/image" Target="../media/image256.png"/><Relationship Id="rId40" Type="http://schemas.openxmlformats.org/officeDocument/2006/relationships/image" Target="../media/image41.png"/><Relationship Id="rId115" Type="http://schemas.openxmlformats.org/officeDocument/2006/relationships/image" Target="../media/image116.png"/><Relationship Id="rId136" Type="http://schemas.openxmlformats.org/officeDocument/2006/relationships/image" Target="../media/image137.png"/><Relationship Id="rId157" Type="http://schemas.openxmlformats.org/officeDocument/2006/relationships/image" Target="../media/image158.png"/><Relationship Id="rId178" Type="http://schemas.openxmlformats.org/officeDocument/2006/relationships/image" Target="../media/image179.png"/><Relationship Id="rId61" Type="http://schemas.openxmlformats.org/officeDocument/2006/relationships/image" Target="../media/image62.png"/><Relationship Id="rId82" Type="http://schemas.openxmlformats.org/officeDocument/2006/relationships/image" Target="../media/image83.png"/><Relationship Id="rId199" Type="http://schemas.openxmlformats.org/officeDocument/2006/relationships/image" Target="../media/image200.png"/><Relationship Id="rId203" Type="http://schemas.openxmlformats.org/officeDocument/2006/relationships/image" Target="../media/image204.png"/><Relationship Id="rId19" Type="http://schemas.openxmlformats.org/officeDocument/2006/relationships/image" Target="../media/image20.png"/><Relationship Id="rId224" Type="http://schemas.openxmlformats.org/officeDocument/2006/relationships/image" Target="../media/image225.png"/><Relationship Id="rId245" Type="http://schemas.openxmlformats.org/officeDocument/2006/relationships/image" Target="../media/image246.png"/><Relationship Id="rId30" Type="http://schemas.openxmlformats.org/officeDocument/2006/relationships/image" Target="../media/image31.png"/><Relationship Id="rId105" Type="http://schemas.openxmlformats.org/officeDocument/2006/relationships/image" Target="../media/image106.png"/><Relationship Id="rId126" Type="http://schemas.openxmlformats.org/officeDocument/2006/relationships/image" Target="../media/image127.png"/><Relationship Id="rId147" Type="http://schemas.openxmlformats.org/officeDocument/2006/relationships/image" Target="../media/image148.png"/><Relationship Id="rId168" Type="http://schemas.openxmlformats.org/officeDocument/2006/relationships/image" Target="../media/image169.png"/><Relationship Id="rId51" Type="http://schemas.openxmlformats.org/officeDocument/2006/relationships/image" Target="../media/image52.png"/><Relationship Id="rId72" Type="http://schemas.openxmlformats.org/officeDocument/2006/relationships/image" Target="../media/image73.png"/><Relationship Id="rId93" Type="http://schemas.openxmlformats.org/officeDocument/2006/relationships/image" Target="../media/image94.png"/><Relationship Id="rId189" Type="http://schemas.openxmlformats.org/officeDocument/2006/relationships/image" Target="../media/image190.png"/><Relationship Id="rId3" Type="http://schemas.openxmlformats.org/officeDocument/2006/relationships/image" Target="../media/image4.png"/><Relationship Id="rId214" Type="http://schemas.openxmlformats.org/officeDocument/2006/relationships/image" Target="../media/image215.png"/><Relationship Id="rId235" Type="http://schemas.openxmlformats.org/officeDocument/2006/relationships/image" Target="../media/image236.png"/><Relationship Id="rId256" Type="http://schemas.openxmlformats.org/officeDocument/2006/relationships/image" Target="../media/image257.png"/><Relationship Id="rId116" Type="http://schemas.openxmlformats.org/officeDocument/2006/relationships/image" Target="../media/image117.png"/><Relationship Id="rId137" Type="http://schemas.openxmlformats.org/officeDocument/2006/relationships/image" Target="../media/image138.png"/><Relationship Id="rId158" Type="http://schemas.openxmlformats.org/officeDocument/2006/relationships/image" Target="../media/image159.png"/><Relationship Id="rId20" Type="http://schemas.openxmlformats.org/officeDocument/2006/relationships/image" Target="../media/image21.png"/><Relationship Id="rId41" Type="http://schemas.openxmlformats.org/officeDocument/2006/relationships/image" Target="../media/image42.png"/><Relationship Id="rId62" Type="http://schemas.openxmlformats.org/officeDocument/2006/relationships/image" Target="../media/image63.png"/><Relationship Id="rId83" Type="http://schemas.openxmlformats.org/officeDocument/2006/relationships/image" Target="../media/image84.png"/><Relationship Id="rId179" Type="http://schemas.openxmlformats.org/officeDocument/2006/relationships/image" Target="../media/image180.png"/><Relationship Id="rId190" Type="http://schemas.openxmlformats.org/officeDocument/2006/relationships/image" Target="../media/image191.png"/><Relationship Id="rId204" Type="http://schemas.openxmlformats.org/officeDocument/2006/relationships/image" Target="../media/image205.png"/><Relationship Id="rId225" Type="http://schemas.openxmlformats.org/officeDocument/2006/relationships/image" Target="../media/image226.png"/><Relationship Id="rId246" Type="http://schemas.openxmlformats.org/officeDocument/2006/relationships/image" Target="../media/image247.png"/><Relationship Id="rId106" Type="http://schemas.openxmlformats.org/officeDocument/2006/relationships/image" Target="../media/image107.png"/><Relationship Id="rId127" Type="http://schemas.openxmlformats.org/officeDocument/2006/relationships/image" Target="../media/image128.png"/><Relationship Id="rId10" Type="http://schemas.openxmlformats.org/officeDocument/2006/relationships/image" Target="../media/image11.png"/><Relationship Id="rId31" Type="http://schemas.openxmlformats.org/officeDocument/2006/relationships/image" Target="../media/image32.png"/><Relationship Id="rId52" Type="http://schemas.openxmlformats.org/officeDocument/2006/relationships/image" Target="../media/image53.png"/><Relationship Id="rId73" Type="http://schemas.openxmlformats.org/officeDocument/2006/relationships/image" Target="../media/image74.png"/><Relationship Id="rId94" Type="http://schemas.openxmlformats.org/officeDocument/2006/relationships/image" Target="../media/image95.png"/><Relationship Id="rId148" Type="http://schemas.openxmlformats.org/officeDocument/2006/relationships/image" Target="../media/image149.png"/><Relationship Id="rId169" Type="http://schemas.openxmlformats.org/officeDocument/2006/relationships/image" Target="../media/image170.png"/><Relationship Id="rId4" Type="http://schemas.openxmlformats.org/officeDocument/2006/relationships/image" Target="../media/image5.png"/><Relationship Id="rId180" Type="http://schemas.openxmlformats.org/officeDocument/2006/relationships/image" Target="../media/image181.png"/><Relationship Id="rId215" Type="http://schemas.openxmlformats.org/officeDocument/2006/relationships/image" Target="../media/image216.png"/><Relationship Id="rId236" Type="http://schemas.openxmlformats.org/officeDocument/2006/relationships/image" Target="../media/image237.png"/><Relationship Id="rId257" Type="http://schemas.openxmlformats.org/officeDocument/2006/relationships/image" Target="../media/image258.png"/><Relationship Id="rId42" Type="http://schemas.openxmlformats.org/officeDocument/2006/relationships/image" Target="../media/image43.png"/><Relationship Id="rId84" Type="http://schemas.openxmlformats.org/officeDocument/2006/relationships/image" Target="../media/image85.png"/><Relationship Id="rId138" Type="http://schemas.openxmlformats.org/officeDocument/2006/relationships/image" Target="../media/image139.png"/><Relationship Id="rId191" Type="http://schemas.openxmlformats.org/officeDocument/2006/relationships/image" Target="../media/image192.png"/><Relationship Id="rId205" Type="http://schemas.openxmlformats.org/officeDocument/2006/relationships/image" Target="../media/image206.png"/><Relationship Id="rId247" Type="http://schemas.openxmlformats.org/officeDocument/2006/relationships/image" Target="../media/image2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1.png"/><Relationship Id="rId5" Type="http://schemas.openxmlformats.org/officeDocument/2006/relationships/image" Target="../media/image270.png"/><Relationship Id="rId4" Type="http://schemas.openxmlformats.org/officeDocument/2006/relationships/image" Target="../media/image26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png"/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9.png"/><Relationship Id="rId21" Type="http://schemas.openxmlformats.org/officeDocument/2006/relationships/image" Target="../media/image294.png"/><Relationship Id="rId42" Type="http://schemas.openxmlformats.org/officeDocument/2006/relationships/image" Target="../media/image315.png"/><Relationship Id="rId47" Type="http://schemas.openxmlformats.org/officeDocument/2006/relationships/image" Target="../media/image320.png"/><Relationship Id="rId63" Type="http://schemas.openxmlformats.org/officeDocument/2006/relationships/image" Target="../media/image336.png"/><Relationship Id="rId68" Type="http://schemas.openxmlformats.org/officeDocument/2006/relationships/image" Target="../media/image341.png"/><Relationship Id="rId84" Type="http://schemas.openxmlformats.org/officeDocument/2006/relationships/image" Target="../media/image357.png"/><Relationship Id="rId89" Type="http://schemas.openxmlformats.org/officeDocument/2006/relationships/image" Target="../media/image362.png"/><Relationship Id="rId16" Type="http://schemas.openxmlformats.org/officeDocument/2006/relationships/image" Target="../media/image289.png"/><Relationship Id="rId11" Type="http://schemas.openxmlformats.org/officeDocument/2006/relationships/image" Target="../media/image284.png"/><Relationship Id="rId32" Type="http://schemas.openxmlformats.org/officeDocument/2006/relationships/image" Target="../media/image305.png"/><Relationship Id="rId37" Type="http://schemas.openxmlformats.org/officeDocument/2006/relationships/image" Target="../media/image310.png"/><Relationship Id="rId53" Type="http://schemas.openxmlformats.org/officeDocument/2006/relationships/image" Target="../media/image326.png"/><Relationship Id="rId58" Type="http://schemas.openxmlformats.org/officeDocument/2006/relationships/image" Target="../media/image331.png"/><Relationship Id="rId74" Type="http://schemas.openxmlformats.org/officeDocument/2006/relationships/image" Target="../media/image347.png"/><Relationship Id="rId79" Type="http://schemas.openxmlformats.org/officeDocument/2006/relationships/image" Target="../media/image352.png"/><Relationship Id="rId5" Type="http://schemas.openxmlformats.org/officeDocument/2006/relationships/image" Target="../media/image278.png"/><Relationship Id="rId90" Type="http://schemas.openxmlformats.org/officeDocument/2006/relationships/image" Target="../media/image363.png"/><Relationship Id="rId95" Type="http://schemas.openxmlformats.org/officeDocument/2006/relationships/image" Target="../media/image368.png"/><Relationship Id="rId22" Type="http://schemas.openxmlformats.org/officeDocument/2006/relationships/image" Target="../media/image295.png"/><Relationship Id="rId27" Type="http://schemas.openxmlformats.org/officeDocument/2006/relationships/image" Target="../media/image300.png"/><Relationship Id="rId43" Type="http://schemas.openxmlformats.org/officeDocument/2006/relationships/image" Target="../media/image316.png"/><Relationship Id="rId48" Type="http://schemas.openxmlformats.org/officeDocument/2006/relationships/image" Target="../media/image321.png"/><Relationship Id="rId64" Type="http://schemas.openxmlformats.org/officeDocument/2006/relationships/image" Target="../media/image337.png"/><Relationship Id="rId69" Type="http://schemas.openxmlformats.org/officeDocument/2006/relationships/image" Target="../media/image342.png"/><Relationship Id="rId80" Type="http://schemas.openxmlformats.org/officeDocument/2006/relationships/image" Target="../media/image353.png"/><Relationship Id="rId85" Type="http://schemas.openxmlformats.org/officeDocument/2006/relationships/image" Target="../media/image358.png"/><Relationship Id="rId12" Type="http://schemas.openxmlformats.org/officeDocument/2006/relationships/image" Target="../media/image285.png"/><Relationship Id="rId17" Type="http://schemas.openxmlformats.org/officeDocument/2006/relationships/image" Target="../media/image290.png"/><Relationship Id="rId25" Type="http://schemas.openxmlformats.org/officeDocument/2006/relationships/image" Target="../media/image298.png"/><Relationship Id="rId33" Type="http://schemas.openxmlformats.org/officeDocument/2006/relationships/image" Target="../media/image306.png"/><Relationship Id="rId38" Type="http://schemas.openxmlformats.org/officeDocument/2006/relationships/image" Target="../media/image311.png"/><Relationship Id="rId46" Type="http://schemas.openxmlformats.org/officeDocument/2006/relationships/image" Target="../media/image319.png"/><Relationship Id="rId59" Type="http://schemas.openxmlformats.org/officeDocument/2006/relationships/image" Target="../media/image332.png"/><Relationship Id="rId67" Type="http://schemas.openxmlformats.org/officeDocument/2006/relationships/image" Target="../media/image340.png"/><Relationship Id="rId20" Type="http://schemas.openxmlformats.org/officeDocument/2006/relationships/image" Target="../media/image293.png"/><Relationship Id="rId41" Type="http://schemas.openxmlformats.org/officeDocument/2006/relationships/image" Target="../media/image314.png"/><Relationship Id="rId54" Type="http://schemas.openxmlformats.org/officeDocument/2006/relationships/image" Target="../media/image327.png"/><Relationship Id="rId62" Type="http://schemas.openxmlformats.org/officeDocument/2006/relationships/image" Target="../media/image335.png"/><Relationship Id="rId70" Type="http://schemas.openxmlformats.org/officeDocument/2006/relationships/image" Target="../media/image343.png"/><Relationship Id="rId75" Type="http://schemas.openxmlformats.org/officeDocument/2006/relationships/image" Target="../media/image348.png"/><Relationship Id="rId83" Type="http://schemas.openxmlformats.org/officeDocument/2006/relationships/image" Target="../media/image356.png"/><Relationship Id="rId88" Type="http://schemas.openxmlformats.org/officeDocument/2006/relationships/image" Target="../media/image361.png"/><Relationship Id="rId91" Type="http://schemas.openxmlformats.org/officeDocument/2006/relationships/image" Target="../media/image364.png"/><Relationship Id="rId96" Type="http://schemas.openxmlformats.org/officeDocument/2006/relationships/image" Target="../media/image3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9.png"/><Relationship Id="rId15" Type="http://schemas.openxmlformats.org/officeDocument/2006/relationships/image" Target="../media/image288.png"/><Relationship Id="rId23" Type="http://schemas.openxmlformats.org/officeDocument/2006/relationships/image" Target="../media/image296.png"/><Relationship Id="rId28" Type="http://schemas.openxmlformats.org/officeDocument/2006/relationships/image" Target="../media/image301.png"/><Relationship Id="rId36" Type="http://schemas.openxmlformats.org/officeDocument/2006/relationships/image" Target="../media/image309.png"/><Relationship Id="rId49" Type="http://schemas.openxmlformats.org/officeDocument/2006/relationships/image" Target="../media/image322.png"/><Relationship Id="rId57" Type="http://schemas.openxmlformats.org/officeDocument/2006/relationships/image" Target="../media/image330.png"/><Relationship Id="rId10" Type="http://schemas.openxmlformats.org/officeDocument/2006/relationships/image" Target="../media/image283.png"/><Relationship Id="rId31" Type="http://schemas.openxmlformats.org/officeDocument/2006/relationships/image" Target="../media/image304.png"/><Relationship Id="rId44" Type="http://schemas.openxmlformats.org/officeDocument/2006/relationships/image" Target="../media/image317.png"/><Relationship Id="rId52" Type="http://schemas.openxmlformats.org/officeDocument/2006/relationships/image" Target="../media/image325.png"/><Relationship Id="rId60" Type="http://schemas.openxmlformats.org/officeDocument/2006/relationships/image" Target="../media/image333.png"/><Relationship Id="rId65" Type="http://schemas.openxmlformats.org/officeDocument/2006/relationships/image" Target="../media/image338.png"/><Relationship Id="rId73" Type="http://schemas.openxmlformats.org/officeDocument/2006/relationships/image" Target="../media/image346.png"/><Relationship Id="rId78" Type="http://schemas.openxmlformats.org/officeDocument/2006/relationships/image" Target="../media/image351.png"/><Relationship Id="rId81" Type="http://schemas.openxmlformats.org/officeDocument/2006/relationships/image" Target="../media/image354.png"/><Relationship Id="rId86" Type="http://schemas.openxmlformats.org/officeDocument/2006/relationships/image" Target="../media/image359.png"/><Relationship Id="rId94" Type="http://schemas.openxmlformats.org/officeDocument/2006/relationships/image" Target="../media/image367.png"/><Relationship Id="rId99" Type="http://schemas.openxmlformats.org/officeDocument/2006/relationships/image" Target="../media/image372.png"/><Relationship Id="rId101" Type="http://schemas.openxmlformats.org/officeDocument/2006/relationships/image" Target="../media/image374.png"/><Relationship Id="rId4" Type="http://schemas.openxmlformats.org/officeDocument/2006/relationships/image" Target="../media/image277.png"/><Relationship Id="rId9" Type="http://schemas.openxmlformats.org/officeDocument/2006/relationships/image" Target="../media/image282.png"/><Relationship Id="rId13" Type="http://schemas.openxmlformats.org/officeDocument/2006/relationships/image" Target="../media/image286.png"/><Relationship Id="rId18" Type="http://schemas.openxmlformats.org/officeDocument/2006/relationships/image" Target="../media/image291.png"/><Relationship Id="rId39" Type="http://schemas.openxmlformats.org/officeDocument/2006/relationships/image" Target="../media/image312.png"/><Relationship Id="rId34" Type="http://schemas.openxmlformats.org/officeDocument/2006/relationships/image" Target="../media/image307.png"/><Relationship Id="rId50" Type="http://schemas.openxmlformats.org/officeDocument/2006/relationships/image" Target="../media/image323.png"/><Relationship Id="rId55" Type="http://schemas.openxmlformats.org/officeDocument/2006/relationships/image" Target="../media/image328.png"/><Relationship Id="rId76" Type="http://schemas.openxmlformats.org/officeDocument/2006/relationships/image" Target="../media/image349.png"/><Relationship Id="rId97" Type="http://schemas.openxmlformats.org/officeDocument/2006/relationships/image" Target="../media/image370.png"/><Relationship Id="rId7" Type="http://schemas.openxmlformats.org/officeDocument/2006/relationships/image" Target="../media/image280.png"/><Relationship Id="rId71" Type="http://schemas.openxmlformats.org/officeDocument/2006/relationships/image" Target="../media/image344.png"/><Relationship Id="rId92" Type="http://schemas.openxmlformats.org/officeDocument/2006/relationships/image" Target="../media/image365.png"/><Relationship Id="rId2" Type="http://schemas.openxmlformats.org/officeDocument/2006/relationships/image" Target="../media/image275.png"/><Relationship Id="rId29" Type="http://schemas.openxmlformats.org/officeDocument/2006/relationships/image" Target="../media/image302.png"/><Relationship Id="rId24" Type="http://schemas.openxmlformats.org/officeDocument/2006/relationships/image" Target="../media/image297.png"/><Relationship Id="rId40" Type="http://schemas.openxmlformats.org/officeDocument/2006/relationships/image" Target="../media/image313.png"/><Relationship Id="rId45" Type="http://schemas.openxmlformats.org/officeDocument/2006/relationships/image" Target="../media/image318.png"/><Relationship Id="rId66" Type="http://schemas.openxmlformats.org/officeDocument/2006/relationships/image" Target="../media/image339.png"/><Relationship Id="rId87" Type="http://schemas.openxmlformats.org/officeDocument/2006/relationships/image" Target="../media/image360.png"/><Relationship Id="rId61" Type="http://schemas.openxmlformats.org/officeDocument/2006/relationships/image" Target="../media/image334.png"/><Relationship Id="rId82" Type="http://schemas.openxmlformats.org/officeDocument/2006/relationships/image" Target="../media/image355.png"/><Relationship Id="rId19" Type="http://schemas.openxmlformats.org/officeDocument/2006/relationships/image" Target="../media/image292.png"/><Relationship Id="rId14" Type="http://schemas.openxmlformats.org/officeDocument/2006/relationships/image" Target="../media/image287.png"/><Relationship Id="rId30" Type="http://schemas.openxmlformats.org/officeDocument/2006/relationships/image" Target="../media/image303.png"/><Relationship Id="rId35" Type="http://schemas.openxmlformats.org/officeDocument/2006/relationships/image" Target="../media/image308.png"/><Relationship Id="rId56" Type="http://schemas.openxmlformats.org/officeDocument/2006/relationships/image" Target="../media/image329.png"/><Relationship Id="rId77" Type="http://schemas.openxmlformats.org/officeDocument/2006/relationships/image" Target="../media/image350.png"/><Relationship Id="rId100" Type="http://schemas.openxmlformats.org/officeDocument/2006/relationships/image" Target="../media/image373.png"/><Relationship Id="rId8" Type="http://schemas.openxmlformats.org/officeDocument/2006/relationships/image" Target="../media/image281.png"/><Relationship Id="rId51" Type="http://schemas.openxmlformats.org/officeDocument/2006/relationships/image" Target="../media/image324.png"/><Relationship Id="rId72" Type="http://schemas.openxmlformats.org/officeDocument/2006/relationships/image" Target="../media/image345.png"/><Relationship Id="rId93" Type="http://schemas.openxmlformats.org/officeDocument/2006/relationships/image" Target="../media/image366.png"/><Relationship Id="rId98" Type="http://schemas.openxmlformats.org/officeDocument/2006/relationships/image" Target="../media/image371.png"/><Relationship Id="rId3" Type="http://schemas.openxmlformats.org/officeDocument/2006/relationships/image" Target="../media/image27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1" Type="http://schemas.openxmlformats.org/officeDocument/2006/relationships/image" Target="../media/image394.png"/><Relationship Id="rId170" Type="http://schemas.openxmlformats.org/officeDocument/2006/relationships/image" Target="../media/image543.png"/><Relationship Id="rId268" Type="http://schemas.openxmlformats.org/officeDocument/2006/relationships/image" Target="../media/image641.png"/><Relationship Id="rId475" Type="http://schemas.openxmlformats.org/officeDocument/2006/relationships/image" Target="../media/image848.png"/><Relationship Id="rId682" Type="http://schemas.openxmlformats.org/officeDocument/2006/relationships/image" Target="../media/image1055.png"/><Relationship Id="rId128" Type="http://schemas.openxmlformats.org/officeDocument/2006/relationships/image" Target="../media/image501.png"/><Relationship Id="rId335" Type="http://schemas.openxmlformats.org/officeDocument/2006/relationships/image" Target="../media/image708.png"/><Relationship Id="rId542" Type="http://schemas.openxmlformats.org/officeDocument/2006/relationships/image" Target="../media/image915.png"/><Relationship Id="rId987" Type="http://schemas.openxmlformats.org/officeDocument/2006/relationships/image" Target="../media/image1360.png"/><Relationship Id="rId1172" Type="http://schemas.openxmlformats.org/officeDocument/2006/relationships/image" Target="../media/image1545.png"/><Relationship Id="rId402" Type="http://schemas.openxmlformats.org/officeDocument/2006/relationships/image" Target="../media/image775.png"/><Relationship Id="rId847" Type="http://schemas.openxmlformats.org/officeDocument/2006/relationships/image" Target="../media/image1220.png"/><Relationship Id="rId1032" Type="http://schemas.openxmlformats.org/officeDocument/2006/relationships/image" Target="../media/image1405.png"/><Relationship Id="rId707" Type="http://schemas.openxmlformats.org/officeDocument/2006/relationships/image" Target="../media/image1080.png"/><Relationship Id="rId914" Type="http://schemas.openxmlformats.org/officeDocument/2006/relationships/image" Target="../media/image1287.png"/><Relationship Id="rId43" Type="http://schemas.openxmlformats.org/officeDocument/2006/relationships/image" Target="../media/image416.png"/><Relationship Id="rId192" Type="http://schemas.openxmlformats.org/officeDocument/2006/relationships/image" Target="../media/image565.png"/><Relationship Id="rId497" Type="http://schemas.openxmlformats.org/officeDocument/2006/relationships/image" Target="../media/image870.png"/><Relationship Id="rId357" Type="http://schemas.openxmlformats.org/officeDocument/2006/relationships/image" Target="../media/image730.png"/><Relationship Id="rId1194" Type="http://schemas.openxmlformats.org/officeDocument/2006/relationships/image" Target="../media/image1567.png"/><Relationship Id="rId217" Type="http://schemas.openxmlformats.org/officeDocument/2006/relationships/image" Target="../media/image590.png"/><Relationship Id="rId564" Type="http://schemas.openxmlformats.org/officeDocument/2006/relationships/image" Target="../media/image937.png"/><Relationship Id="rId771" Type="http://schemas.openxmlformats.org/officeDocument/2006/relationships/image" Target="../media/image1144.png"/><Relationship Id="rId869" Type="http://schemas.openxmlformats.org/officeDocument/2006/relationships/image" Target="../media/image1242.png"/><Relationship Id="rId424" Type="http://schemas.openxmlformats.org/officeDocument/2006/relationships/image" Target="../media/image797.png"/><Relationship Id="rId631" Type="http://schemas.openxmlformats.org/officeDocument/2006/relationships/image" Target="../media/image1004.png"/><Relationship Id="rId729" Type="http://schemas.openxmlformats.org/officeDocument/2006/relationships/image" Target="../media/image1102.png"/><Relationship Id="rId1054" Type="http://schemas.openxmlformats.org/officeDocument/2006/relationships/image" Target="../media/image1427.png"/><Relationship Id="rId936" Type="http://schemas.openxmlformats.org/officeDocument/2006/relationships/image" Target="../media/image1309.png"/><Relationship Id="rId1121" Type="http://schemas.openxmlformats.org/officeDocument/2006/relationships/image" Target="../media/image1494.png"/><Relationship Id="rId1219" Type="http://schemas.openxmlformats.org/officeDocument/2006/relationships/image" Target="../media/image1592.png"/><Relationship Id="rId65" Type="http://schemas.openxmlformats.org/officeDocument/2006/relationships/image" Target="../media/image438.png"/><Relationship Id="rId281" Type="http://schemas.openxmlformats.org/officeDocument/2006/relationships/image" Target="../media/image654.png"/><Relationship Id="rId141" Type="http://schemas.openxmlformats.org/officeDocument/2006/relationships/image" Target="../media/image514.png"/><Relationship Id="rId379" Type="http://schemas.openxmlformats.org/officeDocument/2006/relationships/image" Target="../media/image752.png"/><Relationship Id="rId586" Type="http://schemas.openxmlformats.org/officeDocument/2006/relationships/image" Target="../media/image959.png"/><Relationship Id="rId793" Type="http://schemas.openxmlformats.org/officeDocument/2006/relationships/image" Target="../media/image1166.png"/><Relationship Id="rId7" Type="http://schemas.openxmlformats.org/officeDocument/2006/relationships/image" Target="../media/image380.png"/><Relationship Id="rId239" Type="http://schemas.openxmlformats.org/officeDocument/2006/relationships/image" Target="../media/image612.png"/><Relationship Id="rId446" Type="http://schemas.openxmlformats.org/officeDocument/2006/relationships/image" Target="../media/image819.png"/><Relationship Id="rId653" Type="http://schemas.openxmlformats.org/officeDocument/2006/relationships/image" Target="../media/image1026.png"/><Relationship Id="rId1076" Type="http://schemas.openxmlformats.org/officeDocument/2006/relationships/image" Target="../media/image1449.png"/><Relationship Id="rId306" Type="http://schemas.openxmlformats.org/officeDocument/2006/relationships/image" Target="../media/image679.png"/><Relationship Id="rId860" Type="http://schemas.openxmlformats.org/officeDocument/2006/relationships/image" Target="../media/image1233.png"/><Relationship Id="rId958" Type="http://schemas.openxmlformats.org/officeDocument/2006/relationships/image" Target="../media/image1331.png"/><Relationship Id="rId1143" Type="http://schemas.openxmlformats.org/officeDocument/2006/relationships/image" Target="../media/image1516.png"/><Relationship Id="rId87" Type="http://schemas.openxmlformats.org/officeDocument/2006/relationships/image" Target="../media/image460.png"/><Relationship Id="rId513" Type="http://schemas.openxmlformats.org/officeDocument/2006/relationships/image" Target="../media/image886.png"/><Relationship Id="rId720" Type="http://schemas.openxmlformats.org/officeDocument/2006/relationships/image" Target="../media/image1093.png"/><Relationship Id="rId818" Type="http://schemas.openxmlformats.org/officeDocument/2006/relationships/image" Target="../media/image1191.png"/><Relationship Id="rId1003" Type="http://schemas.openxmlformats.org/officeDocument/2006/relationships/image" Target="../media/image1376.png"/><Relationship Id="rId1210" Type="http://schemas.openxmlformats.org/officeDocument/2006/relationships/image" Target="../media/image1583.png"/><Relationship Id="rId14" Type="http://schemas.openxmlformats.org/officeDocument/2006/relationships/image" Target="../media/image387.png"/><Relationship Id="rId163" Type="http://schemas.openxmlformats.org/officeDocument/2006/relationships/image" Target="../media/image536.png"/><Relationship Id="rId370" Type="http://schemas.openxmlformats.org/officeDocument/2006/relationships/image" Target="../media/image743.png"/><Relationship Id="rId230" Type="http://schemas.openxmlformats.org/officeDocument/2006/relationships/image" Target="../media/image603.png"/><Relationship Id="rId468" Type="http://schemas.openxmlformats.org/officeDocument/2006/relationships/image" Target="../media/image841.png"/><Relationship Id="rId675" Type="http://schemas.openxmlformats.org/officeDocument/2006/relationships/image" Target="../media/image1048.png"/><Relationship Id="rId882" Type="http://schemas.openxmlformats.org/officeDocument/2006/relationships/image" Target="../media/image1255.png"/><Relationship Id="rId1098" Type="http://schemas.openxmlformats.org/officeDocument/2006/relationships/image" Target="../media/image1471.png"/><Relationship Id="rId328" Type="http://schemas.openxmlformats.org/officeDocument/2006/relationships/image" Target="../media/image701.png"/><Relationship Id="rId535" Type="http://schemas.openxmlformats.org/officeDocument/2006/relationships/image" Target="../media/image908.png"/><Relationship Id="rId742" Type="http://schemas.openxmlformats.org/officeDocument/2006/relationships/image" Target="../media/image1115.png"/><Relationship Id="rId1165" Type="http://schemas.openxmlformats.org/officeDocument/2006/relationships/image" Target="../media/image1538.png"/><Relationship Id="rId602" Type="http://schemas.openxmlformats.org/officeDocument/2006/relationships/image" Target="../media/image975.png"/><Relationship Id="rId1025" Type="http://schemas.openxmlformats.org/officeDocument/2006/relationships/image" Target="../media/image1398.png"/><Relationship Id="rId907" Type="http://schemas.openxmlformats.org/officeDocument/2006/relationships/image" Target="../media/image1280.png"/><Relationship Id="rId36" Type="http://schemas.openxmlformats.org/officeDocument/2006/relationships/image" Target="../media/image409.png"/><Relationship Id="rId185" Type="http://schemas.openxmlformats.org/officeDocument/2006/relationships/image" Target="../media/image558.png"/><Relationship Id="rId392" Type="http://schemas.openxmlformats.org/officeDocument/2006/relationships/image" Target="../media/image765.png"/><Relationship Id="rId697" Type="http://schemas.openxmlformats.org/officeDocument/2006/relationships/image" Target="../media/image1070.png"/><Relationship Id="rId252" Type="http://schemas.openxmlformats.org/officeDocument/2006/relationships/image" Target="../media/image625.png"/><Relationship Id="rId1187" Type="http://schemas.openxmlformats.org/officeDocument/2006/relationships/image" Target="../media/image1560.png"/><Relationship Id="rId112" Type="http://schemas.openxmlformats.org/officeDocument/2006/relationships/image" Target="../media/image485.png"/><Relationship Id="rId557" Type="http://schemas.openxmlformats.org/officeDocument/2006/relationships/image" Target="../media/image930.png"/><Relationship Id="rId764" Type="http://schemas.openxmlformats.org/officeDocument/2006/relationships/image" Target="../media/image1137.png"/><Relationship Id="rId971" Type="http://schemas.openxmlformats.org/officeDocument/2006/relationships/image" Target="../media/image1344.png"/><Relationship Id="rId417" Type="http://schemas.openxmlformats.org/officeDocument/2006/relationships/image" Target="../media/image790.png"/><Relationship Id="rId624" Type="http://schemas.openxmlformats.org/officeDocument/2006/relationships/image" Target="../media/image997.png"/><Relationship Id="rId831" Type="http://schemas.openxmlformats.org/officeDocument/2006/relationships/image" Target="../media/image1204.png"/><Relationship Id="rId1047" Type="http://schemas.openxmlformats.org/officeDocument/2006/relationships/image" Target="../media/image1420.png"/><Relationship Id="rId929" Type="http://schemas.openxmlformats.org/officeDocument/2006/relationships/image" Target="../media/image1302.png"/><Relationship Id="rId1114" Type="http://schemas.openxmlformats.org/officeDocument/2006/relationships/image" Target="../media/image1487.png"/><Relationship Id="rId58" Type="http://schemas.openxmlformats.org/officeDocument/2006/relationships/image" Target="../media/image431.png"/><Relationship Id="rId274" Type="http://schemas.openxmlformats.org/officeDocument/2006/relationships/image" Target="../media/image647.png"/><Relationship Id="rId481" Type="http://schemas.openxmlformats.org/officeDocument/2006/relationships/image" Target="../media/image854.png"/><Relationship Id="rId134" Type="http://schemas.openxmlformats.org/officeDocument/2006/relationships/image" Target="../media/image507.png"/><Relationship Id="rId579" Type="http://schemas.openxmlformats.org/officeDocument/2006/relationships/image" Target="../media/image952.png"/><Relationship Id="rId786" Type="http://schemas.openxmlformats.org/officeDocument/2006/relationships/image" Target="../media/image1159.png"/><Relationship Id="rId993" Type="http://schemas.openxmlformats.org/officeDocument/2006/relationships/image" Target="../media/image1366.png"/><Relationship Id="rId341" Type="http://schemas.openxmlformats.org/officeDocument/2006/relationships/image" Target="../media/image714.png"/><Relationship Id="rId439" Type="http://schemas.openxmlformats.org/officeDocument/2006/relationships/image" Target="../media/image812.png"/><Relationship Id="rId646" Type="http://schemas.openxmlformats.org/officeDocument/2006/relationships/image" Target="../media/image1019.png"/><Relationship Id="rId1069" Type="http://schemas.openxmlformats.org/officeDocument/2006/relationships/image" Target="../media/image1442.png"/><Relationship Id="rId201" Type="http://schemas.openxmlformats.org/officeDocument/2006/relationships/image" Target="../media/image574.png"/><Relationship Id="rId506" Type="http://schemas.openxmlformats.org/officeDocument/2006/relationships/image" Target="../media/image879.png"/><Relationship Id="rId853" Type="http://schemas.openxmlformats.org/officeDocument/2006/relationships/image" Target="../media/image1226.png"/><Relationship Id="rId1136" Type="http://schemas.openxmlformats.org/officeDocument/2006/relationships/image" Target="../media/image1509.png"/><Relationship Id="rId713" Type="http://schemas.openxmlformats.org/officeDocument/2006/relationships/image" Target="../media/image1086.png"/><Relationship Id="rId920" Type="http://schemas.openxmlformats.org/officeDocument/2006/relationships/image" Target="../media/image1293.png"/><Relationship Id="rId1203" Type="http://schemas.openxmlformats.org/officeDocument/2006/relationships/image" Target="../media/image1576.png"/><Relationship Id="rId296" Type="http://schemas.openxmlformats.org/officeDocument/2006/relationships/image" Target="../media/image669.png"/><Relationship Id="rId156" Type="http://schemas.openxmlformats.org/officeDocument/2006/relationships/image" Target="../media/image529.png"/><Relationship Id="rId363" Type="http://schemas.openxmlformats.org/officeDocument/2006/relationships/image" Target="../media/image736.png"/><Relationship Id="rId570" Type="http://schemas.openxmlformats.org/officeDocument/2006/relationships/image" Target="../media/image943.png"/><Relationship Id="rId223" Type="http://schemas.openxmlformats.org/officeDocument/2006/relationships/image" Target="../media/image596.png"/><Relationship Id="rId430" Type="http://schemas.openxmlformats.org/officeDocument/2006/relationships/image" Target="../media/image803.png"/><Relationship Id="rId668" Type="http://schemas.openxmlformats.org/officeDocument/2006/relationships/image" Target="../media/image1041.png"/><Relationship Id="rId875" Type="http://schemas.openxmlformats.org/officeDocument/2006/relationships/image" Target="../media/image1248.png"/><Relationship Id="rId1060" Type="http://schemas.openxmlformats.org/officeDocument/2006/relationships/image" Target="../media/image1433.png"/><Relationship Id="rId528" Type="http://schemas.openxmlformats.org/officeDocument/2006/relationships/image" Target="../media/image901.png"/><Relationship Id="rId735" Type="http://schemas.openxmlformats.org/officeDocument/2006/relationships/image" Target="../media/image1108.png"/><Relationship Id="rId942" Type="http://schemas.openxmlformats.org/officeDocument/2006/relationships/image" Target="../media/image1315.png"/><Relationship Id="rId1158" Type="http://schemas.openxmlformats.org/officeDocument/2006/relationships/image" Target="../media/image1531.png"/><Relationship Id="rId1018" Type="http://schemas.openxmlformats.org/officeDocument/2006/relationships/image" Target="../media/image1391.png"/><Relationship Id="rId71" Type="http://schemas.openxmlformats.org/officeDocument/2006/relationships/image" Target="../media/image444.png"/><Relationship Id="rId234" Type="http://schemas.openxmlformats.org/officeDocument/2006/relationships/image" Target="../media/image607.png"/><Relationship Id="rId679" Type="http://schemas.openxmlformats.org/officeDocument/2006/relationships/image" Target="../media/image1052.png"/><Relationship Id="rId802" Type="http://schemas.openxmlformats.org/officeDocument/2006/relationships/image" Target="../media/image1175.png"/><Relationship Id="rId886" Type="http://schemas.openxmlformats.org/officeDocument/2006/relationships/image" Target="../media/image1259.png"/><Relationship Id="rId2" Type="http://schemas.openxmlformats.org/officeDocument/2006/relationships/image" Target="../media/image375.png"/><Relationship Id="rId29" Type="http://schemas.openxmlformats.org/officeDocument/2006/relationships/image" Target="../media/image402.png"/><Relationship Id="rId441" Type="http://schemas.openxmlformats.org/officeDocument/2006/relationships/image" Target="../media/image814.png"/><Relationship Id="rId539" Type="http://schemas.openxmlformats.org/officeDocument/2006/relationships/image" Target="../media/image912.png"/><Relationship Id="rId746" Type="http://schemas.openxmlformats.org/officeDocument/2006/relationships/image" Target="../media/image1119.png"/><Relationship Id="rId1071" Type="http://schemas.openxmlformats.org/officeDocument/2006/relationships/image" Target="../media/image1444.png"/><Relationship Id="rId1169" Type="http://schemas.openxmlformats.org/officeDocument/2006/relationships/image" Target="../media/image1542.png"/><Relationship Id="rId178" Type="http://schemas.openxmlformats.org/officeDocument/2006/relationships/image" Target="../media/image551.png"/><Relationship Id="rId301" Type="http://schemas.openxmlformats.org/officeDocument/2006/relationships/image" Target="../media/image674.png"/><Relationship Id="rId953" Type="http://schemas.openxmlformats.org/officeDocument/2006/relationships/image" Target="../media/image1326.png"/><Relationship Id="rId1029" Type="http://schemas.openxmlformats.org/officeDocument/2006/relationships/image" Target="../media/image1402.png"/><Relationship Id="rId82" Type="http://schemas.openxmlformats.org/officeDocument/2006/relationships/image" Target="../media/image455.png"/><Relationship Id="rId385" Type="http://schemas.openxmlformats.org/officeDocument/2006/relationships/image" Target="../media/image758.png"/><Relationship Id="rId592" Type="http://schemas.openxmlformats.org/officeDocument/2006/relationships/image" Target="../media/image965.png"/><Relationship Id="rId606" Type="http://schemas.openxmlformats.org/officeDocument/2006/relationships/image" Target="../media/image979.png"/><Relationship Id="rId813" Type="http://schemas.openxmlformats.org/officeDocument/2006/relationships/image" Target="../media/image1186.png"/><Relationship Id="rId245" Type="http://schemas.openxmlformats.org/officeDocument/2006/relationships/image" Target="../media/image618.png"/><Relationship Id="rId452" Type="http://schemas.openxmlformats.org/officeDocument/2006/relationships/image" Target="../media/image825.png"/><Relationship Id="rId897" Type="http://schemas.openxmlformats.org/officeDocument/2006/relationships/image" Target="../media/image1270.png"/><Relationship Id="rId1082" Type="http://schemas.openxmlformats.org/officeDocument/2006/relationships/image" Target="../media/image1455.png"/><Relationship Id="rId105" Type="http://schemas.openxmlformats.org/officeDocument/2006/relationships/image" Target="../media/image478.png"/><Relationship Id="rId312" Type="http://schemas.openxmlformats.org/officeDocument/2006/relationships/image" Target="../media/image685.png"/><Relationship Id="rId757" Type="http://schemas.openxmlformats.org/officeDocument/2006/relationships/image" Target="../media/image1130.png"/><Relationship Id="rId964" Type="http://schemas.openxmlformats.org/officeDocument/2006/relationships/image" Target="../media/image1337.png"/><Relationship Id="rId93" Type="http://schemas.openxmlformats.org/officeDocument/2006/relationships/image" Target="../media/image466.png"/><Relationship Id="rId189" Type="http://schemas.openxmlformats.org/officeDocument/2006/relationships/image" Target="../media/image562.png"/><Relationship Id="rId396" Type="http://schemas.openxmlformats.org/officeDocument/2006/relationships/image" Target="../media/image769.png"/><Relationship Id="rId617" Type="http://schemas.openxmlformats.org/officeDocument/2006/relationships/image" Target="../media/image990.png"/><Relationship Id="rId824" Type="http://schemas.openxmlformats.org/officeDocument/2006/relationships/image" Target="../media/image1197.png"/><Relationship Id="rId256" Type="http://schemas.openxmlformats.org/officeDocument/2006/relationships/image" Target="../media/image629.png"/><Relationship Id="rId463" Type="http://schemas.openxmlformats.org/officeDocument/2006/relationships/image" Target="../media/image836.png"/><Relationship Id="rId670" Type="http://schemas.openxmlformats.org/officeDocument/2006/relationships/image" Target="../media/image1043.png"/><Relationship Id="rId1093" Type="http://schemas.openxmlformats.org/officeDocument/2006/relationships/image" Target="../media/image1466.png"/><Relationship Id="rId1107" Type="http://schemas.openxmlformats.org/officeDocument/2006/relationships/image" Target="../media/image1480.png"/><Relationship Id="rId116" Type="http://schemas.openxmlformats.org/officeDocument/2006/relationships/image" Target="../media/image489.png"/><Relationship Id="rId323" Type="http://schemas.openxmlformats.org/officeDocument/2006/relationships/image" Target="../media/image696.png"/><Relationship Id="rId530" Type="http://schemas.openxmlformats.org/officeDocument/2006/relationships/image" Target="../media/image903.png"/><Relationship Id="rId768" Type="http://schemas.openxmlformats.org/officeDocument/2006/relationships/image" Target="../media/image1141.png"/><Relationship Id="rId975" Type="http://schemas.openxmlformats.org/officeDocument/2006/relationships/image" Target="../media/image1348.png"/><Relationship Id="rId1160" Type="http://schemas.openxmlformats.org/officeDocument/2006/relationships/image" Target="../media/image1533.png"/><Relationship Id="rId20" Type="http://schemas.openxmlformats.org/officeDocument/2006/relationships/image" Target="../media/image393.png"/><Relationship Id="rId628" Type="http://schemas.openxmlformats.org/officeDocument/2006/relationships/image" Target="../media/image1001.png"/><Relationship Id="rId835" Type="http://schemas.openxmlformats.org/officeDocument/2006/relationships/image" Target="../media/image1208.png"/><Relationship Id="rId267" Type="http://schemas.openxmlformats.org/officeDocument/2006/relationships/image" Target="../media/image640.png"/><Relationship Id="rId474" Type="http://schemas.openxmlformats.org/officeDocument/2006/relationships/image" Target="../media/image847.png"/><Relationship Id="rId1020" Type="http://schemas.openxmlformats.org/officeDocument/2006/relationships/image" Target="../media/image1393.png"/><Relationship Id="rId1118" Type="http://schemas.openxmlformats.org/officeDocument/2006/relationships/image" Target="../media/image1491.png"/><Relationship Id="rId127" Type="http://schemas.openxmlformats.org/officeDocument/2006/relationships/image" Target="../media/image500.png"/><Relationship Id="rId681" Type="http://schemas.openxmlformats.org/officeDocument/2006/relationships/image" Target="../media/image1054.png"/><Relationship Id="rId779" Type="http://schemas.openxmlformats.org/officeDocument/2006/relationships/image" Target="../media/image1152.png"/><Relationship Id="rId902" Type="http://schemas.openxmlformats.org/officeDocument/2006/relationships/image" Target="../media/image1275.png"/><Relationship Id="rId986" Type="http://schemas.openxmlformats.org/officeDocument/2006/relationships/image" Target="../media/image1359.png"/><Relationship Id="rId31" Type="http://schemas.openxmlformats.org/officeDocument/2006/relationships/image" Target="../media/image404.png"/><Relationship Id="rId334" Type="http://schemas.openxmlformats.org/officeDocument/2006/relationships/image" Target="../media/image707.png"/><Relationship Id="rId541" Type="http://schemas.openxmlformats.org/officeDocument/2006/relationships/image" Target="../media/image914.png"/><Relationship Id="rId639" Type="http://schemas.openxmlformats.org/officeDocument/2006/relationships/image" Target="../media/image1012.png"/><Relationship Id="rId1171" Type="http://schemas.openxmlformats.org/officeDocument/2006/relationships/image" Target="../media/image1544.png"/><Relationship Id="rId180" Type="http://schemas.openxmlformats.org/officeDocument/2006/relationships/image" Target="../media/image553.png"/><Relationship Id="rId278" Type="http://schemas.openxmlformats.org/officeDocument/2006/relationships/image" Target="../media/image651.png"/><Relationship Id="rId401" Type="http://schemas.openxmlformats.org/officeDocument/2006/relationships/image" Target="../media/image774.png"/><Relationship Id="rId846" Type="http://schemas.openxmlformats.org/officeDocument/2006/relationships/image" Target="../media/image1219.png"/><Relationship Id="rId1031" Type="http://schemas.openxmlformats.org/officeDocument/2006/relationships/image" Target="../media/image1404.png"/><Relationship Id="rId1129" Type="http://schemas.openxmlformats.org/officeDocument/2006/relationships/image" Target="../media/image1502.png"/><Relationship Id="rId485" Type="http://schemas.openxmlformats.org/officeDocument/2006/relationships/image" Target="../media/image858.png"/><Relationship Id="rId692" Type="http://schemas.openxmlformats.org/officeDocument/2006/relationships/image" Target="../media/image1065.png"/><Relationship Id="rId706" Type="http://schemas.openxmlformats.org/officeDocument/2006/relationships/image" Target="../media/image1079.png"/><Relationship Id="rId913" Type="http://schemas.openxmlformats.org/officeDocument/2006/relationships/image" Target="../media/image1286.png"/><Relationship Id="rId42" Type="http://schemas.openxmlformats.org/officeDocument/2006/relationships/image" Target="../media/image415.png"/><Relationship Id="rId138" Type="http://schemas.openxmlformats.org/officeDocument/2006/relationships/image" Target="../media/image511.png"/><Relationship Id="rId345" Type="http://schemas.openxmlformats.org/officeDocument/2006/relationships/image" Target="../media/image718.png"/><Relationship Id="rId552" Type="http://schemas.openxmlformats.org/officeDocument/2006/relationships/image" Target="../media/image925.png"/><Relationship Id="rId997" Type="http://schemas.openxmlformats.org/officeDocument/2006/relationships/image" Target="../media/image1370.png"/><Relationship Id="rId1182" Type="http://schemas.openxmlformats.org/officeDocument/2006/relationships/image" Target="../media/image1555.png"/><Relationship Id="rId191" Type="http://schemas.openxmlformats.org/officeDocument/2006/relationships/image" Target="../media/image564.png"/><Relationship Id="rId205" Type="http://schemas.openxmlformats.org/officeDocument/2006/relationships/image" Target="../media/image578.png"/><Relationship Id="rId412" Type="http://schemas.openxmlformats.org/officeDocument/2006/relationships/image" Target="../media/image785.png"/><Relationship Id="rId857" Type="http://schemas.openxmlformats.org/officeDocument/2006/relationships/image" Target="../media/image1230.png"/><Relationship Id="rId1042" Type="http://schemas.openxmlformats.org/officeDocument/2006/relationships/image" Target="../media/image1415.png"/><Relationship Id="rId289" Type="http://schemas.openxmlformats.org/officeDocument/2006/relationships/image" Target="../media/image662.png"/><Relationship Id="rId496" Type="http://schemas.openxmlformats.org/officeDocument/2006/relationships/image" Target="../media/image869.png"/><Relationship Id="rId717" Type="http://schemas.openxmlformats.org/officeDocument/2006/relationships/image" Target="../media/image1090.png"/><Relationship Id="rId924" Type="http://schemas.openxmlformats.org/officeDocument/2006/relationships/image" Target="../media/image1297.png"/><Relationship Id="rId53" Type="http://schemas.openxmlformats.org/officeDocument/2006/relationships/image" Target="../media/image426.png"/><Relationship Id="rId149" Type="http://schemas.openxmlformats.org/officeDocument/2006/relationships/image" Target="../media/image522.png"/><Relationship Id="rId356" Type="http://schemas.openxmlformats.org/officeDocument/2006/relationships/image" Target="../media/image729.png"/><Relationship Id="rId563" Type="http://schemas.openxmlformats.org/officeDocument/2006/relationships/image" Target="../media/image936.png"/><Relationship Id="rId770" Type="http://schemas.openxmlformats.org/officeDocument/2006/relationships/image" Target="../media/image1143.png"/><Relationship Id="rId1193" Type="http://schemas.openxmlformats.org/officeDocument/2006/relationships/image" Target="../media/image1566.png"/><Relationship Id="rId1207" Type="http://schemas.openxmlformats.org/officeDocument/2006/relationships/image" Target="../media/image1580.png"/><Relationship Id="rId216" Type="http://schemas.openxmlformats.org/officeDocument/2006/relationships/image" Target="../media/image589.png"/><Relationship Id="rId423" Type="http://schemas.openxmlformats.org/officeDocument/2006/relationships/image" Target="../media/image796.png"/><Relationship Id="rId868" Type="http://schemas.openxmlformats.org/officeDocument/2006/relationships/image" Target="../media/image1241.png"/><Relationship Id="rId1053" Type="http://schemas.openxmlformats.org/officeDocument/2006/relationships/image" Target="../media/image1426.png"/><Relationship Id="rId630" Type="http://schemas.openxmlformats.org/officeDocument/2006/relationships/image" Target="../media/image1003.png"/><Relationship Id="rId728" Type="http://schemas.openxmlformats.org/officeDocument/2006/relationships/image" Target="../media/image1101.png"/><Relationship Id="rId935" Type="http://schemas.openxmlformats.org/officeDocument/2006/relationships/image" Target="../media/image1308.png"/><Relationship Id="rId64" Type="http://schemas.openxmlformats.org/officeDocument/2006/relationships/image" Target="../media/image437.png"/><Relationship Id="rId367" Type="http://schemas.openxmlformats.org/officeDocument/2006/relationships/image" Target="../media/image740.png"/><Relationship Id="rId574" Type="http://schemas.openxmlformats.org/officeDocument/2006/relationships/image" Target="../media/image947.png"/><Relationship Id="rId1120" Type="http://schemas.openxmlformats.org/officeDocument/2006/relationships/image" Target="../media/image1493.png"/><Relationship Id="rId1218" Type="http://schemas.openxmlformats.org/officeDocument/2006/relationships/image" Target="../media/image1591.png"/><Relationship Id="rId227" Type="http://schemas.openxmlformats.org/officeDocument/2006/relationships/image" Target="../media/image600.png"/><Relationship Id="rId781" Type="http://schemas.openxmlformats.org/officeDocument/2006/relationships/image" Target="../media/image1154.png"/><Relationship Id="rId879" Type="http://schemas.openxmlformats.org/officeDocument/2006/relationships/image" Target="../media/image1252.png"/><Relationship Id="rId434" Type="http://schemas.openxmlformats.org/officeDocument/2006/relationships/image" Target="../media/image807.png"/><Relationship Id="rId641" Type="http://schemas.openxmlformats.org/officeDocument/2006/relationships/image" Target="../media/image1014.png"/><Relationship Id="rId739" Type="http://schemas.openxmlformats.org/officeDocument/2006/relationships/image" Target="../media/image1112.png"/><Relationship Id="rId1064" Type="http://schemas.openxmlformats.org/officeDocument/2006/relationships/image" Target="../media/image1437.png"/><Relationship Id="rId280" Type="http://schemas.openxmlformats.org/officeDocument/2006/relationships/image" Target="../media/image653.png"/><Relationship Id="rId501" Type="http://schemas.openxmlformats.org/officeDocument/2006/relationships/image" Target="../media/image874.png"/><Relationship Id="rId946" Type="http://schemas.openxmlformats.org/officeDocument/2006/relationships/image" Target="../media/image1319.png"/><Relationship Id="rId1131" Type="http://schemas.openxmlformats.org/officeDocument/2006/relationships/image" Target="../media/image1504.png"/><Relationship Id="rId75" Type="http://schemas.openxmlformats.org/officeDocument/2006/relationships/image" Target="../media/image448.png"/><Relationship Id="rId140" Type="http://schemas.openxmlformats.org/officeDocument/2006/relationships/image" Target="../media/image513.png"/><Relationship Id="rId378" Type="http://schemas.openxmlformats.org/officeDocument/2006/relationships/image" Target="../media/image751.png"/><Relationship Id="rId585" Type="http://schemas.openxmlformats.org/officeDocument/2006/relationships/image" Target="../media/image958.png"/><Relationship Id="rId792" Type="http://schemas.openxmlformats.org/officeDocument/2006/relationships/image" Target="../media/image1165.png"/><Relationship Id="rId806" Type="http://schemas.openxmlformats.org/officeDocument/2006/relationships/image" Target="../media/image1179.png"/><Relationship Id="rId6" Type="http://schemas.openxmlformats.org/officeDocument/2006/relationships/image" Target="../media/image379.png"/><Relationship Id="rId238" Type="http://schemas.openxmlformats.org/officeDocument/2006/relationships/image" Target="../media/image611.png"/><Relationship Id="rId445" Type="http://schemas.openxmlformats.org/officeDocument/2006/relationships/image" Target="../media/image818.png"/><Relationship Id="rId652" Type="http://schemas.openxmlformats.org/officeDocument/2006/relationships/image" Target="../media/image1025.png"/><Relationship Id="rId1075" Type="http://schemas.openxmlformats.org/officeDocument/2006/relationships/image" Target="../media/image1448.png"/><Relationship Id="rId291" Type="http://schemas.openxmlformats.org/officeDocument/2006/relationships/image" Target="../media/image664.png"/><Relationship Id="rId305" Type="http://schemas.openxmlformats.org/officeDocument/2006/relationships/image" Target="../media/image678.png"/><Relationship Id="rId512" Type="http://schemas.openxmlformats.org/officeDocument/2006/relationships/image" Target="../media/image885.png"/><Relationship Id="rId957" Type="http://schemas.openxmlformats.org/officeDocument/2006/relationships/image" Target="../media/image1330.png"/><Relationship Id="rId1142" Type="http://schemas.openxmlformats.org/officeDocument/2006/relationships/image" Target="../media/image1515.png"/><Relationship Id="rId86" Type="http://schemas.openxmlformats.org/officeDocument/2006/relationships/image" Target="../media/image459.png"/><Relationship Id="rId151" Type="http://schemas.openxmlformats.org/officeDocument/2006/relationships/image" Target="../media/image524.png"/><Relationship Id="rId389" Type="http://schemas.openxmlformats.org/officeDocument/2006/relationships/image" Target="../media/image762.png"/><Relationship Id="rId596" Type="http://schemas.openxmlformats.org/officeDocument/2006/relationships/image" Target="../media/image969.png"/><Relationship Id="rId817" Type="http://schemas.openxmlformats.org/officeDocument/2006/relationships/image" Target="../media/image1190.png"/><Relationship Id="rId1002" Type="http://schemas.openxmlformats.org/officeDocument/2006/relationships/image" Target="../media/image1375.png"/><Relationship Id="rId249" Type="http://schemas.openxmlformats.org/officeDocument/2006/relationships/image" Target="../media/image622.png"/><Relationship Id="rId456" Type="http://schemas.openxmlformats.org/officeDocument/2006/relationships/image" Target="../media/image829.png"/><Relationship Id="rId663" Type="http://schemas.openxmlformats.org/officeDocument/2006/relationships/image" Target="../media/image1036.png"/><Relationship Id="rId870" Type="http://schemas.openxmlformats.org/officeDocument/2006/relationships/image" Target="../media/image1243.png"/><Relationship Id="rId1086" Type="http://schemas.openxmlformats.org/officeDocument/2006/relationships/image" Target="../media/image1459.png"/><Relationship Id="rId13" Type="http://schemas.openxmlformats.org/officeDocument/2006/relationships/image" Target="../media/image386.png"/><Relationship Id="rId109" Type="http://schemas.openxmlformats.org/officeDocument/2006/relationships/image" Target="../media/image482.png"/><Relationship Id="rId316" Type="http://schemas.openxmlformats.org/officeDocument/2006/relationships/image" Target="../media/image689.png"/><Relationship Id="rId523" Type="http://schemas.openxmlformats.org/officeDocument/2006/relationships/image" Target="../media/image896.png"/><Relationship Id="rId968" Type="http://schemas.openxmlformats.org/officeDocument/2006/relationships/image" Target="../media/image1341.png"/><Relationship Id="rId1153" Type="http://schemas.openxmlformats.org/officeDocument/2006/relationships/image" Target="../media/image1526.png"/><Relationship Id="rId97" Type="http://schemas.openxmlformats.org/officeDocument/2006/relationships/image" Target="../media/image470.png"/><Relationship Id="rId730" Type="http://schemas.openxmlformats.org/officeDocument/2006/relationships/image" Target="../media/image1103.png"/><Relationship Id="rId828" Type="http://schemas.openxmlformats.org/officeDocument/2006/relationships/image" Target="../media/image1201.png"/><Relationship Id="rId1013" Type="http://schemas.openxmlformats.org/officeDocument/2006/relationships/image" Target="../media/image1386.png"/><Relationship Id="rId162" Type="http://schemas.openxmlformats.org/officeDocument/2006/relationships/image" Target="../media/image535.png"/><Relationship Id="rId467" Type="http://schemas.openxmlformats.org/officeDocument/2006/relationships/image" Target="../media/image840.png"/><Relationship Id="rId1097" Type="http://schemas.openxmlformats.org/officeDocument/2006/relationships/image" Target="../media/image1470.png"/><Relationship Id="rId1220" Type="http://schemas.openxmlformats.org/officeDocument/2006/relationships/image" Target="../media/image1593.png"/><Relationship Id="rId674" Type="http://schemas.openxmlformats.org/officeDocument/2006/relationships/image" Target="../media/image1047.png"/><Relationship Id="rId881" Type="http://schemas.openxmlformats.org/officeDocument/2006/relationships/image" Target="../media/image1254.png"/><Relationship Id="rId979" Type="http://schemas.openxmlformats.org/officeDocument/2006/relationships/image" Target="../media/image1352.png"/><Relationship Id="rId24" Type="http://schemas.openxmlformats.org/officeDocument/2006/relationships/image" Target="../media/image397.png"/><Relationship Id="rId327" Type="http://schemas.openxmlformats.org/officeDocument/2006/relationships/image" Target="../media/image700.png"/><Relationship Id="rId534" Type="http://schemas.openxmlformats.org/officeDocument/2006/relationships/image" Target="../media/image907.png"/><Relationship Id="rId741" Type="http://schemas.openxmlformats.org/officeDocument/2006/relationships/image" Target="../media/image1114.png"/><Relationship Id="rId839" Type="http://schemas.openxmlformats.org/officeDocument/2006/relationships/image" Target="../media/image1212.png"/><Relationship Id="rId1164" Type="http://schemas.openxmlformats.org/officeDocument/2006/relationships/image" Target="../media/image1537.png"/><Relationship Id="rId173" Type="http://schemas.openxmlformats.org/officeDocument/2006/relationships/image" Target="../media/image546.png"/><Relationship Id="rId380" Type="http://schemas.openxmlformats.org/officeDocument/2006/relationships/image" Target="../media/image753.png"/><Relationship Id="rId601" Type="http://schemas.openxmlformats.org/officeDocument/2006/relationships/image" Target="../media/image974.png"/><Relationship Id="rId1024" Type="http://schemas.openxmlformats.org/officeDocument/2006/relationships/image" Target="../media/image1397.png"/><Relationship Id="rId240" Type="http://schemas.openxmlformats.org/officeDocument/2006/relationships/image" Target="../media/image613.png"/><Relationship Id="rId478" Type="http://schemas.openxmlformats.org/officeDocument/2006/relationships/image" Target="../media/image851.png"/><Relationship Id="rId685" Type="http://schemas.openxmlformats.org/officeDocument/2006/relationships/image" Target="../media/image1058.png"/><Relationship Id="rId892" Type="http://schemas.openxmlformats.org/officeDocument/2006/relationships/image" Target="../media/image1265.png"/><Relationship Id="rId906" Type="http://schemas.openxmlformats.org/officeDocument/2006/relationships/image" Target="../media/image1279.png"/><Relationship Id="rId35" Type="http://schemas.openxmlformats.org/officeDocument/2006/relationships/image" Target="../media/image408.png"/><Relationship Id="rId100" Type="http://schemas.openxmlformats.org/officeDocument/2006/relationships/image" Target="../media/image473.png"/><Relationship Id="rId338" Type="http://schemas.openxmlformats.org/officeDocument/2006/relationships/image" Target="../media/image711.png"/><Relationship Id="rId545" Type="http://schemas.openxmlformats.org/officeDocument/2006/relationships/image" Target="../media/image918.png"/><Relationship Id="rId752" Type="http://schemas.openxmlformats.org/officeDocument/2006/relationships/image" Target="../media/image1125.png"/><Relationship Id="rId1175" Type="http://schemas.openxmlformats.org/officeDocument/2006/relationships/image" Target="../media/image1548.png"/><Relationship Id="rId184" Type="http://schemas.openxmlformats.org/officeDocument/2006/relationships/image" Target="../media/image557.png"/><Relationship Id="rId391" Type="http://schemas.openxmlformats.org/officeDocument/2006/relationships/image" Target="../media/image764.png"/><Relationship Id="rId405" Type="http://schemas.openxmlformats.org/officeDocument/2006/relationships/image" Target="../media/image778.png"/><Relationship Id="rId612" Type="http://schemas.openxmlformats.org/officeDocument/2006/relationships/image" Target="../media/image985.png"/><Relationship Id="rId1035" Type="http://schemas.openxmlformats.org/officeDocument/2006/relationships/image" Target="../media/image1408.png"/><Relationship Id="rId251" Type="http://schemas.openxmlformats.org/officeDocument/2006/relationships/image" Target="../media/image624.png"/><Relationship Id="rId489" Type="http://schemas.openxmlformats.org/officeDocument/2006/relationships/image" Target="../media/image862.png"/><Relationship Id="rId696" Type="http://schemas.openxmlformats.org/officeDocument/2006/relationships/image" Target="../media/image1069.png"/><Relationship Id="rId917" Type="http://schemas.openxmlformats.org/officeDocument/2006/relationships/image" Target="../media/image1290.png"/><Relationship Id="rId1102" Type="http://schemas.openxmlformats.org/officeDocument/2006/relationships/image" Target="../media/image1475.png"/><Relationship Id="rId46" Type="http://schemas.openxmlformats.org/officeDocument/2006/relationships/image" Target="../media/image419.png"/><Relationship Id="rId349" Type="http://schemas.openxmlformats.org/officeDocument/2006/relationships/image" Target="../media/image722.png"/><Relationship Id="rId556" Type="http://schemas.openxmlformats.org/officeDocument/2006/relationships/image" Target="../media/image929.png"/><Relationship Id="rId763" Type="http://schemas.openxmlformats.org/officeDocument/2006/relationships/image" Target="../media/image1136.png"/><Relationship Id="rId1186" Type="http://schemas.openxmlformats.org/officeDocument/2006/relationships/image" Target="../media/image1559.png"/><Relationship Id="rId111" Type="http://schemas.openxmlformats.org/officeDocument/2006/relationships/image" Target="../media/image484.png"/><Relationship Id="rId195" Type="http://schemas.openxmlformats.org/officeDocument/2006/relationships/image" Target="../media/image568.png"/><Relationship Id="rId209" Type="http://schemas.openxmlformats.org/officeDocument/2006/relationships/image" Target="../media/image582.png"/><Relationship Id="rId416" Type="http://schemas.openxmlformats.org/officeDocument/2006/relationships/image" Target="../media/image789.png"/><Relationship Id="rId970" Type="http://schemas.openxmlformats.org/officeDocument/2006/relationships/image" Target="../media/image1343.png"/><Relationship Id="rId1046" Type="http://schemas.openxmlformats.org/officeDocument/2006/relationships/image" Target="../media/image1419.png"/><Relationship Id="rId623" Type="http://schemas.openxmlformats.org/officeDocument/2006/relationships/image" Target="../media/image996.png"/><Relationship Id="rId830" Type="http://schemas.openxmlformats.org/officeDocument/2006/relationships/image" Target="../media/image1203.png"/><Relationship Id="rId928" Type="http://schemas.openxmlformats.org/officeDocument/2006/relationships/image" Target="../media/image1301.png"/><Relationship Id="rId57" Type="http://schemas.openxmlformats.org/officeDocument/2006/relationships/image" Target="../media/image430.png"/><Relationship Id="rId262" Type="http://schemas.openxmlformats.org/officeDocument/2006/relationships/image" Target="../media/image635.png"/><Relationship Id="rId567" Type="http://schemas.openxmlformats.org/officeDocument/2006/relationships/image" Target="../media/image940.png"/><Relationship Id="rId1113" Type="http://schemas.openxmlformats.org/officeDocument/2006/relationships/image" Target="../media/image1486.png"/><Relationship Id="rId1197" Type="http://schemas.openxmlformats.org/officeDocument/2006/relationships/image" Target="../media/image1570.png"/><Relationship Id="rId122" Type="http://schemas.openxmlformats.org/officeDocument/2006/relationships/image" Target="../media/image495.png"/><Relationship Id="rId774" Type="http://schemas.openxmlformats.org/officeDocument/2006/relationships/image" Target="../media/image1147.png"/><Relationship Id="rId981" Type="http://schemas.openxmlformats.org/officeDocument/2006/relationships/image" Target="../media/image1354.png"/><Relationship Id="rId1057" Type="http://schemas.openxmlformats.org/officeDocument/2006/relationships/image" Target="../media/image1430.png"/><Relationship Id="rId427" Type="http://schemas.openxmlformats.org/officeDocument/2006/relationships/image" Target="../media/image800.png"/><Relationship Id="rId634" Type="http://schemas.openxmlformats.org/officeDocument/2006/relationships/image" Target="../media/image1007.png"/><Relationship Id="rId841" Type="http://schemas.openxmlformats.org/officeDocument/2006/relationships/image" Target="../media/image1214.png"/><Relationship Id="rId273" Type="http://schemas.openxmlformats.org/officeDocument/2006/relationships/image" Target="../media/image646.png"/><Relationship Id="rId480" Type="http://schemas.openxmlformats.org/officeDocument/2006/relationships/image" Target="../media/image853.png"/><Relationship Id="rId701" Type="http://schemas.openxmlformats.org/officeDocument/2006/relationships/image" Target="../media/image1074.png"/><Relationship Id="rId939" Type="http://schemas.openxmlformats.org/officeDocument/2006/relationships/image" Target="../media/image1312.png"/><Relationship Id="rId1124" Type="http://schemas.openxmlformats.org/officeDocument/2006/relationships/image" Target="../media/image1497.png"/><Relationship Id="rId68" Type="http://schemas.openxmlformats.org/officeDocument/2006/relationships/image" Target="../media/image441.png"/><Relationship Id="rId133" Type="http://schemas.openxmlformats.org/officeDocument/2006/relationships/image" Target="../media/image506.png"/><Relationship Id="rId340" Type="http://schemas.openxmlformats.org/officeDocument/2006/relationships/image" Target="../media/image713.png"/><Relationship Id="rId578" Type="http://schemas.openxmlformats.org/officeDocument/2006/relationships/image" Target="../media/image951.png"/><Relationship Id="rId785" Type="http://schemas.openxmlformats.org/officeDocument/2006/relationships/image" Target="../media/image1158.png"/><Relationship Id="rId992" Type="http://schemas.openxmlformats.org/officeDocument/2006/relationships/image" Target="../media/image1365.png"/><Relationship Id="rId200" Type="http://schemas.openxmlformats.org/officeDocument/2006/relationships/image" Target="../media/image573.png"/><Relationship Id="rId438" Type="http://schemas.openxmlformats.org/officeDocument/2006/relationships/image" Target="../media/image811.png"/><Relationship Id="rId645" Type="http://schemas.openxmlformats.org/officeDocument/2006/relationships/image" Target="../media/image1018.png"/><Relationship Id="rId852" Type="http://schemas.openxmlformats.org/officeDocument/2006/relationships/image" Target="../media/image1225.png"/><Relationship Id="rId1068" Type="http://schemas.openxmlformats.org/officeDocument/2006/relationships/image" Target="../media/image1441.png"/><Relationship Id="rId284" Type="http://schemas.openxmlformats.org/officeDocument/2006/relationships/image" Target="../media/image657.png"/><Relationship Id="rId491" Type="http://schemas.openxmlformats.org/officeDocument/2006/relationships/image" Target="../media/image864.png"/><Relationship Id="rId505" Type="http://schemas.openxmlformats.org/officeDocument/2006/relationships/image" Target="../media/image878.png"/><Relationship Id="rId712" Type="http://schemas.openxmlformats.org/officeDocument/2006/relationships/image" Target="../media/image1085.png"/><Relationship Id="rId1135" Type="http://schemas.openxmlformats.org/officeDocument/2006/relationships/image" Target="../media/image1508.png"/><Relationship Id="rId79" Type="http://schemas.openxmlformats.org/officeDocument/2006/relationships/image" Target="../media/image452.png"/><Relationship Id="rId144" Type="http://schemas.openxmlformats.org/officeDocument/2006/relationships/image" Target="../media/image517.png"/><Relationship Id="rId589" Type="http://schemas.openxmlformats.org/officeDocument/2006/relationships/image" Target="../media/image962.png"/><Relationship Id="rId796" Type="http://schemas.openxmlformats.org/officeDocument/2006/relationships/image" Target="../media/image1169.png"/><Relationship Id="rId1202" Type="http://schemas.openxmlformats.org/officeDocument/2006/relationships/image" Target="../media/image1575.png"/><Relationship Id="rId351" Type="http://schemas.openxmlformats.org/officeDocument/2006/relationships/image" Target="../media/image724.png"/><Relationship Id="rId449" Type="http://schemas.openxmlformats.org/officeDocument/2006/relationships/image" Target="../media/image822.png"/><Relationship Id="rId656" Type="http://schemas.openxmlformats.org/officeDocument/2006/relationships/image" Target="../media/image1029.png"/><Relationship Id="rId863" Type="http://schemas.openxmlformats.org/officeDocument/2006/relationships/image" Target="../media/image1236.png"/><Relationship Id="rId1079" Type="http://schemas.openxmlformats.org/officeDocument/2006/relationships/image" Target="../media/image1452.png"/><Relationship Id="rId211" Type="http://schemas.openxmlformats.org/officeDocument/2006/relationships/image" Target="../media/image584.png"/><Relationship Id="rId295" Type="http://schemas.openxmlformats.org/officeDocument/2006/relationships/image" Target="../media/image668.png"/><Relationship Id="rId309" Type="http://schemas.openxmlformats.org/officeDocument/2006/relationships/image" Target="../media/image682.png"/><Relationship Id="rId516" Type="http://schemas.openxmlformats.org/officeDocument/2006/relationships/image" Target="../media/image889.png"/><Relationship Id="rId1146" Type="http://schemas.openxmlformats.org/officeDocument/2006/relationships/image" Target="../media/image1519.png"/><Relationship Id="rId723" Type="http://schemas.openxmlformats.org/officeDocument/2006/relationships/image" Target="../media/image1096.png"/><Relationship Id="rId930" Type="http://schemas.openxmlformats.org/officeDocument/2006/relationships/image" Target="../media/image1303.png"/><Relationship Id="rId1006" Type="http://schemas.openxmlformats.org/officeDocument/2006/relationships/image" Target="../media/image1379.png"/><Relationship Id="rId155" Type="http://schemas.openxmlformats.org/officeDocument/2006/relationships/image" Target="../media/image528.png"/><Relationship Id="rId362" Type="http://schemas.openxmlformats.org/officeDocument/2006/relationships/image" Target="../media/image735.png"/><Relationship Id="rId1213" Type="http://schemas.openxmlformats.org/officeDocument/2006/relationships/image" Target="../media/image1586.png"/><Relationship Id="rId222" Type="http://schemas.openxmlformats.org/officeDocument/2006/relationships/image" Target="../media/image595.png"/><Relationship Id="rId667" Type="http://schemas.openxmlformats.org/officeDocument/2006/relationships/image" Target="../media/image1040.png"/><Relationship Id="rId874" Type="http://schemas.openxmlformats.org/officeDocument/2006/relationships/image" Target="../media/image1247.png"/><Relationship Id="rId17" Type="http://schemas.openxmlformats.org/officeDocument/2006/relationships/image" Target="../media/image390.png"/><Relationship Id="rId527" Type="http://schemas.openxmlformats.org/officeDocument/2006/relationships/image" Target="../media/image900.png"/><Relationship Id="rId734" Type="http://schemas.openxmlformats.org/officeDocument/2006/relationships/image" Target="../media/image1107.png"/><Relationship Id="rId941" Type="http://schemas.openxmlformats.org/officeDocument/2006/relationships/image" Target="../media/image1314.png"/><Relationship Id="rId1157" Type="http://schemas.openxmlformats.org/officeDocument/2006/relationships/image" Target="../media/image1530.png"/><Relationship Id="rId70" Type="http://schemas.openxmlformats.org/officeDocument/2006/relationships/image" Target="../media/image443.png"/><Relationship Id="rId166" Type="http://schemas.openxmlformats.org/officeDocument/2006/relationships/image" Target="../media/image539.png"/><Relationship Id="rId373" Type="http://schemas.openxmlformats.org/officeDocument/2006/relationships/image" Target="../media/image746.png"/><Relationship Id="rId580" Type="http://schemas.openxmlformats.org/officeDocument/2006/relationships/image" Target="../media/image953.png"/><Relationship Id="rId801" Type="http://schemas.openxmlformats.org/officeDocument/2006/relationships/image" Target="../media/image1174.png"/><Relationship Id="rId1017" Type="http://schemas.openxmlformats.org/officeDocument/2006/relationships/image" Target="../media/image1390.png"/><Relationship Id="rId1224" Type="http://schemas.openxmlformats.org/officeDocument/2006/relationships/image" Target="../media/image1597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606.png"/><Relationship Id="rId440" Type="http://schemas.openxmlformats.org/officeDocument/2006/relationships/image" Target="../media/image813.png"/><Relationship Id="rId678" Type="http://schemas.openxmlformats.org/officeDocument/2006/relationships/image" Target="../media/image1051.png"/><Relationship Id="rId885" Type="http://schemas.openxmlformats.org/officeDocument/2006/relationships/image" Target="../media/image1258.png"/><Relationship Id="rId1070" Type="http://schemas.openxmlformats.org/officeDocument/2006/relationships/image" Target="../media/image1443.png"/><Relationship Id="rId28" Type="http://schemas.openxmlformats.org/officeDocument/2006/relationships/image" Target="../media/image401.png"/><Relationship Id="rId300" Type="http://schemas.openxmlformats.org/officeDocument/2006/relationships/image" Target="../media/image673.png"/><Relationship Id="rId538" Type="http://schemas.openxmlformats.org/officeDocument/2006/relationships/image" Target="../media/image911.png"/><Relationship Id="rId745" Type="http://schemas.openxmlformats.org/officeDocument/2006/relationships/image" Target="../media/image1118.png"/><Relationship Id="rId952" Type="http://schemas.openxmlformats.org/officeDocument/2006/relationships/image" Target="../media/image1325.png"/><Relationship Id="rId1168" Type="http://schemas.openxmlformats.org/officeDocument/2006/relationships/image" Target="../media/image1541.png"/><Relationship Id="rId81" Type="http://schemas.openxmlformats.org/officeDocument/2006/relationships/image" Target="../media/image454.png"/><Relationship Id="rId177" Type="http://schemas.openxmlformats.org/officeDocument/2006/relationships/image" Target="../media/image550.png"/><Relationship Id="rId384" Type="http://schemas.openxmlformats.org/officeDocument/2006/relationships/image" Target="../media/image757.png"/><Relationship Id="rId591" Type="http://schemas.openxmlformats.org/officeDocument/2006/relationships/image" Target="../media/image964.png"/><Relationship Id="rId605" Type="http://schemas.openxmlformats.org/officeDocument/2006/relationships/image" Target="../media/image978.png"/><Relationship Id="rId812" Type="http://schemas.openxmlformats.org/officeDocument/2006/relationships/image" Target="../media/image1185.png"/><Relationship Id="rId1028" Type="http://schemas.openxmlformats.org/officeDocument/2006/relationships/image" Target="../media/image1401.png"/><Relationship Id="rId244" Type="http://schemas.openxmlformats.org/officeDocument/2006/relationships/image" Target="../media/image617.png"/><Relationship Id="rId689" Type="http://schemas.openxmlformats.org/officeDocument/2006/relationships/image" Target="../media/image1062.png"/><Relationship Id="rId896" Type="http://schemas.openxmlformats.org/officeDocument/2006/relationships/image" Target="../media/image1269.png"/><Relationship Id="rId1081" Type="http://schemas.openxmlformats.org/officeDocument/2006/relationships/image" Target="../media/image1454.png"/><Relationship Id="rId39" Type="http://schemas.openxmlformats.org/officeDocument/2006/relationships/image" Target="../media/image412.png"/><Relationship Id="rId451" Type="http://schemas.openxmlformats.org/officeDocument/2006/relationships/image" Target="../media/image824.png"/><Relationship Id="rId549" Type="http://schemas.openxmlformats.org/officeDocument/2006/relationships/image" Target="../media/image922.png"/><Relationship Id="rId756" Type="http://schemas.openxmlformats.org/officeDocument/2006/relationships/image" Target="../media/image1129.png"/><Relationship Id="rId1179" Type="http://schemas.openxmlformats.org/officeDocument/2006/relationships/image" Target="../media/image1552.png"/><Relationship Id="rId104" Type="http://schemas.openxmlformats.org/officeDocument/2006/relationships/image" Target="../media/image477.png"/><Relationship Id="rId188" Type="http://schemas.openxmlformats.org/officeDocument/2006/relationships/image" Target="../media/image561.png"/><Relationship Id="rId311" Type="http://schemas.openxmlformats.org/officeDocument/2006/relationships/image" Target="../media/image684.png"/><Relationship Id="rId395" Type="http://schemas.openxmlformats.org/officeDocument/2006/relationships/image" Target="../media/image768.png"/><Relationship Id="rId409" Type="http://schemas.openxmlformats.org/officeDocument/2006/relationships/image" Target="../media/image782.png"/><Relationship Id="rId963" Type="http://schemas.openxmlformats.org/officeDocument/2006/relationships/image" Target="../media/image1336.png"/><Relationship Id="rId1039" Type="http://schemas.openxmlformats.org/officeDocument/2006/relationships/image" Target="../media/image1412.png"/><Relationship Id="rId92" Type="http://schemas.openxmlformats.org/officeDocument/2006/relationships/image" Target="../media/image465.png"/><Relationship Id="rId616" Type="http://schemas.openxmlformats.org/officeDocument/2006/relationships/image" Target="../media/image989.png"/><Relationship Id="rId823" Type="http://schemas.openxmlformats.org/officeDocument/2006/relationships/image" Target="../media/image1196.png"/><Relationship Id="rId255" Type="http://schemas.openxmlformats.org/officeDocument/2006/relationships/image" Target="../media/image628.png"/><Relationship Id="rId462" Type="http://schemas.openxmlformats.org/officeDocument/2006/relationships/image" Target="../media/image835.png"/><Relationship Id="rId1092" Type="http://schemas.openxmlformats.org/officeDocument/2006/relationships/image" Target="../media/image1465.png"/><Relationship Id="rId1106" Type="http://schemas.openxmlformats.org/officeDocument/2006/relationships/image" Target="../media/image1479.png"/><Relationship Id="rId115" Type="http://schemas.openxmlformats.org/officeDocument/2006/relationships/image" Target="../media/image488.png"/><Relationship Id="rId322" Type="http://schemas.openxmlformats.org/officeDocument/2006/relationships/image" Target="../media/image695.png"/><Relationship Id="rId767" Type="http://schemas.openxmlformats.org/officeDocument/2006/relationships/image" Target="../media/image1140.png"/><Relationship Id="rId974" Type="http://schemas.openxmlformats.org/officeDocument/2006/relationships/image" Target="../media/image1347.png"/><Relationship Id="rId199" Type="http://schemas.openxmlformats.org/officeDocument/2006/relationships/image" Target="../media/image572.png"/><Relationship Id="rId627" Type="http://schemas.openxmlformats.org/officeDocument/2006/relationships/image" Target="../media/image1000.png"/><Relationship Id="rId834" Type="http://schemas.openxmlformats.org/officeDocument/2006/relationships/image" Target="../media/image1207.png"/><Relationship Id="rId266" Type="http://schemas.openxmlformats.org/officeDocument/2006/relationships/image" Target="../media/image639.png"/><Relationship Id="rId473" Type="http://schemas.openxmlformats.org/officeDocument/2006/relationships/image" Target="../media/image846.png"/><Relationship Id="rId680" Type="http://schemas.openxmlformats.org/officeDocument/2006/relationships/image" Target="../media/image1053.png"/><Relationship Id="rId901" Type="http://schemas.openxmlformats.org/officeDocument/2006/relationships/image" Target="../media/image1274.png"/><Relationship Id="rId1117" Type="http://schemas.openxmlformats.org/officeDocument/2006/relationships/image" Target="../media/image1490.png"/><Relationship Id="rId30" Type="http://schemas.openxmlformats.org/officeDocument/2006/relationships/image" Target="../media/image403.png"/><Relationship Id="rId126" Type="http://schemas.openxmlformats.org/officeDocument/2006/relationships/image" Target="../media/image499.png"/><Relationship Id="rId333" Type="http://schemas.openxmlformats.org/officeDocument/2006/relationships/image" Target="../media/image706.png"/><Relationship Id="rId540" Type="http://schemas.openxmlformats.org/officeDocument/2006/relationships/image" Target="../media/image913.png"/><Relationship Id="rId778" Type="http://schemas.openxmlformats.org/officeDocument/2006/relationships/image" Target="../media/image1151.png"/><Relationship Id="rId985" Type="http://schemas.openxmlformats.org/officeDocument/2006/relationships/image" Target="../media/image1358.png"/><Relationship Id="rId1170" Type="http://schemas.openxmlformats.org/officeDocument/2006/relationships/image" Target="../media/image1543.png"/><Relationship Id="rId638" Type="http://schemas.openxmlformats.org/officeDocument/2006/relationships/image" Target="../media/image1011.png"/><Relationship Id="rId845" Type="http://schemas.openxmlformats.org/officeDocument/2006/relationships/image" Target="../media/image1218.png"/><Relationship Id="rId1030" Type="http://schemas.openxmlformats.org/officeDocument/2006/relationships/image" Target="../media/image1403.png"/><Relationship Id="rId277" Type="http://schemas.openxmlformats.org/officeDocument/2006/relationships/image" Target="../media/image650.png"/><Relationship Id="rId400" Type="http://schemas.openxmlformats.org/officeDocument/2006/relationships/image" Target="../media/image773.png"/><Relationship Id="rId484" Type="http://schemas.openxmlformats.org/officeDocument/2006/relationships/image" Target="../media/image857.png"/><Relationship Id="rId705" Type="http://schemas.openxmlformats.org/officeDocument/2006/relationships/image" Target="../media/image1078.png"/><Relationship Id="rId1128" Type="http://schemas.openxmlformats.org/officeDocument/2006/relationships/image" Target="../media/image1501.png"/><Relationship Id="rId137" Type="http://schemas.openxmlformats.org/officeDocument/2006/relationships/image" Target="../media/image510.png"/><Relationship Id="rId344" Type="http://schemas.openxmlformats.org/officeDocument/2006/relationships/image" Target="../media/image717.png"/><Relationship Id="rId691" Type="http://schemas.openxmlformats.org/officeDocument/2006/relationships/image" Target="../media/image1064.png"/><Relationship Id="rId789" Type="http://schemas.openxmlformats.org/officeDocument/2006/relationships/image" Target="../media/image1162.png"/><Relationship Id="rId912" Type="http://schemas.openxmlformats.org/officeDocument/2006/relationships/image" Target="../media/image1285.png"/><Relationship Id="rId996" Type="http://schemas.openxmlformats.org/officeDocument/2006/relationships/image" Target="../media/image1369.png"/><Relationship Id="rId41" Type="http://schemas.openxmlformats.org/officeDocument/2006/relationships/image" Target="../media/image414.png"/><Relationship Id="rId551" Type="http://schemas.openxmlformats.org/officeDocument/2006/relationships/image" Target="../media/image924.png"/><Relationship Id="rId649" Type="http://schemas.openxmlformats.org/officeDocument/2006/relationships/image" Target="../media/image1022.png"/><Relationship Id="rId856" Type="http://schemas.openxmlformats.org/officeDocument/2006/relationships/image" Target="../media/image1229.png"/><Relationship Id="rId1181" Type="http://schemas.openxmlformats.org/officeDocument/2006/relationships/image" Target="../media/image1554.png"/><Relationship Id="rId190" Type="http://schemas.openxmlformats.org/officeDocument/2006/relationships/image" Target="../media/image563.png"/><Relationship Id="rId204" Type="http://schemas.openxmlformats.org/officeDocument/2006/relationships/image" Target="../media/image577.png"/><Relationship Id="rId288" Type="http://schemas.openxmlformats.org/officeDocument/2006/relationships/image" Target="../media/image661.png"/><Relationship Id="rId411" Type="http://schemas.openxmlformats.org/officeDocument/2006/relationships/image" Target="../media/image784.png"/><Relationship Id="rId509" Type="http://schemas.openxmlformats.org/officeDocument/2006/relationships/image" Target="../media/image882.png"/><Relationship Id="rId1041" Type="http://schemas.openxmlformats.org/officeDocument/2006/relationships/image" Target="../media/image1414.png"/><Relationship Id="rId1139" Type="http://schemas.openxmlformats.org/officeDocument/2006/relationships/image" Target="../media/image1512.png"/><Relationship Id="rId495" Type="http://schemas.openxmlformats.org/officeDocument/2006/relationships/image" Target="../media/image868.png"/><Relationship Id="rId716" Type="http://schemas.openxmlformats.org/officeDocument/2006/relationships/image" Target="../media/image1089.png"/><Relationship Id="rId923" Type="http://schemas.openxmlformats.org/officeDocument/2006/relationships/image" Target="../media/image1296.png"/><Relationship Id="rId52" Type="http://schemas.openxmlformats.org/officeDocument/2006/relationships/image" Target="../media/image425.png"/><Relationship Id="rId148" Type="http://schemas.openxmlformats.org/officeDocument/2006/relationships/image" Target="../media/image521.png"/><Relationship Id="rId355" Type="http://schemas.openxmlformats.org/officeDocument/2006/relationships/image" Target="../media/image728.png"/><Relationship Id="rId562" Type="http://schemas.openxmlformats.org/officeDocument/2006/relationships/image" Target="../media/image935.png"/><Relationship Id="rId1192" Type="http://schemas.openxmlformats.org/officeDocument/2006/relationships/image" Target="../media/image1565.png"/><Relationship Id="rId1206" Type="http://schemas.openxmlformats.org/officeDocument/2006/relationships/image" Target="../media/image1579.png"/><Relationship Id="rId215" Type="http://schemas.openxmlformats.org/officeDocument/2006/relationships/image" Target="../media/image588.png"/><Relationship Id="rId422" Type="http://schemas.openxmlformats.org/officeDocument/2006/relationships/image" Target="../media/image795.png"/><Relationship Id="rId867" Type="http://schemas.openxmlformats.org/officeDocument/2006/relationships/image" Target="../media/image1240.png"/><Relationship Id="rId1052" Type="http://schemas.openxmlformats.org/officeDocument/2006/relationships/image" Target="../media/image1425.png"/><Relationship Id="rId299" Type="http://schemas.openxmlformats.org/officeDocument/2006/relationships/image" Target="../media/image672.png"/><Relationship Id="rId727" Type="http://schemas.openxmlformats.org/officeDocument/2006/relationships/image" Target="../media/image1100.png"/><Relationship Id="rId934" Type="http://schemas.openxmlformats.org/officeDocument/2006/relationships/image" Target="../media/image1307.png"/><Relationship Id="rId63" Type="http://schemas.openxmlformats.org/officeDocument/2006/relationships/image" Target="../media/image436.png"/><Relationship Id="rId159" Type="http://schemas.openxmlformats.org/officeDocument/2006/relationships/image" Target="../media/image532.png"/><Relationship Id="rId366" Type="http://schemas.openxmlformats.org/officeDocument/2006/relationships/image" Target="../media/image739.png"/><Relationship Id="rId573" Type="http://schemas.openxmlformats.org/officeDocument/2006/relationships/image" Target="../media/image946.png"/><Relationship Id="rId780" Type="http://schemas.openxmlformats.org/officeDocument/2006/relationships/image" Target="../media/image1153.png"/><Relationship Id="rId1217" Type="http://schemas.openxmlformats.org/officeDocument/2006/relationships/image" Target="../media/image1590.png"/><Relationship Id="rId226" Type="http://schemas.openxmlformats.org/officeDocument/2006/relationships/image" Target="../media/image599.png"/><Relationship Id="rId433" Type="http://schemas.openxmlformats.org/officeDocument/2006/relationships/image" Target="../media/image806.png"/><Relationship Id="rId878" Type="http://schemas.openxmlformats.org/officeDocument/2006/relationships/image" Target="../media/image1251.png"/><Relationship Id="rId1063" Type="http://schemas.openxmlformats.org/officeDocument/2006/relationships/image" Target="../media/image1436.png"/><Relationship Id="rId640" Type="http://schemas.openxmlformats.org/officeDocument/2006/relationships/image" Target="../media/image1013.png"/><Relationship Id="rId738" Type="http://schemas.openxmlformats.org/officeDocument/2006/relationships/image" Target="../media/image1111.png"/><Relationship Id="rId945" Type="http://schemas.openxmlformats.org/officeDocument/2006/relationships/image" Target="../media/image1318.png"/><Relationship Id="rId74" Type="http://schemas.openxmlformats.org/officeDocument/2006/relationships/image" Target="../media/image447.png"/><Relationship Id="rId377" Type="http://schemas.openxmlformats.org/officeDocument/2006/relationships/image" Target="../media/image750.png"/><Relationship Id="rId500" Type="http://schemas.openxmlformats.org/officeDocument/2006/relationships/image" Target="../media/image873.png"/><Relationship Id="rId584" Type="http://schemas.openxmlformats.org/officeDocument/2006/relationships/image" Target="../media/image957.png"/><Relationship Id="rId805" Type="http://schemas.openxmlformats.org/officeDocument/2006/relationships/image" Target="../media/image1178.png"/><Relationship Id="rId1130" Type="http://schemas.openxmlformats.org/officeDocument/2006/relationships/image" Target="../media/image1503.png"/><Relationship Id="rId5" Type="http://schemas.openxmlformats.org/officeDocument/2006/relationships/image" Target="../media/image378.png"/><Relationship Id="rId237" Type="http://schemas.openxmlformats.org/officeDocument/2006/relationships/image" Target="../media/image610.png"/><Relationship Id="rId791" Type="http://schemas.openxmlformats.org/officeDocument/2006/relationships/image" Target="../media/image1164.png"/><Relationship Id="rId889" Type="http://schemas.openxmlformats.org/officeDocument/2006/relationships/image" Target="../media/image1262.png"/><Relationship Id="rId1074" Type="http://schemas.openxmlformats.org/officeDocument/2006/relationships/image" Target="../media/image1447.png"/><Relationship Id="rId444" Type="http://schemas.openxmlformats.org/officeDocument/2006/relationships/image" Target="../media/image817.png"/><Relationship Id="rId651" Type="http://schemas.openxmlformats.org/officeDocument/2006/relationships/image" Target="../media/image1024.png"/><Relationship Id="rId749" Type="http://schemas.openxmlformats.org/officeDocument/2006/relationships/image" Target="../media/image1122.png"/><Relationship Id="rId290" Type="http://schemas.openxmlformats.org/officeDocument/2006/relationships/image" Target="../media/image663.png"/><Relationship Id="rId304" Type="http://schemas.openxmlformats.org/officeDocument/2006/relationships/image" Target="../media/image677.png"/><Relationship Id="rId388" Type="http://schemas.openxmlformats.org/officeDocument/2006/relationships/image" Target="../media/image761.png"/><Relationship Id="rId511" Type="http://schemas.openxmlformats.org/officeDocument/2006/relationships/image" Target="../media/image884.png"/><Relationship Id="rId609" Type="http://schemas.openxmlformats.org/officeDocument/2006/relationships/image" Target="../media/image982.png"/><Relationship Id="rId956" Type="http://schemas.openxmlformats.org/officeDocument/2006/relationships/image" Target="../media/image1329.png"/><Relationship Id="rId1141" Type="http://schemas.openxmlformats.org/officeDocument/2006/relationships/image" Target="../media/image1514.png"/><Relationship Id="rId85" Type="http://schemas.openxmlformats.org/officeDocument/2006/relationships/image" Target="../media/image458.png"/><Relationship Id="rId150" Type="http://schemas.openxmlformats.org/officeDocument/2006/relationships/image" Target="../media/image523.png"/><Relationship Id="rId595" Type="http://schemas.openxmlformats.org/officeDocument/2006/relationships/image" Target="../media/image968.png"/><Relationship Id="rId816" Type="http://schemas.openxmlformats.org/officeDocument/2006/relationships/image" Target="../media/image1189.png"/><Relationship Id="rId1001" Type="http://schemas.openxmlformats.org/officeDocument/2006/relationships/image" Target="../media/image1374.png"/><Relationship Id="rId248" Type="http://schemas.openxmlformats.org/officeDocument/2006/relationships/image" Target="../media/image621.png"/><Relationship Id="rId455" Type="http://schemas.openxmlformats.org/officeDocument/2006/relationships/image" Target="../media/image828.png"/><Relationship Id="rId662" Type="http://schemas.openxmlformats.org/officeDocument/2006/relationships/image" Target="../media/image1035.png"/><Relationship Id="rId1085" Type="http://schemas.openxmlformats.org/officeDocument/2006/relationships/image" Target="../media/image1458.png"/><Relationship Id="rId12" Type="http://schemas.openxmlformats.org/officeDocument/2006/relationships/image" Target="../media/image385.png"/><Relationship Id="rId108" Type="http://schemas.openxmlformats.org/officeDocument/2006/relationships/image" Target="../media/image481.png"/><Relationship Id="rId315" Type="http://schemas.openxmlformats.org/officeDocument/2006/relationships/image" Target="../media/image688.png"/><Relationship Id="rId522" Type="http://schemas.openxmlformats.org/officeDocument/2006/relationships/image" Target="../media/image895.png"/><Relationship Id="rId967" Type="http://schemas.openxmlformats.org/officeDocument/2006/relationships/image" Target="../media/image1340.png"/><Relationship Id="rId1152" Type="http://schemas.openxmlformats.org/officeDocument/2006/relationships/image" Target="../media/image1525.png"/><Relationship Id="rId96" Type="http://schemas.openxmlformats.org/officeDocument/2006/relationships/image" Target="../media/image469.png"/><Relationship Id="rId161" Type="http://schemas.openxmlformats.org/officeDocument/2006/relationships/image" Target="../media/image534.png"/><Relationship Id="rId399" Type="http://schemas.openxmlformats.org/officeDocument/2006/relationships/image" Target="../media/image772.png"/><Relationship Id="rId827" Type="http://schemas.openxmlformats.org/officeDocument/2006/relationships/image" Target="../media/image1200.png"/><Relationship Id="rId1012" Type="http://schemas.openxmlformats.org/officeDocument/2006/relationships/image" Target="../media/image1385.png"/><Relationship Id="rId259" Type="http://schemas.openxmlformats.org/officeDocument/2006/relationships/image" Target="../media/image632.png"/><Relationship Id="rId466" Type="http://schemas.openxmlformats.org/officeDocument/2006/relationships/image" Target="../media/image839.png"/><Relationship Id="rId673" Type="http://schemas.openxmlformats.org/officeDocument/2006/relationships/image" Target="../media/image1046.png"/><Relationship Id="rId880" Type="http://schemas.openxmlformats.org/officeDocument/2006/relationships/image" Target="../media/image1253.png"/><Relationship Id="rId1096" Type="http://schemas.openxmlformats.org/officeDocument/2006/relationships/image" Target="../media/image1469.png"/><Relationship Id="rId23" Type="http://schemas.openxmlformats.org/officeDocument/2006/relationships/image" Target="../media/image396.png"/><Relationship Id="rId119" Type="http://schemas.openxmlformats.org/officeDocument/2006/relationships/image" Target="../media/image492.png"/><Relationship Id="rId326" Type="http://schemas.openxmlformats.org/officeDocument/2006/relationships/image" Target="../media/image699.png"/><Relationship Id="rId533" Type="http://schemas.openxmlformats.org/officeDocument/2006/relationships/image" Target="../media/image906.png"/><Relationship Id="rId978" Type="http://schemas.openxmlformats.org/officeDocument/2006/relationships/image" Target="../media/image1351.png"/><Relationship Id="rId1163" Type="http://schemas.openxmlformats.org/officeDocument/2006/relationships/image" Target="../media/image1536.png"/><Relationship Id="rId740" Type="http://schemas.openxmlformats.org/officeDocument/2006/relationships/image" Target="../media/image1113.png"/><Relationship Id="rId838" Type="http://schemas.openxmlformats.org/officeDocument/2006/relationships/image" Target="../media/image1211.png"/><Relationship Id="rId1023" Type="http://schemas.openxmlformats.org/officeDocument/2006/relationships/image" Target="../media/image1396.png"/><Relationship Id="rId172" Type="http://schemas.openxmlformats.org/officeDocument/2006/relationships/image" Target="../media/image545.png"/><Relationship Id="rId477" Type="http://schemas.openxmlformats.org/officeDocument/2006/relationships/image" Target="../media/image850.png"/><Relationship Id="rId600" Type="http://schemas.openxmlformats.org/officeDocument/2006/relationships/image" Target="../media/image973.png"/><Relationship Id="rId684" Type="http://schemas.openxmlformats.org/officeDocument/2006/relationships/image" Target="../media/image1057.png"/><Relationship Id="rId337" Type="http://schemas.openxmlformats.org/officeDocument/2006/relationships/image" Target="../media/image710.png"/><Relationship Id="rId891" Type="http://schemas.openxmlformats.org/officeDocument/2006/relationships/image" Target="../media/image1264.png"/><Relationship Id="rId905" Type="http://schemas.openxmlformats.org/officeDocument/2006/relationships/image" Target="../media/image1278.png"/><Relationship Id="rId989" Type="http://schemas.openxmlformats.org/officeDocument/2006/relationships/image" Target="../media/image1362.png"/><Relationship Id="rId34" Type="http://schemas.openxmlformats.org/officeDocument/2006/relationships/image" Target="../media/image407.png"/><Relationship Id="rId544" Type="http://schemas.openxmlformats.org/officeDocument/2006/relationships/image" Target="../media/image917.png"/><Relationship Id="rId751" Type="http://schemas.openxmlformats.org/officeDocument/2006/relationships/image" Target="../media/image1124.png"/><Relationship Id="rId849" Type="http://schemas.openxmlformats.org/officeDocument/2006/relationships/image" Target="../media/image1222.png"/><Relationship Id="rId1174" Type="http://schemas.openxmlformats.org/officeDocument/2006/relationships/image" Target="../media/image1547.png"/><Relationship Id="rId183" Type="http://schemas.openxmlformats.org/officeDocument/2006/relationships/image" Target="../media/image556.png"/><Relationship Id="rId390" Type="http://schemas.openxmlformats.org/officeDocument/2006/relationships/image" Target="../media/image763.png"/><Relationship Id="rId404" Type="http://schemas.openxmlformats.org/officeDocument/2006/relationships/image" Target="../media/image777.png"/><Relationship Id="rId611" Type="http://schemas.openxmlformats.org/officeDocument/2006/relationships/image" Target="../media/image984.png"/><Relationship Id="rId1034" Type="http://schemas.openxmlformats.org/officeDocument/2006/relationships/image" Target="../media/image1407.png"/><Relationship Id="rId250" Type="http://schemas.openxmlformats.org/officeDocument/2006/relationships/image" Target="../media/image623.png"/><Relationship Id="rId488" Type="http://schemas.openxmlformats.org/officeDocument/2006/relationships/image" Target="../media/image861.png"/><Relationship Id="rId695" Type="http://schemas.openxmlformats.org/officeDocument/2006/relationships/image" Target="../media/image1068.png"/><Relationship Id="rId709" Type="http://schemas.openxmlformats.org/officeDocument/2006/relationships/image" Target="../media/image1082.png"/><Relationship Id="rId916" Type="http://schemas.openxmlformats.org/officeDocument/2006/relationships/image" Target="../media/image1289.png"/><Relationship Id="rId1101" Type="http://schemas.openxmlformats.org/officeDocument/2006/relationships/image" Target="../media/image1474.png"/><Relationship Id="rId45" Type="http://schemas.openxmlformats.org/officeDocument/2006/relationships/image" Target="../media/image418.png"/><Relationship Id="rId110" Type="http://schemas.openxmlformats.org/officeDocument/2006/relationships/image" Target="../media/image483.png"/><Relationship Id="rId348" Type="http://schemas.openxmlformats.org/officeDocument/2006/relationships/image" Target="../media/image721.png"/><Relationship Id="rId555" Type="http://schemas.openxmlformats.org/officeDocument/2006/relationships/image" Target="../media/image928.png"/><Relationship Id="rId762" Type="http://schemas.openxmlformats.org/officeDocument/2006/relationships/image" Target="../media/image1135.png"/><Relationship Id="rId1185" Type="http://schemas.openxmlformats.org/officeDocument/2006/relationships/image" Target="../media/image1558.png"/><Relationship Id="rId194" Type="http://schemas.openxmlformats.org/officeDocument/2006/relationships/image" Target="../media/image567.png"/><Relationship Id="rId208" Type="http://schemas.openxmlformats.org/officeDocument/2006/relationships/image" Target="../media/image581.png"/><Relationship Id="rId415" Type="http://schemas.openxmlformats.org/officeDocument/2006/relationships/image" Target="../media/image788.png"/><Relationship Id="rId622" Type="http://schemas.openxmlformats.org/officeDocument/2006/relationships/image" Target="../media/image995.png"/><Relationship Id="rId1045" Type="http://schemas.openxmlformats.org/officeDocument/2006/relationships/image" Target="../media/image1418.png"/><Relationship Id="rId261" Type="http://schemas.openxmlformats.org/officeDocument/2006/relationships/image" Target="../media/image634.png"/><Relationship Id="rId499" Type="http://schemas.openxmlformats.org/officeDocument/2006/relationships/image" Target="../media/image872.png"/><Relationship Id="rId927" Type="http://schemas.openxmlformats.org/officeDocument/2006/relationships/image" Target="../media/image1300.png"/><Relationship Id="rId1112" Type="http://schemas.openxmlformats.org/officeDocument/2006/relationships/image" Target="../media/image1485.png"/><Relationship Id="rId56" Type="http://schemas.openxmlformats.org/officeDocument/2006/relationships/image" Target="../media/image429.png"/><Relationship Id="rId359" Type="http://schemas.openxmlformats.org/officeDocument/2006/relationships/image" Target="../media/image732.png"/><Relationship Id="rId566" Type="http://schemas.openxmlformats.org/officeDocument/2006/relationships/image" Target="../media/image939.png"/><Relationship Id="rId773" Type="http://schemas.openxmlformats.org/officeDocument/2006/relationships/image" Target="../media/image1146.png"/><Relationship Id="rId1196" Type="http://schemas.openxmlformats.org/officeDocument/2006/relationships/image" Target="../media/image1569.png"/><Relationship Id="rId121" Type="http://schemas.openxmlformats.org/officeDocument/2006/relationships/image" Target="../media/image494.png"/><Relationship Id="rId219" Type="http://schemas.openxmlformats.org/officeDocument/2006/relationships/image" Target="../media/image592.png"/><Relationship Id="rId426" Type="http://schemas.openxmlformats.org/officeDocument/2006/relationships/image" Target="../media/image799.png"/><Relationship Id="rId633" Type="http://schemas.openxmlformats.org/officeDocument/2006/relationships/image" Target="../media/image1006.png"/><Relationship Id="rId980" Type="http://schemas.openxmlformats.org/officeDocument/2006/relationships/image" Target="../media/image1353.png"/><Relationship Id="rId1056" Type="http://schemas.openxmlformats.org/officeDocument/2006/relationships/image" Target="../media/image1429.png"/><Relationship Id="rId840" Type="http://schemas.openxmlformats.org/officeDocument/2006/relationships/image" Target="../media/image1213.png"/><Relationship Id="rId938" Type="http://schemas.openxmlformats.org/officeDocument/2006/relationships/image" Target="../media/image1311.png"/><Relationship Id="rId67" Type="http://schemas.openxmlformats.org/officeDocument/2006/relationships/image" Target="../media/image440.png"/><Relationship Id="rId272" Type="http://schemas.openxmlformats.org/officeDocument/2006/relationships/image" Target="../media/image645.png"/><Relationship Id="rId577" Type="http://schemas.openxmlformats.org/officeDocument/2006/relationships/image" Target="../media/image950.png"/><Relationship Id="rId700" Type="http://schemas.openxmlformats.org/officeDocument/2006/relationships/image" Target="../media/image1073.png"/><Relationship Id="rId1123" Type="http://schemas.openxmlformats.org/officeDocument/2006/relationships/image" Target="../media/image1496.png"/><Relationship Id="rId132" Type="http://schemas.openxmlformats.org/officeDocument/2006/relationships/image" Target="../media/image505.png"/><Relationship Id="rId784" Type="http://schemas.openxmlformats.org/officeDocument/2006/relationships/image" Target="../media/image1157.png"/><Relationship Id="rId991" Type="http://schemas.openxmlformats.org/officeDocument/2006/relationships/image" Target="../media/image1364.png"/><Relationship Id="rId1067" Type="http://schemas.openxmlformats.org/officeDocument/2006/relationships/image" Target="../media/image1440.png"/><Relationship Id="rId437" Type="http://schemas.openxmlformats.org/officeDocument/2006/relationships/image" Target="../media/image810.png"/><Relationship Id="rId644" Type="http://schemas.openxmlformats.org/officeDocument/2006/relationships/image" Target="../media/image1017.png"/><Relationship Id="rId851" Type="http://schemas.openxmlformats.org/officeDocument/2006/relationships/image" Target="../media/image1224.png"/><Relationship Id="rId283" Type="http://schemas.openxmlformats.org/officeDocument/2006/relationships/image" Target="../media/image656.png"/><Relationship Id="rId490" Type="http://schemas.openxmlformats.org/officeDocument/2006/relationships/image" Target="../media/image863.png"/><Relationship Id="rId504" Type="http://schemas.openxmlformats.org/officeDocument/2006/relationships/image" Target="../media/image877.png"/><Relationship Id="rId711" Type="http://schemas.openxmlformats.org/officeDocument/2006/relationships/image" Target="../media/image1084.png"/><Relationship Id="rId949" Type="http://schemas.openxmlformats.org/officeDocument/2006/relationships/image" Target="../media/image1322.png"/><Relationship Id="rId1134" Type="http://schemas.openxmlformats.org/officeDocument/2006/relationships/image" Target="../media/image1507.png"/><Relationship Id="rId78" Type="http://schemas.openxmlformats.org/officeDocument/2006/relationships/image" Target="../media/image451.png"/><Relationship Id="rId143" Type="http://schemas.openxmlformats.org/officeDocument/2006/relationships/image" Target="../media/image516.png"/><Relationship Id="rId350" Type="http://schemas.openxmlformats.org/officeDocument/2006/relationships/image" Target="../media/image723.png"/><Relationship Id="rId588" Type="http://schemas.openxmlformats.org/officeDocument/2006/relationships/image" Target="../media/image961.png"/><Relationship Id="rId795" Type="http://schemas.openxmlformats.org/officeDocument/2006/relationships/image" Target="../media/image1168.png"/><Relationship Id="rId809" Type="http://schemas.openxmlformats.org/officeDocument/2006/relationships/image" Target="../media/image1182.png"/><Relationship Id="rId1201" Type="http://schemas.openxmlformats.org/officeDocument/2006/relationships/image" Target="../media/image1574.png"/><Relationship Id="rId9" Type="http://schemas.openxmlformats.org/officeDocument/2006/relationships/image" Target="../media/image382.png"/><Relationship Id="rId210" Type="http://schemas.openxmlformats.org/officeDocument/2006/relationships/image" Target="../media/image583.png"/><Relationship Id="rId448" Type="http://schemas.openxmlformats.org/officeDocument/2006/relationships/image" Target="../media/image821.png"/><Relationship Id="rId655" Type="http://schemas.openxmlformats.org/officeDocument/2006/relationships/image" Target="../media/image1028.png"/><Relationship Id="rId862" Type="http://schemas.openxmlformats.org/officeDocument/2006/relationships/image" Target="../media/image1235.png"/><Relationship Id="rId1078" Type="http://schemas.openxmlformats.org/officeDocument/2006/relationships/image" Target="../media/image1451.png"/><Relationship Id="rId294" Type="http://schemas.openxmlformats.org/officeDocument/2006/relationships/image" Target="../media/image667.png"/><Relationship Id="rId308" Type="http://schemas.openxmlformats.org/officeDocument/2006/relationships/image" Target="../media/image681.png"/><Relationship Id="rId515" Type="http://schemas.openxmlformats.org/officeDocument/2006/relationships/image" Target="../media/image888.png"/><Relationship Id="rId722" Type="http://schemas.openxmlformats.org/officeDocument/2006/relationships/image" Target="../media/image1095.png"/><Relationship Id="rId1145" Type="http://schemas.openxmlformats.org/officeDocument/2006/relationships/image" Target="../media/image1518.png"/><Relationship Id="rId89" Type="http://schemas.openxmlformats.org/officeDocument/2006/relationships/image" Target="../media/image462.png"/><Relationship Id="rId154" Type="http://schemas.openxmlformats.org/officeDocument/2006/relationships/image" Target="../media/image527.png"/><Relationship Id="rId361" Type="http://schemas.openxmlformats.org/officeDocument/2006/relationships/image" Target="../media/image734.png"/><Relationship Id="rId599" Type="http://schemas.openxmlformats.org/officeDocument/2006/relationships/image" Target="../media/image972.png"/><Relationship Id="rId1005" Type="http://schemas.openxmlformats.org/officeDocument/2006/relationships/image" Target="../media/image1378.png"/><Relationship Id="rId1212" Type="http://schemas.openxmlformats.org/officeDocument/2006/relationships/image" Target="../media/image1585.png"/><Relationship Id="rId459" Type="http://schemas.openxmlformats.org/officeDocument/2006/relationships/image" Target="../media/image832.png"/><Relationship Id="rId666" Type="http://schemas.openxmlformats.org/officeDocument/2006/relationships/image" Target="../media/image1039.png"/><Relationship Id="rId873" Type="http://schemas.openxmlformats.org/officeDocument/2006/relationships/image" Target="../media/image1246.png"/><Relationship Id="rId1089" Type="http://schemas.openxmlformats.org/officeDocument/2006/relationships/image" Target="../media/image1462.png"/><Relationship Id="rId16" Type="http://schemas.openxmlformats.org/officeDocument/2006/relationships/image" Target="../media/image389.png"/><Relationship Id="rId221" Type="http://schemas.openxmlformats.org/officeDocument/2006/relationships/image" Target="../media/image594.png"/><Relationship Id="rId319" Type="http://schemas.openxmlformats.org/officeDocument/2006/relationships/image" Target="../media/image692.png"/><Relationship Id="rId526" Type="http://schemas.openxmlformats.org/officeDocument/2006/relationships/image" Target="../media/image899.png"/><Relationship Id="rId1156" Type="http://schemas.openxmlformats.org/officeDocument/2006/relationships/image" Target="../media/image1529.png"/><Relationship Id="rId733" Type="http://schemas.openxmlformats.org/officeDocument/2006/relationships/image" Target="../media/image1106.png"/><Relationship Id="rId940" Type="http://schemas.openxmlformats.org/officeDocument/2006/relationships/image" Target="../media/image1313.png"/><Relationship Id="rId1016" Type="http://schemas.openxmlformats.org/officeDocument/2006/relationships/image" Target="../media/image1389.png"/><Relationship Id="rId165" Type="http://schemas.openxmlformats.org/officeDocument/2006/relationships/image" Target="../media/image538.png"/><Relationship Id="rId372" Type="http://schemas.openxmlformats.org/officeDocument/2006/relationships/image" Target="../media/image745.png"/><Relationship Id="rId677" Type="http://schemas.openxmlformats.org/officeDocument/2006/relationships/image" Target="../media/image1050.png"/><Relationship Id="rId800" Type="http://schemas.openxmlformats.org/officeDocument/2006/relationships/image" Target="../media/image1173.png"/><Relationship Id="rId1223" Type="http://schemas.openxmlformats.org/officeDocument/2006/relationships/image" Target="../media/image1596.png"/><Relationship Id="rId232" Type="http://schemas.openxmlformats.org/officeDocument/2006/relationships/image" Target="../media/image605.png"/><Relationship Id="rId884" Type="http://schemas.openxmlformats.org/officeDocument/2006/relationships/image" Target="../media/image1257.png"/><Relationship Id="rId27" Type="http://schemas.openxmlformats.org/officeDocument/2006/relationships/image" Target="../media/image400.png"/><Relationship Id="rId537" Type="http://schemas.openxmlformats.org/officeDocument/2006/relationships/image" Target="../media/image910.png"/><Relationship Id="rId744" Type="http://schemas.openxmlformats.org/officeDocument/2006/relationships/image" Target="../media/image1117.png"/><Relationship Id="rId951" Type="http://schemas.openxmlformats.org/officeDocument/2006/relationships/image" Target="../media/image1324.png"/><Relationship Id="rId1167" Type="http://schemas.openxmlformats.org/officeDocument/2006/relationships/image" Target="../media/image1540.png"/><Relationship Id="rId80" Type="http://schemas.openxmlformats.org/officeDocument/2006/relationships/image" Target="../media/image453.png"/><Relationship Id="rId176" Type="http://schemas.openxmlformats.org/officeDocument/2006/relationships/image" Target="../media/image549.png"/><Relationship Id="rId383" Type="http://schemas.openxmlformats.org/officeDocument/2006/relationships/image" Target="../media/image756.png"/><Relationship Id="rId590" Type="http://schemas.openxmlformats.org/officeDocument/2006/relationships/image" Target="../media/image963.png"/><Relationship Id="rId604" Type="http://schemas.openxmlformats.org/officeDocument/2006/relationships/image" Target="../media/image977.png"/><Relationship Id="rId811" Type="http://schemas.openxmlformats.org/officeDocument/2006/relationships/image" Target="../media/image1184.png"/><Relationship Id="rId1027" Type="http://schemas.openxmlformats.org/officeDocument/2006/relationships/image" Target="../media/image1400.png"/><Relationship Id="rId243" Type="http://schemas.openxmlformats.org/officeDocument/2006/relationships/image" Target="../media/image616.png"/><Relationship Id="rId450" Type="http://schemas.openxmlformats.org/officeDocument/2006/relationships/image" Target="../media/image823.png"/><Relationship Id="rId688" Type="http://schemas.openxmlformats.org/officeDocument/2006/relationships/image" Target="../media/image1061.png"/><Relationship Id="rId895" Type="http://schemas.openxmlformats.org/officeDocument/2006/relationships/image" Target="../media/image1268.png"/><Relationship Id="rId909" Type="http://schemas.openxmlformats.org/officeDocument/2006/relationships/image" Target="../media/image1282.png"/><Relationship Id="rId1080" Type="http://schemas.openxmlformats.org/officeDocument/2006/relationships/image" Target="../media/image1453.png"/><Relationship Id="rId38" Type="http://schemas.openxmlformats.org/officeDocument/2006/relationships/image" Target="../media/image411.png"/><Relationship Id="rId103" Type="http://schemas.openxmlformats.org/officeDocument/2006/relationships/image" Target="../media/image476.png"/><Relationship Id="rId310" Type="http://schemas.openxmlformats.org/officeDocument/2006/relationships/image" Target="../media/image683.png"/><Relationship Id="rId548" Type="http://schemas.openxmlformats.org/officeDocument/2006/relationships/image" Target="../media/image921.png"/><Relationship Id="rId755" Type="http://schemas.openxmlformats.org/officeDocument/2006/relationships/image" Target="../media/image1128.png"/><Relationship Id="rId962" Type="http://schemas.openxmlformats.org/officeDocument/2006/relationships/image" Target="../media/image1335.png"/><Relationship Id="rId1178" Type="http://schemas.openxmlformats.org/officeDocument/2006/relationships/image" Target="../media/image1551.png"/><Relationship Id="rId91" Type="http://schemas.openxmlformats.org/officeDocument/2006/relationships/image" Target="../media/image464.png"/><Relationship Id="rId187" Type="http://schemas.openxmlformats.org/officeDocument/2006/relationships/image" Target="../media/image560.png"/><Relationship Id="rId394" Type="http://schemas.openxmlformats.org/officeDocument/2006/relationships/image" Target="../media/image767.png"/><Relationship Id="rId408" Type="http://schemas.openxmlformats.org/officeDocument/2006/relationships/image" Target="../media/image781.png"/><Relationship Id="rId615" Type="http://schemas.openxmlformats.org/officeDocument/2006/relationships/image" Target="../media/image988.png"/><Relationship Id="rId822" Type="http://schemas.openxmlformats.org/officeDocument/2006/relationships/image" Target="../media/image1195.png"/><Relationship Id="rId1038" Type="http://schemas.openxmlformats.org/officeDocument/2006/relationships/image" Target="../media/image1411.png"/><Relationship Id="rId254" Type="http://schemas.openxmlformats.org/officeDocument/2006/relationships/image" Target="../media/image627.png"/><Relationship Id="rId699" Type="http://schemas.openxmlformats.org/officeDocument/2006/relationships/image" Target="../media/image1072.png"/><Relationship Id="rId1091" Type="http://schemas.openxmlformats.org/officeDocument/2006/relationships/image" Target="../media/image1464.png"/><Relationship Id="rId1105" Type="http://schemas.openxmlformats.org/officeDocument/2006/relationships/image" Target="../media/image1478.png"/><Relationship Id="rId49" Type="http://schemas.openxmlformats.org/officeDocument/2006/relationships/image" Target="../media/image422.png"/><Relationship Id="rId114" Type="http://schemas.openxmlformats.org/officeDocument/2006/relationships/image" Target="../media/image487.png"/><Relationship Id="rId461" Type="http://schemas.openxmlformats.org/officeDocument/2006/relationships/image" Target="../media/image834.png"/><Relationship Id="rId559" Type="http://schemas.openxmlformats.org/officeDocument/2006/relationships/image" Target="../media/image932.png"/><Relationship Id="rId766" Type="http://schemas.openxmlformats.org/officeDocument/2006/relationships/image" Target="../media/image1139.png"/><Relationship Id="rId1189" Type="http://schemas.openxmlformats.org/officeDocument/2006/relationships/image" Target="../media/image1562.png"/><Relationship Id="rId198" Type="http://schemas.openxmlformats.org/officeDocument/2006/relationships/image" Target="../media/image571.png"/><Relationship Id="rId321" Type="http://schemas.openxmlformats.org/officeDocument/2006/relationships/image" Target="../media/image694.png"/><Relationship Id="rId419" Type="http://schemas.openxmlformats.org/officeDocument/2006/relationships/image" Target="../media/image792.png"/><Relationship Id="rId626" Type="http://schemas.openxmlformats.org/officeDocument/2006/relationships/image" Target="../media/image999.png"/><Relationship Id="rId973" Type="http://schemas.openxmlformats.org/officeDocument/2006/relationships/image" Target="../media/image1346.png"/><Relationship Id="rId1049" Type="http://schemas.openxmlformats.org/officeDocument/2006/relationships/image" Target="../media/image1422.png"/><Relationship Id="rId833" Type="http://schemas.openxmlformats.org/officeDocument/2006/relationships/image" Target="../media/image1206.png"/><Relationship Id="rId1116" Type="http://schemas.openxmlformats.org/officeDocument/2006/relationships/image" Target="../media/image1489.png"/><Relationship Id="rId265" Type="http://schemas.openxmlformats.org/officeDocument/2006/relationships/image" Target="../media/image638.png"/><Relationship Id="rId472" Type="http://schemas.openxmlformats.org/officeDocument/2006/relationships/image" Target="../media/image845.png"/><Relationship Id="rId900" Type="http://schemas.openxmlformats.org/officeDocument/2006/relationships/image" Target="../media/image1273.png"/><Relationship Id="rId125" Type="http://schemas.openxmlformats.org/officeDocument/2006/relationships/image" Target="../media/image498.png"/><Relationship Id="rId332" Type="http://schemas.openxmlformats.org/officeDocument/2006/relationships/image" Target="../media/image705.png"/><Relationship Id="rId777" Type="http://schemas.openxmlformats.org/officeDocument/2006/relationships/image" Target="../media/image1150.png"/><Relationship Id="rId984" Type="http://schemas.openxmlformats.org/officeDocument/2006/relationships/image" Target="../media/image1357.png"/><Relationship Id="rId637" Type="http://schemas.openxmlformats.org/officeDocument/2006/relationships/image" Target="../media/image1010.png"/><Relationship Id="rId844" Type="http://schemas.openxmlformats.org/officeDocument/2006/relationships/image" Target="../media/image1217.png"/><Relationship Id="rId276" Type="http://schemas.openxmlformats.org/officeDocument/2006/relationships/image" Target="../media/image649.png"/><Relationship Id="rId483" Type="http://schemas.openxmlformats.org/officeDocument/2006/relationships/image" Target="../media/image856.png"/><Relationship Id="rId690" Type="http://schemas.openxmlformats.org/officeDocument/2006/relationships/image" Target="../media/image1063.png"/><Relationship Id="rId704" Type="http://schemas.openxmlformats.org/officeDocument/2006/relationships/image" Target="../media/image1077.png"/><Relationship Id="rId911" Type="http://schemas.openxmlformats.org/officeDocument/2006/relationships/image" Target="../media/image1284.png"/><Relationship Id="rId1127" Type="http://schemas.openxmlformats.org/officeDocument/2006/relationships/image" Target="../media/image1500.png"/><Relationship Id="rId40" Type="http://schemas.openxmlformats.org/officeDocument/2006/relationships/image" Target="../media/image413.png"/><Relationship Id="rId136" Type="http://schemas.openxmlformats.org/officeDocument/2006/relationships/image" Target="../media/image509.png"/><Relationship Id="rId343" Type="http://schemas.openxmlformats.org/officeDocument/2006/relationships/image" Target="../media/image716.png"/><Relationship Id="rId550" Type="http://schemas.openxmlformats.org/officeDocument/2006/relationships/image" Target="../media/image923.png"/><Relationship Id="rId788" Type="http://schemas.openxmlformats.org/officeDocument/2006/relationships/image" Target="../media/image1161.png"/><Relationship Id="rId995" Type="http://schemas.openxmlformats.org/officeDocument/2006/relationships/image" Target="../media/image1368.png"/><Relationship Id="rId1180" Type="http://schemas.openxmlformats.org/officeDocument/2006/relationships/image" Target="../media/image1553.png"/><Relationship Id="rId203" Type="http://schemas.openxmlformats.org/officeDocument/2006/relationships/image" Target="../media/image576.png"/><Relationship Id="rId648" Type="http://schemas.openxmlformats.org/officeDocument/2006/relationships/image" Target="../media/image1021.png"/><Relationship Id="rId855" Type="http://schemas.openxmlformats.org/officeDocument/2006/relationships/image" Target="../media/image1228.png"/><Relationship Id="rId1040" Type="http://schemas.openxmlformats.org/officeDocument/2006/relationships/image" Target="../media/image1413.png"/><Relationship Id="rId287" Type="http://schemas.openxmlformats.org/officeDocument/2006/relationships/image" Target="../media/image660.png"/><Relationship Id="rId410" Type="http://schemas.openxmlformats.org/officeDocument/2006/relationships/image" Target="../media/image783.png"/><Relationship Id="rId494" Type="http://schemas.openxmlformats.org/officeDocument/2006/relationships/image" Target="../media/image867.png"/><Relationship Id="rId508" Type="http://schemas.openxmlformats.org/officeDocument/2006/relationships/image" Target="../media/image881.png"/><Relationship Id="rId715" Type="http://schemas.openxmlformats.org/officeDocument/2006/relationships/image" Target="../media/image1088.png"/><Relationship Id="rId922" Type="http://schemas.openxmlformats.org/officeDocument/2006/relationships/image" Target="../media/image1295.png"/><Relationship Id="rId1138" Type="http://schemas.openxmlformats.org/officeDocument/2006/relationships/image" Target="../media/image1511.png"/><Relationship Id="rId147" Type="http://schemas.openxmlformats.org/officeDocument/2006/relationships/image" Target="../media/image520.png"/><Relationship Id="rId354" Type="http://schemas.openxmlformats.org/officeDocument/2006/relationships/image" Target="../media/image727.png"/><Relationship Id="rId799" Type="http://schemas.openxmlformats.org/officeDocument/2006/relationships/image" Target="../media/image1172.png"/><Relationship Id="rId1191" Type="http://schemas.openxmlformats.org/officeDocument/2006/relationships/image" Target="../media/image1564.png"/><Relationship Id="rId1205" Type="http://schemas.openxmlformats.org/officeDocument/2006/relationships/image" Target="../media/image1578.png"/><Relationship Id="rId51" Type="http://schemas.openxmlformats.org/officeDocument/2006/relationships/image" Target="../media/image424.png"/><Relationship Id="rId561" Type="http://schemas.openxmlformats.org/officeDocument/2006/relationships/image" Target="../media/image934.png"/><Relationship Id="rId659" Type="http://schemas.openxmlformats.org/officeDocument/2006/relationships/image" Target="../media/image1032.png"/><Relationship Id="rId866" Type="http://schemas.openxmlformats.org/officeDocument/2006/relationships/image" Target="../media/image1239.png"/><Relationship Id="rId214" Type="http://schemas.openxmlformats.org/officeDocument/2006/relationships/image" Target="../media/image587.png"/><Relationship Id="rId298" Type="http://schemas.openxmlformats.org/officeDocument/2006/relationships/image" Target="../media/image671.png"/><Relationship Id="rId421" Type="http://schemas.openxmlformats.org/officeDocument/2006/relationships/image" Target="../media/image794.png"/><Relationship Id="rId519" Type="http://schemas.openxmlformats.org/officeDocument/2006/relationships/image" Target="../media/image892.png"/><Relationship Id="rId1051" Type="http://schemas.openxmlformats.org/officeDocument/2006/relationships/image" Target="../media/image1424.png"/><Relationship Id="rId1149" Type="http://schemas.openxmlformats.org/officeDocument/2006/relationships/image" Target="../media/image1522.png"/><Relationship Id="rId158" Type="http://schemas.openxmlformats.org/officeDocument/2006/relationships/image" Target="../media/image531.png"/><Relationship Id="rId726" Type="http://schemas.openxmlformats.org/officeDocument/2006/relationships/image" Target="../media/image1099.png"/><Relationship Id="rId933" Type="http://schemas.openxmlformats.org/officeDocument/2006/relationships/image" Target="../media/image1306.png"/><Relationship Id="rId1009" Type="http://schemas.openxmlformats.org/officeDocument/2006/relationships/image" Target="../media/image1382.png"/><Relationship Id="rId62" Type="http://schemas.openxmlformats.org/officeDocument/2006/relationships/image" Target="../media/image435.png"/><Relationship Id="rId365" Type="http://schemas.openxmlformats.org/officeDocument/2006/relationships/image" Target="../media/image738.png"/><Relationship Id="rId572" Type="http://schemas.openxmlformats.org/officeDocument/2006/relationships/image" Target="../media/image945.png"/><Relationship Id="rId1216" Type="http://schemas.openxmlformats.org/officeDocument/2006/relationships/image" Target="../media/image1589.png"/><Relationship Id="rId225" Type="http://schemas.openxmlformats.org/officeDocument/2006/relationships/image" Target="../media/image598.png"/><Relationship Id="rId432" Type="http://schemas.openxmlformats.org/officeDocument/2006/relationships/image" Target="../media/image805.png"/><Relationship Id="rId877" Type="http://schemas.openxmlformats.org/officeDocument/2006/relationships/image" Target="../media/image1250.png"/><Relationship Id="rId1062" Type="http://schemas.openxmlformats.org/officeDocument/2006/relationships/image" Target="../media/image1435.png"/><Relationship Id="rId737" Type="http://schemas.openxmlformats.org/officeDocument/2006/relationships/image" Target="../media/image1110.png"/><Relationship Id="rId944" Type="http://schemas.openxmlformats.org/officeDocument/2006/relationships/image" Target="../media/image1317.png"/><Relationship Id="rId73" Type="http://schemas.openxmlformats.org/officeDocument/2006/relationships/image" Target="../media/image446.png"/><Relationship Id="rId169" Type="http://schemas.openxmlformats.org/officeDocument/2006/relationships/image" Target="../media/image542.png"/><Relationship Id="rId376" Type="http://schemas.openxmlformats.org/officeDocument/2006/relationships/image" Target="../media/image749.png"/><Relationship Id="rId583" Type="http://schemas.openxmlformats.org/officeDocument/2006/relationships/image" Target="../media/image956.png"/><Relationship Id="rId790" Type="http://schemas.openxmlformats.org/officeDocument/2006/relationships/image" Target="../media/image1163.png"/><Relationship Id="rId804" Type="http://schemas.openxmlformats.org/officeDocument/2006/relationships/image" Target="../media/image1177.png"/><Relationship Id="rId4" Type="http://schemas.openxmlformats.org/officeDocument/2006/relationships/image" Target="../media/image377.png"/><Relationship Id="rId236" Type="http://schemas.openxmlformats.org/officeDocument/2006/relationships/image" Target="../media/image609.png"/><Relationship Id="rId443" Type="http://schemas.openxmlformats.org/officeDocument/2006/relationships/image" Target="../media/image816.png"/><Relationship Id="rId650" Type="http://schemas.openxmlformats.org/officeDocument/2006/relationships/image" Target="../media/image1023.png"/><Relationship Id="rId888" Type="http://schemas.openxmlformats.org/officeDocument/2006/relationships/image" Target="../media/image1261.png"/><Relationship Id="rId1073" Type="http://schemas.openxmlformats.org/officeDocument/2006/relationships/image" Target="../media/image1446.png"/><Relationship Id="rId303" Type="http://schemas.openxmlformats.org/officeDocument/2006/relationships/image" Target="../media/image676.png"/><Relationship Id="rId748" Type="http://schemas.openxmlformats.org/officeDocument/2006/relationships/image" Target="../media/image1121.png"/><Relationship Id="rId955" Type="http://schemas.openxmlformats.org/officeDocument/2006/relationships/image" Target="../media/image1328.png"/><Relationship Id="rId1140" Type="http://schemas.openxmlformats.org/officeDocument/2006/relationships/image" Target="../media/image1513.png"/><Relationship Id="rId84" Type="http://schemas.openxmlformats.org/officeDocument/2006/relationships/image" Target="../media/image457.png"/><Relationship Id="rId387" Type="http://schemas.openxmlformats.org/officeDocument/2006/relationships/image" Target="../media/image760.png"/><Relationship Id="rId510" Type="http://schemas.openxmlformats.org/officeDocument/2006/relationships/image" Target="../media/image883.png"/><Relationship Id="rId594" Type="http://schemas.openxmlformats.org/officeDocument/2006/relationships/image" Target="../media/image967.png"/><Relationship Id="rId608" Type="http://schemas.openxmlformats.org/officeDocument/2006/relationships/image" Target="../media/image981.png"/><Relationship Id="rId815" Type="http://schemas.openxmlformats.org/officeDocument/2006/relationships/image" Target="../media/image1188.png"/><Relationship Id="rId247" Type="http://schemas.openxmlformats.org/officeDocument/2006/relationships/image" Target="../media/image620.png"/><Relationship Id="rId899" Type="http://schemas.openxmlformats.org/officeDocument/2006/relationships/image" Target="../media/image1272.png"/><Relationship Id="rId1000" Type="http://schemas.openxmlformats.org/officeDocument/2006/relationships/image" Target="../media/image1373.png"/><Relationship Id="rId1084" Type="http://schemas.openxmlformats.org/officeDocument/2006/relationships/image" Target="../media/image1457.png"/><Relationship Id="rId107" Type="http://schemas.openxmlformats.org/officeDocument/2006/relationships/image" Target="../media/image480.png"/><Relationship Id="rId454" Type="http://schemas.openxmlformats.org/officeDocument/2006/relationships/image" Target="../media/image827.png"/><Relationship Id="rId661" Type="http://schemas.openxmlformats.org/officeDocument/2006/relationships/image" Target="../media/image1034.png"/><Relationship Id="rId759" Type="http://schemas.openxmlformats.org/officeDocument/2006/relationships/image" Target="../media/image1132.png"/><Relationship Id="rId966" Type="http://schemas.openxmlformats.org/officeDocument/2006/relationships/image" Target="../media/image1339.png"/><Relationship Id="rId11" Type="http://schemas.openxmlformats.org/officeDocument/2006/relationships/image" Target="../media/image384.png"/><Relationship Id="rId314" Type="http://schemas.openxmlformats.org/officeDocument/2006/relationships/image" Target="../media/image687.png"/><Relationship Id="rId398" Type="http://schemas.openxmlformats.org/officeDocument/2006/relationships/image" Target="../media/image771.png"/><Relationship Id="rId521" Type="http://schemas.openxmlformats.org/officeDocument/2006/relationships/image" Target="../media/image894.png"/><Relationship Id="rId619" Type="http://schemas.openxmlformats.org/officeDocument/2006/relationships/image" Target="../media/image992.png"/><Relationship Id="rId1151" Type="http://schemas.openxmlformats.org/officeDocument/2006/relationships/image" Target="../media/image1524.png"/><Relationship Id="rId95" Type="http://schemas.openxmlformats.org/officeDocument/2006/relationships/image" Target="../media/image468.png"/><Relationship Id="rId160" Type="http://schemas.openxmlformats.org/officeDocument/2006/relationships/image" Target="../media/image533.png"/><Relationship Id="rId826" Type="http://schemas.openxmlformats.org/officeDocument/2006/relationships/image" Target="../media/image1199.png"/><Relationship Id="rId1011" Type="http://schemas.openxmlformats.org/officeDocument/2006/relationships/image" Target="../media/image1384.png"/><Relationship Id="rId1109" Type="http://schemas.openxmlformats.org/officeDocument/2006/relationships/image" Target="../media/image1482.png"/><Relationship Id="rId258" Type="http://schemas.openxmlformats.org/officeDocument/2006/relationships/image" Target="../media/image631.png"/><Relationship Id="rId465" Type="http://schemas.openxmlformats.org/officeDocument/2006/relationships/image" Target="../media/image838.png"/><Relationship Id="rId672" Type="http://schemas.openxmlformats.org/officeDocument/2006/relationships/image" Target="../media/image1045.png"/><Relationship Id="rId1095" Type="http://schemas.openxmlformats.org/officeDocument/2006/relationships/image" Target="../media/image1468.png"/><Relationship Id="rId22" Type="http://schemas.openxmlformats.org/officeDocument/2006/relationships/image" Target="../media/image395.png"/><Relationship Id="rId118" Type="http://schemas.openxmlformats.org/officeDocument/2006/relationships/image" Target="../media/image491.png"/><Relationship Id="rId325" Type="http://schemas.openxmlformats.org/officeDocument/2006/relationships/image" Target="../media/image698.png"/><Relationship Id="rId532" Type="http://schemas.openxmlformats.org/officeDocument/2006/relationships/image" Target="../media/image905.png"/><Relationship Id="rId977" Type="http://schemas.openxmlformats.org/officeDocument/2006/relationships/image" Target="../media/image1350.png"/><Relationship Id="rId1162" Type="http://schemas.openxmlformats.org/officeDocument/2006/relationships/image" Target="../media/image1535.png"/><Relationship Id="rId171" Type="http://schemas.openxmlformats.org/officeDocument/2006/relationships/image" Target="../media/image544.png"/><Relationship Id="rId837" Type="http://schemas.openxmlformats.org/officeDocument/2006/relationships/image" Target="../media/image1210.png"/><Relationship Id="rId1022" Type="http://schemas.openxmlformats.org/officeDocument/2006/relationships/image" Target="../media/image1395.png"/><Relationship Id="rId269" Type="http://schemas.openxmlformats.org/officeDocument/2006/relationships/image" Target="../media/image642.png"/><Relationship Id="rId476" Type="http://schemas.openxmlformats.org/officeDocument/2006/relationships/image" Target="../media/image849.png"/><Relationship Id="rId683" Type="http://schemas.openxmlformats.org/officeDocument/2006/relationships/image" Target="../media/image1056.png"/><Relationship Id="rId890" Type="http://schemas.openxmlformats.org/officeDocument/2006/relationships/image" Target="../media/image1263.png"/><Relationship Id="rId904" Type="http://schemas.openxmlformats.org/officeDocument/2006/relationships/image" Target="../media/image1277.png"/><Relationship Id="rId33" Type="http://schemas.openxmlformats.org/officeDocument/2006/relationships/image" Target="../media/image406.png"/><Relationship Id="rId129" Type="http://schemas.openxmlformats.org/officeDocument/2006/relationships/image" Target="../media/image502.png"/><Relationship Id="rId336" Type="http://schemas.openxmlformats.org/officeDocument/2006/relationships/image" Target="../media/image709.png"/><Relationship Id="rId543" Type="http://schemas.openxmlformats.org/officeDocument/2006/relationships/image" Target="../media/image916.png"/><Relationship Id="rId988" Type="http://schemas.openxmlformats.org/officeDocument/2006/relationships/image" Target="../media/image1361.png"/><Relationship Id="rId1173" Type="http://schemas.openxmlformats.org/officeDocument/2006/relationships/image" Target="../media/image1546.png"/><Relationship Id="rId182" Type="http://schemas.openxmlformats.org/officeDocument/2006/relationships/image" Target="../media/image555.png"/><Relationship Id="rId403" Type="http://schemas.openxmlformats.org/officeDocument/2006/relationships/image" Target="../media/image776.png"/><Relationship Id="rId750" Type="http://schemas.openxmlformats.org/officeDocument/2006/relationships/image" Target="../media/image1123.png"/><Relationship Id="rId848" Type="http://schemas.openxmlformats.org/officeDocument/2006/relationships/image" Target="../media/image1221.png"/><Relationship Id="rId1033" Type="http://schemas.openxmlformats.org/officeDocument/2006/relationships/image" Target="../media/image1406.png"/><Relationship Id="rId487" Type="http://schemas.openxmlformats.org/officeDocument/2006/relationships/image" Target="../media/image860.png"/><Relationship Id="rId610" Type="http://schemas.openxmlformats.org/officeDocument/2006/relationships/image" Target="../media/image983.png"/><Relationship Id="rId694" Type="http://schemas.openxmlformats.org/officeDocument/2006/relationships/image" Target="../media/image1067.png"/><Relationship Id="rId708" Type="http://schemas.openxmlformats.org/officeDocument/2006/relationships/image" Target="../media/image1081.png"/><Relationship Id="rId915" Type="http://schemas.openxmlformats.org/officeDocument/2006/relationships/image" Target="../media/image1288.png"/><Relationship Id="rId347" Type="http://schemas.openxmlformats.org/officeDocument/2006/relationships/image" Target="../media/image720.png"/><Relationship Id="rId999" Type="http://schemas.openxmlformats.org/officeDocument/2006/relationships/image" Target="../media/image1372.png"/><Relationship Id="rId1100" Type="http://schemas.openxmlformats.org/officeDocument/2006/relationships/image" Target="../media/image1473.png"/><Relationship Id="rId1184" Type="http://schemas.openxmlformats.org/officeDocument/2006/relationships/image" Target="../media/image1557.png"/><Relationship Id="rId44" Type="http://schemas.openxmlformats.org/officeDocument/2006/relationships/image" Target="../media/image417.png"/><Relationship Id="rId554" Type="http://schemas.openxmlformats.org/officeDocument/2006/relationships/image" Target="../media/image927.png"/><Relationship Id="rId761" Type="http://schemas.openxmlformats.org/officeDocument/2006/relationships/image" Target="../media/image1134.png"/><Relationship Id="rId859" Type="http://schemas.openxmlformats.org/officeDocument/2006/relationships/image" Target="../media/image1232.png"/><Relationship Id="rId193" Type="http://schemas.openxmlformats.org/officeDocument/2006/relationships/image" Target="../media/image566.png"/><Relationship Id="rId207" Type="http://schemas.openxmlformats.org/officeDocument/2006/relationships/image" Target="../media/image580.png"/><Relationship Id="rId414" Type="http://schemas.openxmlformats.org/officeDocument/2006/relationships/image" Target="../media/image787.png"/><Relationship Id="rId498" Type="http://schemas.openxmlformats.org/officeDocument/2006/relationships/image" Target="../media/image871.png"/><Relationship Id="rId621" Type="http://schemas.openxmlformats.org/officeDocument/2006/relationships/image" Target="../media/image994.png"/><Relationship Id="rId1044" Type="http://schemas.openxmlformats.org/officeDocument/2006/relationships/image" Target="../media/image1417.png"/><Relationship Id="rId260" Type="http://schemas.openxmlformats.org/officeDocument/2006/relationships/image" Target="../media/image633.png"/><Relationship Id="rId719" Type="http://schemas.openxmlformats.org/officeDocument/2006/relationships/image" Target="../media/image1092.png"/><Relationship Id="rId926" Type="http://schemas.openxmlformats.org/officeDocument/2006/relationships/image" Target="../media/image1299.png"/><Relationship Id="rId1111" Type="http://schemas.openxmlformats.org/officeDocument/2006/relationships/image" Target="../media/image1484.png"/><Relationship Id="rId55" Type="http://schemas.openxmlformats.org/officeDocument/2006/relationships/image" Target="../media/image428.png"/><Relationship Id="rId120" Type="http://schemas.openxmlformats.org/officeDocument/2006/relationships/image" Target="../media/image493.png"/><Relationship Id="rId358" Type="http://schemas.openxmlformats.org/officeDocument/2006/relationships/image" Target="../media/image731.png"/><Relationship Id="rId565" Type="http://schemas.openxmlformats.org/officeDocument/2006/relationships/image" Target="../media/image938.png"/><Relationship Id="rId772" Type="http://schemas.openxmlformats.org/officeDocument/2006/relationships/image" Target="../media/image1145.png"/><Relationship Id="rId1195" Type="http://schemas.openxmlformats.org/officeDocument/2006/relationships/image" Target="../media/image1568.png"/><Relationship Id="rId1209" Type="http://schemas.openxmlformats.org/officeDocument/2006/relationships/image" Target="../media/image1582.png"/><Relationship Id="rId218" Type="http://schemas.openxmlformats.org/officeDocument/2006/relationships/image" Target="../media/image591.png"/><Relationship Id="rId425" Type="http://schemas.openxmlformats.org/officeDocument/2006/relationships/image" Target="../media/image798.png"/><Relationship Id="rId632" Type="http://schemas.openxmlformats.org/officeDocument/2006/relationships/image" Target="../media/image1005.png"/><Relationship Id="rId1055" Type="http://schemas.openxmlformats.org/officeDocument/2006/relationships/image" Target="../media/image1428.png"/><Relationship Id="rId271" Type="http://schemas.openxmlformats.org/officeDocument/2006/relationships/image" Target="../media/image644.png"/><Relationship Id="rId937" Type="http://schemas.openxmlformats.org/officeDocument/2006/relationships/image" Target="../media/image1310.png"/><Relationship Id="rId1122" Type="http://schemas.openxmlformats.org/officeDocument/2006/relationships/image" Target="../media/image1495.png"/><Relationship Id="rId66" Type="http://schemas.openxmlformats.org/officeDocument/2006/relationships/image" Target="../media/image439.png"/><Relationship Id="rId131" Type="http://schemas.openxmlformats.org/officeDocument/2006/relationships/image" Target="../media/image504.png"/><Relationship Id="rId369" Type="http://schemas.openxmlformats.org/officeDocument/2006/relationships/image" Target="../media/image742.png"/><Relationship Id="rId576" Type="http://schemas.openxmlformats.org/officeDocument/2006/relationships/image" Target="../media/image949.png"/><Relationship Id="rId783" Type="http://schemas.openxmlformats.org/officeDocument/2006/relationships/image" Target="../media/image1156.png"/><Relationship Id="rId990" Type="http://schemas.openxmlformats.org/officeDocument/2006/relationships/image" Target="../media/image1363.png"/><Relationship Id="rId229" Type="http://schemas.openxmlformats.org/officeDocument/2006/relationships/image" Target="../media/image602.png"/><Relationship Id="rId436" Type="http://schemas.openxmlformats.org/officeDocument/2006/relationships/image" Target="../media/image809.png"/><Relationship Id="rId643" Type="http://schemas.openxmlformats.org/officeDocument/2006/relationships/image" Target="../media/image1016.png"/><Relationship Id="rId1066" Type="http://schemas.openxmlformats.org/officeDocument/2006/relationships/image" Target="../media/image1439.png"/><Relationship Id="rId850" Type="http://schemas.openxmlformats.org/officeDocument/2006/relationships/image" Target="../media/image1223.png"/><Relationship Id="rId948" Type="http://schemas.openxmlformats.org/officeDocument/2006/relationships/image" Target="../media/image1321.png"/><Relationship Id="rId1133" Type="http://schemas.openxmlformats.org/officeDocument/2006/relationships/image" Target="../media/image1506.png"/><Relationship Id="rId77" Type="http://schemas.openxmlformats.org/officeDocument/2006/relationships/image" Target="../media/image450.png"/><Relationship Id="rId282" Type="http://schemas.openxmlformats.org/officeDocument/2006/relationships/image" Target="../media/image655.png"/><Relationship Id="rId503" Type="http://schemas.openxmlformats.org/officeDocument/2006/relationships/image" Target="../media/image876.png"/><Relationship Id="rId587" Type="http://schemas.openxmlformats.org/officeDocument/2006/relationships/image" Target="../media/image960.png"/><Relationship Id="rId710" Type="http://schemas.openxmlformats.org/officeDocument/2006/relationships/image" Target="../media/image1083.png"/><Relationship Id="rId808" Type="http://schemas.openxmlformats.org/officeDocument/2006/relationships/image" Target="../media/image1181.png"/><Relationship Id="rId8" Type="http://schemas.openxmlformats.org/officeDocument/2006/relationships/image" Target="../media/image381.png"/><Relationship Id="rId142" Type="http://schemas.openxmlformats.org/officeDocument/2006/relationships/image" Target="../media/image515.png"/><Relationship Id="rId447" Type="http://schemas.openxmlformats.org/officeDocument/2006/relationships/image" Target="../media/image820.png"/><Relationship Id="rId794" Type="http://schemas.openxmlformats.org/officeDocument/2006/relationships/image" Target="../media/image1167.png"/><Relationship Id="rId1077" Type="http://schemas.openxmlformats.org/officeDocument/2006/relationships/image" Target="../media/image1450.png"/><Relationship Id="rId1200" Type="http://schemas.openxmlformats.org/officeDocument/2006/relationships/image" Target="../media/image1573.png"/><Relationship Id="rId654" Type="http://schemas.openxmlformats.org/officeDocument/2006/relationships/image" Target="../media/image1027.png"/><Relationship Id="rId861" Type="http://schemas.openxmlformats.org/officeDocument/2006/relationships/image" Target="../media/image1234.png"/><Relationship Id="rId959" Type="http://schemas.openxmlformats.org/officeDocument/2006/relationships/image" Target="../media/image1332.png"/><Relationship Id="rId293" Type="http://schemas.openxmlformats.org/officeDocument/2006/relationships/image" Target="../media/image666.png"/><Relationship Id="rId307" Type="http://schemas.openxmlformats.org/officeDocument/2006/relationships/image" Target="../media/image680.png"/><Relationship Id="rId514" Type="http://schemas.openxmlformats.org/officeDocument/2006/relationships/image" Target="../media/image887.png"/><Relationship Id="rId721" Type="http://schemas.openxmlformats.org/officeDocument/2006/relationships/image" Target="../media/image1094.png"/><Relationship Id="rId1144" Type="http://schemas.openxmlformats.org/officeDocument/2006/relationships/image" Target="../media/image1517.png"/><Relationship Id="rId88" Type="http://schemas.openxmlformats.org/officeDocument/2006/relationships/image" Target="../media/image461.png"/><Relationship Id="rId153" Type="http://schemas.openxmlformats.org/officeDocument/2006/relationships/image" Target="../media/image526.png"/><Relationship Id="rId360" Type="http://schemas.openxmlformats.org/officeDocument/2006/relationships/image" Target="../media/image733.png"/><Relationship Id="rId598" Type="http://schemas.openxmlformats.org/officeDocument/2006/relationships/image" Target="../media/image971.png"/><Relationship Id="rId819" Type="http://schemas.openxmlformats.org/officeDocument/2006/relationships/image" Target="../media/image1192.png"/><Relationship Id="rId1004" Type="http://schemas.openxmlformats.org/officeDocument/2006/relationships/image" Target="../media/image1377.png"/><Relationship Id="rId1211" Type="http://schemas.openxmlformats.org/officeDocument/2006/relationships/image" Target="../media/image1584.png"/><Relationship Id="rId220" Type="http://schemas.openxmlformats.org/officeDocument/2006/relationships/image" Target="../media/image593.png"/><Relationship Id="rId458" Type="http://schemas.openxmlformats.org/officeDocument/2006/relationships/image" Target="../media/image831.png"/><Relationship Id="rId665" Type="http://schemas.openxmlformats.org/officeDocument/2006/relationships/image" Target="../media/image1038.png"/><Relationship Id="rId872" Type="http://schemas.openxmlformats.org/officeDocument/2006/relationships/image" Target="../media/image1245.png"/><Relationship Id="rId1088" Type="http://schemas.openxmlformats.org/officeDocument/2006/relationships/image" Target="../media/image1461.png"/><Relationship Id="rId15" Type="http://schemas.openxmlformats.org/officeDocument/2006/relationships/image" Target="../media/image388.png"/><Relationship Id="rId318" Type="http://schemas.openxmlformats.org/officeDocument/2006/relationships/image" Target="../media/image691.png"/><Relationship Id="rId525" Type="http://schemas.openxmlformats.org/officeDocument/2006/relationships/image" Target="../media/image898.png"/><Relationship Id="rId732" Type="http://schemas.openxmlformats.org/officeDocument/2006/relationships/image" Target="../media/image1105.png"/><Relationship Id="rId1155" Type="http://schemas.openxmlformats.org/officeDocument/2006/relationships/image" Target="../media/image1528.png"/><Relationship Id="rId99" Type="http://schemas.openxmlformats.org/officeDocument/2006/relationships/image" Target="../media/image472.png"/><Relationship Id="rId164" Type="http://schemas.openxmlformats.org/officeDocument/2006/relationships/image" Target="../media/image537.png"/><Relationship Id="rId371" Type="http://schemas.openxmlformats.org/officeDocument/2006/relationships/image" Target="../media/image744.png"/><Relationship Id="rId1015" Type="http://schemas.openxmlformats.org/officeDocument/2006/relationships/image" Target="../media/image1388.png"/><Relationship Id="rId1222" Type="http://schemas.openxmlformats.org/officeDocument/2006/relationships/image" Target="../media/image1595.png"/><Relationship Id="rId469" Type="http://schemas.openxmlformats.org/officeDocument/2006/relationships/image" Target="../media/image842.png"/><Relationship Id="rId676" Type="http://schemas.openxmlformats.org/officeDocument/2006/relationships/image" Target="../media/image1049.png"/><Relationship Id="rId883" Type="http://schemas.openxmlformats.org/officeDocument/2006/relationships/image" Target="../media/image1256.png"/><Relationship Id="rId1099" Type="http://schemas.openxmlformats.org/officeDocument/2006/relationships/image" Target="../media/image1472.png"/><Relationship Id="rId26" Type="http://schemas.openxmlformats.org/officeDocument/2006/relationships/image" Target="../media/image399.png"/><Relationship Id="rId231" Type="http://schemas.openxmlformats.org/officeDocument/2006/relationships/image" Target="../media/image604.png"/><Relationship Id="rId329" Type="http://schemas.openxmlformats.org/officeDocument/2006/relationships/image" Target="../media/image702.png"/><Relationship Id="rId536" Type="http://schemas.openxmlformats.org/officeDocument/2006/relationships/image" Target="../media/image909.png"/><Relationship Id="rId1166" Type="http://schemas.openxmlformats.org/officeDocument/2006/relationships/image" Target="../media/image1539.png"/><Relationship Id="rId175" Type="http://schemas.openxmlformats.org/officeDocument/2006/relationships/image" Target="../media/image548.png"/><Relationship Id="rId743" Type="http://schemas.openxmlformats.org/officeDocument/2006/relationships/image" Target="../media/image1116.png"/><Relationship Id="rId950" Type="http://schemas.openxmlformats.org/officeDocument/2006/relationships/image" Target="../media/image1323.png"/><Relationship Id="rId1026" Type="http://schemas.openxmlformats.org/officeDocument/2006/relationships/image" Target="../media/image1399.png"/><Relationship Id="rId382" Type="http://schemas.openxmlformats.org/officeDocument/2006/relationships/image" Target="../media/image755.png"/><Relationship Id="rId603" Type="http://schemas.openxmlformats.org/officeDocument/2006/relationships/image" Target="../media/image976.png"/><Relationship Id="rId687" Type="http://schemas.openxmlformats.org/officeDocument/2006/relationships/image" Target="../media/image1060.png"/><Relationship Id="rId810" Type="http://schemas.openxmlformats.org/officeDocument/2006/relationships/image" Target="../media/image1183.png"/><Relationship Id="rId908" Type="http://schemas.openxmlformats.org/officeDocument/2006/relationships/image" Target="../media/image1281.png"/><Relationship Id="rId242" Type="http://schemas.openxmlformats.org/officeDocument/2006/relationships/image" Target="../media/image615.png"/><Relationship Id="rId894" Type="http://schemas.openxmlformats.org/officeDocument/2006/relationships/image" Target="../media/image1267.png"/><Relationship Id="rId1177" Type="http://schemas.openxmlformats.org/officeDocument/2006/relationships/image" Target="../media/image1550.png"/><Relationship Id="rId37" Type="http://schemas.openxmlformats.org/officeDocument/2006/relationships/image" Target="../media/image410.png"/><Relationship Id="rId102" Type="http://schemas.openxmlformats.org/officeDocument/2006/relationships/image" Target="../media/image475.png"/><Relationship Id="rId547" Type="http://schemas.openxmlformats.org/officeDocument/2006/relationships/image" Target="../media/image920.png"/><Relationship Id="rId754" Type="http://schemas.openxmlformats.org/officeDocument/2006/relationships/image" Target="../media/image1127.png"/><Relationship Id="rId961" Type="http://schemas.openxmlformats.org/officeDocument/2006/relationships/image" Target="../media/image1334.png"/><Relationship Id="rId90" Type="http://schemas.openxmlformats.org/officeDocument/2006/relationships/image" Target="../media/image463.png"/><Relationship Id="rId186" Type="http://schemas.openxmlformats.org/officeDocument/2006/relationships/image" Target="../media/image559.png"/><Relationship Id="rId393" Type="http://schemas.openxmlformats.org/officeDocument/2006/relationships/image" Target="../media/image766.png"/><Relationship Id="rId407" Type="http://schemas.openxmlformats.org/officeDocument/2006/relationships/image" Target="../media/image780.png"/><Relationship Id="rId614" Type="http://schemas.openxmlformats.org/officeDocument/2006/relationships/image" Target="../media/image987.png"/><Relationship Id="rId821" Type="http://schemas.openxmlformats.org/officeDocument/2006/relationships/image" Target="../media/image1194.png"/><Relationship Id="rId1037" Type="http://schemas.openxmlformats.org/officeDocument/2006/relationships/image" Target="../media/image1410.png"/><Relationship Id="rId253" Type="http://schemas.openxmlformats.org/officeDocument/2006/relationships/image" Target="../media/image626.png"/><Relationship Id="rId460" Type="http://schemas.openxmlformats.org/officeDocument/2006/relationships/image" Target="../media/image833.png"/><Relationship Id="rId698" Type="http://schemas.openxmlformats.org/officeDocument/2006/relationships/image" Target="../media/image1071.png"/><Relationship Id="rId919" Type="http://schemas.openxmlformats.org/officeDocument/2006/relationships/image" Target="../media/image1292.png"/><Relationship Id="rId1090" Type="http://schemas.openxmlformats.org/officeDocument/2006/relationships/image" Target="../media/image1463.png"/><Relationship Id="rId1104" Type="http://schemas.openxmlformats.org/officeDocument/2006/relationships/image" Target="../media/image1477.png"/><Relationship Id="rId48" Type="http://schemas.openxmlformats.org/officeDocument/2006/relationships/image" Target="../media/image421.png"/><Relationship Id="rId113" Type="http://schemas.openxmlformats.org/officeDocument/2006/relationships/image" Target="../media/image486.png"/><Relationship Id="rId320" Type="http://schemas.openxmlformats.org/officeDocument/2006/relationships/image" Target="../media/image693.png"/><Relationship Id="rId558" Type="http://schemas.openxmlformats.org/officeDocument/2006/relationships/image" Target="../media/image931.png"/><Relationship Id="rId765" Type="http://schemas.openxmlformats.org/officeDocument/2006/relationships/image" Target="../media/image1138.png"/><Relationship Id="rId972" Type="http://schemas.openxmlformats.org/officeDocument/2006/relationships/image" Target="../media/image1345.png"/><Relationship Id="rId1188" Type="http://schemas.openxmlformats.org/officeDocument/2006/relationships/image" Target="../media/image1561.png"/><Relationship Id="rId197" Type="http://schemas.openxmlformats.org/officeDocument/2006/relationships/image" Target="../media/image570.png"/><Relationship Id="rId418" Type="http://schemas.openxmlformats.org/officeDocument/2006/relationships/image" Target="../media/image791.png"/><Relationship Id="rId625" Type="http://schemas.openxmlformats.org/officeDocument/2006/relationships/image" Target="../media/image998.png"/><Relationship Id="rId832" Type="http://schemas.openxmlformats.org/officeDocument/2006/relationships/image" Target="../media/image1205.png"/><Relationship Id="rId1048" Type="http://schemas.openxmlformats.org/officeDocument/2006/relationships/image" Target="../media/image1421.png"/><Relationship Id="rId264" Type="http://schemas.openxmlformats.org/officeDocument/2006/relationships/image" Target="../media/image637.png"/><Relationship Id="rId471" Type="http://schemas.openxmlformats.org/officeDocument/2006/relationships/image" Target="../media/image844.png"/><Relationship Id="rId1115" Type="http://schemas.openxmlformats.org/officeDocument/2006/relationships/image" Target="../media/image1488.png"/><Relationship Id="rId59" Type="http://schemas.openxmlformats.org/officeDocument/2006/relationships/image" Target="../media/image432.png"/><Relationship Id="rId124" Type="http://schemas.openxmlformats.org/officeDocument/2006/relationships/image" Target="../media/image497.png"/><Relationship Id="rId569" Type="http://schemas.openxmlformats.org/officeDocument/2006/relationships/image" Target="../media/image942.png"/><Relationship Id="rId776" Type="http://schemas.openxmlformats.org/officeDocument/2006/relationships/image" Target="../media/image1149.png"/><Relationship Id="rId983" Type="http://schemas.openxmlformats.org/officeDocument/2006/relationships/image" Target="../media/image1356.png"/><Relationship Id="rId1199" Type="http://schemas.openxmlformats.org/officeDocument/2006/relationships/image" Target="../media/image1572.png"/><Relationship Id="rId331" Type="http://schemas.openxmlformats.org/officeDocument/2006/relationships/image" Target="../media/image704.png"/><Relationship Id="rId429" Type="http://schemas.openxmlformats.org/officeDocument/2006/relationships/image" Target="../media/image802.png"/><Relationship Id="rId636" Type="http://schemas.openxmlformats.org/officeDocument/2006/relationships/image" Target="../media/image1009.png"/><Relationship Id="rId1059" Type="http://schemas.openxmlformats.org/officeDocument/2006/relationships/image" Target="../media/image1432.png"/><Relationship Id="rId843" Type="http://schemas.openxmlformats.org/officeDocument/2006/relationships/image" Target="../media/image1216.png"/><Relationship Id="rId1126" Type="http://schemas.openxmlformats.org/officeDocument/2006/relationships/image" Target="../media/image1499.png"/><Relationship Id="rId275" Type="http://schemas.openxmlformats.org/officeDocument/2006/relationships/image" Target="../media/image648.png"/><Relationship Id="rId482" Type="http://schemas.openxmlformats.org/officeDocument/2006/relationships/image" Target="../media/image855.png"/><Relationship Id="rId703" Type="http://schemas.openxmlformats.org/officeDocument/2006/relationships/image" Target="../media/image1076.png"/><Relationship Id="rId910" Type="http://schemas.openxmlformats.org/officeDocument/2006/relationships/image" Target="../media/image1283.png"/><Relationship Id="rId135" Type="http://schemas.openxmlformats.org/officeDocument/2006/relationships/image" Target="../media/image508.png"/><Relationship Id="rId342" Type="http://schemas.openxmlformats.org/officeDocument/2006/relationships/image" Target="../media/image715.png"/><Relationship Id="rId787" Type="http://schemas.openxmlformats.org/officeDocument/2006/relationships/image" Target="../media/image1160.png"/><Relationship Id="rId994" Type="http://schemas.openxmlformats.org/officeDocument/2006/relationships/image" Target="../media/image1367.png"/><Relationship Id="rId202" Type="http://schemas.openxmlformats.org/officeDocument/2006/relationships/image" Target="../media/image575.png"/><Relationship Id="rId647" Type="http://schemas.openxmlformats.org/officeDocument/2006/relationships/image" Target="../media/image1020.png"/><Relationship Id="rId854" Type="http://schemas.openxmlformats.org/officeDocument/2006/relationships/image" Target="../media/image1227.png"/><Relationship Id="rId286" Type="http://schemas.openxmlformats.org/officeDocument/2006/relationships/image" Target="../media/image659.png"/><Relationship Id="rId493" Type="http://schemas.openxmlformats.org/officeDocument/2006/relationships/image" Target="../media/image866.png"/><Relationship Id="rId507" Type="http://schemas.openxmlformats.org/officeDocument/2006/relationships/image" Target="../media/image880.png"/><Relationship Id="rId714" Type="http://schemas.openxmlformats.org/officeDocument/2006/relationships/image" Target="../media/image1087.png"/><Relationship Id="rId921" Type="http://schemas.openxmlformats.org/officeDocument/2006/relationships/image" Target="../media/image1294.png"/><Relationship Id="rId1137" Type="http://schemas.openxmlformats.org/officeDocument/2006/relationships/image" Target="../media/image1510.png"/><Relationship Id="rId50" Type="http://schemas.openxmlformats.org/officeDocument/2006/relationships/image" Target="../media/image423.png"/><Relationship Id="rId146" Type="http://schemas.openxmlformats.org/officeDocument/2006/relationships/image" Target="../media/image519.png"/><Relationship Id="rId353" Type="http://schemas.openxmlformats.org/officeDocument/2006/relationships/image" Target="../media/image726.png"/><Relationship Id="rId560" Type="http://schemas.openxmlformats.org/officeDocument/2006/relationships/image" Target="../media/image933.png"/><Relationship Id="rId798" Type="http://schemas.openxmlformats.org/officeDocument/2006/relationships/image" Target="../media/image1171.png"/><Relationship Id="rId1190" Type="http://schemas.openxmlformats.org/officeDocument/2006/relationships/image" Target="../media/image1563.png"/><Relationship Id="rId1204" Type="http://schemas.openxmlformats.org/officeDocument/2006/relationships/image" Target="../media/image1577.png"/><Relationship Id="rId213" Type="http://schemas.openxmlformats.org/officeDocument/2006/relationships/image" Target="../media/image586.png"/><Relationship Id="rId420" Type="http://schemas.openxmlformats.org/officeDocument/2006/relationships/image" Target="../media/image793.png"/><Relationship Id="rId658" Type="http://schemas.openxmlformats.org/officeDocument/2006/relationships/image" Target="../media/image1031.png"/><Relationship Id="rId865" Type="http://schemas.openxmlformats.org/officeDocument/2006/relationships/image" Target="../media/image1238.png"/><Relationship Id="rId1050" Type="http://schemas.openxmlformats.org/officeDocument/2006/relationships/image" Target="../media/image1423.png"/><Relationship Id="rId297" Type="http://schemas.openxmlformats.org/officeDocument/2006/relationships/image" Target="../media/image670.png"/><Relationship Id="rId518" Type="http://schemas.openxmlformats.org/officeDocument/2006/relationships/image" Target="../media/image891.png"/><Relationship Id="rId725" Type="http://schemas.openxmlformats.org/officeDocument/2006/relationships/image" Target="../media/image1098.png"/><Relationship Id="rId932" Type="http://schemas.openxmlformats.org/officeDocument/2006/relationships/image" Target="../media/image1305.png"/><Relationship Id="rId1148" Type="http://schemas.openxmlformats.org/officeDocument/2006/relationships/image" Target="../media/image1521.png"/><Relationship Id="rId157" Type="http://schemas.openxmlformats.org/officeDocument/2006/relationships/image" Target="../media/image530.png"/><Relationship Id="rId364" Type="http://schemas.openxmlformats.org/officeDocument/2006/relationships/image" Target="../media/image737.png"/><Relationship Id="rId1008" Type="http://schemas.openxmlformats.org/officeDocument/2006/relationships/image" Target="../media/image1381.png"/><Relationship Id="rId1215" Type="http://schemas.openxmlformats.org/officeDocument/2006/relationships/image" Target="../media/image1588.png"/><Relationship Id="rId61" Type="http://schemas.openxmlformats.org/officeDocument/2006/relationships/image" Target="../media/image434.png"/><Relationship Id="rId571" Type="http://schemas.openxmlformats.org/officeDocument/2006/relationships/image" Target="../media/image944.png"/><Relationship Id="rId669" Type="http://schemas.openxmlformats.org/officeDocument/2006/relationships/image" Target="../media/image1042.png"/><Relationship Id="rId876" Type="http://schemas.openxmlformats.org/officeDocument/2006/relationships/image" Target="../media/image1249.png"/><Relationship Id="rId19" Type="http://schemas.openxmlformats.org/officeDocument/2006/relationships/image" Target="../media/image392.png"/><Relationship Id="rId224" Type="http://schemas.openxmlformats.org/officeDocument/2006/relationships/image" Target="../media/image597.png"/><Relationship Id="rId431" Type="http://schemas.openxmlformats.org/officeDocument/2006/relationships/image" Target="../media/image804.png"/><Relationship Id="rId529" Type="http://schemas.openxmlformats.org/officeDocument/2006/relationships/image" Target="../media/image902.png"/><Relationship Id="rId736" Type="http://schemas.openxmlformats.org/officeDocument/2006/relationships/image" Target="../media/image1109.png"/><Relationship Id="rId1061" Type="http://schemas.openxmlformats.org/officeDocument/2006/relationships/image" Target="../media/image1434.png"/><Relationship Id="rId1159" Type="http://schemas.openxmlformats.org/officeDocument/2006/relationships/image" Target="../media/image1532.png"/><Relationship Id="rId168" Type="http://schemas.openxmlformats.org/officeDocument/2006/relationships/image" Target="../media/image541.png"/><Relationship Id="rId943" Type="http://schemas.openxmlformats.org/officeDocument/2006/relationships/image" Target="../media/image1316.png"/><Relationship Id="rId1019" Type="http://schemas.openxmlformats.org/officeDocument/2006/relationships/image" Target="../media/image1392.png"/><Relationship Id="rId72" Type="http://schemas.openxmlformats.org/officeDocument/2006/relationships/image" Target="../media/image445.png"/><Relationship Id="rId375" Type="http://schemas.openxmlformats.org/officeDocument/2006/relationships/image" Target="../media/image748.png"/><Relationship Id="rId582" Type="http://schemas.openxmlformats.org/officeDocument/2006/relationships/image" Target="../media/image955.png"/><Relationship Id="rId803" Type="http://schemas.openxmlformats.org/officeDocument/2006/relationships/image" Target="../media/image1176.png"/><Relationship Id="rId3" Type="http://schemas.openxmlformats.org/officeDocument/2006/relationships/image" Target="../media/image376.png"/><Relationship Id="rId235" Type="http://schemas.openxmlformats.org/officeDocument/2006/relationships/image" Target="../media/image608.png"/><Relationship Id="rId442" Type="http://schemas.openxmlformats.org/officeDocument/2006/relationships/image" Target="../media/image815.png"/><Relationship Id="rId887" Type="http://schemas.openxmlformats.org/officeDocument/2006/relationships/image" Target="../media/image1260.png"/><Relationship Id="rId1072" Type="http://schemas.openxmlformats.org/officeDocument/2006/relationships/image" Target="../media/image1445.png"/><Relationship Id="rId302" Type="http://schemas.openxmlformats.org/officeDocument/2006/relationships/image" Target="../media/image675.png"/><Relationship Id="rId747" Type="http://schemas.openxmlformats.org/officeDocument/2006/relationships/image" Target="../media/image1120.png"/><Relationship Id="rId954" Type="http://schemas.openxmlformats.org/officeDocument/2006/relationships/image" Target="../media/image1327.png"/><Relationship Id="rId83" Type="http://schemas.openxmlformats.org/officeDocument/2006/relationships/image" Target="../media/image456.png"/><Relationship Id="rId179" Type="http://schemas.openxmlformats.org/officeDocument/2006/relationships/image" Target="../media/image552.png"/><Relationship Id="rId386" Type="http://schemas.openxmlformats.org/officeDocument/2006/relationships/image" Target="../media/image759.png"/><Relationship Id="rId593" Type="http://schemas.openxmlformats.org/officeDocument/2006/relationships/image" Target="../media/image966.png"/><Relationship Id="rId607" Type="http://schemas.openxmlformats.org/officeDocument/2006/relationships/image" Target="../media/image980.png"/><Relationship Id="rId814" Type="http://schemas.openxmlformats.org/officeDocument/2006/relationships/image" Target="../media/image1187.png"/><Relationship Id="rId246" Type="http://schemas.openxmlformats.org/officeDocument/2006/relationships/image" Target="../media/image619.png"/><Relationship Id="rId453" Type="http://schemas.openxmlformats.org/officeDocument/2006/relationships/image" Target="../media/image826.png"/><Relationship Id="rId660" Type="http://schemas.openxmlformats.org/officeDocument/2006/relationships/image" Target="../media/image1033.png"/><Relationship Id="rId898" Type="http://schemas.openxmlformats.org/officeDocument/2006/relationships/image" Target="../media/image1271.png"/><Relationship Id="rId1083" Type="http://schemas.openxmlformats.org/officeDocument/2006/relationships/image" Target="../media/image1456.png"/><Relationship Id="rId106" Type="http://schemas.openxmlformats.org/officeDocument/2006/relationships/image" Target="../media/image479.png"/><Relationship Id="rId313" Type="http://schemas.openxmlformats.org/officeDocument/2006/relationships/image" Target="../media/image686.png"/><Relationship Id="rId758" Type="http://schemas.openxmlformats.org/officeDocument/2006/relationships/image" Target="../media/image1131.png"/><Relationship Id="rId965" Type="http://schemas.openxmlformats.org/officeDocument/2006/relationships/image" Target="../media/image1338.png"/><Relationship Id="rId1150" Type="http://schemas.openxmlformats.org/officeDocument/2006/relationships/image" Target="../media/image1523.png"/><Relationship Id="rId10" Type="http://schemas.openxmlformats.org/officeDocument/2006/relationships/image" Target="../media/image383.png"/><Relationship Id="rId94" Type="http://schemas.openxmlformats.org/officeDocument/2006/relationships/image" Target="../media/image467.png"/><Relationship Id="rId397" Type="http://schemas.openxmlformats.org/officeDocument/2006/relationships/image" Target="../media/image770.png"/><Relationship Id="rId520" Type="http://schemas.openxmlformats.org/officeDocument/2006/relationships/image" Target="../media/image893.png"/><Relationship Id="rId618" Type="http://schemas.openxmlformats.org/officeDocument/2006/relationships/image" Target="../media/image991.png"/><Relationship Id="rId825" Type="http://schemas.openxmlformats.org/officeDocument/2006/relationships/image" Target="../media/image1198.png"/><Relationship Id="rId257" Type="http://schemas.openxmlformats.org/officeDocument/2006/relationships/image" Target="../media/image630.png"/><Relationship Id="rId464" Type="http://schemas.openxmlformats.org/officeDocument/2006/relationships/image" Target="../media/image837.png"/><Relationship Id="rId1010" Type="http://schemas.openxmlformats.org/officeDocument/2006/relationships/image" Target="../media/image1383.png"/><Relationship Id="rId1094" Type="http://schemas.openxmlformats.org/officeDocument/2006/relationships/image" Target="../media/image1467.png"/><Relationship Id="rId1108" Type="http://schemas.openxmlformats.org/officeDocument/2006/relationships/image" Target="../media/image1481.png"/><Relationship Id="rId117" Type="http://schemas.openxmlformats.org/officeDocument/2006/relationships/image" Target="../media/image490.png"/><Relationship Id="rId671" Type="http://schemas.openxmlformats.org/officeDocument/2006/relationships/image" Target="../media/image1044.png"/><Relationship Id="rId769" Type="http://schemas.openxmlformats.org/officeDocument/2006/relationships/image" Target="../media/image1142.png"/><Relationship Id="rId976" Type="http://schemas.openxmlformats.org/officeDocument/2006/relationships/image" Target="../media/image1349.png"/><Relationship Id="rId324" Type="http://schemas.openxmlformats.org/officeDocument/2006/relationships/image" Target="../media/image697.png"/><Relationship Id="rId531" Type="http://schemas.openxmlformats.org/officeDocument/2006/relationships/image" Target="../media/image904.png"/><Relationship Id="rId629" Type="http://schemas.openxmlformats.org/officeDocument/2006/relationships/image" Target="../media/image1002.png"/><Relationship Id="rId1161" Type="http://schemas.openxmlformats.org/officeDocument/2006/relationships/image" Target="../media/image1534.png"/><Relationship Id="rId836" Type="http://schemas.openxmlformats.org/officeDocument/2006/relationships/image" Target="../media/image1209.png"/><Relationship Id="rId1021" Type="http://schemas.openxmlformats.org/officeDocument/2006/relationships/image" Target="../media/image1394.png"/><Relationship Id="rId1119" Type="http://schemas.openxmlformats.org/officeDocument/2006/relationships/image" Target="../media/image1492.png"/><Relationship Id="rId903" Type="http://schemas.openxmlformats.org/officeDocument/2006/relationships/image" Target="../media/image1276.png"/><Relationship Id="rId32" Type="http://schemas.openxmlformats.org/officeDocument/2006/relationships/image" Target="../media/image405.png"/><Relationship Id="rId181" Type="http://schemas.openxmlformats.org/officeDocument/2006/relationships/image" Target="../media/image554.png"/><Relationship Id="rId279" Type="http://schemas.openxmlformats.org/officeDocument/2006/relationships/image" Target="../media/image652.png"/><Relationship Id="rId486" Type="http://schemas.openxmlformats.org/officeDocument/2006/relationships/image" Target="../media/image859.png"/><Relationship Id="rId693" Type="http://schemas.openxmlformats.org/officeDocument/2006/relationships/image" Target="../media/image1066.png"/><Relationship Id="rId139" Type="http://schemas.openxmlformats.org/officeDocument/2006/relationships/image" Target="../media/image512.png"/><Relationship Id="rId346" Type="http://schemas.openxmlformats.org/officeDocument/2006/relationships/image" Target="../media/image719.png"/><Relationship Id="rId553" Type="http://schemas.openxmlformats.org/officeDocument/2006/relationships/image" Target="../media/image926.png"/><Relationship Id="rId760" Type="http://schemas.openxmlformats.org/officeDocument/2006/relationships/image" Target="../media/image1133.png"/><Relationship Id="rId998" Type="http://schemas.openxmlformats.org/officeDocument/2006/relationships/image" Target="../media/image1371.png"/><Relationship Id="rId1183" Type="http://schemas.openxmlformats.org/officeDocument/2006/relationships/image" Target="../media/image1556.png"/><Relationship Id="rId206" Type="http://schemas.openxmlformats.org/officeDocument/2006/relationships/image" Target="../media/image579.png"/><Relationship Id="rId413" Type="http://schemas.openxmlformats.org/officeDocument/2006/relationships/image" Target="../media/image786.png"/><Relationship Id="rId858" Type="http://schemas.openxmlformats.org/officeDocument/2006/relationships/image" Target="../media/image1231.png"/><Relationship Id="rId1043" Type="http://schemas.openxmlformats.org/officeDocument/2006/relationships/image" Target="../media/image1416.png"/><Relationship Id="rId620" Type="http://schemas.openxmlformats.org/officeDocument/2006/relationships/image" Target="../media/image993.png"/><Relationship Id="rId718" Type="http://schemas.openxmlformats.org/officeDocument/2006/relationships/image" Target="../media/image1091.png"/><Relationship Id="rId925" Type="http://schemas.openxmlformats.org/officeDocument/2006/relationships/image" Target="../media/image1298.png"/><Relationship Id="rId1110" Type="http://schemas.openxmlformats.org/officeDocument/2006/relationships/image" Target="../media/image1483.png"/><Relationship Id="rId1208" Type="http://schemas.openxmlformats.org/officeDocument/2006/relationships/image" Target="../media/image1581.png"/><Relationship Id="rId54" Type="http://schemas.openxmlformats.org/officeDocument/2006/relationships/image" Target="../media/image427.png"/><Relationship Id="rId270" Type="http://schemas.openxmlformats.org/officeDocument/2006/relationships/image" Target="../media/image643.png"/><Relationship Id="rId130" Type="http://schemas.openxmlformats.org/officeDocument/2006/relationships/image" Target="../media/image503.png"/><Relationship Id="rId368" Type="http://schemas.openxmlformats.org/officeDocument/2006/relationships/image" Target="../media/image741.png"/><Relationship Id="rId575" Type="http://schemas.openxmlformats.org/officeDocument/2006/relationships/image" Target="../media/image948.png"/><Relationship Id="rId782" Type="http://schemas.openxmlformats.org/officeDocument/2006/relationships/image" Target="../media/image1155.png"/><Relationship Id="rId228" Type="http://schemas.openxmlformats.org/officeDocument/2006/relationships/image" Target="../media/image601.png"/><Relationship Id="rId435" Type="http://schemas.openxmlformats.org/officeDocument/2006/relationships/image" Target="../media/image808.png"/><Relationship Id="rId642" Type="http://schemas.openxmlformats.org/officeDocument/2006/relationships/image" Target="../media/image1015.png"/><Relationship Id="rId1065" Type="http://schemas.openxmlformats.org/officeDocument/2006/relationships/image" Target="../media/image1438.png"/><Relationship Id="rId502" Type="http://schemas.openxmlformats.org/officeDocument/2006/relationships/image" Target="../media/image875.png"/><Relationship Id="rId947" Type="http://schemas.openxmlformats.org/officeDocument/2006/relationships/image" Target="../media/image1320.png"/><Relationship Id="rId1132" Type="http://schemas.openxmlformats.org/officeDocument/2006/relationships/image" Target="../media/image1505.png"/><Relationship Id="rId76" Type="http://schemas.openxmlformats.org/officeDocument/2006/relationships/image" Target="../media/image449.png"/><Relationship Id="rId807" Type="http://schemas.openxmlformats.org/officeDocument/2006/relationships/image" Target="../media/image1180.png"/><Relationship Id="rId292" Type="http://schemas.openxmlformats.org/officeDocument/2006/relationships/image" Target="../media/image665.png"/><Relationship Id="rId597" Type="http://schemas.openxmlformats.org/officeDocument/2006/relationships/image" Target="../media/image970.png"/><Relationship Id="rId152" Type="http://schemas.openxmlformats.org/officeDocument/2006/relationships/image" Target="../media/image525.png"/><Relationship Id="rId457" Type="http://schemas.openxmlformats.org/officeDocument/2006/relationships/image" Target="../media/image830.png"/><Relationship Id="rId1087" Type="http://schemas.openxmlformats.org/officeDocument/2006/relationships/image" Target="../media/image1460.png"/><Relationship Id="rId664" Type="http://schemas.openxmlformats.org/officeDocument/2006/relationships/image" Target="../media/image1037.png"/><Relationship Id="rId871" Type="http://schemas.openxmlformats.org/officeDocument/2006/relationships/image" Target="../media/image1244.png"/><Relationship Id="rId969" Type="http://schemas.openxmlformats.org/officeDocument/2006/relationships/image" Target="../media/image1342.png"/><Relationship Id="rId317" Type="http://schemas.openxmlformats.org/officeDocument/2006/relationships/image" Target="../media/image690.png"/><Relationship Id="rId524" Type="http://schemas.openxmlformats.org/officeDocument/2006/relationships/image" Target="../media/image897.png"/><Relationship Id="rId731" Type="http://schemas.openxmlformats.org/officeDocument/2006/relationships/image" Target="../media/image1104.png"/><Relationship Id="rId1154" Type="http://schemas.openxmlformats.org/officeDocument/2006/relationships/image" Target="../media/image1527.png"/><Relationship Id="rId98" Type="http://schemas.openxmlformats.org/officeDocument/2006/relationships/image" Target="../media/image471.png"/><Relationship Id="rId829" Type="http://schemas.openxmlformats.org/officeDocument/2006/relationships/image" Target="../media/image1202.png"/><Relationship Id="rId1014" Type="http://schemas.openxmlformats.org/officeDocument/2006/relationships/image" Target="../media/image1387.png"/><Relationship Id="rId1221" Type="http://schemas.openxmlformats.org/officeDocument/2006/relationships/image" Target="../media/image1594.png"/><Relationship Id="rId25" Type="http://schemas.openxmlformats.org/officeDocument/2006/relationships/image" Target="../media/image398.png"/><Relationship Id="rId174" Type="http://schemas.openxmlformats.org/officeDocument/2006/relationships/image" Target="../media/image547.png"/><Relationship Id="rId381" Type="http://schemas.openxmlformats.org/officeDocument/2006/relationships/image" Target="../media/image754.png"/><Relationship Id="rId241" Type="http://schemas.openxmlformats.org/officeDocument/2006/relationships/image" Target="../media/image614.png"/><Relationship Id="rId479" Type="http://schemas.openxmlformats.org/officeDocument/2006/relationships/image" Target="../media/image852.png"/><Relationship Id="rId686" Type="http://schemas.openxmlformats.org/officeDocument/2006/relationships/image" Target="../media/image1059.png"/><Relationship Id="rId893" Type="http://schemas.openxmlformats.org/officeDocument/2006/relationships/image" Target="../media/image1266.png"/><Relationship Id="rId339" Type="http://schemas.openxmlformats.org/officeDocument/2006/relationships/image" Target="../media/image712.png"/><Relationship Id="rId546" Type="http://schemas.openxmlformats.org/officeDocument/2006/relationships/image" Target="../media/image919.png"/><Relationship Id="rId753" Type="http://schemas.openxmlformats.org/officeDocument/2006/relationships/image" Target="../media/image1126.png"/><Relationship Id="rId1176" Type="http://schemas.openxmlformats.org/officeDocument/2006/relationships/image" Target="../media/image1549.png"/><Relationship Id="rId101" Type="http://schemas.openxmlformats.org/officeDocument/2006/relationships/image" Target="../media/image474.png"/><Relationship Id="rId406" Type="http://schemas.openxmlformats.org/officeDocument/2006/relationships/image" Target="../media/image779.png"/><Relationship Id="rId960" Type="http://schemas.openxmlformats.org/officeDocument/2006/relationships/image" Target="../media/image1333.png"/><Relationship Id="rId1036" Type="http://schemas.openxmlformats.org/officeDocument/2006/relationships/image" Target="../media/image1409.png"/><Relationship Id="rId613" Type="http://schemas.openxmlformats.org/officeDocument/2006/relationships/image" Target="../media/image986.png"/><Relationship Id="rId820" Type="http://schemas.openxmlformats.org/officeDocument/2006/relationships/image" Target="../media/image1193.png"/><Relationship Id="rId918" Type="http://schemas.openxmlformats.org/officeDocument/2006/relationships/image" Target="../media/image1291.png"/><Relationship Id="rId1103" Type="http://schemas.openxmlformats.org/officeDocument/2006/relationships/image" Target="../media/image1476.png"/><Relationship Id="rId47" Type="http://schemas.openxmlformats.org/officeDocument/2006/relationships/image" Target="../media/image420.png"/><Relationship Id="rId196" Type="http://schemas.openxmlformats.org/officeDocument/2006/relationships/image" Target="../media/image569.png"/><Relationship Id="rId263" Type="http://schemas.openxmlformats.org/officeDocument/2006/relationships/image" Target="../media/image636.png"/><Relationship Id="rId470" Type="http://schemas.openxmlformats.org/officeDocument/2006/relationships/image" Target="../media/image843.png"/><Relationship Id="rId123" Type="http://schemas.openxmlformats.org/officeDocument/2006/relationships/image" Target="../media/image496.png"/><Relationship Id="rId330" Type="http://schemas.openxmlformats.org/officeDocument/2006/relationships/image" Target="../media/image703.png"/><Relationship Id="rId568" Type="http://schemas.openxmlformats.org/officeDocument/2006/relationships/image" Target="../media/image941.png"/><Relationship Id="rId775" Type="http://schemas.openxmlformats.org/officeDocument/2006/relationships/image" Target="../media/image1148.png"/><Relationship Id="rId982" Type="http://schemas.openxmlformats.org/officeDocument/2006/relationships/image" Target="../media/image1355.png"/><Relationship Id="rId1198" Type="http://schemas.openxmlformats.org/officeDocument/2006/relationships/image" Target="../media/image1571.png"/><Relationship Id="rId428" Type="http://schemas.openxmlformats.org/officeDocument/2006/relationships/image" Target="../media/image801.png"/><Relationship Id="rId635" Type="http://schemas.openxmlformats.org/officeDocument/2006/relationships/image" Target="../media/image1008.png"/><Relationship Id="rId842" Type="http://schemas.openxmlformats.org/officeDocument/2006/relationships/image" Target="../media/image1215.png"/><Relationship Id="rId1058" Type="http://schemas.openxmlformats.org/officeDocument/2006/relationships/image" Target="../media/image1431.png"/><Relationship Id="rId702" Type="http://schemas.openxmlformats.org/officeDocument/2006/relationships/image" Target="../media/image1075.png"/><Relationship Id="rId1125" Type="http://schemas.openxmlformats.org/officeDocument/2006/relationships/image" Target="../media/image1498.png"/><Relationship Id="rId69" Type="http://schemas.openxmlformats.org/officeDocument/2006/relationships/image" Target="../media/image442.png"/><Relationship Id="rId285" Type="http://schemas.openxmlformats.org/officeDocument/2006/relationships/image" Target="../media/image658.png"/><Relationship Id="rId492" Type="http://schemas.openxmlformats.org/officeDocument/2006/relationships/image" Target="../media/image865.png"/><Relationship Id="rId797" Type="http://schemas.openxmlformats.org/officeDocument/2006/relationships/image" Target="../media/image1170.png"/><Relationship Id="rId145" Type="http://schemas.openxmlformats.org/officeDocument/2006/relationships/image" Target="../media/image518.png"/><Relationship Id="rId352" Type="http://schemas.openxmlformats.org/officeDocument/2006/relationships/image" Target="../media/image725.png"/><Relationship Id="rId212" Type="http://schemas.openxmlformats.org/officeDocument/2006/relationships/image" Target="../media/image585.png"/><Relationship Id="rId657" Type="http://schemas.openxmlformats.org/officeDocument/2006/relationships/image" Target="../media/image1030.png"/><Relationship Id="rId864" Type="http://schemas.openxmlformats.org/officeDocument/2006/relationships/image" Target="../media/image1237.png"/><Relationship Id="rId517" Type="http://schemas.openxmlformats.org/officeDocument/2006/relationships/image" Target="../media/image890.png"/><Relationship Id="rId724" Type="http://schemas.openxmlformats.org/officeDocument/2006/relationships/image" Target="../media/image1097.png"/><Relationship Id="rId931" Type="http://schemas.openxmlformats.org/officeDocument/2006/relationships/image" Target="../media/image1304.png"/><Relationship Id="rId1147" Type="http://schemas.openxmlformats.org/officeDocument/2006/relationships/image" Target="../media/image1520.png"/><Relationship Id="rId60" Type="http://schemas.openxmlformats.org/officeDocument/2006/relationships/image" Target="../media/image433.png"/><Relationship Id="rId1007" Type="http://schemas.openxmlformats.org/officeDocument/2006/relationships/image" Target="../media/image1380.png"/><Relationship Id="rId1214" Type="http://schemas.openxmlformats.org/officeDocument/2006/relationships/image" Target="../media/image1587.png"/><Relationship Id="rId18" Type="http://schemas.openxmlformats.org/officeDocument/2006/relationships/image" Target="../media/image391.png"/><Relationship Id="rId167" Type="http://schemas.openxmlformats.org/officeDocument/2006/relationships/image" Target="../media/image540.png"/><Relationship Id="rId374" Type="http://schemas.openxmlformats.org/officeDocument/2006/relationships/image" Target="../media/image747.png"/><Relationship Id="rId581" Type="http://schemas.openxmlformats.org/officeDocument/2006/relationships/image" Target="../media/image95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_PwhiWxHK8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0698" y="1575130"/>
            <a:ext cx="574865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spc="15" dirty="0">
                <a:solidFill>
                  <a:srgbClr val="0000FF"/>
                </a:solidFill>
              </a:rPr>
              <a:t>Support </a:t>
            </a:r>
            <a:r>
              <a:rPr sz="4250" spc="-55" dirty="0">
                <a:solidFill>
                  <a:srgbClr val="0000FF"/>
                </a:solidFill>
              </a:rPr>
              <a:t>Vector</a:t>
            </a:r>
            <a:r>
              <a:rPr sz="4250" spc="-100" dirty="0">
                <a:solidFill>
                  <a:srgbClr val="0000FF"/>
                </a:solidFill>
              </a:rPr>
              <a:t> </a:t>
            </a:r>
            <a:r>
              <a:rPr sz="4250" spc="15" dirty="0">
                <a:solidFill>
                  <a:srgbClr val="0000FF"/>
                </a:solidFill>
              </a:rPr>
              <a:t>Machine</a:t>
            </a:r>
            <a:endParaRPr sz="4250"/>
          </a:p>
        </p:txBody>
      </p:sp>
      <p:sp>
        <p:nvSpPr>
          <p:cNvPr id="3" name="object 3"/>
          <p:cNvSpPr txBox="1"/>
          <p:nvPr/>
        </p:nvSpPr>
        <p:spPr>
          <a:xfrm>
            <a:off x="3400297" y="2325687"/>
            <a:ext cx="4528820" cy="33158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450" b="1" spc="10" dirty="0">
                <a:solidFill>
                  <a:srgbClr val="0000FF"/>
                </a:solidFill>
                <a:latin typeface="Times New Roman"/>
                <a:cs typeface="Times New Roman"/>
              </a:rPr>
              <a:t>(and Statistical Learning</a:t>
            </a:r>
            <a:r>
              <a:rPr sz="245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50" b="1" spc="10" dirty="0">
                <a:solidFill>
                  <a:srgbClr val="0000FF"/>
                </a:solidFill>
                <a:latin typeface="Times New Roman"/>
                <a:cs typeface="Times New Roman"/>
              </a:rPr>
              <a:t>Theory)</a:t>
            </a:r>
            <a:endParaRPr sz="24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425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Tutorial</a:t>
            </a:r>
            <a:endParaRPr sz="4250" dirty="0">
              <a:latin typeface="Times New Roman"/>
              <a:cs typeface="Times New Roman"/>
            </a:endParaRPr>
          </a:p>
          <a:p>
            <a:pPr marL="1162685" marR="1158875" indent="333375">
              <a:lnSpc>
                <a:spcPct val="119000"/>
              </a:lnSpc>
              <a:spcBef>
                <a:spcPts val="3055"/>
              </a:spcBef>
            </a:pPr>
            <a:r>
              <a:rPr lang="en-US" sz="205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Adapted from </a:t>
            </a:r>
            <a:r>
              <a:rPr sz="205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Jason </a:t>
            </a:r>
            <a:r>
              <a:rPr sz="2050" b="1" spc="-20" dirty="0">
                <a:solidFill>
                  <a:srgbClr val="231F20"/>
                </a:solidFill>
                <a:latin typeface="Times New Roman"/>
                <a:cs typeface="Times New Roman"/>
              </a:rPr>
              <a:t>Weston  </a:t>
            </a:r>
            <a:r>
              <a:rPr sz="205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NEC Labs</a:t>
            </a:r>
            <a:r>
              <a:rPr lang="en-US" sz="2050" b="1" spc="-7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b="1" dirty="0">
                <a:solidFill>
                  <a:srgbClr val="231F20"/>
                </a:solidFill>
                <a:latin typeface="Times New Roman"/>
                <a:cs typeface="Times New Roman"/>
              </a:rPr>
              <a:t>America</a:t>
            </a:r>
            <a:endParaRPr sz="2050" dirty="0">
              <a:latin typeface="Times New Roman"/>
              <a:cs typeface="Times New Roman"/>
            </a:endParaRPr>
          </a:p>
          <a:p>
            <a:pPr marL="132715" marR="123825" algn="ctr">
              <a:lnSpc>
                <a:spcPct val="119000"/>
              </a:lnSpc>
            </a:pPr>
            <a:r>
              <a:rPr sz="205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4 Independence </a:t>
            </a:r>
            <a:r>
              <a:rPr sz="2050" b="1" spc="-55" dirty="0">
                <a:solidFill>
                  <a:srgbClr val="231F20"/>
                </a:solidFill>
                <a:latin typeface="Times New Roman"/>
                <a:cs typeface="Times New Roman"/>
              </a:rPr>
              <a:t>Way, </a:t>
            </a:r>
            <a:r>
              <a:rPr sz="205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Princeton, USA.  </a:t>
            </a:r>
            <a:r>
              <a:rPr sz="2050" b="1" dirty="0">
                <a:solidFill>
                  <a:srgbClr val="231F20"/>
                </a:solidFill>
                <a:latin typeface="Times New Roman"/>
                <a:cs typeface="Times New Roman"/>
                <a:hlinkClick r:id="rId2"/>
              </a:rPr>
              <a:t>jasonw@nec-labs.com</a:t>
            </a:r>
            <a:endParaRPr sz="20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2145360"/>
            <a:ext cx="608774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79120" algn="l"/>
              </a:tabLst>
            </a:pPr>
            <a:r>
              <a:rPr spc="10" dirty="0"/>
              <a:t>1	Support </a:t>
            </a:r>
            <a:r>
              <a:rPr spc="-40" dirty="0"/>
              <a:t>Vector </a:t>
            </a:r>
            <a:r>
              <a:rPr spc="10" dirty="0"/>
              <a:t>Machines:</a:t>
            </a:r>
            <a:r>
              <a:rPr spc="180" dirty="0"/>
              <a:t> </a:t>
            </a:r>
            <a:r>
              <a:rPr spc="10" dirty="0"/>
              <a:t>history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40983" rIns="0" bIns="0" rtlCol="0">
            <a:spAutoFit/>
          </a:bodyPr>
          <a:lstStyle/>
          <a:p>
            <a:pPr marL="1508125" marR="5080" indent="-262255">
              <a:lnSpc>
                <a:spcPct val="119000"/>
              </a:lnSpc>
              <a:spcBef>
                <a:spcPts val="95"/>
              </a:spcBef>
              <a:buFont typeface="Menlo"/>
              <a:buChar char="•"/>
              <a:tabLst>
                <a:tab pos="1508760" algn="l"/>
              </a:tabLst>
            </a:pPr>
            <a:r>
              <a:rPr spc="5" dirty="0">
                <a:solidFill>
                  <a:srgbClr val="231F20"/>
                </a:solidFill>
              </a:rPr>
              <a:t>SVMs </a:t>
            </a:r>
            <a:r>
              <a:rPr dirty="0">
                <a:solidFill>
                  <a:srgbClr val="231F20"/>
                </a:solidFill>
              </a:rPr>
              <a:t>introduced in </a:t>
            </a:r>
            <a:r>
              <a:rPr spc="-50" dirty="0">
                <a:solidFill>
                  <a:srgbClr val="231F20"/>
                </a:solidFill>
              </a:rPr>
              <a:t>COLT-92 </a:t>
            </a:r>
            <a:r>
              <a:rPr spc="5" dirty="0">
                <a:solidFill>
                  <a:srgbClr val="231F20"/>
                </a:solidFill>
              </a:rPr>
              <a:t>by </a:t>
            </a:r>
            <a:r>
              <a:rPr spc="-15" dirty="0">
                <a:solidFill>
                  <a:srgbClr val="231F20"/>
                </a:solidFill>
              </a:rPr>
              <a:t>Boser, </a:t>
            </a:r>
            <a:r>
              <a:rPr dirty="0">
                <a:solidFill>
                  <a:srgbClr val="231F20"/>
                </a:solidFill>
              </a:rPr>
              <a:t>Guyon </a:t>
            </a:r>
            <a:r>
              <a:rPr spc="10" dirty="0">
                <a:solidFill>
                  <a:srgbClr val="231F20"/>
                </a:solidFill>
              </a:rPr>
              <a:t>&amp; </a:t>
            </a:r>
            <a:r>
              <a:rPr spc="-30" dirty="0">
                <a:solidFill>
                  <a:srgbClr val="231F20"/>
                </a:solidFill>
              </a:rPr>
              <a:t>Vapnik. </a:t>
            </a:r>
            <a:r>
              <a:rPr dirty="0">
                <a:solidFill>
                  <a:srgbClr val="231F20"/>
                </a:solidFill>
              </a:rPr>
              <a:t>Became  rather popular</a:t>
            </a:r>
            <a:r>
              <a:rPr spc="15" dirty="0">
                <a:solidFill>
                  <a:srgbClr val="231F20"/>
                </a:solidFill>
              </a:rPr>
              <a:t> </a:t>
            </a:r>
            <a:r>
              <a:rPr dirty="0">
                <a:solidFill>
                  <a:srgbClr val="231F20"/>
                </a:solidFill>
              </a:rPr>
              <a:t>since.</a:t>
            </a:r>
          </a:p>
          <a:p>
            <a:pPr marL="1508125" marR="95250" indent="-262255">
              <a:lnSpc>
                <a:spcPct val="118500"/>
              </a:lnSpc>
              <a:spcBef>
                <a:spcPts val="1225"/>
              </a:spcBef>
              <a:buFont typeface="Menlo"/>
              <a:buChar char="•"/>
              <a:tabLst>
                <a:tab pos="1508760" algn="l"/>
              </a:tabLst>
            </a:pPr>
            <a:r>
              <a:rPr dirty="0">
                <a:solidFill>
                  <a:srgbClr val="231F20"/>
                </a:solidFill>
              </a:rPr>
              <a:t>Theoretically well </a:t>
            </a:r>
            <a:r>
              <a:rPr spc="-10" dirty="0">
                <a:solidFill>
                  <a:srgbClr val="231F20"/>
                </a:solidFill>
              </a:rPr>
              <a:t>motivated </a:t>
            </a:r>
            <a:r>
              <a:rPr dirty="0">
                <a:solidFill>
                  <a:srgbClr val="231F20"/>
                </a:solidFill>
              </a:rPr>
              <a:t>algorithm: </a:t>
            </a:r>
            <a:r>
              <a:rPr spc="-10" dirty="0">
                <a:solidFill>
                  <a:srgbClr val="231F20"/>
                </a:solidFill>
              </a:rPr>
              <a:t>developed </a:t>
            </a:r>
            <a:r>
              <a:rPr dirty="0">
                <a:solidFill>
                  <a:srgbClr val="231F20"/>
                </a:solidFill>
              </a:rPr>
              <a:t>from Statistical  Learning Theory </a:t>
            </a:r>
            <a:r>
              <a:rPr spc="-35" dirty="0">
                <a:solidFill>
                  <a:srgbClr val="231F20"/>
                </a:solidFill>
              </a:rPr>
              <a:t>(Vapnik </a:t>
            </a:r>
            <a:r>
              <a:rPr spc="10" dirty="0">
                <a:solidFill>
                  <a:srgbClr val="231F20"/>
                </a:solidFill>
              </a:rPr>
              <a:t>&amp; </a:t>
            </a:r>
            <a:r>
              <a:rPr dirty="0">
                <a:solidFill>
                  <a:srgbClr val="231F20"/>
                </a:solidFill>
              </a:rPr>
              <a:t>Chervonenkis) since </a:t>
            </a:r>
            <a:r>
              <a:rPr spc="5" dirty="0">
                <a:solidFill>
                  <a:srgbClr val="231F20"/>
                </a:solidFill>
              </a:rPr>
              <a:t>the</a:t>
            </a:r>
            <a:r>
              <a:rPr spc="100" dirty="0">
                <a:solidFill>
                  <a:srgbClr val="231F20"/>
                </a:solidFill>
              </a:rPr>
              <a:t> </a:t>
            </a:r>
            <a:r>
              <a:rPr dirty="0">
                <a:solidFill>
                  <a:srgbClr val="231F20"/>
                </a:solidFill>
              </a:rPr>
              <a:t>60s.</a:t>
            </a:r>
          </a:p>
          <a:p>
            <a:pPr marL="1508125" marR="393065" indent="-262255">
              <a:lnSpc>
                <a:spcPct val="119000"/>
              </a:lnSpc>
              <a:spcBef>
                <a:spcPts val="1215"/>
              </a:spcBef>
              <a:buFont typeface="Menlo"/>
              <a:buChar char="•"/>
              <a:tabLst>
                <a:tab pos="1508760" algn="l"/>
              </a:tabLst>
            </a:pPr>
            <a:r>
              <a:rPr dirty="0">
                <a:solidFill>
                  <a:srgbClr val="231F20"/>
                </a:solidFill>
              </a:rPr>
              <a:t>Empirically good performance: successful applications in </a:t>
            </a:r>
            <a:r>
              <a:rPr spc="-5" dirty="0">
                <a:solidFill>
                  <a:srgbClr val="231F20"/>
                </a:solidFill>
              </a:rPr>
              <a:t>many  </a:t>
            </a:r>
            <a:r>
              <a:rPr dirty="0">
                <a:solidFill>
                  <a:srgbClr val="231F20"/>
                </a:solidFill>
              </a:rPr>
              <a:t>fields (bioinformatics, </a:t>
            </a:r>
            <a:r>
              <a:rPr spc="-5" dirty="0">
                <a:solidFill>
                  <a:srgbClr val="231F20"/>
                </a:solidFill>
              </a:rPr>
              <a:t>text, </a:t>
            </a:r>
            <a:r>
              <a:rPr spc="5" dirty="0">
                <a:solidFill>
                  <a:srgbClr val="231F20"/>
                </a:solidFill>
              </a:rPr>
              <a:t>image </a:t>
            </a:r>
            <a:r>
              <a:rPr dirty="0">
                <a:solidFill>
                  <a:srgbClr val="231F20"/>
                </a:solidFill>
              </a:rPr>
              <a:t>recognition,</a:t>
            </a:r>
            <a:r>
              <a:rPr spc="55" dirty="0">
                <a:solidFill>
                  <a:srgbClr val="231F20"/>
                </a:solidFill>
              </a:rPr>
              <a:t> </a:t>
            </a:r>
            <a:r>
              <a:rPr spc="235" dirty="0">
                <a:solidFill>
                  <a:srgbClr val="231F20"/>
                </a:solidFill>
              </a:rPr>
              <a:t>...)</a:t>
            </a:r>
            <a:r>
              <a:rPr spc="-204" dirty="0">
                <a:solidFill>
                  <a:srgbClr val="231F2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2145360"/>
            <a:ext cx="647446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79120" algn="l"/>
              </a:tabLst>
            </a:pPr>
            <a:r>
              <a:rPr spc="10" dirty="0"/>
              <a:t>2	Support </a:t>
            </a:r>
            <a:r>
              <a:rPr spc="-40" dirty="0"/>
              <a:t>Vector </a:t>
            </a:r>
            <a:r>
              <a:rPr spc="10" dirty="0"/>
              <a:t>Machines: history</a:t>
            </a:r>
            <a:r>
              <a:rPr spc="170" dirty="0"/>
              <a:t> </a:t>
            </a:r>
            <a:r>
              <a:rPr spc="5" dirty="0"/>
              <a:t>II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5357" y="2963379"/>
            <a:ext cx="6718934" cy="25063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74320" indent="-262255">
              <a:lnSpc>
                <a:spcPct val="100000"/>
              </a:lnSpc>
              <a:spcBef>
                <a:spcPts val="114"/>
              </a:spcBef>
              <a:buFont typeface="Menlo"/>
              <a:buChar char="•"/>
              <a:tabLst>
                <a:tab pos="274955" algn="l"/>
              </a:tabLst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Centralized website:</a:t>
            </a:r>
            <a:r>
              <a:rPr sz="2050" spc="1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solidFill>
                  <a:srgbClr val="231F20"/>
                </a:solidFill>
                <a:latin typeface="Courier"/>
                <a:cs typeface="Courier"/>
              </a:rPr>
              <a:t>www.kernel-machines.org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  <a:p>
            <a:pPr marL="274320" marR="288290" indent="-262255">
              <a:lnSpc>
                <a:spcPct val="119000"/>
              </a:lnSpc>
              <a:spcBef>
                <a:spcPts val="1210"/>
              </a:spcBef>
              <a:buFont typeface="Menlo"/>
              <a:buChar char="•"/>
              <a:tabLst>
                <a:tab pos="274955" algn="l"/>
              </a:tabLst>
            </a:pPr>
            <a:r>
              <a:rPr sz="2050" spc="-15" dirty="0">
                <a:solidFill>
                  <a:srgbClr val="231F20"/>
                </a:solidFill>
                <a:latin typeface="Times New Roman"/>
                <a:cs typeface="Times New Roman"/>
              </a:rPr>
              <a:t>Several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textbooks,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e.g. ”An introduction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to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Support </a:t>
            </a:r>
            <a:r>
              <a:rPr sz="2050" spc="-40" dirty="0">
                <a:solidFill>
                  <a:srgbClr val="231F20"/>
                </a:solidFill>
                <a:latin typeface="Times New Roman"/>
                <a:cs typeface="Times New Roman"/>
              </a:rPr>
              <a:t>Vector 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Machines”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by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Cristianini and </a:t>
            </a:r>
            <a:r>
              <a:rPr sz="2050" spc="-15" dirty="0">
                <a:solidFill>
                  <a:srgbClr val="231F20"/>
                </a:solidFill>
                <a:latin typeface="Times New Roman"/>
                <a:cs typeface="Times New Roman"/>
              </a:rPr>
              <a:t>Shawe-Taylor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is</a:t>
            </a:r>
            <a:r>
              <a:rPr sz="2050" spc="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one.</a:t>
            </a:r>
            <a:endParaRPr sz="2050">
              <a:latin typeface="Times New Roman"/>
              <a:cs typeface="Times New Roman"/>
            </a:endParaRPr>
          </a:p>
          <a:p>
            <a:pPr marL="274320" marR="5080" indent="-262255">
              <a:lnSpc>
                <a:spcPct val="119000"/>
              </a:lnSpc>
              <a:spcBef>
                <a:spcPts val="1205"/>
              </a:spcBef>
              <a:buFont typeface="Menlo"/>
              <a:buChar char="•"/>
              <a:tabLst>
                <a:tab pos="274955" algn="l"/>
              </a:tabLst>
            </a:pPr>
            <a:r>
              <a:rPr sz="2050" spc="10" dirty="0">
                <a:solidFill>
                  <a:srgbClr val="231F20"/>
                </a:solidFill>
                <a:latin typeface="Times New Roman"/>
                <a:cs typeface="Times New Roman"/>
              </a:rPr>
              <a:t>A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large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and 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diverse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community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work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on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them: from machine  learning, optimization, statistics, neural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networks,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functional  analysis,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etc.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875867"/>
            <a:ext cx="592010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79120" algn="l"/>
              </a:tabLst>
            </a:pPr>
            <a:r>
              <a:rPr spc="10" dirty="0"/>
              <a:t>3	Support </a:t>
            </a:r>
            <a:r>
              <a:rPr spc="-40" dirty="0"/>
              <a:t>Vector </a:t>
            </a:r>
            <a:r>
              <a:rPr spc="10" dirty="0"/>
              <a:t>Machines:</a:t>
            </a:r>
            <a:r>
              <a:rPr spc="180" dirty="0"/>
              <a:t> </a:t>
            </a:r>
            <a:r>
              <a:rPr spc="10" dirty="0"/>
              <a:t>basics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65045" y="1439379"/>
            <a:ext cx="535559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-10" dirty="0">
                <a:solidFill>
                  <a:srgbClr val="FF0000"/>
                </a:solidFill>
                <a:latin typeface="Times New Roman"/>
                <a:cs typeface="Times New Roman"/>
              </a:rPr>
              <a:t>[Boser, </a:t>
            </a:r>
            <a:r>
              <a:rPr sz="2050" dirty="0">
                <a:solidFill>
                  <a:srgbClr val="FF0000"/>
                </a:solidFill>
                <a:latin typeface="Times New Roman"/>
                <a:cs typeface="Times New Roman"/>
              </a:rPr>
              <a:t>Guyon, </a:t>
            </a:r>
            <a:r>
              <a:rPr sz="2050" spc="-40" dirty="0">
                <a:solidFill>
                  <a:srgbClr val="FF0000"/>
                </a:solidFill>
                <a:latin typeface="Times New Roman"/>
                <a:cs typeface="Times New Roman"/>
              </a:rPr>
              <a:t>Vapnik </a:t>
            </a:r>
            <a:r>
              <a:rPr sz="2050" dirty="0">
                <a:solidFill>
                  <a:srgbClr val="FF0000"/>
                </a:solidFill>
                <a:latin typeface="Times New Roman"/>
                <a:cs typeface="Times New Roman"/>
              </a:rPr>
              <a:t>’92]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2050" dirty="0">
                <a:solidFill>
                  <a:srgbClr val="FF0000"/>
                </a:solidFill>
                <a:latin typeface="Times New Roman"/>
                <a:cs typeface="Times New Roman"/>
              </a:rPr>
              <a:t>[Cortes 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&amp; </a:t>
            </a:r>
            <a:r>
              <a:rPr sz="2050" spc="-40" dirty="0">
                <a:solidFill>
                  <a:srgbClr val="FF0000"/>
                </a:solidFill>
                <a:latin typeface="Times New Roman"/>
                <a:cs typeface="Times New Roman"/>
              </a:rPr>
              <a:t>Vapnik</a:t>
            </a:r>
            <a:r>
              <a:rPr sz="2050" spc="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FF0000"/>
                </a:solidFill>
                <a:latin typeface="Times New Roman"/>
                <a:cs typeface="Times New Roman"/>
              </a:rPr>
              <a:t>’95]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61678" y="534960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333019" y="166509"/>
                </a:moveTo>
                <a:lnTo>
                  <a:pt x="327067" y="210756"/>
                </a:lnTo>
                <a:lnTo>
                  <a:pt x="310274" y="250527"/>
                </a:lnTo>
                <a:lnTo>
                  <a:pt x="284230" y="284230"/>
                </a:lnTo>
                <a:lnTo>
                  <a:pt x="250527" y="310274"/>
                </a:lnTo>
                <a:lnTo>
                  <a:pt x="210756" y="327067"/>
                </a:lnTo>
                <a:lnTo>
                  <a:pt x="166509" y="333019"/>
                </a:lnTo>
                <a:lnTo>
                  <a:pt x="122262" y="327067"/>
                </a:lnTo>
                <a:lnTo>
                  <a:pt x="82491" y="310274"/>
                </a:lnTo>
                <a:lnTo>
                  <a:pt x="48788" y="284230"/>
                </a:lnTo>
                <a:lnTo>
                  <a:pt x="22744" y="250527"/>
                </a:lnTo>
                <a:lnTo>
                  <a:pt x="5951" y="210756"/>
                </a:lnTo>
                <a:lnTo>
                  <a:pt x="0" y="166509"/>
                </a:lnTo>
                <a:lnTo>
                  <a:pt x="5951" y="122262"/>
                </a:lnTo>
                <a:lnTo>
                  <a:pt x="22744" y="82491"/>
                </a:lnTo>
                <a:lnTo>
                  <a:pt x="48788" y="48788"/>
                </a:lnTo>
                <a:lnTo>
                  <a:pt x="82491" y="22744"/>
                </a:lnTo>
                <a:lnTo>
                  <a:pt x="122262" y="5951"/>
                </a:lnTo>
                <a:lnTo>
                  <a:pt x="166509" y="0"/>
                </a:lnTo>
                <a:lnTo>
                  <a:pt x="210756" y="5951"/>
                </a:lnTo>
                <a:lnTo>
                  <a:pt x="250527" y="22744"/>
                </a:lnTo>
                <a:lnTo>
                  <a:pt x="284230" y="48788"/>
                </a:lnTo>
                <a:lnTo>
                  <a:pt x="310274" y="82491"/>
                </a:lnTo>
                <a:lnTo>
                  <a:pt x="327067" y="122262"/>
                </a:lnTo>
                <a:lnTo>
                  <a:pt x="333019" y="166509"/>
                </a:lnTo>
              </a:path>
            </a:pathLst>
          </a:custGeom>
          <a:ln w="16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92636" y="584871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333019" y="166509"/>
                </a:moveTo>
                <a:lnTo>
                  <a:pt x="327067" y="210756"/>
                </a:lnTo>
                <a:lnTo>
                  <a:pt x="310274" y="250527"/>
                </a:lnTo>
                <a:lnTo>
                  <a:pt x="284230" y="284230"/>
                </a:lnTo>
                <a:lnTo>
                  <a:pt x="250527" y="310274"/>
                </a:lnTo>
                <a:lnTo>
                  <a:pt x="210756" y="327067"/>
                </a:lnTo>
                <a:lnTo>
                  <a:pt x="166509" y="333019"/>
                </a:lnTo>
                <a:lnTo>
                  <a:pt x="122262" y="327067"/>
                </a:lnTo>
                <a:lnTo>
                  <a:pt x="82491" y="310274"/>
                </a:lnTo>
                <a:lnTo>
                  <a:pt x="48788" y="284230"/>
                </a:lnTo>
                <a:lnTo>
                  <a:pt x="22744" y="250527"/>
                </a:lnTo>
                <a:lnTo>
                  <a:pt x="5951" y="210756"/>
                </a:lnTo>
                <a:lnTo>
                  <a:pt x="0" y="166509"/>
                </a:lnTo>
                <a:lnTo>
                  <a:pt x="5951" y="122262"/>
                </a:lnTo>
                <a:lnTo>
                  <a:pt x="22744" y="82491"/>
                </a:lnTo>
                <a:lnTo>
                  <a:pt x="48788" y="48788"/>
                </a:lnTo>
                <a:lnTo>
                  <a:pt x="82491" y="22744"/>
                </a:lnTo>
                <a:lnTo>
                  <a:pt x="122262" y="5951"/>
                </a:lnTo>
                <a:lnTo>
                  <a:pt x="166509" y="0"/>
                </a:lnTo>
                <a:lnTo>
                  <a:pt x="210756" y="5951"/>
                </a:lnTo>
                <a:lnTo>
                  <a:pt x="250527" y="22744"/>
                </a:lnTo>
                <a:lnTo>
                  <a:pt x="284230" y="48788"/>
                </a:lnTo>
                <a:lnTo>
                  <a:pt x="310274" y="82491"/>
                </a:lnTo>
                <a:lnTo>
                  <a:pt x="327067" y="122262"/>
                </a:lnTo>
                <a:lnTo>
                  <a:pt x="333019" y="166509"/>
                </a:lnTo>
              </a:path>
            </a:pathLst>
          </a:custGeom>
          <a:ln w="16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90472" y="5682602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333019" y="166509"/>
                </a:moveTo>
                <a:lnTo>
                  <a:pt x="327067" y="210756"/>
                </a:lnTo>
                <a:lnTo>
                  <a:pt x="310274" y="250527"/>
                </a:lnTo>
                <a:lnTo>
                  <a:pt x="284230" y="284230"/>
                </a:lnTo>
                <a:lnTo>
                  <a:pt x="250527" y="310274"/>
                </a:lnTo>
                <a:lnTo>
                  <a:pt x="210756" y="327067"/>
                </a:lnTo>
                <a:lnTo>
                  <a:pt x="166509" y="333019"/>
                </a:lnTo>
                <a:lnTo>
                  <a:pt x="122262" y="327067"/>
                </a:lnTo>
                <a:lnTo>
                  <a:pt x="82491" y="310274"/>
                </a:lnTo>
                <a:lnTo>
                  <a:pt x="48788" y="284230"/>
                </a:lnTo>
                <a:lnTo>
                  <a:pt x="22744" y="250527"/>
                </a:lnTo>
                <a:lnTo>
                  <a:pt x="5951" y="210756"/>
                </a:lnTo>
                <a:lnTo>
                  <a:pt x="0" y="166509"/>
                </a:lnTo>
                <a:lnTo>
                  <a:pt x="5951" y="122262"/>
                </a:lnTo>
                <a:lnTo>
                  <a:pt x="22744" y="82491"/>
                </a:lnTo>
                <a:lnTo>
                  <a:pt x="48788" y="48788"/>
                </a:lnTo>
                <a:lnTo>
                  <a:pt x="82491" y="22744"/>
                </a:lnTo>
                <a:lnTo>
                  <a:pt x="122262" y="5951"/>
                </a:lnTo>
                <a:lnTo>
                  <a:pt x="166509" y="0"/>
                </a:lnTo>
                <a:lnTo>
                  <a:pt x="210756" y="5951"/>
                </a:lnTo>
                <a:lnTo>
                  <a:pt x="250527" y="22744"/>
                </a:lnTo>
                <a:lnTo>
                  <a:pt x="284230" y="48788"/>
                </a:lnTo>
                <a:lnTo>
                  <a:pt x="310274" y="82491"/>
                </a:lnTo>
                <a:lnTo>
                  <a:pt x="327067" y="122262"/>
                </a:lnTo>
                <a:lnTo>
                  <a:pt x="333019" y="166509"/>
                </a:lnTo>
              </a:path>
            </a:pathLst>
          </a:custGeom>
          <a:ln w="16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58496" y="4650092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333019" y="166509"/>
                </a:moveTo>
                <a:lnTo>
                  <a:pt x="327067" y="210756"/>
                </a:lnTo>
                <a:lnTo>
                  <a:pt x="310274" y="250527"/>
                </a:lnTo>
                <a:lnTo>
                  <a:pt x="284230" y="284230"/>
                </a:lnTo>
                <a:lnTo>
                  <a:pt x="250527" y="310274"/>
                </a:lnTo>
                <a:lnTo>
                  <a:pt x="210756" y="327067"/>
                </a:lnTo>
                <a:lnTo>
                  <a:pt x="166509" y="333019"/>
                </a:lnTo>
                <a:lnTo>
                  <a:pt x="122262" y="327067"/>
                </a:lnTo>
                <a:lnTo>
                  <a:pt x="82491" y="310274"/>
                </a:lnTo>
                <a:lnTo>
                  <a:pt x="48788" y="284230"/>
                </a:lnTo>
                <a:lnTo>
                  <a:pt x="22744" y="250527"/>
                </a:lnTo>
                <a:lnTo>
                  <a:pt x="5951" y="210756"/>
                </a:lnTo>
                <a:lnTo>
                  <a:pt x="0" y="166509"/>
                </a:lnTo>
                <a:lnTo>
                  <a:pt x="5951" y="122262"/>
                </a:lnTo>
                <a:lnTo>
                  <a:pt x="22744" y="82491"/>
                </a:lnTo>
                <a:lnTo>
                  <a:pt x="48788" y="48788"/>
                </a:lnTo>
                <a:lnTo>
                  <a:pt x="82491" y="22744"/>
                </a:lnTo>
                <a:lnTo>
                  <a:pt x="122262" y="5951"/>
                </a:lnTo>
                <a:lnTo>
                  <a:pt x="166509" y="0"/>
                </a:lnTo>
                <a:lnTo>
                  <a:pt x="210756" y="5951"/>
                </a:lnTo>
                <a:lnTo>
                  <a:pt x="250527" y="22744"/>
                </a:lnTo>
                <a:lnTo>
                  <a:pt x="284230" y="48788"/>
                </a:lnTo>
                <a:lnTo>
                  <a:pt x="310274" y="82491"/>
                </a:lnTo>
                <a:lnTo>
                  <a:pt x="327067" y="122262"/>
                </a:lnTo>
                <a:lnTo>
                  <a:pt x="333019" y="166509"/>
                </a:lnTo>
              </a:path>
            </a:pathLst>
          </a:custGeom>
          <a:ln w="665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94188" y="4650092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333019" y="166509"/>
                </a:moveTo>
                <a:lnTo>
                  <a:pt x="327067" y="210756"/>
                </a:lnTo>
                <a:lnTo>
                  <a:pt x="310274" y="250527"/>
                </a:lnTo>
                <a:lnTo>
                  <a:pt x="284230" y="284230"/>
                </a:lnTo>
                <a:lnTo>
                  <a:pt x="250527" y="310274"/>
                </a:lnTo>
                <a:lnTo>
                  <a:pt x="210756" y="327067"/>
                </a:lnTo>
                <a:lnTo>
                  <a:pt x="166509" y="333019"/>
                </a:lnTo>
                <a:lnTo>
                  <a:pt x="122262" y="327067"/>
                </a:lnTo>
                <a:lnTo>
                  <a:pt x="82491" y="310274"/>
                </a:lnTo>
                <a:lnTo>
                  <a:pt x="48788" y="284230"/>
                </a:lnTo>
                <a:lnTo>
                  <a:pt x="22744" y="250527"/>
                </a:lnTo>
                <a:lnTo>
                  <a:pt x="5951" y="210756"/>
                </a:lnTo>
                <a:lnTo>
                  <a:pt x="0" y="166509"/>
                </a:lnTo>
                <a:lnTo>
                  <a:pt x="5951" y="122262"/>
                </a:lnTo>
                <a:lnTo>
                  <a:pt x="22744" y="82491"/>
                </a:lnTo>
                <a:lnTo>
                  <a:pt x="48788" y="48788"/>
                </a:lnTo>
                <a:lnTo>
                  <a:pt x="82491" y="22744"/>
                </a:lnTo>
                <a:lnTo>
                  <a:pt x="122262" y="5951"/>
                </a:lnTo>
                <a:lnTo>
                  <a:pt x="166509" y="0"/>
                </a:lnTo>
                <a:lnTo>
                  <a:pt x="210756" y="5951"/>
                </a:lnTo>
                <a:lnTo>
                  <a:pt x="250527" y="22744"/>
                </a:lnTo>
                <a:lnTo>
                  <a:pt x="284230" y="48788"/>
                </a:lnTo>
                <a:lnTo>
                  <a:pt x="310274" y="82491"/>
                </a:lnTo>
                <a:lnTo>
                  <a:pt x="327067" y="122262"/>
                </a:lnTo>
                <a:lnTo>
                  <a:pt x="333019" y="166509"/>
                </a:lnTo>
              </a:path>
            </a:pathLst>
          </a:custGeom>
          <a:ln w="665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28556" y="2352662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333019" y="166509"/>
                </a:moveTo>
                <a:lnTo>
                  <a:pt x="327067" y="210756"/>
                </a:lnTo>
                <a:lnTo>
                  <a:pt x="310274" y="250527"/>
                </a:lnTo>
                <a:lnTo>
                  <a:pt x="284230" y="284230"/>
                </a:lnTo>
                <a:lnTo>
                  <a:pt x="250527" y="310274"/>
                </a:lnTo>
                <a:lnTo>
                  <a:pt x="210756" y="327067"/>
                </a:lnTo>
                <a:lnTo>
                  <a:pt x="166509" y="333019"/>
                </a:lnTo>
                <a:lnTo>
                  <a:pt x="122262" y="327067"/>
                </a:lnTo>
                <a:lnTo>
                  <a:pt x="82491" y="310274"/>
                </a:lnTo>
                <a:lnTo>
                  <a:pt x="48788" y="284230"/>
                </a:lnTo>
                <a:lnTo>
                  <a:pt x="22744" y="250527"/>
                </a:lnTo>
                <a:lnTo>
                  <a:pt x="5951" y="210756"/>
                </a:lnTo>
                <a:lnTo>
                  <a:pt x="0" y="166509"/>
                </a:lnTo>
                <a:lnTo>
                  <a:pt x="5951" y="122262"/>
                </a:lnTo>
                <a:lnTo>
                  <a:pt x="22744" y="82491"/>
                </a:lnTo>
                <a:lnTo>
                  <a:pt x="48788" y="48788"/>
                </a:lnTo>
                <a:lnTo>
                  <a:pt x="82491" y="22744"/>
                </a:lnTo>
                <a:lnTo>
                  <a:pt x="122262" y="5951"/>
                </a:lnTo>
                <a:lnTo>
                  <a:pt x="166509" y="0"/>
                </a:lnTo>
                <a:lnTo>
                  <a:pt x="210756" y="5951"/>
                </a:lnTo>
                <a:lnTo>
                  <a:pt x="250527" y="22744"/>
                </a:lnTo>
                <a:lnTo>
                  <a:pt x="284230" y="48788"/>
                </a:lnTo>
                <a:lnTo>
                  <a:pt x="310274" y="82491"/>
                </a:lnTo>
                <a:lnTo>
                  <a:pt x="327067" y="122262"/>
                </a:lnTo>
                <a:lnTo>
                  <a:pt x="333019" y="166509"/>
                </a:lnTo>
              </a:path>
            </a:pathLst>
          </a:custGeom>
          <a:ln w="166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26648" y="2185784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333019" y="166509"/>
                </a:moveTo>
                <a:lnTo>
                  <a:pt x="327067" y="210756"/>
                </a:lnTo>
                <a:lnTo>
                  <a:pt x="310274" y="250527"/>
                </a:lnTo>
                <a:lnTo>
                  <a:pt x="284230" y="284230"/>
                </a:lnTo>
                <a:lnTo>
                  <a:pt x="250527" y="310274"/>
                </a:lnTo>
                <a:lnTo>
                  <a:pt x="210756" y="327067"/>
                </a:lnTo>
                <a:lnTo>
                  <a:pt x="166509" y="333019"/>
                </a:lnTo>
                <a:lnTo>
                  <a:pt x="122262" y="327067"/>
                </a:lnTo>
                <a:lnTo>
                  <a:pt x="82491" y="310274"/>
                </a:lnTo>
                <a:lnTo>
                  <a:pt x="48788" y="284230"/>
                </a:lnTo>
                <a:lnTo>
                  <a:pt x="22744" y="250527"/>
                </a:lnTo>
                <a:lnTo>
                  <a:pt x="5951" y="210756"/>
                </a:lnTo>
                <a:lnTo>
                  <a:pt x="0" y="166509"/>
                </a:lnTo>
                <a:lnTo>
                  <a:pt x="5951" y="122262"/>
                </a:lnTo>
                <a:lnTo>
                  <a:pt x="22744" y="82491"/>
                </a:lnTo>
                <a:lnTo>
                  <a:pt x="48788" y="48788"/>
                </a:lnTo>
                <a:lnTo>
                  <a:pt x="82491" y="22744"/>
                </a:lnTo>
                <a:lnTo>
                  <a:pt x="122262" y="5951"/>
                </a:lnTo>
                <a:lnTo>
                  <a:pt x="166509" y="0"/>
                </a:lnTo>
                <a:lnTo>
                  <a:pt x="210756" y="5951"/>
                </a:lnTo>
                <a:lnTo>
                  <a:pt x="250527" y="22744"/>
                </a:lnTo>
                <a:lnTo>
                  <a:pt x="284230" y="48788"/>
                </a:lnTo>
                <a:lnTo>
                  <a:pt x="310274" y="82491"/>
                </a:lnTo>
                <a:lnTo>
                  <a:pt x="327067" y="122262"/>
                </a:lnTo>
                <a:lnTo>
                  <a:pt x="333019" y="166509"/>
                </a:lnTo>
              </a:path>
            </a:pathLst>
          </a:custGeom>
          <a:ln w="166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26520" y="2985122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333019" y="166509"/>
                </a:moveTo>
                <a:lnTo>
                  <a:pt x="327067" y="210756"/>
                </a:lnTo>
                <a:lnTo>
                  <a:pt x="310274" y="250527"/>
                </a:lnTo>
                <a:lnTo>
                  <a:pt x="284230" y="284230"/>
                </a:lnTo>
                <a:lnTo>
                  <a:pt x="250527" y="310274"/>
                </a:lnTo>
                <a:lnTo>
                  <a:pt x="210756" y="327067"/>
                </a:lnTo>
                <a:lnTo>
                  <a:pt x="166509" y="333019"/>
                </a:lnTo>
                <a:lnTo>
                  <a:pt x="122262" y="327067"/>
                </a:lnTo>
                <a:lnTo>
                  <a:pt x="82491" y="310274"/>
                </a:lnTo>
                <a:lnTo>
                  <a:pt x="48788" y="284230"/>
                </a:lnTo>
                <a:lnTo>
                  <a:pt x="22744" y="250527"/>
                </a:lnTo>
                <a:lnTo>
                  <a:pt x="5951" y="210756"/>
                </a:lnTo>
                <a:lnTo>
                  <a:pt x="0" y="166509"/>
                </a:lnTo>
                <a:lnTo>
                  <a:pt x="5951" y="122262"/>
                </a:lnTo>
                <a:lnTo>
                  <a:pt x="22744" y="82491"/>
                </a:lnTo>
                <a:lnTo>
                  <a:pt x="48788" y="48788"/>
                </a:lnTo>
                <a:lnTo>
                  <a:pt x="82491" y="22744"/>
                </a:lnTo>
                <a:lnTo>
                  <a:pt x="122262" y="5951"/>
                </a:lnTo>
                <a:lnTo>
                  <a:pt x="166509" y="0"/>
                </a:lnTo>
                <a:lnTo>
                  <a:pt x="210756" y="5951"/>
                </a:lnTo>
                <a:lnTo>
                  <a:pt x="250527" y="22744"/>
                </a:lnTo>
                <a:lnTo>
                  <a:pt x="284230" y="48788"/>
                </a:lnTo>
                <a:lnTo>
                  <a:pt x="310274" y="82491"/>
                </a:lnTo>
                <a:lnTo>
                  <a:pt x="327067" y="122262"/>
                </a:lnTo>
                <a:lnTo>
                  <a:pt x="333019" y="166509"/>
                </a:lnTo>
              </a:path>
            </a:pathLst>
          </a:custGeom>
          <a:ln w="6659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25502" y="2352662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333019" y="166509"/>
                </a:moveTo>
                <a:lnTo>
                  <a:pt x="327067" y="210756"/>
                </a:lnTo>
                <a:lnTo>
                  <a:pt x="310274" y="250527"/>
                </a:lnTo>
                <a:lnTo>
                  <a:pt x="284230" y="284230"/>
                </a:lnTo>
                <a:lnTo>
                  <a:pt x="250527" y="310274"/>
                </a:lnTo>
                <a:lnTo>
                  <a:pt x="210756" y="327067"/>
                </a:lnTo>
                <a:lnTo>
                  <a:pt x="166509" y="333019"/>
                </a:lnTo>
                <a:lnTo>
                  <a:pt x="122262" y="327067"/>
                </a:lnTo>
                <a:lnTo>
                  <a:pt x="82491" y="310274"/>
                </a:lnTo>
                <a:lnTo>
                  <a:pt x="48788" y="284230"/>
                </a:lnTo>
                <a:lnTo>
                  <a:pt x="22744" y="250527"/>
                </a:lnTo>
                <a:lnTo>
                  <a:pt x="5951" y="210756"/>
                </a:lnTo>
                <a:lnTo>
                  <a:pt x="0" y="166509"/>
                </a:lnTo>
                <a:lnTo>
                  <a:pt x="5951" y="122262"/>
                </a:lnTo>
                <a:lnTo>
                  <a:pt x="22744" y="82491"/>
                </a:lnTo>
                <a:lnTo>
                  <a:pt x="48788" y="48788"/>
                </a:lnTo>
                <a:lnTo>
                  <a:pt x="82491" y="22744"/>
                </a:lnTo>
                <a:lnTo>
                  <a:pt x="122262" y="5951"/>
                </a:lnTo>
                <a:lnTo>
                  <a:pt x="166509" y="0"/>
                </a:lnTo>
                <a:lnTo>
                  <a:pt x="210756" y="5951"/>
                </a:lnTo>
                <a:lnTo>
                  <a:pt x="250527" y="22744"/>
                </a:lnTo>
                <a:lnTo>
                  <a:pt x="284230" y="48788"/>
                </a:lnTo>
                <a:lnTo>
                  <a:pt x="310274" y="82491"/>
                </a:lnTo>
                <a:lnTo>
                  <a:pt x="327067" y="122262"/>
                </a:lnTo>
                <a:lnTo>
                  <a:pt x="333019" y="166509"/>
                </a:lnTo>
              </a:path>
            </a:pathLst>
          </a:custGeom>
          <a:ln w="166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24356" y="2352662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333019" y="166509"/>
                </a:moveTo>
                <a:lnTo>
                  <a:pt x="327067" y="210756"/>
                </a:lnTo>
                <a:lnTo>
                  <a:pt x="310274" y="250527"/>
                </a:lnTo>
                <a:lnTo>
                  <a:pt x="284230" y="284230"/>
                </a:lnTo>
                <a:lnTo>
                  <a:pt x="250527" y="310274"/>
                </a:lnTo>
                <a:lnTo>
                  <a:pt x="210756" y="327067"/>
                </a:lnTo>
                <a:lnTo>
                  <a:pt x="166509" y="333019"/>
                </a:lnTo>
                <a:lnTo>
                  <a:pt x="122262" y="327067"/>
                </a:lnTo>
                <a:lnTo>
                  <a:pt x="82491" y="310274"/>
                </a:lnTo>
                <a:lnTo>
                  <a:pt x="48788" y="284230"/>
                </a:lnTo>
                <a:lnTo>
                  <a:pt x="22744" y="250527"/>
                </a:lnTo>
                <a:lnTo>
                  <a:pt x="5951" y="210756"/>
                </a:lnTo>
                <a:lnTo>
                  <a:pt x="0" y="166509"/>
                </a:lnTo>
                <a:lnTo>
                  <a:pt x="5951" y="122262"/>
                </a:lnTo>
                <a:lnTo>
                  <a:pt x="22744" y="82491"/>
                </a:lnTo>
                <a:lnTo>
                  <a:pt x="48788" y="48788"/>
                </a:lnTo>
                <a:lnTo>
                  <a:pt x="82491" y="22744"/>
                </a:lnTo>
                <a:lnTo>
                  <a:pt x="122262" y="5951"/>
                </a:lnTo>
                <a:lnTo>
                  <a:pt x="166509" y="0"/>
                </a:lnTo>
                <a:lnTo>
                  <a:pt x="210756" y="5951"/>
                </a:lnTo>
                <a:lnTo>
                  <a:pt x="250527" y="22744"/>
                </a:lnTo>
                <a:lnTo>
                  <a:pt x="284230" y="48788"/>
                </a:lnTo>
                <a:lnTo>
                  <a:pt x="310274" y="82491"/>
                </a:lnTo>
                <a:lnTo>
                  <a:pt x="327067" y="122262"/>
                </a:lnTo>
                <a:lnTo>
                  <a:pt x="333019" y="166509"/>
                </a:lnTo>
              </a:path>
            </a:pathLst>
          </a:custGeom>
          <a:ln w="166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62466" y="3950830"/>
            <a:ext cx="6660515" cy="0"/>
          </a:xfrm>
          <a:custGeom>
            <a:avLst/>
            <a:gdLst/>
            <a:ahLst/>
            <a:cxnLst/>
            <a:rect l="l" t="t" r="r" b="b"/>
            <a:pathLst>
              <a:path w="6660515">
                <a:moveTo>
                  <a:pt x="0" y="0"/>
                </a:moveTo>
                <a:lnTo>
                  <a:pt x="6660197" y="0"/>
                </a:lnTo>
              </a:path>
            </a:pathLst>
          </a:custGeom>
          <a:ln w="16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62466" y="3284816"/>
            <a:ext cx="6660515" cy="0"/>
          </a:xfrm>
          <a:custGeom>
            <a:avLst/>
            <a:gdLst/>
            <a:ahLst/>
            <a:cxnLst/>
            <a:rect l="l" t="t" r="r" b="b"/>
            <a:pathLst>
              <a:path w="6660515">
                <a:moveTo>
                  <a:pt x="0" y="0"/>
                </a:moveTo>
                <a:lnTo>
                  <a:pt x="6660197" y="0"/>
                </a:lnTo>
              </a:path>
            </a:pathLst>
          </a:custGeom>
          <a:ln w="1664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262466" y="4616856"/>
            <a:ext cx="6660515" cy="0"/>
          </a:xfrm>
          <a:custGeom>
            <a:avLst/>
            <a:gdLst/>
            <a:ahLst/>
            <a:cxnLst/>
            <a:rect l="l" t="t" r="r" b="b"/>
            <a:pathLst>
              <a:path w="6660515">
                <a:moveTo>
                  <a:pt x="0" y="0"/>
                </a:moveTo>
                <a:lnTo>
                  <a:pt x="6660197" y="0"/>
                </a:lnTo>
              </a:path>
            </a:pathLst>
          </a:custGeom>
          <a:ln w="1664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29447" y="2285784"/>
            <a:ext cx="7326630" cy="2830830"/>
          </a:xfrm>
          <a:custGeom>
            <a:avLst/>
            <a:gdLst/>
            <a:ahLst/>
            <a:cxnLst/>
            <a:rect l="l" t="t" r="r" b="b"/>
            <a:pathLst>
              <a:path w="7326630" h="2830829">
                <a:moveTo>
                  <a:pt x="0" y="2830588"/>
                </a:moveTo>
                <a:lnTo>
                  <a:pt x="7326223" y="0"/>
                </a:lnTo>
              </a:path>
            </a:pathLst>
          </a:custGeom>
          <a:ln w="16649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56548" y="3284816"/>
            <a:ext cx="133350" cy="266700"/>
          </a:xfrm>
          <a:custGeom>
            <a:avLst/>
            <a:gdLst/>
            <a:ahLst/>
            <a:cxnLst/>
            <a:rect l="l" t="t" r="r" b="b"/>
            <a:pathLst>
              <a:path w="133350" h="266700">
                <a:moveTo>
                  <a:pt x="0" y="266407"/>
                </a:moveTo>
                <a:lnTo>
                  <a:pt x="66598" y="0"/>
                </a:lnTo>
                <a:lnTo>
                  <a:pt x="133210" y="266407"/>
                </a:lnTo>
              </a:path>
            </a:pathLst>
          </a:custGeom>
          <a:ln w="16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423147" y="3284816"/>
            <a:ext cx="0" cy="666115"/>
          </a:xfrm>
          <a:custGeom>
            <a:avLst/>
            <a:gdLst/>
            <a:ahLst/>
            <a:cxnLst/>
            <a:rect l="l" t="t" r="r" b="b"/>
            <a:pathLst>
              <a:path h="666114">
                <a:moveTo>
                  <a:pt x="0" y="0"/>
                </a:moveTo>
                <a:lnTo>
                  <a:pt x="0" y="666013"/>
                </a:lnTo>
              </a:path>
            </a:pathLst>
          </a:custGeom>
          <a:ln w="16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356548" y="3684422"/>
            <a:ext cx="133350" cy="266700"/>
          </a:xfrm>
          <a:custGeom>
            <a:avLst/>
            <a:gdLst/>
            <a:ahLst/>
            <a:cxnLst/>
            <a:rect l="l" t="t" r="r" b="b"/>
            <a:pathLst>
              <a:path w="133350" h="266700">
                <a:moveTo>
                  <a:pt x="133210" y="0"/>
                </a:moveTo>
                <a:lnTo>
                  <a:pt x="66598" y="266407"/>
                </a:lnTo>
                <a:lnTo>
                  <a:pt x="0" y="0"/>
                </a:lnTo>
              </a:path>
            </a:pathLst>
          </a:custGeom>
          <a:ln w="16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56548" y="3950830"/>
            <a:ext cx="133350" cy="266700"/>
          </a:xfrm>
          <a:custGeom>
            <a:avLst/>
            <a:gdLst/>
            <a:ahLst/>
            <a:cxnLst/>
            <a:rect l="l" t="t" r="r" b="b"/>
            <a:pathLst>
              <a:path w="133350" h="266700">
                <a:moveTo>
                  <a:pt x="0" y="266407"/>
                </a:moveTo>
                <a:lnTo>
                  <a:pt x="66598" y="0"/>
                </a:lnTo>
                <a:lnTo>
                  <a:pt x="133210" y="266407"/>
                </a:lnTo>
              </a:path>
            </a:pathLst>
          </a:custGeom>
          <a:ln w="16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423147" y="3950830"/>
            <a:ext cx="0" cy="666115"/>
          </a:xfrm>
          <a:custGeom>
            <a:avLst/>
            <a:gdLst/>
            <a:ahLst/>
            <a:cxnLst/>
            <a:rect l="l" t="t" r="r" b="b"/>
            <a:pathLst>
              <a:path h="666114">
                <a:moveTo>
                  <a:pt x="0" y="0"/>
                </a:moveTo>
                <a:lnTo>
                  <a:pt x="0" y="666026"/>
                </a:lnTo>
              </a:path>
            </a:pathLst>
          </a:custGeom>
          <a:ln w="16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356548" y="4350448"/>
            <a:ext cx="133350" cy="266700"/>
          </a:xfrm>
          <a:custGeom>
            <a:avLst/>
            <a:gdLst/>
            <a:ahLst/>
            <a:cxnLst/>
            <a:rect l="l" t="t" r="r" b="b"/>
            <a:pathLst>
              <a:path w="133350" h="266700">
                <a:moveTo>
                  <a:pt x="133210" y="0"/>
                </a:moveTo>
                <a:lnTo>
                  <a:pt x="66598" y="266407"/>
                </a:lnTo>
                <a:lnTo>
                  <a:pt x="0" y="0"/>
                </a:lnTo>
              </a:path>
            </a:pathLst>
          </a:custGeom>
          <a:ln w="16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794302" y="4417047"/>
            <a:ext cx="119380" cy="149225"/>
          </a:xfrm>
          <a:custGeom>
            <a:avLst/>
            <a:gdLst/>
            <a:ahLst/>
            <a:cxnLst/>
            <a:rect l="l" t="t" r="r" b="b"/>
            <a:pathLst>
              <a:path w="119379" h="149225">
                <a:moveTo>
                  <a:pt x="0" y="148920"/>
                </a:moveTo>
                <a:lnTo>
                  <a:pt x="0" y="0"/>
                </a:lnTo>
                <a:lnTo>
                  <a:pt x="119151" y="89344"/>
                </a:lnTo>
              </a:path>
            </a:pathLst>
          </a:custGeom>
          <a:ln w="16649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794302" y="4417047"/>
            <a:ext cx="167005" cy="333375"/>
          </a:xfrm>
          <a:custGeom>
            <a:avLst/>
            <a:gdLst/>
            <a:ahLst/>
            <a:cxnLst/>
            <a:rect l="l" t="t" r="r" b="b"/>
            <a:pathLst>
              <a:path w="167004" h="333375">
                <a:moveTo>
                  <a:pt x="0" y="0"/>
                </a:moveTo>
                <a:lnTo>
                  <a:pt x="166509" y="333006"/>
                </a:lnTo>
              </a:path>
            </a:pathLst>
          </a:custGeom>
          <a:ln w="16649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41661" y="4601133"/>
            <a:ext cx="119380" cy="149225"/>
          </a:xfrm>
          <a:custGeom>
            <a:avLst/>
            <a:gdLst/>
            <a:ahLst/>
            <a:cxnLst/>
            <a:rect l="l" t="t" r="r" b="b"/>
            <a:pathLst>
              <a:path w="119379" h="149225">
                <a:moveTo>
                  <a:pt x="119151" y="0"/>
                </a:moveTo>
                <a:lnTo>
                  <a:pt x="119151" y="148920"/>
                </a:lnTo>
                <a:lnTo>
                  <a:pt x="0" y="59575"/>
                </a:lnTo>
              </a:path>
            </a:pathLst>
          </a:custGeom>
          <a:ln w="16649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733118" y="2669908"/>
            <a:ext cx="124460" cy="149225"/>
          </a:xfrm>
          <a:custGeom>
            <a:avLst/>
            <a:gdLst/>
            <a:ahLst/>
            <a:cxnLst/>
            <a:rect l="l" t="t" r="r" b="b"/>
            <a:pathLst>
              <a:path w="124459" h="149225">
                <a:moveTo>
                  <a:pt x="115658" y="0"/>
                </a:moveTo>
                <a:lnTo>
                  <a:pt x="123913" y="148691"/>
                </a:lnTo>
                <a:lnTo>
                  <a:pt x="0" y="66065"/>
                </a:lnTo>
              </a:path>
            </a:pathLst>
          </a:custGeom>
          <a:ln w="16649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723835" y="2585491"/>
            <a:ext cx="133350" cy="233679"/>
          </a:xfrm>
          <a:custGeom>
            <a:avLst/>
            <a:gdLst/>
            <a:ahLst/>
            <a:cxnLst/>
            <a:rect l="l" t="t" r="r" b="b"/>
            <a:pathLst>
              <a:path w="133350" h="233680">
                <a:moveTo>
                  <a:pt x="133197" y="233108"/>
                </a:moveTo>
                <a:lnTo>
                  <a:pt x="0" y="0"/>
                </a:lnTo>
              </a:path>
            </a:pathLst>
          </a:custGeom>
          <a:ln w="16649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723835" y="2585491"/>
            <a:ext cx="124460" cy="149225"/>
          </a:xfrm>
          <a:custGeom>
            <a:avLst/>
            <a:gdLst/>
            <a:ahLst/>
            <a:cxnLst/>
            <a:rect l="l" t="t" r="r" b="b"/>
            <a:pathLst>
              <a:path w="124459" h="149225">
                <a:moveTo>
                  <a:pt x="8254" y="148691"/>
                </a:moveTo>
                <a:lnTo>
                  <a:pt x="0" y="0"/>
                </a:lnTo>
                <a:lnTo>
                  <a:pt x="123913" y="82626"/>
                </a:lnTo>
              </a:path>
            </a:pathLst>
          </a:custGeom>
          <a:ln w="16649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095957" y="2618790"/>
            <a:ext cx="7326630" cy="2830830"/>
          </a:xfrm>
          <a:custGeom>
            <a:avLst/>
            <a:gdLst/>
            <a:ahLst/>
            <a:cxnLst/>
            <a:rect l="l" t="t" r="r" b="b"/>
            <a:pathLst>
              <a:path w="7326630" h="2830829">
                <a:moveTo>
                  <a:pt x="0" y="2830588"/>
                </a:moveTo>
                <a:lnTo>
                  <a:pt x="7326223" y="0"/>
                </a:lnTo>
              </a:path>
            </a:pathLst>
          </a:custGeom>
          <a:ln w="16649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62950" y="1952777"/>
            <a:ext cx="7326630" cy="2830830"/>
          </a:xfrm>
          <a:custGeom>
            <a:avLst/>
            <a:gdLst/>
            <a:ahLst/>
            <a:cxnLst/>
            <a:rect l="l" t="t" r="r" b="b"/>
            <a:pathLst>
              <a:path w="7326630" h="2830829">
                <a:moveTo>
                  <a:pt x="0" y="2830588"/>
                </a:moveTo>
                <a:lnTo>
                  <a:pt x="7326223" y="0"/>
                </a:lnTo>
              </a:path>
            </a:pathLst>
          </a:custGeom>
          <a:ln w="16649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080343" y="2872498"/>
            <a:ext cx="158750" cy="505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50" spc="-5" dirty="0">
                <a:latin typeface="Times New Roman"/>
                <a:cs typeface="Times New Roman"/>
              </a:rPr>
              <a:t>-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12390" y="4537587"/>
            <a:ext cx="250825" cy="505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50" spc="-5" dirty="0">
                <a:latin typeface="Times New Roman"/>
                <a:cs typeface="Times New Roman"/>
              </a:rPr>
              <a:t>+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14776" y="4537587"/>
            <a:ext cx="250825" cy="505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50" spc="-5" dirty="0">
                <a:latin typeface="Times New Roman"/>
                <a:cs typeface="Times New Roman"/>
              </a:rPr>
              <a:t>+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46823" y="5703154"/>
            <a:ext cx="250825" cy="505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50" spc="-5" dirty="0">
                <a:latin typeface="Times New Roman"/>
                <a:cs typeface="Times New Roman"/>
              </a:rPr>
              <a:t>+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44437" y="5536633"/>
            <a:ext cx="250825" cy="505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50" spc="-5" dirty="0">
                <a:latin typeface="Times New Roman"/>
                <a:cs typeface="Times New Roman"/>
              </a:rPr>
              <a:t>+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15730" y="5203631"/>
            <a:ext cx="250825" cy="505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50" spc="-5" dirty="0">
                <a:latin typeface="Times New Roman"/>
                <a:cs typeface="Times New Roman"/>
              </a:rPr>
              <a:t>+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082251" y="2206494"/>
            <a:ext cx="3155950" cy="505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09265" algn="l"/>
              </a:tabLst>
            </a:pPr>
            <a:r>
              <a:rPr sz="3150" spc="-5" dirty="0">
                <a:latin typeface="Times New Roman"/>
                <a:cs typeface="Times New Roman"/>
              </a:rPr>
              <a:t>-	-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551981" y="4104639"/>
            <a:ext cx="901700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00" spc="-315" dirty="0">
                <a:latin typeface="Arial"/>
                <a:cs typeface="Arial"/>
              </a:rPr>
              <a:t>m</a:t>
            </a:r>
            <a:r>
              <a:rPr sz="2600" spc="-204" dirty="0">
                <a:latin typeface="Arial"/>
                <a:cs typeface="Arial"/>
              </a:rPr>
              <a:t>ar</a:t>
            </a:r>
            <a:r>
              <a:rPr sz="2600" spc="-180" dirty="0">
                <a:latin typeface="Arial"/>
                <a:cs typeface="Arial"/>
              </a:rPr>
              <a:t>gi</a:t>
            </a:r>
            <a:r>
              <a:rPr sz="2600" spc="10" dirty="0">
                <a:latin typeface="Arial"/>
                <a:cs typeface="Arial"/>
              </a:rPr>
              <a:t>n</a:t>
            </a:r>
            <a:endParaRPr sz="2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55420" y="2039973"/>
            <a:ext cx="4270375" cy="505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034665" algn="l"/>
                <a:tab pos="3342640" algn="l"/>
              </a:tabLst>
            </a:pPr>
            <a:r>
              <a:rPr sz="3150" spc="-5" dirty="0">
                <a:latin typeface="Times New Roman"/>
                <a:cs typeface="Times New Roman"/>
              </a:rPr>
              <a:t>-	</a:t>
            </a:r>
            <a:r>
              <a:rPr sz="4725" spc="-7" baseline="-22927" dirty="0">
                <a:latin typeface="Times New Roman"/>
                <a:cs typeface="Times New Roman"/>
              </a:rPr>
              <a:t>-	</a:t>
            </a:r>
            <a:r>
              <a:rPr sz="2600" spc="-180" dirty="0">
                <a:latin typeface="Arial"/>
                <a:cs typeface="Arial"/>
              </a:rPr>
              <a:t>margin</a:t>
            </a:r>
            <a:endParaRPr sz="2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65045" y="6435051"/>
            <a:ext cx="767524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dirty="0">
                <a:solidFill>
                  <a:srgbClr val="007F00"/>
                </a:solidFill>
                <a:latin typeface="Times New Roman"/>
                <a:cs typeface="Times New Roman"/>
              </a:rPr>
              <a:t>Nice properties: </a:t>
            </a:r>
            <a:r>
              <a:rPr sz="2050" spc="-20" dirty="0">
                <a:solidFill>
                  <a:srgbClr val="0000FF"/>
                </a:solidFill>
                <a:latin typeface="Times New Roman"/>
                <a:cs typeface="Times New Roman"/>
              </a:rPr>
              <a:t>convex, </a:t>
            </a:r>
            <a:r>
              <a:rPr sz="2050" dirty="0">
                <a:solidFill>
                  <a:srgbClr val="0000FF"/>
                </a:solidFill>
                <a:latin typeface="Times New Roman"/>
                <a:cs typeface="Times New Roman"/>
              </a:rPr>
              <a:t>theoretically </a:t>
            </a:r>
            <a:r>
              <a:rPr sz="2050" spc="-10" dirty="0">
                <a:solidFill>
                  <a:srgbClr val="0000FF"/>
                </a:solidFill>
                <a:latin typeface="Times New Roman"/>
                <a:cs typeface="Times New Roman"/>
              </a:rPr>
              <a:t>motivated, </a:t>
            </a:r>
            <a:r>
              <a:rPr sz="2050" dirty="0">
                <a:solidFill>
                  <a:srgbClr val="0000FF"/>
                </a:solidFill>
                <a:latin typeface="Times New Roman"/>
                <a:cs typeface="Times New Roman"/>
              </a:rPr>
              <a:t>nonlinear with</a:t>
            </a:r>
            <a:r>
              <a:rPr sz="2050" spc="-1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spc="-5" dirty="0">
                <a:solidFill>
                  <a:srgbClr val="0000FF"/>
                </a:solidFill>
                <a:latin typeface="Times New Roman"/>
                <a:cs typeface="Times New Roman"/>
              </a:rPr>
              <a:t>kernels..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1878660"/>
            <a:ext cx="289433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79120" algn="l"/>
              </a:tabLst>
            </a:pPr>
            <a:r>
              <a:rPr spc="10" dirty="0"/>
              <a:t>4	</a:t>
            </a:r>
            <a:r>
              <a:rPr spc="5" dirty="0"/>
              <a:t>Preliminaries: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37231" y="2696679"/>
            <a:ext cx="7564755" cy="30302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12420" indent="-262255">
              <a:lnSpc>
                <a:spcPct val="100000"/>
              </a:lnSpc>
              <a:spcBef>
                <a:spcPts val="114"/>
              </a:spcBef>
              <a:buFont typeface="Menlo"/>
              <a:buChar char="•"/>
              <a:tabLst>
                <a:tab pos="313055" algn="l"/>
              </a:tabLst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Machine learning is about learning structure from</a:t>
            </a:r>
            <a:r>
              <a:rPr sz="2050" spc="9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data.</a:t>
            </a:r>
            <a:endParaRPr sz="2050">
              <a:latin typeface="Times New Roman"/>
              <a:cs typeface="Times New Roman"/>
            </a:endParaRPr>
          </a:p>
          <a:p>
            <a:pPr marL="312420" marR="17780" indent="-262255">
              <a:lnSpc>
                <a:spcPct val="118500"/>
              </a:lnSpc>
              <a:spcBef>
                <a:spcPts val="1225"/>
              </a:spcBef>
              <a:buFont typeface="Menlo"/>
              <a:buChar char="•"/>
              <a:tabLst>
                <a:tab pos="313055" algn="l"/>
              </a:tabLst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Although the class of algorithms called ”SVM”s can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do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more,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in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this  talk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we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focus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on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pattern</a:t>
            </a:r>
            <a:r>
              <a:rPr sz="205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recognition.</a:t>
            </a:r>
            <a:endParaRPr sz="2050">
              <a:latin typeface="Times New Roman"/>
              <a:cs typeface="Times New Roman"/>
            </a:endParaRPr>
          </a:p>
          <a:p>
            <a:pPr marL="312420" marR="412115" indent="-262255">
              <a:lnSpc>
                <a:spcPct val="119000"/>
              </a:lnSpc>
              <a:spcBef>
                <a:spcPts val="1210"/>
              </a:spcBef>
              <a:buFont typeface="Menlo"/>
              <a:buChar char="•"/>
              <a:tabLst>
                <a:tab pos="313055" algn="l"/>
              </a:tabLst>
            </a:pP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So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we</a:t>
            </a:r>
            <a:r>
              <a:rPr sz="205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want</a:t>
            </a:r>
            <a:r>
              <a:rPr sz="205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to learn</a:t>
            </a:r>
            <a:r>
              <a:rPr sz="205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mapping:</a:t>
            </a:r>
            <a:r>
              <a:rPr sz="2050" spc="1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235" dirty="0">
                <a:solidFill>
                  <a:srgbClr val="231F20"/>
                </a:solidFill>
                <a:latin typeface="Menlo"/>
                <a:cs typeface="Menlo"/>
              </a:rPr>
              <a:t>X</a:t>
            </a:r>
            <a:r>
              <a:rPr sz="2050" i="1" spc="-355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i="1" spc="420" dirty="0">
                <a:solidFill>
                  <a:srgbClr val="231F20"/>
                </a:solidFill>
                <a:latin typeface="Menlo"/>
                <a:cs typeface="Menlo"/>
              </a:rPr>
              <a:t>1→</a:t>
            </a:r>
            <a:r>
              <a:rPr sz="2050" i="1" spc="-660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i="1" spc="155" dirty="0">
                <a:solidFill>
                  <a:srgbClr val="231F20"/>
                </a:solidFill>
                <a:latin typeface="Menlo"/>
                <a:cs typeface="Menlo"/>
              </a:rPr>
              <a:t>Y</a:t>
            </a:r>
            <a:r>
              <a:rPr sz="2050" spc="155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 where</a:t>
            </a:r>
            <a:r>
              <a:rPr sz="205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270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050" i="1" spc="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140" dirty="0">
                <a:solidFill>
                  <a:srgbClr val="231F20"/>
                </a:solidFill>
                <a:latin typeface="Menlo"/>
                <a:cs typeface="Menlo"/>
              </a:rPr>
              <a:t>∈</a:t>
            </a:r>
            <a:r>
              <a:rPr sz="2050" i="1" spc="-660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i="1" spc="235" dirty="0">
                <a:solidFill>
                  <a:srgbClr val="231F20"/>
                </a:solidFill>
                <a:latin typeface="Menlo"/>
                <a:cs typeface="Menlo"/>
              </a:rPr>
              <a:t>X</a:t>
            </a:r>
            <a:r>
              <a:rPr sz="2050" i="1" spc="-420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is </a:t>
            </a:r>
            <a:r>
              <a:rPr sz="2050" spc="-290" dirty="0">
                <a:solidFill>
                  <a:srgbClr val="231F20"/>
                </a:solidFill>
                <a:latin typeface="Times New Roman"/>
                <a:cs typeface="Times New Roman"/>
              </a:rPr>
              <a:t>some 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object</a:t>
            </a:r>
            <a:r>
              <a:rPr sz="205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and</a:t>
            </a:r>
            <a:r>
              <a:rPr sz="205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y</a:t>
            </a:r>
            <a:r>
              <a:rPr sz="2050" i="1" spc="1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140" dirty="0">
                <a:solidFill>
                  <a:srgbClr val="231F20"/>
                </a:solidFill>
                <a:latin typeface="Menlo"/>
                <a:cs typeface="Menlo"/>
              </a:rPr>
              <a:t>∈</a:t>
            </a:r>
            <a:r>
              <a:rPr sz="2050" i="1" spc="-670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i="1" spc="145" dirty="0">
                <a:solidFill>
                  <a:srgbClr val="231F20"/>
                </a:solidFill>
                <a:latin typeface="Menlo"/>
                <a:cs typeface="Menlo"/>
              </a:rPr>
              <a:t>Y</a:t>
            </a:r>
            <a:r>
              <a:rPr sz="2050" i="1" spc="-540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is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a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class</a:t>
            </a:r>
            <a:r>
              <a:rPr sz="205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label.</a:t>
            </a:r>
            <a:endParaRPr sz="2050">
              <a:latin typeface="Times New Roman"/>
              <a:cs typeface="Times New Roman"/>
            </a:endParaRPr>
          </a:p>
          <a:p>
            <a:pPr marL="312420" marR="597535" indent="-262255">
              <a:lnSpc>
                <a:spcPct val="119000"/>
              </a:lnSpc>
              <a:spcBef>
                <a:spcPts val="1205"/>
              </a:spcBef>
              <a:buFont typeface="Menlo"/>
              <a:buChar char="•"/>
              <a:tabLst>
                <a:tab pos="313055" algn="l"/>
              </a:tabLst>
            </a:pPr>
            <a:r>
              <a:rPr sz="2050" spc="-20" dirty="0">
                <a:solidFill>
                  <a:srgbClr val="231F20"/>
                </a:solidFill>
                <a:latin typeface="Times New Roman"/>
                <a:cs typeface="Times New Roman"/>
              </a:rPr>
              <a:t>Let’s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take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the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simplest case: 2-class classification. So: </a:t>
            </a:r>
            <a:r>
              <a:rPr sz="2050" i="1" spc="270" dirty="0">
                <a:solidFill>
                  <a:srgbClr val="231F20"/>
                </a:solidFill>
                <a:latin typeface="Times New Roman"/>
                <a:cs typeface="Times New Roman"/>
              </a:rPr>
              <a:t>x </a:t>
            </a:r>
            <a:r>
              <a:rPr sz="2050" i="1" spc="140" dirty="0">
                <a:solidFill>
                  <a:srgbClr val="231F20"/>
                </a:solidFill>
                <a:latin typeface="Menlo"/>
                <a:cs typeface="Menlo"/>
              </a:rPr>
              <a:t>∈</a:t>
            </a:r>
            <a:r>
              <a:rPr sz="2050" i="1" spc="-495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i="1" spc="240" dirty="0">
                <a:solidFill>
                  <a:srgbClr val="231F20"/>
                </a:solidFill>
                <a:latin typeface="Times New Roman"/>
                <a:cs typeface="Times New Roman"/>
              </a:rPr>
              <a:t>R</a:t>
            </a:r>
            <a:r>
              <a:rPr sz="2175" i="1" spc="359" baseline="28735" dirty="0">
                <a:solidFill>
                  <a:srgbClr val="231F20"/>
                </a:solidFill>
                <a:latin typeface="Times New Roman"/>
                <a:cs typeface="Times New Roman"/>
              </a:rPr>
              <a:t>n</a:t>
            </a:r>
            <a:r>
              <a:rPr sz="2050" spc="240" dirty="0">
                <a:solidFill>
                  <a:srgbClr val="231F20"/>
                </a:solidFill>
                <a:latin typeface="Times New Roman"/>
                <a:cs typeface="Times New Roman"/>
              </a:rPr>
              <a:t>,  </a:t>
            </a:r>
            <a:r>
              <a:rPr sz="20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y </a:t>
            </a:r>
            <a:r>
              <a:rPr sz="2050" i="1" spc="140" dirty="0">
                <a:solidFill>
                  <a:srgbClr val="231F20"/>
                </a:solidFill>
                <a:latin typeface="Menlo"/>
                <a:cs typeface="Menlo"/>
              </a:rPr>
              <a:t>∈</a:t>
            </a:r>
            <a:r>
              <a:rPr sz="2050" i="1" spc="-635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i="1" spc="-30" dirty="0">
                <a:solidFill>
                  <a:srgbClr val="231F20"/>
                </a:solidFill>
                <a:latin typeface="Menlo"/>
                <a:cs typeface="Menlo"/>
              </a:rPr>
              <a:t>{±</a:t>
            </a:r>
            <a:r>
              <a:rPr sz="2050" spc="-30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r>
              <a:rPr sz="2050" i="1" spc="-30" dirty="0">
                <a:solidFill>
                  <a:srgbClr val="231F20"/>
                </a:solidFill>
                <a:latin typeface="Menlo"/>
                <a:cs typeface="Menlo"/>
              </a:rPr>
              <a:t>}</a:t>
            </a:r>
            <a:r>
              <a:rPr sz="2050" spc="-30" dirty="0">
                <a:solidFill>
                  <a:srgbClr val="231F20"/>
                </a:solidFill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1276680"/>
            <a:ext cx="214503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79120" algn="l"/>
              </a:tabLst>
            </a:pPr>
            <a:r>
              <a:rPr spc="10" dirty="0"/>
              <a:t>5	</a:t>
            </a:r>
            <a:r>
              <a:rPr spc="5" dirty="0"/>
              <a:t>E</a:t>
            </a:r>
            <a:r>
              <a:rPr spc="10" dirty="0"/>
              <a:t>xample: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65045" y="2152612"/>
            <a:ext cx="7401559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dirty="0">
                <a:latin typeface="Times New Roman"/>
                <a:cs typeface="Times New Roman"/>
              </a:rPr>
              <a:t>Suppose </a:t>
            </a:r>
            <a:r>
              <a:rPr sz="2050" spc="5" dirty="0">
                <a:latin typeface="Times New Roman"/>
                <a:cs typeface="Times New Roman"/>
              </a:rPr>
              <a:t>we </a:t>
            </a:r>
            <a:r>
              <a:rPr sz="2050" spc="-15" dirty="0">
                <a:latin typeface="Times New Roman"/>
                <a:cs typeface="Times New Roman"/>
              </a:rPr>
              <a:t>have </a:t>
            </a:r>
            <a:r>
              <a:rPr sz="2050" spc="5" dirty="0">
                <a:latin typeface="Times New Roman"/>
                <a:cs typeface="Times New Roman"/>
              </a:rPr>
              <a:t>50 </a:t>
            </a:r>
            <a:r>
              <a:rPr sz="2050" dirty="0">
                <a:latin typeface="Times New Roman"/>
                <a:cs typeface="Times New Roman"/>
              </a:rPr>
              <a:t>photographs of elephants and </a:t>
            </a:r>
            <a:r>
              <a:rPr sz="2050" spc="5" dirty="0">
                <a:latin typeface="Times New Roman"/>
                <a:cs typeface="Times New Roman"/>
              </a:rPr>
              <a:t>50 </a:t>
            </a:r>
            <a:r>
              <a:rPr sz="2050" dirty="0">
                <a:latin typeface="Times New Roman"/>
                <a:cs typeface="Times New Roman"/>
              </a:rPr>
              <a:t>photos of</a:t>
            </a:r>
            <a:r>
              <a:rPr sz="2050" spc="1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tigers.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66040" y="2700656"/>
            <a:ext cx="1853288" cy="184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92750" y="4272495"/>
            <a:ext cx="30861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i="1" dirty="0">
                <a:solidFill>
                  <a:srgbClr val="231F20"/>
                </a:solidFill>
                <a:latin typeface="Times New Roman"/>
                <a:cs typeface="Times New Roman"/>
              </a:rPr>
              <a:t>vs.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02544" y="2700655"/>
            <a:ext cx="1852401" cy="184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39645" y="4798275"/>
            <a:ext cx="7719059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50" spc="-75" dirty="0">
                <a:solidFill>
                  <a:srgbClr val="231F20"/>
                </a:solidFill>
                <a:latin typeface="Times New Roman"/>
                <a:cs typeface="Times New Roman"/>
              </a:rPr>
              <a:t>We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digitize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them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into 100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x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100 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pixel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images, so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we </a:t>
            </a:r>
            <a:r>
              <a:rPr sz="2050" spc="-15" dirty="0">
                <a:solidFill>
                  <a:srgbClr val="231F20"/>
                </a:solidFill>
                <a:latin typeface="Times New Roman"/>
                <a:cs typeface="Times New Roman"/>
              </a:rPr>
              <a:t>have </a:t>
            </a:r>
            <a:r>
              <a:rPr sz="2050" i="1" spc="270" dirty="0">
                <a:solidFill>
                  <a:srgbClr val="231F20"/>
                </a:solidFill>
                <a:latin typeface="Times New Roman"/>
                <a:cs typeface="Times New Roman"/>
              </a:rPr>
              <a:t>x </a:t>
            </a:r>
            <a:r>
              <a:rPr sz="2050" i="1" spc="140" dirty="0">
                <a:solidFill>
                  <a:srgbClr val="231F20"/>
                </a:solidFill>
                <a:latin typeface="Menlo"/>
                <a:cs typeface="Menlo"/>
              </a:rPr>
              <a:t>∈</a:t>
            </a:r>
            <a:r>
              <a:rPr sz="2050" i="1" spc="-705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i="1" spc="310" dirty="0">
                <a:solidFill>
                  <a:srgbClr val="231F20"/>
                </a:solidFill>
                <a:latin typeface="Times New Roman"/>
                <a:cs typeface="Times New Roman"/>
              </a:rPr>
              <a:t>R</a:t>
            </a:r>
            <a:r>
              <a:rPr sz="2175" i="1" spc="465" baseline="28735" dirty="0">
                <a:solidFill>
                  <a:srgbClr val="231F20"/>
                </a:solidFill>
                <a:latin typeface="Times New Roman"/>
                <a:cs typeface="Times New Roman"/>
              </a:rPr>
              <a:t>n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where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64885" y="4992782"/>
            <a:ext cx="7727315" cy="137922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050" i="1" spc="210" dirty="0">
                <a:solidFill>
                  <a:srgbClr val="231F20"/>
                </a:solidFill>
                <a:latin typeface="Times New Roman"/>
                <a:cs typeface="Times New Roman"/>
              </a:rPr>
              <a:t>n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2050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-55" dirty="0">
                <a:solidFill>
                  <a:srgbClr val="231F20"/>
                </a:solidFill>
                <a:latin typeface="Arial"/>
                <a:cs typeface="Arial"/>
              </a:rPr>
              <a:t>10</a:t>
            </a:r>
            <a:r>
              <a:rPr sz="2050" i="1" spc="-55" dirty="0">
                <a:solidFill>
                  <a:srgbClr val="231F20"/>
                </a:solidFill>
                <a:latin typeface="Times New Roman"/>
                <a:cs typeface="Times New Roman"/>
              </a:rPr>
              <a:t>, </a:t>
            </a:r>
            <a:r>
              <a:rPr sz="2050" spc="-85" dirty="0">
                <a:solidFill>
                  <a:srgbClr val="231F20"/>
                </a:solidFill>
                <a:latin typeface="Arial"/>
                <a:cs typeface="Arial"/>
              </a:rPr>
              <a:t>000</a:t>
            </a:r>
            <a:r>
              <a:rPr sz="2050" spc="-85" dirty="0">
                <a:solidFill>
                  <a:srgbClr val="231F20"/>
                </a:solidFill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050" spc="-40" dirty="0">
                <a:solidFill>
                  <a:srgbClr val="231F20"/>
                </a:solidFill>
                <a:latin typeface="Times New Roman"/>
                <a:cs typeface="Times New Roman"/>
              </a:rPr>
              <a:t>Now, </a:t>
            </a:r>
            <a:r>
              <a:rPr sz="2050" spc="-15" dirty="0">
                <a:solidFill>
                  <a:srgbClr val="231F20"/>
                </a:solidFill>
                <a:latin typeface="Times New Roman"/>
                <a:cs typeface="Times New Roman"/>
              </a:rPr>
              <a:t>given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a </a:t>
            </a:r>
            <a:r>
              <a:rPr sz="2050" spc="-15" dirty="0">
                <a:solidFill>
                  <a:srgbClr val="231F20"/>
                </a:solidFill>
                <a:latin typeface="Times New Roman"/>
                <a:cs typeface="Times New Roman"/>
              </a:rPr>
              <a:t>new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(different)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photograph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we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want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to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answer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2050" spc="19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question: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05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is it an elephant or a tiger?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[we assume it is one or the</a:t>
            </a:r>
            <a:r>
              <a:rPr sz="2050" spc="1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-15" dirty="0">
                <a:solidFill>
                  <a:srgbClr val="231F20"/>
                </a:solidFill>
                <a:latin typeface="Times New Roman"/>
                <a:cs typeface="Times New Roman"/>
              </a:rPr>
              <a:t>other.]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1270584"/>
            <a:ext cx="635825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79120" algn="l"/>
              </a:tabLst>
            </a:pPr>
            <a:r>
              <a:rPr spc="10" dirty="0"/>
              <a:t>6	</a:t>
            </a:r>
            <a:r>
              <a:rPr spc="-20" dirty="0"/>
              <a:t>Training </a:t>
            </a:r>
            <a:r>
              <a:rPr spc="5" dirty="0"/>
              <a:t>sets </a:t>
            </a:r>
            <a:r>
              <a:rPr spc="10" dirty="0"/>
              <a:t>and </a:t>
            </a:r>
            <a:r>
              <a:rPr spc="5" dirty="0"/>
              <a:t>prediction</a:t>
            </a:r>
            <a:r>
              <a:rPr spc="-25" dirty="0"/>
              <a:t> </a:t>
            </a:r>
            <a:r>
              <a:rPr spc="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6386" y="2088603"/>
            <a:ext cx="7171055" cy="41338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63220" indent="-262255">
              <a:lnSpc>
                <a:spcPct val="100000"/>
              </a:lnSpc>
              <a:spcBef>
                <a:spcPts val="114"/>
              </a:spcBef>
              <a:buFont typeface="Menlo"/>
              <a:buChar char="•"/>
              <a:tabLst>
                <a:tab pos="363855" algn="l"/>
              </a:tabLst>
            </a:pP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input/output sets </a:t>
            </a:r>
            <a:r>
              <a:rPr sz="2050" i="1" spc="235" dirty="0">
                <a:solidFill>
                  <a:srgbClr val="231F20"/>
                </a:solidFill>
                <a:latin typeface="Menlo"/>
                <a:cs typeface="Menlo"/>
              </a:rPr>
              <a:t>X</a:t>
            </a:r>
            <a:r>
              <a:rPr sz="2050" i="1" spc="-950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, </a:t>
            </a:r>
            <a:r>
              <a:rPr sz="2050" i="1" spc="145" dirty="0">
                <a:solidFill>
                  <a:srgbClr val="231F20"/>
                </a:solidFill>
                <a:latin typeface="Menlo"/>
                <a:cs typeface="Menlo"/>
              </a:rPr>
              <a:t>Y</a:t>
            </a:r>
            <a:endParaRPr sz="2050">
              <a:latin typeface="Menlo"/>
              <a:cs typeface="Menlo"/>
            </a:endParaRPr>
          </a:p>
          <a:p>
            <a:pPr marL="363220" indent="-262255">
              <a:lnSpc>
                <a:spcPct val="100000"/>
              </a:lnSpc>
              <a:spcBef>
                <a:spcPts val="1680"/>
              </a:spcBef>
              <a:buFont typeface="Menlo"/>
              <a:buChar char="•"/>
              <a:tabLst>
                <a:tab pos="363855" algn="l"/>
              </a:tabLst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training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set</a:t>
            </a:r>
            <a:r>
              <a:rPr sz="205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16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spc="240" baseline="-11494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20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2050" i="1" spc="-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240" dirty="0">
                <a:solidFill>
                  <a:srgbClr val="231F20"/>
                </a:solidFill>
                <a:latin typeface="Times New Roman"/>
                <a:cs typeface="Times New Roman"/>
              </a:rPr>
              <a:t>y</a:t>
            </a:r>
            <a:r>
              <a:rPr sz="2175" spc="359" baseline="-11494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2050" spc="24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i="1" spc="240" dirty="0">
                <a:solidFill>
                  <a:srgbClr val="231F20"/>
                </a:solidFill>
                <a:latin typeface="Times New Roman"/>
                <a:cs typeface="Times New Roman"/>
              </a:rPr>
              <a:t>,...</a:t>
            </a:r>
            <a:r>
              <a:rPr sz="2050" i="1" spc="-19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60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2050" i="1" spc="-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23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23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i="1" spc="352" baseline="-11494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2050" i="1" spc="235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2050" i="1" spc="-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245" dirty="0">
                <a:solidFill>
                  <a:srgbClr val="231F20"/>
                </a:solidFill>
                <a:latin typeface="Times New Roman"/>
                <a:cs typeface="Times New Roman"/>
              </a:rPr>
              <a:t>y</a:t>
            </a:r>
            <a:r>
              <a:rPr sz="2175" i="1" spc="367" baseline="-11494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2050" spc="24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  <a:p>
            <a:pPr marL="363220" indent="-262255">
              <a:lnSpc>
                <a:spcPct val="100000"/>
              </a:lnSpc>
              <a:spcBef>
                <a:spcPts val="1670"/>
              </a:spcBef>
              <a:buFont typeface="Menlo"/>
              <a:buChar char="•"/>
              <a:tabLst>
                <a:tab pos="363855" algn="l"/>
              </a:tabLst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”generalization”:</a:t>
            </a:r>
            <a:r>
              <a:rPr sz="2050" spc="1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-15" dirty="0">
                <a:solidFill>
                  <a:srgbClr val="231F20"/>
                </a:solidFill>
                <a:latin typeface="Times New Roman"/>
                <a:cs typeface="Times New Roman"/>
              </a:rPr>
              <a:t>given</a:t>
            </a:r>
            <a:r>
              <a:rPr sz="205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a</a:t>
            </a:r>
            <a:r>
              <a:rPr sz="205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previously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seen</a:t>
            </a:r>
            <a:r>
              <a:rPr sz="205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270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050" i="1" spc="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140" dirty="0">
                <a:solidFill>
                  <a:srgbClr val="231F20"/>
                </a:solidFill>
                <a:latin typeface="Menlo"/>
                <a:cs typeface="Menlo"/>
              </a:rPr>
              <a:t>∈</a:t>
            </a:r>
            <a:r>
              <a:rPr sz="2050" i="1" spc="-670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i="1" spc="235" dirty="0">
                <a:solidFill>
                  <a:srgbClr val="231F20"/>
                </a:solidFill>
                <a:latin typeface="Menlo"/>
                <a:cs typeface="Menlo"/>
              </a:rPr>
              <a:t>X</a:t>
            </a:r>
            <a:r>
              <a:rPr sz="2050" i="1" spc="-935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 find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a</a:t>
            </a:r>
            <a:r>
              <a:rPr sz="205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suitable</a:t>
            </a:r>
            <a:endParaRPr sz="2050">
              <a:latin typeface="Times New Roman"/>
              <a:cs typeface="Times New Roman"/>
            </a:endParaRPr>
          </a:p>
          <a:p>
            <a:pPr marL="363220">
              <a:lnSpc>
                <a:spcPct val="100000"/>
              </a:lnSpc>
              <a:spcBef>
                <a:spcPts val="465"/>
              </a:spcBef>
            </a:pPr>
            <a:r>
              <a:rPr sz="20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y </a:t>
            </a:r>
            <a:r>
              <a:rPr sz="2050" i="1" spc="140" dirty="0">
                <a:solidFill>
                  <a:srgbClr val="231F20"/>
                </a:solidFill>
                <a:latin typeface="Menlo"/>
                <a:cs typeface="Menlo"/>
              </a:rPr>
              <a:t>∈</a:t>
            </a:r>
            <a:r>
              <a:rPr sz="2050" i="1" spc="-635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i="1" spc="155" dirty="0">
                <a:solidFill>
                  <a:srgbClr val="231F20"/>
                </a:solidFill>
                <a:latin typeface="Menlo"/>
                <a:cs typeface="Menlo"/>
              </a:rPr>
              <a:t>Y</a:t>
            </a:r>
            <a:r>
              <a:rPr sz="2050" spc="155" dirty="0">
                <a:solidFill>
                  <a:srgbClr val="231F20"/>
                </a:solidFill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  <a:p>
            <a:pPr marL="363220" marR="582295" indent="-262255">
              <a:lnSpc>
                <a:spcPct val="119000"/>
              </a:lnSpc>
              <a:spcBef>
                <a:spcPts val="1215"/>
              </a:spcBef>
              <a:buFont typeface="Menlo"/>
              <a:buChar char="•"/>
              <a:tabLst>
                <a:tab pos="363855" algn="l"/>
              </a:tabLst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i.e.,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 want</a:t>
            </a:r>
            <a:r>
              <a:rPr sz="205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to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 learn</a:t>
            </a:r>
            <a:r>
              <a:rPr sz="205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a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classifier:</a:t>
            </a:r>
            <a:r>
              <a:rPr sz="2050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y</a:t>
            </a:r>
            <a:r>
              <a:rPr sz="2050" i="1" spc="1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205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440" dirty="0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sz="2050" i="1" spc="-29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15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50" dirty="0">
                <a:solidFill>
                  <a:srgbClr val="231F20"/>
                </a:solidFill>
                <a:latin typeface="Times New Roman"/>
                <a:cs typeface="Times New Roman"/>
              </a:rPr>
              <a:t>x,</a:t>
            </a:r>
            <a:r>
              <a:rPr sz="2050" i="1" spc="-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125" dirty="0">
                <a:solidFill>
                  <a:srgbClr val="231F20"/>
                </a:solidFill>
                <a:latin typeface="Times New Roman"/>
                <a:cs typeface="Times New Roman"/>
              </a:rPr>
              <a:t>α</a:t>
            </a:r>
            <a:r>
              <a:rPr sz="2050" spc="12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spc="125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where</a:t>
            </a:r>
            <a:r>
              <a:rPr sz="205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245" dirty="0">
                <a:solidFill>
                  <a:srgbClr val="231F20"/>
                </a:solidFill>
                <a:latin typeface="Times New Roman"/>
                <a:cs typeface="Times New Roman"/>
              </a:rPr>
              <a:t>α</a:t>
            </a:r>
            <a:r>
              <a:rPr sz="205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are</a:t>
            </a:r>
            <a:r>
              <a:rPr sz="205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the  parameters of the</a:t>
            </a:r>
            <a:r>
              <a:rPr sz="205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function.</a:t>
            </a:r>
            <a:endParaRPr sz="2050">
              <a:latin typeface="Times New Roman"/>
              <a:cs typeface="Times New Roman"/>
            </a:endParaRPr>
          </a:p>
          <a:p>
            <a:pPr marL="363220" marR="687070" indent="-262255">
              <a:lnSpc>
                <a:spcPct val="119000"/>
              </a:lnSpc>
              <a:spcBef>
                <a:spcPts val="1200"/>
              </a:spcBef>
              <a:buFont typeface="Menlo"/>
              <a:buChar char="•"/>
              <a:tabLst>
                <a:tab pos="363855" algn="l"/>
              </a:tabLst>
            </a:pP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For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example,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if we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are choosing our model from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the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set of  hyperplanes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in </a:t>
            </a:r>
            <a:r>
              <a:rPr sz="2050" i="1" spc="245" dirty="0">
                <a:solidFill>
                  <a:srgbClr val="231F20"/>
                </a:solidFill>
                <a:latin typeface="Times New Roman"/>
                <a:cs typeface="Times New Roman"/>
              </a:rPr>
              <a:t>R</a:t>
            </a:r>
            <a:r>
              <a:rPr sz="2175" i="1" spc="367" baseline="28735" dirty="0">
                <a:solidFill>
                  <a:srgbClr val="231F20"/>
                </a:solidFill>
                <a:latin typeface="Times New Roman"/>
                <a:cs typeface="Times New Roman"/>
              </a:rPr>
              <a:t>n</a:t>
            </a:r>
            <a:r>
              <a:rPr sz="2050" spc="245" dirty="0">
                <a:solidFill>
                  <a:srgbClr val="231F20"/>
                </a:solidFill>
                <a:latin typeface="Times New Roman"/>
                <a:cs typeface="Times New Roman"/>
              </a:rPr>
              <a:t>,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then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we</a:t>
            </a:r>
            <a:r>
              <a:rPr sz="2050" spc="-2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-15" dirty="0">
                <a:solidFill>
                  <a:srgbClr val="231F20"/>
                </a:solidFill>
                <a:latin typeface="Times New Roman"/>
                <a:cs typeface="Times New Roman"/>
              </a:rPr>
              <a:t>have: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Times New Roman"/>
              <a:cs typeface="Times New Roman"/>
            </a:endParaRPr>
          </a:p>
          <a:p>
            <a:pPr marL="856615" algn="ctr">
              <a:lnSpc>
                <a:spcPct val="100000"/>
              </a:lnSpc>
            </a:pPr>
            <a:r>
              <a:rPr sz="2050" i="1" spc="440" dirty="0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sz="2050" i="1" spc="-2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15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50" dirty="0">
                <a:solidFill>
                  <a:srgbClr val="231F20"/>
                </a:solidFill>
                <a:latin typeface="Times New Roman"/>
                <a:cs typeface="Times New Roman"/>
              </a:rPr>
              <a:t>x,</a:t>
            </a:r>
            <a:r>
              <a:rPr sz="2050" i="1" spc="-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5" dirty="0">
                <a:solidFill>
                  <a:srgbClr val="231F20"/>
                </a:solidFill>
                <a:latin typeface="Menlo"/>
                <a:cs typeface="Menlo"/>
              </a:rPr>
              <a:t>{</a:t>
            </a:r>
            <a:r>
              <a:rPr sz="205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w,</a:t>
            </a:r>
            <a:r>
              <a:rPr sz="2050" i="1" spc="-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-75" dirty="0">
                <a:solidFill>
                  <a:srgbClr val="231F20"/>
                </a:solidFill>
                <a:latin typeface="Times New Roman"/>
                <a:cs typeface="Times New Roman"/>
              </a:rPr>
              <a:t>b</a:t>
            </a:r>
            <a:r>
              <a:rPr sz="2050" i="1" spc="-75" dirty="0">
                <a:solidFill>
                  <a:srgbClr val="231F20"/>
                </a:solidFill>
                <a:latin typeface="Menlo"/>
                <a:cs typeface="Menlo"/>
              </a:rPr>
              <a:t>}</a:t>
            </a:r>
            <a:r>
              <a:rPr sz="2050" spc="-7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205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40" dirty="0">
                <a:solidFill>
                  <a:srgbClr val="231F20"/>
                </a:solidFill>
                <a:latin typeface="Times New Roman"/>
                <a:cs typeface="Times New Roman"/>
              </a:rPr>
              <a:t>sign</a:t>
            </a:r>
            <a:r>
              <a:rPr sz="2050" spc="4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40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2050" i="1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-660" dirty="0">
                <a:solidFill>
                  <a:srgbClr val="231F20"/>
                </a:solidFill>
                <a:latin typeface="Menlo"/>
                <a:cs typeface="Menlo"/>
              </a:rPr>
              <a:t>·</a:t>
            </a:r>
            <a:r>
              <a:rPr sz="2050" i="1" spc="-785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i="1" spc="270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050" i="1" spc="-5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2050" spc="-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b</a:t>
            </a:r>
            <a:r>
              <a:rPr sz="2050" spc="1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1174572"/>
            <a:ext cx="593471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79120" algn="l"/>
              </a:tabLst>
            </a:pPr>
            <a:r>
              <a:rPr spc="10" dirty="0"/>
              <a:t>7	Empirical Risk and the true</a:t>
            </a:r>
            <a:r>
              <a:rPr spc="-75" dirty="0"/>
              <a:t> </a:t>
            </a:r>
            <a:r>
              <a:rPr spc="10" dirty="0"/>
              <a:t>Risk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5357" y="1935620"/>
            <a:ext cx="7585075" cy="769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4320" marR="5080" indent="-262255">
              <a:lnSpc>
                <a:spcPct val="119000"/>
              </a:lnSpc>
              <a:spcBef>
                <a:spcPts val="95"/>
              </a:spcBef>
              <a:buFont typeface="Menlo"/>
              <a:buChar char="•"/>
              <a:tabLst>
                <a:tab pos="274955" algn="l"/>
              </a:tabLst>
            </a:pPr>
            <a:r>
              <a:rPr sz="2050" spc="-75" dirty="0">
                <a:solidFill>
                  <a:srgbClr val="231F20"/>
                </a:solidFill>
                <a:latin typeface="Times New Roman"/>
                <a:cs typeface="Times New Roman"/>
              </a:rPr>
              <a:t>We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can</a:t>
            </a:r>
            <a:r>
              <a:rPr sz="205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try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 to</a:t>
            </a:r>
            <a:r>
              <a:rPr sz="205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learn</a:t>
            </a:r>
            <a:r>
              <a:rPr sz="205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440" dirty="0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sz="2050" i="1" spc="-29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15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50" dirty="0">
                <a:solidFill>
                  <a:srgbClr val="231F20"/>
                </a:solidFill>
                <a:latin typeface="Times New Roman"/>
                <a:cs typeface="Times New Roman"/>
              </a:rPr>
              <a:t>x,</a:t>
            </a:r>
            <a:r>
              <a:rPr sz="2050" i="1" spc="-1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185" dirty="0">
                <a:solidFill>
                  <a:srgbClr val="231F20"/>
                </a:solidFill>
                <a:latin typeface="Times New Roman"/>
                <a:cs typeface="Times New Roman"/>
              </a:rPr>
              <a:t>α</a:t>
            </a:r>
            <a:r>
              <a:rPr sz="2050" spc="18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by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choosing</a:t>
            </a:r>
            <a:r>
              <a:rPr sz="205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a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 function</a:t>
            </a:r>
            <a:r>
              <a:rPr sz="205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that</a:t>
            </a:r>
            <a:r>
              <a:rPr sz="205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performs</a:t>
            </a:r>
            <a:r>
              <a:rPr sz="205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well 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on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training data: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8482" y="3221939"/>
            <a:ext cx="41783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220" dirty="0">
                <a:solidFill>
                  <a:srgbClr val="231F20"/>
                </a:solidFill>
                <a:latin typeface="Times New Roman"/>
                <a:cs typeface="Times New Roman"/>
              </a:rPr>
              <a:t>emp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8821" y="3103626"/>
            <a:ext cx="128333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19125" algn="l"/>
              </a:tabLst>
            </a:pPr>
            <a:r>
              <a:rPr sz="2050" i="1" spc="315" dirty="0">
                <a:solidFill>
                  <a:srgbClr val="231F20"/>
                </a:solidFill>
                <a:latin typeface="Times New Roman"/>
                <a:cs typeface="Times New Roman"/>
              </a:rPr>
              <a:t>R	</a:t>
            </a:r>
            <a:r>
              <a:rPr sz="2050" spc="16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α</a:t>
            </a:r>
            <a:r>
              <a:rPr sz="2050" spc="16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spc="-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endParaRPr sz="20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22317" y="3312566"/>
            <a:ext cx="231775" cy="0"/>
          </a:xfrm>
          <a:custGeom>
            <a:avLst/>
            <a:gdLst/>
            <a:ahLst/>
            <a:cxnLst/>
            <a:rect l="l" t="t" r="r" b="b"/>
            <a:pathLst>
              <a:path w="231775">
                <a:moveTo>
                  <a:pt x="0" y="0"/>
                </a:moveTo>
                <a:lnTo>
                  <a:pt x="231647" y="0"/>
                </a:lnTo>
              </a:path>
            </a:pathLst>
          </a:custGeom>
          <a:ln w="10667">
            <a:solidFill>
              <a:srgbClr val="221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09770" y="2885074"/>
            <a:ext cx="255904" cy="73914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445"/>
              </a:spcBef>
            </a:pPr>
            <a:r>
              <a:rPr sz="2050" spc="-110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2050" i="1" spc="330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12105" y="2854655"/>
            <a:ext cx="21209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41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16094" y="2853651"/>
            <a:ext cx="40449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24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35905" y="3491687"/>
            <a:ext cx="36703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r>
              <a:rPr sz="1450" spc="270" dirty="0">
                <a:solidFill>
                  <a:srgbClr val="231F20"/>
                </a:solidFill>
                <a:latin typeface="Times New Roman"/>
                <a:cs typeface="Times New Roman"/>
              </a:rPr>
              <a:t>=1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58509" y="3221939"/>
            <a:ext cx="9969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38241" y="3103588"/>
            <a:ext cx="101917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i="1" spc="130" dirty="0">
                <a:solidFill>
                  <a:srgbClr val="231F20"/>
                </a:solidFill>
                <a:latin typeface="Times New Roman"/>
                <a:cs typeface="Times New Roman"/>
              </a:rPr>
              <a:t>£</a:t>
            </a:r>
            <a:r>
              <a:rPr sz="2050" spc="13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30" dirty="0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sz="2050" i="1" spc="-3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19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9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050" i="1" spc="1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60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2050" i="1" spc="-19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254" dirty="0">
                <a:solidFill>
                  <a:srgbClr val="231F20"/>
                </a:solidFill>
                <a:latin typeface="Times New Roman"/>
                <a:cs typeface="Times New Roman"/>
              </a:rPr>
              <a:t>α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79361" y="3221939"/>
            <a:ext cx="9969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31914" y="3103588"/>
            <a:ext cx="241681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i="1" spc="90" dirty="0">
                <a:solidFill>
                  <a:srgbClr val="231F20"/>
                </a:solidFill>
                <a:latin typeface="Times New Roman"/>
                <a:cs typeface="Times New Roman"/>
              </a:rPr>
              <a:t>, </a:t>
            </a:r>
            <a:r>
              <a:rPr sz="20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y </a:t>
            </a:r>
            <a:r>
              <a:rPr sz="2050" spc="120" dirty="0">
                <a:solidFill>
                  <a:srgbClr val="231F20"/>
                </a:solidFill>
                <a:latin typeface="Arial"/>
                <a:cs typeface="Arial"/>
              </a:rPr>
              <a:t>) </a:t>
            </a:r>
            <a:r>
              <a:rPr sz="2050" spc="409" dirty="0">
                <a:solidFill>
                  <a:srgbClr val="00FF00"/>
                </a:solidFill>
                <a:latin typeface="Arial"/>
                <a:cs typeface="Arial"/>
              </a:rPr>
              <a:t>=</a:t>
            </a:r>
            <a:r>
              <a:rPr sz="2050" spc="-390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00FF00"/>
                </a:solidFill>
                <a:latin typeface="Times New Roman"/>
                <a:cs typeface="Times New Roman"/>
              </a:rPr>
              <a:t>Training </a:t>
            </a:r>
            <a:r>
              <a:rPr sz="2050" dirty="0">
                <a:solidFill>
                  <a:srgbClr val="00FF00"/>
                </a:solidFill>
                <a:latin typeface="Times New Roman"/>
                <a:cs typeface="Times New Roman"/>
              </a:rPr>
              <a:t>Error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11810" y="3828444"/>
            <a:ext cx="7527290" cy="2611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7820" marR="347345">
              <a:lnSpc>
                <a:spcPct val="119000"/>
              </a:lnSpc>
              <a:spcBef>
                <a:spcPts val="95"/>
              </a:spcBef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where </a:t>
            </a:r>
            <a:r>
              <a:rPr sz="2050" i="1" spc="-165" dirty="0">
                <a:solidFill>
                  <a:srgbClr val="231F20"/>
                </a:solidFill>
                <a:latin typeface="Times New Roman"/>
                <a:cs typeface="Times New Roman"/>
              </a:rPr>
              <a:t>£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is the zero-one </a:t>
            </a:r>
            <a:r>
              <a:rPr sz="205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loss function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, </a:t>
            </a:r>
            <a:r>
              <a:rPr sz="2050" i="1" spc="45" dirty="0">
                <a:solidFill>
                  <a:srgbClr val="231F20"/>
                </a:solidFill>
                <a:latin typeface="Times New Roman"/>
                <a:cs typeface="Times New Roman"/>
              </a:rPr>
              <a:t>£</a:t>
            </a:r>
            <a:r>
              <a:rPr sz="2050" spc="4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45" dirty="0">
                <a:solidFill>
                  <a:srgbClr val="231F20"/>
                </a:solidFill>
                <a:latin typeface="Times New Roman"/>
                <a:cs typeface="Times New Roman"/>
              </a:rPr>
              <a:t>y, </a:t>
            </a:r>
            <a:r>
              <a:rPr sz="2050" i="1" spc="-135" dirty="0">
                <a:solidFill>
                  <a:srgbClr val="231F20"/>
                </a:solidFill>
                <a:latin typeface="Times New Roman"/>
                <a:cs typeface="Times New Roman"/>
              </a:rPr>
              <a:t>y</a:t>
            </a:r>
            <a:r>
              <a:rPr sz="2050" spc="-135" dirty="0">
                <a:solidFill>
                  <a:srgbClr val="231F20"/>
                </a:solidFill>
                <a:latin typeface="Arial"/>
                <a:cs typeface="Arial"/>
              </a:rPr>
              <a:t>ˆ)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 </a:t>
            </a:r>
            <a:r>
              <a:rPr sz="2050" spc="-5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r>
              <a:rPr sz="2050" spc="-55" dirty="0">
                <a:solidFill>
                  <a:srgbClr val="231F20"/>
                </a:solidFill>
                <a:latin typeface="Times New Roman"/>
                <a:cs typeface="Times New Roman"/>
              </a:rPr>
              <a:t>,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if </a:t>
            </a:r>
            <a:r>
              <a:rPr sz="20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y </a:t>
            </a:r>
            <a:r>
              <a:rPr sz="2050" i="1" spc="210" dirty="0">
                <a:solidFill>
                  <a:srgbClr val="231F20"/>
                </a:solidFill>
                <a:latin typeface="Menlo"/>
                <a:cs typeface="Menlo"/>
              </a:rPr>
              <a:t>/</a:t>
            </a:r>
            <a:r>
              <a:rPr sz="2050" spc="210" dirty="0">
                <a:solidFill>
                  <a:srgbClr val="231F20"/>
                </a:solidFill>
                <a:latin typeface="Arial"/>
                <a:cs typeface="Arial"/>
              </a:rPr>
              <a:t>= </a:t>
            </a:r>
            <a:r>
              <a:rPr sz="2050" i="1" spc="-170" dirty="0">
                <a:solidFill>
                  <a:srgbClr val="231F20"/>
                </a:solidFill>
                <a:latin typeface="Times New Roman"/>
                <a:cs typeface="Times New Roman"/>
              </a:rPr>
              <a:t>y</a:t>
            </a:r>
            <a:r>
              <a:rPr sz="2050" spc="-170" dirty="0">
                <a:solidFill>
                  <a:srgbClr val="231F20"/>
                </a:solidFill>
                <a:latin typeface="Arial"/>
                <a:cs typeface="Arial"/>
              </a:rPr>
              <a:t>ˆ</a:t>
            </a:r>
            <a:r>
              <a:rPr sz="2050" spc="-170" dirty="0">
                <a:solidFill>
                  <a:srgbClr val="231F20"/>
                </a:solidFill>
                <a:latin typeface="Times New Roman"/>
                <a:cs typeface="Times New Roman"/>
              </a:rPr>
              <a:t>,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and  </a:t>
            </a:r>
            <a:r>
              <a:rPr sz="2050" spc="-580" dirty="0">
                <a:solidFill>
                  <a:srgbClr val="231F20"/>
                </a:solidFill>
                <a:latin typeface="Times New Roman"/>
                <a:cs typeface="Times New Roman"/>
              </a:rPr>
              <a:t>0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 otherwise. </a:t>
            </a:r>
            <a:r>
              <a:rPr sz="2050" i="1" spc="245" dirty="0">
                <a:solidFill>
                  <a:srgbClr val="231F20"/>
                </a:solidFill>
                <a:latin typeface="Times New Roman"/>
                <a:cs typeface="Times New Roman"/>
              </a:rPr>
              <a:t>R</a:t>
            </a:r>
            <a:r>
              <a:rPr sz="2175" i="1" spc="367" baseline="-11494" dirty="0">
                <a:solidFill>
                  <a:srgbClr val="231F20"/>
                </a:solidFill>
                <a:latin typeface="Times New Roman"/>
                <a:cs typeface="Times New Roman"/>
              </a:rPr>
              <a:t>emp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is called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the </a:t>
            </a:r>
            <a:r>
              <a:rPr sz="2050" i="1" dirty="0">
                <a:solidFill>
                  <a:srgbClr val="231F20"/>
                </a:solidFill>
                <a:latin typeface="Times New Roman"/>
                <a:cs typeface="Times New Roman"/>
              </a:rPr>
              <a:t>empirical</a:t>
            </a:r>
            <a:r>
              <a:rPr sz="2050" i="1" spc="18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dirty="0">
                <a:solidFill>
                  <a:srgbClr val="231F20"/>
                </a:solidFill>
                <a:latin typeface="Times New Roman"/>
                <a:cs typeface="Times New Roman"/>
              </a:rPr>
              <a:t>risk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  <a:p>
            <a:pPr marL="337820" indent="-262255">
              <a:lnSpc>
                <a:spcPts val="2435"/>
              </a:lnSpc>
              <a:spcBef>
                <a:spcPts val="1670"/>
              </a:spcBef>
              <a:buFont typeface="Menlo"/>
              <a:buChar char="•"/>
              <a:tabLst>
                <a:tab pos="338455" algn="l"/>
              </a:tabLst>
            </a:pP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By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doing this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we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are trying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to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minimize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the 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overall</a:t>
            </a:r>
            <a:r>
              <a:rPr sz="2050" spc="4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risk:</a:t>
            </a:r>
            <a:endParaRPr sz="2050">
              <a:latin typeface="Times New Roman"/>
              <a:cs typeface="Times New Roman"/>
            </a:endParaRPr>
          </a:p>
          <a:p>
            <a:pPr marL="2440940">
              <a:lnSpc>
                <a:spcPts val="2435"/>
              </a:lnSpc>
            </a:pPr>
            <a:r>
              <a:rPr sz="2050" spc="5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  <a:p>
            <a:pPr marL="447040" algn="ctr">
              <a:lnSpc>
                <a:spcPct val="100000"/>
              </a:lnSpc>
              <a:spcBef>
                <a:spcPts val="360"/>
              </a:spcBef>
              <a:tabLst>
                <a:tab pos="1676400" algn="l"/>
              </a:tabLst>
            </a:pPr>
            <a:r>
              <a:rPr sz="2050" i="1" spc="204" dirty="0">
                <a:solidFill>
                  <a:srgbClr val="231F20"/>
                </a:solidFill>
                <a:latin typeface="Times New Roman"/>
                <a:cs typeface="Times New Roman"/>
              </a:rPr>
              <a:t>R</a:t>
            </a:r>
            <a:r>
              <a:rPr sz="2050" spc="204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204" dirty="0">
                <a:solidFill>
                  <a:srgbClr val="231F20"/>
                </a:solidFill>
                <a:latin typeface="Times New Roman"/>
                <a:cs typeface="Times New Roman"/>
              </a:rPr>
              <a:t>α</a:t>
            </a:r>
            <a:r>
              <a:rPr sz="2050" spc="204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	</a:t>
            </a:r>
            <a:r>
              <a:rPr sz="2050" i="1" spc="130" dirty="0">
                <a:solidFill>
                  <a:srgbClr val="231F20"/>
                </a:solidFill>
                <a:latin typeface="Times New Roman"/>
                <a:cs typeface="Times New Roman"/>
              </a:rPr>
              <a:t>£</a:t>
            </a:r>
            <a:r>
              <a:rPr sz="2050" spc="13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30" dirty="0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sz="2050" i="1" spc="-29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15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50" dirty="0">
                <a:solidFill>
                  <a:srgbClr val="231F20"/>
                </a:solidFill>
                <a:latin typeface="Times New Roman"/>
                <a:cs typeface="Times New Roman"/>
              </a:rPr>
              <a:t>x,</a:t>
            </a:r>
            <a:r>
              <a:rPr sz="2050" i="1" spc="-17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140" dirty="0">
                <a:solidFill>
                  <a:srgbClr val="231F20"/>
                </a:solidFill>
                <a:latin typeface="Times New Roman"/>
                <a:cs typeface="Times New Roman"/>
              </a:rPr>
              <a:t>α</a:t>
            </a:r>
            <a:r>
              <a:rPr sz="2050" spc="14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i="1" spc="140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2050" i="1" spc="-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y</a:t>
            </a:r>
            <a:r>
              <a:rPr sz="2050" spc="10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dP</a:t>
            </a:r>
            <a:r>
              <a:rPr sz="2050" i="1" spc="-2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15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50" dirty="0">
                <a:solidFill>
                  <a:srgbClr val="231F20"/>
                </a:solidFill>
                <a:latin typeface="Times New Roman"/>
                <a:cs typeface="Times New Roman"/>
              </a:rPr>
              <a:t>x,</a:t>
            </a:r>
            <a:r>
              <a:rPr sz="2050" i="1" spc="-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140" dirty="0">
                <a:solidFill>
                  <a:srgbClr val="231F20"/>
                </a:solidFill>
                <a:latin typeface="Times New Roman"/>
                <a:cs typeface="Times New Roman"/>
              </a:rPr>
              <a:t>y</a:t>
            </a:r>
            <a:r>
              <a:rPr sz="2050" spc="14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spc="-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050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spc="-35" dirty="0">
                <a:solidFill>
                  <a:srgbClr val="0000FF"/>
                </a:solidFill>
                <a:latin typeface="Times New Roman"/>
                <a:cs typeface="Times New Roman"/>
              </a:rPr>
              <a:t>Test</a:t>
            </a:r>
            <a:r>
              <a:rPr sz="205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0000FF"/>
                </a:solidFill>
                <a:latin typeface="Times New Roman"/>
                <a:cs typeface="Times New Roman"/>
              </a:rPr>
              <a:t>Error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Times New Roman"/>
              <a:cs typeface="Times New Roman"/>
            </a:endParaRPr>
          </a:p>
          <a:p>
            <a:pPr marL="337820">
              <a:lnSpc>
                <a:spcPct val="100000"/>
              </a:lnSpc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where P(x,y)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is the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(unknown)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joint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distribution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function of </a:t>
            </a:r>
            <a:r>
              <a:rPr sz="2050" i="1" spc="270" dirty="0">
                <a:solidFill>
                  <a:srgbClr val="231F20"/>
                </a:solidFill>
                <a:latin typeface="Times New Roman"/>
                <a:cs typeface="Times New Roman"/>
              </a:rPr>
              <a:t>x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and</a:t>
            </a:r>
            <a:r>
              <a:rPr sz="2050" spc="-114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85" dirty="0">
                <a:solidFill>
                  <a:srgbClr val="231F20"/>
                </a:solidFill>
                <a:latin typeface="Times New Roman"/>
                <a:cs typeface="Times New Roman"/>
              </a:rPr>
              <a:t>y</a:t>
            </a:r>
            <a:r>
              <a:rPr sz="2050" spc="85" dirty="0">
                <a:solidFill>
                  <a:srgbClr val="231F20"/>
                </a:solidFill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875867"/>
            <a:ext cx="523367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79120" algn="l"/>
              </a:tabLst>
            </a:pPr>
            <a:r>
              <a:rPr spc="10" dirty="0"/>
              <a:t>8	Choosing the </a:t>
            </a:r>
            <a:r>
              <a:rPr spc="5" dirty="0"/>
              <a:t>set </a:t>
            </a:r>
            <a:r>
              <a:rPr spc="10" dirty="0"/>
              <a:t>of</a:t>
            </a:r>
            <a:r>
              <a:rPr spc="-50" dirty="0"/>
              <a:t> </a:t>
            </a:r>
            <a:r>
              <a:rPr spc="10" dirty="0"/>
              <a:t>functions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5685" marR="1173480">
              <a:lnSpc>
                <a:spcPct val="154100"/>
              </a:lnSpc>
              <a:spcBef>
                <a:spcPts val="95"/>
              </a:spcBef>
            </a:pPr>
            <a:r>
              <a:rPr spc="5" dirty="0"/>
              <a:t>What</a:t>
            </a:r>
            <a:r>
              <a:rPr dirty="0"/>
              <a:t> about</a:t>
            </a:r>
            <a:r>
              <a:rPr spc="20" dirty="0"/>
              <a:t> </a:t>
            </a:r>
            <a:r>
              <a:rPr i="1" spc="440" dirty="0">
                <a:latin typeface="Times New Roman"/>
                <a:cs typeface="Times New Roman"/>
              </a:rPr>
              <a:t>f</a:t>
            </a:r>
            <a:r>
              <a:rPr i="1" spc="-290" dirty="0">
                <a:latin typeface="Times New Roman"/>
                <a:cs typeface="Times New Roman"/>
              </a:rPr>
              <a:t> </a:t>
            </a:r>
            <a:r>
              <a:rPr spc="150" dirty="0">
                <a:latin typeface="Arial"/>
                <a:cs typeface="Arial"/>
              </a:rPr>
              <a:t>(</a:t>
            </a:r>
            <a:r>
              <a:rPr i="1" spc="150" dirty="0">
                <a:latin typeface="Times New Roman"/>
                <a:cs typeface="Times New Roman"/>
              </a:rPr>
              <a:t>x,</a:t>
            </a:r>
            <a:r>
              <a:rPr i="1" spc="-170" dirty="0">
                <a:latin typeface="Times New Roman"/>
                <a:cs typeface="Times New Roman"/>
              </a:rPr>
              <a:t> </a:t>
            </a:r>
            <a:r>
              <a:rPr i="1" spc="185" dirty="0">
                <a:latin typeface="Times New Roman"/>
                <a:cs typeface="Times New Roman"/>
              </a:rPr>
              <a:t>α</a:t>
            </a:r>
            <a:r>
              <a:rPr spc="185" dirty="0">
                <a:latin typeface="Arial"/>
                <a:cs typeface="Arial"/>
              </a:rPr>
              <a:t>)</a:t>
            </a:r>
            <a:r>
              <a:rPr spc="-70" dirty="0">
                <a:latin typeface="Arial"/>
                <a:cs typeface="Arial"/>
              </a:rPr>
              <a:t> </a:t>
            </a:r>
            <a:r>
              <a:rPr dirty="0"/>
              <a:t>allowing</a:t>
            </a:r>
            <a:r>
              <a:rPr spc="-5" dirty="0"/>
              <a:t> </a:t>
            </a:r>
            <a:r>
              <a:rPr i="1" spc="5" dirty="0">
                <a:latin typeface="Times New Roman"/>
                <a:cs typeface="Times New Roman"/>
              </a:rPr>
              <a:t>all</a:t>
            </a:r>
            <a:r>
              <a:rPr i="1" dirty="0">
                <a:latin typeface="Times New Roman"/>
                <a:cs typeface="Times New Roman"/>
              </a:rPr>
              <a:t> </a:t>
            </a:r>
            <a:r>
              <a:rPr dirty="0"/>
              <a:t>functions</a:t>
            </a:r>
            <a:r>
              <a:rPr spc="15" dirty="0"/>
              <a:t> </a:t>
            </a:r>
            <a:r>
              <a:rPr dirty="0"/>
              <a:t>from</a:t>
            </a:r>
            <a:r>
              <a:rPr spc="15" dirty="0"/>
              <a:t> </a:t>
            </a:r>
            <a:r>
              <a:rPr i="1" spc="235" dirty="0">
                <a:latin typeface="Menlo"/>
                <a:cs typeface="Menlo"/>
              </a:rPr>
              <a:t>X</a:t>
            </a:r>
            <a:r>
              <a:rPr i="1" spc="-425" dirty="0">
                <a:latin typeface="Menlo"/>
                <a:cs typeface="Menlo"/>
              </a:rPr>
              <a:t> </a:t>
            </a:r>
            <a:r>
              <a:rPr spc="5" dirty="0"/>
              <a:t>to</a:t>
            </a:r>
            <a:r>
              <a:rPr dirty="0"/>
              <a:t> </a:t>
            </a:r>
            <a:r>
              <a:rPr i="1" spc="-30" dirty="0">
                <a:latin typeface="Menlo"/>
                <a:cs typeface="Menlo"/>
              </a:rPr>
              <a:t>{±</a:t>
            </a:r>
            <a:r>
              <a:rPr spc="-30" dirty="0">
                <a:latin typeface="Arial"/>
                <a:cs typeface="Arial"/>
              </a:rPr>
              <a:t>1</a:t>
            </a:r>
            <a:r>
              <a:rPr i="1" spc="-30" dirty="0">
                <a:latin typeface="Menlo"/>
                <a:cs typeface="Menlo"/>
              </a:rPr>
              <a:t>}</a:t>
            </a:r>
            <a:r>
              <a:rPr spc="-30" dirty="0"/>
              <a:t>?  </a:t>
            </a:r>
            <a:r>
              <a:rPr spc="-10" dirty="0">
                <a:solidFill>
                  <a:srgbClr val="0000FF"/>
                </a:solidFill>
              </a:rPr>
              <a:t>Training</a:t>
            </a:r>
            <a:r>
              <a:rPr spc="1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set</a:t>
            </a:r>
            <a:r>
              <a:rPr spc="10" dirty="0">
                <a:solidFill>
                  <a:srgbClr val="0000FF"/>
                </a:solidFill>
              </a:rPr>
              <a:t> </a:t>
            </a:r>
            <a:r>
              <a:rPr spc="16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i="1" spc="160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2175" spc="240" baseline="-11494" dirty="0">
                <a:solidFill>
                  <a:srgbClr val="0000FF"/>
                </a:solidFill>
              </a:rPr>
              <a:t>1</a:t>
            </a:r>
            <a:r>
              <a:rPr sz="2050" i="1" spc="160" dirty="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sz="2050" i="1" spc="-16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240" dirty="0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sz="2175" spc="359" baseline="-11494" dirty="0">
                <a:solidFill>
                  <a:srgbClr val="0000FF"/>
                </a:solidFill>
              </a:rPr>
              <a:t>1</a:t>
            </a:r>
            <a:r>
              <a:rPr sz="2050" spc="240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2050" i="1" spc="240" dirty="0">
                <a:solidFill>
                  <a:srgbClr val="0000FF"/>
                </a:solidFill>
                <a:latin typeface="Times New Roman"/>
                <a:cs typeface="Times New Roman"/>
              </a:rPr>
              <a:t>,...</a:t>
            </a:r>
            <a:r>
              <a:rPr sz="2050" i="1" spc="-1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60" dirty="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sz="2050" i="1" spc="-16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spc="24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2050" i="1" spc="240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2175" i="1" spc="359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2050" i="1" spc="240" dirty="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sz="2050" i="1" spc="-16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245" dirty="0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sz="2175" i="1" spc="367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2050" spc="245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205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i="1" spc="140" dirty="0">
                <a:solidFill>
                  <a:srgbClr val="0000FF"/>
                </a:solidFill>
                <a:latin typeface="Menlo"/>
                <a:cs typeface="Menlo"/>
              </a:rPr>
              <a:t>∈</a:t>
            </a:r>
            <a:r>
              <a:rPr sz="2050" i="1" spc="-660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50" i="1" spc="235" dirty="0">
                <a:solidFill>
                  <a:srgbClr val="0000FF"/>
                </a:solidFill>
                <a:latin typeface="Menlo"/>
                <a:cs typeface="Menlo"/>
              </a:rPr>
              <a:t>X</a:t>
            </a:r>
            <a:r>
              <a:rPr sz="2050" i="1" spc="-475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50" i="1" spc="370" dirty="0">
                <a:solidFill>
                  <a:srgbClr val="0000FF"/>
                </a:solidFill>
                <a:latin typeface="Menlo"/>
                <a:cs typeface="Menlo"/>
              </a:rPr>
              <a:t>×</a:t>
            </a:r>
            <a:r>
              <a:rPr sz="2050" i="1" spc="-780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50" i="1" spc="-40" dirty="0">
                <a:solidFill>
                  <a:srgbClr val="0000FF"/>
                </a:solidFill>
                <a:latin typeface="Menlo"/>
                <a:cs typeface="Menlo"/>
              </a:rPr>
              <a:t>{±</a:t>
            </a:r>
            <a:r>
              <a:rPr sz="2050" spc="-4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050" i="1" spc="-40" dirty="0">
                <a:solidFill>
                  <a:srgbClr val="0000FF"/>
                </a:solidFill>
                <a:latin typeface="Menlo"/>
                <a:cs typeface="Menlo"/>
              </a:rPr>
              <a:t>}</a:t>
            </a:r>
            <a:endParaRPr sz="2050">
              <a:latin typeface="Menlo"/>
              <a:cs typeface="Menlo"/>
            </a:endParaRPr>
          </a:p>
          <a:p>
            <a:pPr marL="1035685">
              <a:lnSpc>
                <a:spcPct val="100000"/>
              </a:lnSpc>
              <a:spcBef>
                <a:spcPts val="1335"/>
              </a:spcBef>
              <a:tabLst>
                <a:tab pos="3223260" algn="l"/>
              </a:tabLst>
            </a:pPr>
            <a:r>
              <a:rPr spc="-35" dirty="0">
                <a:solidFill>
                  <a:srgbClr val="FF0000"/>
                </a:solidFill>
              </a:rPr>
              <a:t>Test </a:t>
            </a:r>
            <a:r>
              <a:rPr dirty="0">
                <a:solidFill>
                  <a:srgbClr val="FF0000"/>
                </a:solidFill>
              </a:rPr>
              <a:t>set</a:t>
            </a:r>
            <a:r>
              <a:rPr spc="65" dirty="0">
                <a:solidFill>
                  <a:srgbClr val="FF0000"/>
                </a:solidFill>
              </a:rPr>
              <a:t> </a:t>
            </a:r>
            <a:r>
              <a:rPr i="1" spc="125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pc="125" dirty="0">
                <a:solidFill>
                  <a:srgbClr val="FF0000"/>
                </a:solidFill>
                <a:latin typeface="Arial"/>
                <a:cs typeface="Arial"/>
              </a:rPr>
              <a:t>¯</a:t>
            </a:r>
            <a:r>
              <a:rPr sz="2175" spc="187" baseline="-11494" dirty="0">
                <a:solidFill>
                  <a:srgbClr val="FF0000"/>
                </a:solidFill>
              </a:rPr>
              <a:t>1</a:t>
            </a:r>
            <a:r>
              <a:rPr sz="2050" i="1" spc="125" dirty="0">
                <a:solidFill>
                  <a:srgbClr val="FF0000"/>
                </a:solidFill>
                <a:latin typeface="Times New Roman"/>
                <a:cs typeface="Times New Roman"/>
              </a:rPr>
              <a:t>,...,</a:t>
            </a:r>
            <a:r>
              <a:rPr sz="2050" i="1" spc="-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i="1" spc="-375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2050" spc="-375" dirty="0">
                <a:solidFill>
                  <a:srgbClr val="FF0000"/>
                </a:solidFill>
                <a:latin typeface="Arial"/>
                <a:cs typeface="Arial"/>
              </a:rPr>
              <a:t>¯</a:t>
            </a:r>
            <a:r>
              <a:rPr sz="2175" i="1" spc="-562" baseline="-11494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2175" spc="-562" baseline="-11494" dirty="0">
                <a:solidFill>
                  <a:srgbClr val="FF0000"/>
                </a:solidFill>
              </a:rPr>
              <a:t>¯	</a:t>
            </a:r>
            <a:r>
              <a:rPr sz="2050" i="1" spc="140" dirty="0">
                <a:solidFill>
                  <a:srgbClr val="231F20"/>
                </a:solidFill>
                <a:latin typeface="Menlo"/>
                <a:cs typeface="Menlo"/>
              </a:rPr>
              <a:t>∈</a:t>
            </a:r>
            <a:r>
              <a:rPr sz="2050" i="1" spc="-660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i="1" spc="235" dirty="0">
                <a:solidFill>
                  <a:srgbClr val="231F20"/>
                </a:solidFill>
                <a:latin typeface="Menlo"/>
                <a:cs typeface="Menlo"/>
              </a:rPr>
              <a:t>X</a:t>
            </a:r>
            <a:r>
              <a:rPr sz="2050" i="1" spc="-935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dirty="0">
                <a:solidFill>
                  <a:srgbClr val="231F20"/>
                </a:solidFill>
              </a:rPr>
              <a:t>,</a:t>
            </a:r>
            <a:endParaRPr sz="2050">
              <a:latin typeface="Menlo"/>
              <a:cs typeface="Menlo"/>
            </a:endParaRPr>
          </a:p>
          <a:p>
            <a:pPr marL="1035685" marR="3543300">
              <a:lnSpc>
                <a:spcPct val="154100"/>
              </a:lnSpc>
            </a:pPr>
            <a:r>
              <a:rPr dirty="0">
                <a:solidFill>
                  <a:srgbClr val="231F20"/>
                </a:solidFill>
              </a:rPr>
              <a:t>such that the </a:t>
            </a:r>
            <a:r>
              <a:rPr spc="-5" dirty="0">
                <a:solidFill>
                  <a:srgbClr val="231F20"/>
                </a:solidFill>
              </a:rPr>
              <a:t>two </a:t>
            </a:r>
            <a:r>
              <a:rPr dirty="0">
                <a:solidFill>
                  <a:srgbClr val="231F20"/>
                </a:solidFill>
              </a:rPr>
              <a:t>sets </a:t>
            </a:r>
            <a:r>
              <a:rPr spc="5" dirty="0">
                <a:solidFill>
                  <a:srgbClr val="231F20"/>
                </a:solidFill>
              </a:rPr>
              <a:t>do </a:t>
            </a:r>
            <a:r>
              <a:rPr dirty="0">
                <a:solidFill>
                  <a:srgbClr val="231F20"/>
                </a:solidFill>
              </a:rPr>
              <a:t>not intersect.  </a:t>
            </a:r>
            <a:r>
              <a:rPr spc="-10" dirty="0">
                <a:solidFill>
                  <a:srgbClr val="231F20"/>
                </a:solidFill>
              </a:rPr>
              <a:t>For any </a:t>
            </a:r>
            <a:r>
              <a:rPr i="1" spc="440" dirty="0">
                <a:solidFill>
                  <a:srgbClr val="231F20"/>
                </a:solidFill>
                <a:latin typeface="Times New Roman"/>
                <a:cs typeface="Times New Roman"/>
              </a:rPr>
              <a:t>f </a:t>
            </a:r>
            <a:r>
              <a:rPr dirty="0">
                <a:solidFill>
                  <a:srgbClr val="231F20"/>
                </a:solidFill>
              </a:rPr>
              <a:t>there </a:t>
            </a:r>
            <a:r>
              <a:rPr spc="-5" dirty="0">
                <a:solidFill>
                  <a:srgbClr val="231F20"/>
                </a:solidFill>
              </a:rPr>
              <a:t>exists</a:t>
            </a:r>
            <a:r>
              <a:rPr spc="-165" dirty="0">
                <a:solidFill>
                  <a:srgbClr val="231F20"/>
                </a:solidFill>
              </a:rPr>
              <a:t> </a:t>
            </a:r>
            <a:r>
              <a:rPr i="1" spc="245" dirty="0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sz="2175" i="1" spc="367" baseline="28735" dirty="0">
                <a:solidFill>
                  <a:srgbClr val="231F20"/>
                </a:solidFill>
                <a:latin typeface="Menlo"/>
                <a:cs typeface="Menlo"/>
              </a:rPr>
              <a:t>∗</a:t>
            </a:r>
            <a:r>
              <a:rPr sz="2050" spc="245" dirty="0">
                <a:solidFill>
                  <a:srgbClr val="231F20"/>
                </a:solidFill>
              </a:rPr>
              <a:t>:</a:t>
            </a:r>
            <a:endParaRPr sz="2050">
              <a:latin typeface="Menlo"/>
              <a:cs typeface="Menlo"/>
            </a:endParaRPr>
          </a:p>
          <a:p>
            <a:pPr marL="1508125" indent="-328295">
              <a:lnSpc>
                <a:spcPct val="100000"/>
              </a:lnSpc>
              <a:spcBef>
                <a:spcPts val="1595"/>
              </a:spcBef>
              <a:buFont typeface="Times New Roman"/>
              <a:buAutoNum type="arabicPeriod"/>
              <a:tabLst>
                <a:tab pos="1508125" algn="l"/>
                <a:tab pos="1509395" algn="l"/>
              </a:tabLst>
            </a:pPr>
            <a:r>
              <a:rPr i="1" spc="254" dirty="0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sz="2175" i="1" spc="382" baseline="28735" dirty="0">
                <a:solidFill>
                  <a:srgbClr val="231F20"/>
                </a:solidFill>
                <a:latin typeface="Menlo"/>
                <a:cs typeface="Menlo"/>
              </a:rPr>
              <a:t>∗</a:t>
            </a:r>
            <a:r>
              <a:rPr sz="2050" spc="254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254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2175" i="1" spc="382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050" spc="254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205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440" dirty="0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sz="2050" i="1" spc="-29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19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95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2175" i="1" spc="292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050" spc="19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srgbClr val="231F20"/>
                </a:solidFill>
              </a:rPr>
              <a:t>for</a:t>
            </a:r>
            <a:r>
              <a:rPr sz="2050" spc="-5" dirty="0">
                <a:solidFill>
                  <a:srgbClr val="231F20"/>
                </a:solidFill>
              </a:rPr>
              <a:t> </a:t>
            </a:r>
            <a:r>
              <a:rPr sz="2050" dirty="0">
                <a:solidFill>
                  <a:srgbClr val="231F20"/>
                </a:solidFill>
              </a:rPr>
              <a:t>all</a:t>
            </a:r>
            <a:r>
              <a:rPr sz="2050" spc="15" dirty="0">
                <a:solidFill>
                  <a:srgbClr val="231F20"/>
                </a:solidFill>
              </a:rPr>
              <a:t> </a:t>
            </a:r>
            <a:r>
              <a:rPr sz="2050" i="1" spc="14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endParaRPr sz="2050">
              <a:latin typeface="Times New Roman"/>
              <a:cs typeface="Times New Roman"/>
            </a:endParaRPr>
          </a:p>
          <a:p>
            <a:pPr marL="1508125" indent="-328295">
              <a:lnSpc>
                <a:spcPct val="100000"/>
              </a:lnSpc>
              <a:spcBef>
                <a:spcPts val="1595"/>
              </a:spcBef>
              <a:buFont typeface="Times New Roman"/>
              <a:buAutoNum type="arabicPeriod"/>
              <a:tabLst>
                <a:tab pos="1508760" algn="l"/>
                <a:tab pos="1509395" algn="l"/>
              </a:tabLst>
            </a:pPr>
            <a:r>
              <a:rPr i="1" spc="280" dirty="0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sz="2175" i="1" spc="419" baseline="28735" dirty="0">
                <a:solidFill>
                  <a:srgbClr val="231F20"/>
                </a:solidFill>
                <a:latin typeface="Menlo"/>
                <a:cs typeface="Menlo"/>
              </a:rPr>
              <a:t>∗</a:t>
            </a:r>
            <a:r>
              <a:rPr sz="2050" spc="28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28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2175" i="1" spc="419" baseline="-11494" dirty="0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r>
              <a:rPr sz="2175" i="1" spc="-270" baseline="-1149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12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210" dirty="0">
                <a:solidFill>
                  <a:srgbClr val="231F20"/>
                </a:solidFill>
                <a:latin typeface="Menlo"/>
                <a:cs typeface="Menlo"/>
              </a:rPr>
              <a:t>/</a:t>
            </a:r>
            <a:r>
              <a:rPr sz="2050" spc="210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205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440" dirty="0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sz="2050" i="1" spc="-29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22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22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2175" i="1" spc="330" baseline="-11494" dirty="0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r>
              <a:rPr sz="2175" i="1" spc="-262" baseline="-1149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12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spc="-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srgbClr val="231F20"/>
                </a:solidFill>
              </a:rPr>
              <a:t>for </a:t>
            </a:r>
            <a:r>
              <a:rPr sz="2050" dirty="0">
                <a:solidFill>
                  <a:srgbClr val="231F20"/>
                </a:solidFill>
              </a:rPr>
              <a:t>all </a:t>
            </a:r>
            <a:r>
              <a:rPr sz="2050" i="1" spc="280" dirty="0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endParaRPr sz="2050">
              <a:latin typeface="Times New Roman"/>
              <a:cs typeface="Times New Roman"/>
            </a:endParaRPr>
          </a:p>
          <a:p>
            <a:pPr marL="1035685" marR="17780">
              <a:lnSpc>
                <a:spcPct val="118000"/>
              </a:lnSpc>
              <a:spcBef>
                <a:spcPts val="1145"/>
              </a:spcBef>
            </a:pPr>
            <a:r>
              <a:rPr dirty="0">
                <a:solidFill>
                  <a:srgbClr val="231F20"/>
                </a:solidFill>
              </a:rPr>
              <a:t>Based </a:t>
            </a:r>
            <a:r>
              <a:rPr spc="5" dirty="0">
                <a:solidFill>
                  <a:srgbClr val="231F20"/>
                </a:solidFill>
              </a:rPr>
              <a:t>on the </a:t>
            </a:r>
            <a:r>
              <a:rPr dirty="0">
                <a:solidFill>
                  <a:srgbClr val="231F20"/>
                </a:solidFill>
              </a:rPr>
              <a:t>training data alone, there is </a:t>
            </a:r>
            <a:r>
              <a:rPr spc="5" dirty="0">
                <a:solidFill>
                  <a:srgbClr val="231F20"/>
                </a:solidFill>
              </a:rPr>
              <a:t>no </a:t>
            </a:r>
            <a:r>
              <a:rPr dirty="0">
                <a:solidFill>
                  <a:srgbClr val="231F20"/>
                </a:solidFill>
              </a:rPr>
              <a:t>means of choosing which  function </a:t>
            </a:r>
            <a:r>
              <a:rPr spc="5" dirty="0">
                <a:solidFill>
                  <a:srgbClr val="231F20"/>
                </a:solidFill>
              </a:rPr>
              <a:t>is </a:t>
            </a:r>
            <a:r>
              <a:rPr spc="-15" dirty="0">
                <a:solidFill>
                  <a:srgbClr val="231F20"/>
                </a:solidFill>
              </a:rPr>
              <a:t>better. </a:t>
            </a:r>
            <a:r>
              <a:rPr spc="5" dirty="0">
                <a:solidFill>
                  <a:srgbClr val="231F20"/>
                </a:solidFill>
              </a:rPr>
              <a:t>On </a:t>
            </a:r>
            <a:r>
              <a:rPr dirty="0">
                <a:solidFill>
                  <a:srgbClr val="231F20"/>
                </a:solidFill>
              </a:rPr>
              <a:t>the test set </a:t>
            </a:r>
            <a:r>
              <a:rPr spc="-20" dirty="0">
                <a:solidFill>
                  <a:srgbClr val="231F20"/>
                </a:solidFill>
              </a:rPr>
              <a:t>however </a:t>
            </a:r>
            <a:r>
              <a:rPr spc="-10" dirty="0">
                <a:solidFill>
                  <a:srgbClr val="231F20"/>
                </a:solidFill>
              </a:rPr>
              <a:t>they </a:t>
            </a:r>
            <a:r>
              <a:rPr spc="-20" dirty="0">
                <a:solidFill>
                  <a:srgbClr val="231F20"/>
                </a:solidFill>
              </a:rPr>
              <a:t>give </a:t>
            </a:r>
            <a:r>
              <a:rPr spc="-5" dirty="0">
                <a:solidFill>
                  <a:srgbClr val="231F20"/>
                </a:solidFill>
              </a:rPr>
              <a:t>different </a:t>
            </a:r>
            <a:r>
              <a:rPr dirty="0">
                <a:solidFill>
                  <a:srgbClr val="231F20"/>
                </a:solidFill>
              </a:rPr>
              <a:t>results. </a:t>
            </a:r>
            <a:r>
              <a:rPr spc="5" dirty="0">
                <a:solidFill>
                  <a:srgbClr val="231F20"/>
                </a:solidFill>
              </a:rPr>
              <a:t>So  </a:t>
            </a:r>
            <a:r>
              <a:rPr dirty="0">
                <a:solidFill>
                  <a:srgbClr val="231F20"/>
                </a:solidFill>
              </a:rPr>
              <a:t>generalization </a:t>
            </a:r>
            <a:r>
              <a:rPr spc="5" dirty="0">
                <a:solidFill>
                  <a:srgbClr val="231F20"/>
                </a:solidFill>
              </a:rPr>
              <a:t>is </a:t>
            </a:r>
            <a:r>
              <a:rPr dirty="0">
                <a:solidFill>
                  <a:srgbClr val="231F20"/>
                </a:solidFill>
              </a:rPr>
              <a:t>not</a:t>
            </a:r>
            <a:r>
              <a:rPr spc="20" dirty="0">
                <a:solidFill>
                  <a:srgbClr val="231F20"/>
                </a:solidFill>
              </a:rPr>
              <a:t> </a:t>
            </a:r>
            <a:r>
              <a:rPr dirty="0">
                <a:solidFill>
                  <a:srgbClr val="231F20"/>
                </a:solidFill>
              </a:rPr>
              <a:t>guaranteed.</a:t>
            </a:r>
          </a:p>
          <a:p>
            <a:pPr marL="1108710">
              <a:lnSpc>
                <a:spcPct val="100000"/>
              </a:lnSpc>
              <a:spcBef>
                <a:spcPts val="1340"/>
              </a:spcBef>
            </a:pPr>
            <a:r>
              <a:rPr spc="445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i="1" spc="445" dirty="0">
                <a:solidFill>
                  <a:srgbClr val="231F20"/>
                </a:solidFill>
                <a:latin typeface="Menlo"/>
                <a:cs typeface="Menlo"/>
              </a:rPr>
              <a:t>⇒</a:t>
            </a:r>
            <a:r>
              <a:rPr i="1" spc="-90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pc="5" dirty="0">
                <a:solidFill>
                  <a:srgbClr val="231F20"/>
                </a:solidFill>
              </a:rPr>
              <a:t>a </a:t>
            </a:r>
            <a:r>
              <a:rPr dirty="0">
                <a:solidFill>
                  <a:srgbClr val="231F20"/>
                </a:solidFill>
              </a:rPr>
              <a:t>restriction </a:t>
            </a:r>
            <a:r>
              <a:rPr spc="5" dirty="0">
                <a:solidFill>
                  <a:srgbClr val="231F20"/>
                </a:solidFill>
              </a:rPr>
              <a:t>must be </a:t>
            </a:r>
            <a:r>
              <a:rPr dirty="0">
                <a:solidFill>
                  <a:srgbClr val="231F20"/>
                </a:solidFill>
              </a:rPr>
              <a:t>placed </a:t>
            </a:r>
            <a:r>
              <a:rPr spc="5" dirty="0">
                <a:solidFill>
                  <a:srgbClr val="231F20"/>
                </a:solidFill>
              </a:rPr>
              <a:t>on </a:t>
            </a:r>
            <a:r>
              <a:rPr dirty="0">
                <a:solidFill>
                  <a:srgbClr val="231F20"/>
                </a:solidFill>
              </a:rPr>
              <a:t>the functions that </a:t>
            </a:r>
            <a:r>
              <a:rPr spc="5" dirty="0">
                <a:solidFill>
                  <a:srgbClr val="231F20"/>
                </a:solidFill>
              </a:rPr>
              <a:t>we </a:t>
            </a:r>
            <a:r>
              <a:rPr spc="-30" dirty="0">
                <a:solidFill>
                  <a:srgbClr val="231F20"/>
                </a:solidFill>
              </a:rPr>
              <a:t>allow.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875867"/>
            <a:ext cx="593471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79120" algn="l"/>
              </a:tabLst>
            </a:pPr>
            <a:r>
              <a:rPr spc="10" dirty="0"/>
              <a:t>9	Empirical Risk and the true</a:t>
            </a:r>
            <a:r>
              <a:rPr spc="-75" dirty="0"/>
              <a:t> </a:t>
            </a:r>
            <a:r>
              <a:rPr spc="10" dirty="0"/>
              <a:t>Risk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22880" y="3199614"/>
            <a:ext cx="229997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50" i="1" spc="204" dirty="0">
                <a:latin typeface="Times New Roman"/>
                <a:cs typeface="Times New Roman"/>
              </a:rPr>
              <a:t>R</a:t>
            </a:r>
            <a:r>
              <a:rPr sz="2050" spc="204" dirty="0">
                <a:latin typeface="Arial"/>
                <a:cs typeface="Arial"/>
              </a:rPr>
              <a:t>(</a:t>
            </a:r>
            <a:r>
              <a:rPr sz="2050" i="1" spc="204" dirty="0">
                <a:latin typeface="Times New Roman"/>
                <a:cs typeface="Times New Roman"/>
              </a:rPr>
              <a:t>α</a:t>
            </a:r>
            <a:r>
              <a:rPr sz="2050" spc="204" dirty="0">
                <a:latin typeface="Arial"/>
                <a:cs typeface="Arial"/>
              </a:rPr>
              <a:t>) </a:t>
            </a:r>
            <a:r>
              <a:rPr sz="2050" i="1" spc="370" dirty="0">
                <a:latin typeface="Menlo"/>
                <a:cs typeface="Menlo"/>
              </a:rPr>
              <a:t>≤</a:t>
            </a:r>
            <a:r>
              <a:rPr sz="2050" i="1" spc="-915" dirty="0">
                <a:latin typeface="Menlo"/>
                <a:cs typeface="Menlo"/>
              </a:rPr>
              <a:t> </a:t>
            </a:r>
            <a:r>
              <a:rPr sz="2050" i="1" spc="305" dirty="0">
                <a:latin typeface="Times New Roman"/>
                <a:cs typeface="Times New Roman"/>
              </a:rPr>
              <a:t>R</a:t>
            </a:r>
            <a:r>
              <a:rPr sz="2175" i="1" spc="457" baseline="-11494" dirty="0">
                <a:latin typeface="Times New Roman"/>
                <a:cs typeface="Times New Roman"/>
              </a:rPr>
              <a:t>emp</a:t>
            </a:r>
            <a:r>
              <a:rPr sz="2050" spc="305" dirty="0">
                <a:latin typeface="Arial"/>
                <a:cs typeface="Arial"/>
              </a:rPr>
              <a:t>(</a:t>
            </a:r>
            <a:r>
              <a:rPr sz="2050" i="1" spc="305" dirty="0">
                <a:latin typeface="Times New Roman"/>
                <a:cs typeface="Times New Roman"/>
              </a:rPr>
              <a:t>α</a:t>
            </a:r>
            <a:r>
              <a:rPr sz="2050" spc="305" dirty="0">
                <a:latin typeface="Arial"/>
                <a:cs typeface="Arial"/>
              </a:rPr>
              <a:t>)+</a:t>
            </a:r>
            <a:r>
              <a:rPr sz="2050" spc="-114" dirty="0"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5045" y="1690278"/>
            <a:ext cx="7648575" cy="1323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2050" spc="-40" dirty="0">
                <a:latin typeface="Times New Roman"/>
                <a:cs typeface="Times New Roman"/>
              </a:rPr>
              <a:t>Vapnik </a:t>
            </a:r>
            <a:r>
              <a:rPr sz="2050" spc="10" dirty="0">
                <a:latin typeface="Times New Roman"/>
                <a:cs typeface="Times New Roman"/>
              </a:rPr>
              <a:t>&amp; </a:t>
            </a:r>
            <a:r>
              <a:rPr sz="2050" dirty="0">
                <a:latin typeface="Times New Roman"/>
                <a:cs typeface="Times New Roman"/>
              </a:rPr>
              <a:t>Chervonenkis </a:t>
            </a:r>
            <a:r>
              <a:rPr sz="2050" spc="-5" dirty="0">
                <a:latin typeface="Times New Roman"/>
                <a:cs typeface="Times New Roman"/>
              </a:rPr>
              <a:t>showed </a:t>
            </a:r>
            <a:r>
              <a:rPr sz="2050" dirty="0">
                <a:latin typeface="Times New Roman"/>
                <a:cs typeface="Times New Roman"/>
              </a:rPr>
              <a:t>that an upper bound </a:t>
            </a:r>
            <a:r>
              <a:rPr sz="2050" spc="5" dirty="0">
                <a:latin typeface="Times New Roman"/>
                <a:cs typeface="Times New Roman"/>
              </a:rPr>
              <a:t>on </a:t>
            </a:r>
            <a:r>
              <a:rPr sz="2050" dirty="0">
                <a:latin typeface="Times New Roman"/>
                <a:cs typeface="Times New Roman"/>
              </a:rPr>
              <a:t>the true risk can  </a:t>
            </a:r>
            <a:r>
              <a:rPr sz="2050" spc="5" dirty="0">
                <a:latin typeface="Times New Roman"/>
                <a:cs typeface="Times New Roman"/>
              </a:rPr>
              <a:t>be </a:t>
            </a:r>
            <a:r>
              <a:rPr sz="2050" spc="-15" dirty="0">
                <a:latin typeface="Times New Roman"/>
                <a:cs typeface="Times New Roman"/>
              </a:rPr>
              <a:t>given </a:t>
            </a:r>
            <a:r>
              <a:rPr sz="2050" spc="5" dirty="0">
                <a:latin typeface="Times New Roman"/>
                <a:cs typeface="Times New Roman"/>
              </a:rPr>
              <a:t>by the </a:t>
            </a:r>
            <a:r>
              <a:rPr sz="2050" dirty="0">
                <a:latin typeface="Times New Roman"/>
                <a:cs typeface="Times New Roman"/>
              </a:rPr>
              <a:t>empirical risk </a:t>
            </a:r>
            <a:r>
              <a:rPr sz="2050" spc="5" dirty="0">
                <a:latin typeface="Times New Roman"/>
                <a:cs typeface="Times New Roman"/>
              </a:rPr>
              <a:t>+ </a:t>
            </a:r>
            <a:r>
              <a:rPr sz="2050" dirty="0">
                <a:latin typeface="Times New Roman"/>
                <a:cs typeface="Times New Roman"/>
              </a:rPr>
              <a:t>an additional</a:t>
            </a:r>
            <a:r>
              <a:rPr sz="2050" spc="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term:</a:t>
            </a:r>
            <a:endParaRPr sz="2050">
              <a:latin typeface="Times New Roman"/>
              <a:cs typeface="Times New Roman"/>
            </a:endParaRPr>
          </a:p>
          <a:p>
            <a:pPr marR="339090" algn="ctr">
              <a:lnSpc>
                <a:spcPct val="100000"/>
              </a:lnSpc>
              <a:spcBef>
                <a:spcPts val="1955"/>
              </a:spcBef>
            </a:pPr>
            <a:r>
              <a:rPr sz="2050" spc="1495" dirty="0">
                <a:latin typeface="Arial"/>
                <a:cs typeface="Arial"/>
              </a:rPr>
              <a:t>I</a:t>
            </a:r>
            <a:endParaRPr sz="20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47969" y="2943758"/>
            <a:ext cx="2720340" cy="0"/>
          </a:xfrm>
          <a:custGeom>
            <a:avLst/>
            <a:gdLst/>
            <a:ahLst/>
            <a:cxnLst/>
            <a:rect l="l" t="t" r="r" b="b"/>
            <a:pathLst>
              <a:path w="2720340">
                <a:moveTo>
                  <a:pt x="0" y="0"/>
                </a:moveTo>
                <a:lnTo>
                  <a:pt x="2720339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67426" y="3006051"/>
            <a:ext cx="72390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i="1" spc="75" dirty="0">
                <a:latin typeface="Times New Roman"/>
                <a:cs typeface="Times New Roman"/>
              </a:rPr>
              <a:t>h</a:t>
            </a:r>
            <a:r>
              <a:rPr sz="2050" spc="75" dirty="0">
                <a:latin typeface="Arial"/>
                <a:cs typeface="Arial"/>
              </a:rPr>
              <a:t>(</a:t>
            </a:r>
            <a:r>
              <a:rPr sz="2050" i="1" spc="75" dirty="0">
                <a:latin typeface="Times New Roman"/>
                <a:cs typeface="Times New Roman"/>
              </a:rPr>
              <a:t>log</a:t>
            </a:r>
            <a:r>
              <a:rPr sz="2050" spc="75" dirty="0">
                <a:latin typeface="Arial"/>
                <a:cs typeface="Arial"/>
              </a:rPr>
              <a:t>(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97421" y="2982671"/>
            <a:ext cx="316865" cy="43942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97790" marR="5080" indent="-85725">
              <a:lnSpc>
                <a:spcPts val="1520"/>
              </a:lnSpc>
              <a:spcBef>
                <a:spcPts val="330"/>
              </a:spcBef>
            </a:pPr>
            <a:r>
              <a:rPr sz="1450" u="sng" spc="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1450" i="1" u="sng" spc="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 </a:t>
            </a:r>
            <a:r>
              <a:rPr sz="1450" i="1" spc="145" dirty="0">
                <a:latin typeface="Times New Roman"/>
                <a:cs typeface="Times New Roman"/>
              </a:rPr>
              <a:t> </a:t>
            </a:r>
            <a:r>
              <a:rPr sz="1450" i="1" spc="240" dirty="0">
                <a:latin typeface="Times New Roman"/>
                <a:cs typeface="Times New Roman"/>
              </a:rPr>
              <a:t>h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72297" y="2968955"/>
            <a:ext cx="13398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u="sng" spc="1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η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78393" y="3176219"/>
            <a:ext cx="1301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9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78421" y="3006051"/>
            <a:ext cx="156972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454150" algn="l"/>
              </a:tabLst>
            </a:pPr>
            <a:r>
              <a:rPr sz="2050" spc="409" dirty="0">
                <a:latin typeface="Arial"/>
                <a:cs typeface="Arial"/>
              </a:rPr>
              <a:t>+</a:t>
            </a:r>
            <a:r>
              <a:rPr sz="2050" spc="-114" dirty="0">
                <a:latin typeface="Arial"/>
                <a:cs typeface="Arial"/>
              </a:rPr>
              <a:t> 1</a:t>
            </a:r>
            <a:r>
              <a:rPr sz="2050" spc="120" dirty="0">
                <a:latin typeface="Arial"/>
                <a:cs typeface="Arial"/>
              </a:rPr>
              <a:t>)</a:t>
            </a:r>
            <a:r>
              <a:rPr sz="2050" spc="-105" dirty="0">
                <a:latin typeface="Arial"/>
                <a:cs typeface="Arial"/>
              </a:rPr>
              <a:t> </a:t>
            </a:r>
            <a:r>
              <a:rPr sz="2050" i="1" spc="370" dirty="0">
                <a:latin typeface="Menlo"/>
                <a:cs typeface="Menlo"/>
              </a:rPr>
              <a:t>−</a:t>
            </a:r>
            <a:r>
              <a:rPr sz="2050" i="1" spc="-780" dirty="0">
                <a:latin typeface="Menlo"/>
                <a:cs typeface="Menlo"/>
              </a:rPr>
              <a:t> </a:t>
            </a:r>
            <a:r>
              <a:rPr sz="2050" i="1" spc="35" dirty="0">
                <a:latin typeface="Times New Roman"/>
                <a:cs typeface="Times New Roman"/>
              </a:rPr>
              <a:t>l</a:t>
            </a:r>
            <a:r>
              <a:rPr sz="2050" i="1" spc="5" dirty="0">
                <a:latin typeface="Times New Roman"/>
                <a:cs typeface="Times New Roman"/>
              </a:rPr>
              <a:t>o</a:t>
            </a:r>
            <a:r>
              <a:rPr sz="2050" i="1" spc="30" dirty="0">
                <a:latin typeface="Times New Roman"/>
                <a:cs typeface="Times New Roman"/>
              </a:rPr>
              <a:t>g</a:t>
            </a:r>
            <a:r>
              <a:rPr sz="2050" spc="120" dirty="0">
                <a:latin typeface="Arial"/>
                <a:cs typeface="Arial"/>
              </a:rPr>
              <a:t>(</a:t>
            </a:r>
            <a:r>
              <a:rPr sz="2050" dirty="0">
                <a:latin typeface="Arial"/>
                <a:cs typeface="Arial"/>
              </a:rPr>
              <a:t>	</a:t>
            </a:r>
            <a:r>
              <a:rPr sz="2050" spc="120" dirty="0"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79973" y="3408578"/>
            <a:ext cx="2656840" cy="0"/>
          </a:xfrm>
          <a:custGeom>
            <a:avLst/>
            <a:gdLst/>
            <a:ahLst/>
            <a:cxnLst/>
            <a:rect l="l" t="t" r="r" b="b"/>
            <a:pathLst>
              <a:path w="2656840">
                <a:moveTo>
                  <a:pt x="0" y="0"/>
                </a:moveTo>
                <a:lnTo>
                  <a:pt x="2656332" y="0"/>
                </a:lnTo>
              </a:path>
            </a:pathLst>
          </a:custGeom>
          <a:ln w="10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779006" y="3379432"/>
            <a:ext cx="255904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i="1" spc="330" dirty="0">
                <a:latin typeface="Times New Roman"/>
                <a:cs typeface="Times New Roman"/>
              </a:rPr>
              <a:t>m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64945" y="3786340"/>
            <a:ext cx="7790815" cy="29908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dirty="0">
                <a:latin typeface="Times New Roman"/>
                <a:cs typeface="Times New Roman"/>
              </a:rPr>
              <a:t>where </a:t>
            </a:r>
            <a:r>
              <a:rPr sz="2050" i="1" spc="165" dirty="0">
                <a:latin typeface="Times New Roman"/>
                <a:cs typeface="Times New Roman"/>
              </a:rPr>
              <a:t>h </a:t>
            </a:r>
            <a:r>
              <a:rPr sz="2050" dirty="0">
                <a:latin typeface="Times New Roman"/>
                <a:cs typeface="Times New Roman"/>
              </a:rPr>
              <a:t>is the </a:t>
            </a:r>
            <a:r>
              <a:rPr sz="2050" spc="5" dirty="0">
                <a:latin typeface="Times New Roman"/>
                <a:cs typeface="Times New Roman"/>
              </a:rPr>
              <a:t>VC </a:t>
            </a:r>
            <a:r>
              <a:rPr sz="2050" dirty="0">
                <a:latin typeface="Times New Roman"/>
                <a:cs typeface="Times New Roman"/>
              </a:rPr>
              <a:t>dimension of the set of functions parameterized </a:t>
            </a:r>
            <a:r>
              <a:rPr sz="2050" spc="5" dirty="0">
                <a:latin typeface="Times New Roman"/>
                <a:cs typeface="Times New Roman"/>
              </a:rPr>
              <a:t>by </a:t>
            </a:r>
            <a:r>
              <a:rPr sz="2050" i="1" spc="125" dirty="0">
                <a:latin typeface="Times New Roman"/>
                <a:cs typeface="Times New Roman"/>
              </a:rPr>
              <a:t>α</a:t>
            </a:r>
            <a:r>
              <a:rPr sz="2050" spc="125" dirty="0"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  <a:p>
            <a:pPr marL="485140" indent="-262255">
              <a:lnSpc>
                <a:spcPct val="100000"/>
              </a:lnSpc>
              <a:spcBef>
                <a:spcPts val="1595"/>
              </a:spcBef>
              <a:buFont typeface="Menlo"/>
              <a:buChar char="•"/>
              <a:tabLst>
                <a:tab pos="485140" algn="l"/>
              </a:tabLst>
            </a:pP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The VC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dimension of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a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set of functions is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a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measure of their</a:t>
            </a:r>
            <a:r>
              <a:rPr sz="2050" spc="1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dirty="0">
                <a:solidFill>
                  <a:srgbClr val="231F20"/>
                </a:solidFill>
                <a:latin typeface="Times New Roman"/>
                <a:cs typeface="Times New Roman"/>
              </a:rPr>
              <a:t>capacity</a:t>
            </a:r>
            <a:endParaRPr sz="205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  <a:spcBef>
                <a:spcPts val="445"/>
              </a:spcBef>
            </a:pP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or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 complexity.</a:t>
            </a:r>
            <a:endParaRPr sz="2050">
              <a:latin typeface="Times New Roman"/>
              <a:cs typeface="Times New Roman"/>
            </a:endParaRPr>
          </a:p>
          <a:p>
            <a:pPr marL="484505" marR="891540" indent="-262255">
              <a:lnSpc>
                <a:spcPct val="118500"/>
              </a:lnSpc>
              <a:spcBef>
                <a:spcPts val="1130"/>
              </a:spcBef>
              <a:buFont typeface="Menlo"/>
              <a:buChar char="•"/>
              <a:tabLst>
                <a:tab pos="485140" algn="l"/>
              </a:tabLst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If you can describe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a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lot of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different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phenomena with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a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set of  functions then the 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value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of </a:t>
            </a:r>
            <a:r>
              <a:rPr sz="20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h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is</a:t>
            </a:r>
            <a:r>
              <a:rPr sz="2050" spc="-114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large.</a:t>
            </a:r>
            <a:endParaRPr sz="2050">
              <a:latin typeface="Times New Roman"/>
              <a:cs typeface="Times New Roman"/>
            </a:endParaRPr>
          </a:p>
          <a:p>
            <a:pPr marL="12700" marR="376555">
              <a:lnSpc>
                <a:spcPct val="118000"/>
              </a:lnSpc>
              <a:spcBef>
                <a:spcPts val="1140"/>
              </a:spcBef>
            </a:pPr>
            <a:r>
              <a:rPr sz="205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[VC </a:t>
            </a:r>
            <a:r>
              <a:rPr sz="2050" i="1" dirty="0">
                <a:solidFill>
                  <a:srgbClr val="0000FF"/>
                </a:solidFill>
                <a:latin typeface="Times New Roman"/>
                <a:cs typeface="Times New Roman"/>
              </a:rPr>
              <a:t>dim </a:t>
            </a:r>
            <a:r>
              <a:rPr sz="2050" i="1" spc="10" dirty="0">
                <a:solidFill>
                  <a:srgbClr val="0000FF"/>
                </a:solidFill>
                <a:latin typeface="Times New Roman"/>
                <a:cs typeface="Times New Roman"/>
              </a:rPr>
              <a:t>= </a:t>
            </a:r>
            <a:r>
              <a:rPr sz="205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the </a:t>
            </a:r>
            <a:r>
              <a:rPr sz="2050" i="1" dirty="0">
                <a:solidFill>
                  <a:srgbClr val="0000FF"/>
                </a:solidFill>
                <a:latin typeface="Times New Roman"/>
                <a:cs typeface="Times New Roman"/>
              </a:rPr>
              <a:t>maximum number of points that can </a:t>
            </a:r>
            <a:r>
              <a:rPr sz="205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be </a:t>
            </a:r>
            <a:r>
              <a:rPr sz="205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separated </a:t>
            </a:r>
            <a:r>
              <a:rPr sz="2050" i="1" dirty="0">
                <a:solidFill>
                  <a:srgbClr val="0000FF"/>
                </a:solidFill>
                <a:latin typeface="Times New Roman"/>
                <a:cs typeface="Times New Roman"/>
              </a:rPr>
              <a:t>in all  possible </a:t>
            </a:r>
            <a:r>
              <a:rPr sz="205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ways by </a:t>
            </a:r>
            <a:r>
              <a:rPr sz="2050" i="1" dirty="0">
                <a:solidFill>
                  <a:srgbClr val="0000FF"/>
                </a:solidFill>
                <a:latin typeface="Times New Roman"/>
                <a:cs typeface="Times New Roman"/>
              </a:rPr>
              <a:t>that set of</a:t>
            </a:r>
            <a:r>
              <a:rPr sz="2050" i="1" spc="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dirty="0">
                <a:solidFill>
                  <a:srgbClr val="0000FF"/>
                </a:solidFill>
                <a:latin typeface="Times New Roman"/>
                <a:cs typeface="Times New Roman"/>
              </a:rPr>
              <a:t>functions.]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1159332"/>
            <a:ext cx="320675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10	</a:t>
            </a:r>
            <a:r>
              <a:rPr spc="15" dirty="0"/>
              <a:t>VC</a:t>
            </a:r>
            <a:r>
              <a:rPr spc="-60" dirty="0"/>
              <a:t> </a:t>
            </a:r>
            <a:r>
              <a:rPr spc="10" dirty="0"/>
              <a:t>dimension: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2345" y="1979816"/>
            <a:ext cx="7807959" cy="1141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17780">
              <a:lnSpc>
                <a:spcPct val="119000"/>
              </a:lnSpc>
              <a:spcBef>
                <a:spcPts val="95"/>
              </a:spcBef>
            </a:pPr>
            <a:r>
              <a:rPr sz="2050" spc="5" dirty="0">
                <a:latin typeface="Times New Roman"/>
                <a:cs typeface="Times New Roman"/>
              </a:rPr>
              <a:t>The VC </a:t>
            </a:r>
            <a:r>
              <a:rPr sz="2050" dirty="0">
                <a:latin typeface="Times New Roman"/>
                <a:cs typeface="Times New Roman"/>
              </a:rPr>
              <a:t>dimension of </a:t>
            </a:r>
            <a:r>
              <a:rPr sz="2050" spc="5" dirty="0">
                <a:latin typeface="Times New Roman"/>
                <a:cs typeface="Times New Roman"/>
              </a:rPr>
              <a:t>a </a:t>
            </a:r>
            <a:r>
              <a:rPr sz="2050" dirty="0">
                <a:latin typeface="Times New Roman"/>
                <a:cs typeface="Times New Roman"/>
              </a:rPr>
              <a:t>set of functions is the </a:t>
            </a:r>
            <a:r>
              <a:rPr sz="2050" spc="5" dirty="0">
                <a:latin typeface="Times New Roman"/>
                <a:cs typeface="Times New Roman"/>
              </a:rPr>
              <a:t>maximum </a:t>
            </a:r>
            <a:r>
              <a:rPr sz="2050" dirty="0">
                <a:latin typeface="Times New Roman"/>
                <a:cs typeface="Times New Roman"/>
              </a:rPr>
              <a:t>number of points  that can </a:t>
            </a:r>
            <a:r>
              <a:rPr sz="2050" spc="5" dirty="0">
                <a:latin typeface="Times New Roman"/>
                <a:cs typeface="Times New Roman"/>
              </a:rPr>
              <a:t>be </a:t>
            </a:r>
            <a:r>
              <a:rPr sz="2050" dirty="0">
                <a:latin typeface="Times New Roman"/>
                <a:cs typeface="Times New Roman"/>
              </a:rPr>
              <a:t>separated </a:t>
            </a:r>
            <a:r>
              <a:rPr sz="2050" spc="5" dirty="0">
                <a:latin typeface="Times New Roman"/>
                <a:cs typeface="Times New Roman"/>
              </a:rPr>
              <a:t>in </a:t>
            </a:r>
            <a:r>
              <a:rPr sz="2050" dirty="0">
                <a:latin typeface="Times New Roman"/>
                <a:cs typeface="Times New Roman"/>
              </a:rPr>
              <a:t>all possible </a:t>
            </a:r>
            <a:r>
              <a:rPr sz="2050" spc="-5" dirty="0">
                <a:latin typeface="Times New Roman"/>
                <a:cs typeface="Times New Roman"/>
              </a:rPr>
              <a:t>ways </a:t>
            </a:r>
            <a:r>
              <a:rPr sz="2050" spc="5" dirty="0">
                <a:latin typeface="Times New Roman"/>
                <a:cs typeface="Times New Roman"/>
              </a:rPr>
              <a:t>by </a:t>
            </a:r>
            <a:r>
              <a:rPr sz="2050" dirty="0">
                <a:latin typeface="Times New Roman"/>
                <a:cs typeface="Times New Roman"/>
              </a:rPr>
              <a:t>that set of functions. </a:t>
            </a:r>
            <a:r>
              <a:rPr sz="2050" spc="-10" dirty="0">
                <a:latin typeface="Times New Roman"/>
                <a:cs typeface="Times New Roman"/>
              </a:rPr>
              <a:t>For  </a:t>
            </a:r>
            <a:r>
              <a:rPr sz="2050" dirty="0">
                <a:latin typeface="Times New Roman"/>
                <a:cs typeface="Times New Roman"/>
              </a:rPr>
              <a:t>hyperplanes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spc="5" dirty="0">
                <a:latin typeface="Times New Roman"/>
                <a:cs typeface="Times New Roman"/>
              </a:rPr>
              <a:t>in </a:t>
            </a:r>
            <a:r>
              <a:rPr sz="2050" i="1" spc="245" dirty="0">
                <a:latin typeface="Times New Roman"/>
                <a:cs typeface="Times New Roman"/>
              </a:rPr>
              <a:t>R</a:t>
            </a:r>
            <a:r>
              <a:rPr sz="2175" i="1" spc="367" baseline="28735" dirty="0">
                <a:latin typeface="Times New Roman"/>
                <a:cs typeface="Times New Roman"/>
              </a:rPr>
              <a:t>n</a:t>
            </a:r>
            <a:r>
              <a:rPr sz="2050" spc="245" dirty="0">
                <a:latin typeface="Times New Roman"/>
                <a:cs typeface="Times New Roman"/>
              </a:rPr>
              <a:t>,</a:t>
            </a:r>
            <a:r>
              <a:rPr sz="2050" dirty="0">
                <a:latin typeface="Times New Roman"/>
                <a:cs typeface="Times New Roman"/>
              </a:rPr>
              <a:t> </a:t>
            </a:r>
            <a:r>
              <a:rPr sz="2050" spc="5" dirty="0">
                <a:latin typeface="Times New Roman"/>
                <a:cs typeface="Times New Roman"/>
              </a:rPr>
              <a:t>the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spc="5" dirty="0">
                <a:latin typeface="Times New Roman"/>
                <a:cs typeface="Times New Roman"/>
              </a:rPr>
              <a:t>VC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dimension can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spc="5" dirty="0">
                <a:latin typeface="Times New Roman"/>
                <a:cs typeface="Times New Roman"/>
              </a:rPr>
              <a:t>be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spc="-5" dirty="0">
                <a:latin typeface="Times New Roman"/>
                <a:cs typeface="Times New Roman"/>
              </a:rPr>
              <a:t>shown</a:t>
            </a:r>
            <a:r>
              <a:rPr sz="2050" dirty="0">
                <a:latin typeface="Times New Roman"/>
                <a:cs typeface="Times New Roman"/>
              </a:rPr>
              <a:t> </a:t>
            </a:r>
            <a:r>
              <a:rPr sz="2050" spc="5" dirty="0">
                <a:latin typeface="Times New Roman"/>
                <a:cs typeface="Times New Roman"/>
              </a:rPr>
              <a:t>to</a:t>
            </a:r>
            <a:r>
              <a:rPr sz="2050" dirty="0">
                <a:latin typeface="Times New Roman"/>
                <a:cs typeface="Times New Roman"/>
              </a:rPr>
              <a:t> </a:t>
            </a:r>
            <a:r>
              <a:rPr sz="2050" spc="5" dirty="0">
                <a:latin typeface="Times New Roman"/>
                <a:cs typeface="Times New Roman"/>
              </a:rPr>
              <a:t>be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i="1" spc="210" dirty="0">
                <a:latin typeface="Times New Roman"/>
                <a:cs typeface="Times New Roman"/>
              </a:rPr>
              <a:t>n</a:t>
            </a:r>
            <a:r>
              <a:rPr sz="2050" i="1" spc="-65" dirty="0">
                <a:latin typeface="Times New Roman"/>
                <a:cs typeface="Times New Roman"/>
              </a:rPr>
              <a:t> </a:t>
            </a:r>
            <a:r>
              <a:rPr sz="2050" spc="409" dirty="0">
                <a:latin typeface="Arial"/>
                <a:cs typeface="Arial"/>
              </a:rPr>
              <a:t>+</a:t>
            </a:r>
            <a:r>
              <a:rPr sz="2050" spc="-105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1</a:t>
            </a:r>
            <a:r>
              <a:rPr sz="2050" spc="-55" dirty="0"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23309" y="6045306"/>
            <a:ext cx="1384300" cy="2997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R="5080" algn="just">
              <a:lnSpc>
                <a:spcPts val="300"/>
              </a:lnSpc>
              <a:spcBef>
                <a:spcPts val="160"/>
              </a:spcBef>
            </a:pPr>
            <a:r>
              <a:rPr sz="300" spc="145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  xxxxxxxxxxxxxxxxxxxxxxxxxxxxxxxxxxxx  xxxxxxxxxxxxxxxxxxxxxxxxxxxxxxxxxxxx  xxxxxxxxxxxxxxxxxxxxxxxxxxxxxxxxxxxx  xxxxxxxxxxxxxxxxxxxxxxxxxxxxxxxxxxxx  xxxxxxxxxxxxxxxxxxxxxxxxxxxxxxxxxxxx  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23309" y="5664458"/>
            <a:ext cx="1384300" cy="2616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R="5080">
              <a:lnSpc>
                <a:spcPts val="300"/>
              </a:lnSpc>
              <a:spcBef>
                <a:spcPts val="16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  xxxxxxxxxxxxxxxxxxxxxxxxxxxxxx  xxxxxxxxxxxxxxxxxxxxxxxxxxxxxxxx  xxxxxxxxxxxxxxxxxxxxxxxxxxxxxxxxxx  </a:t>
            </a:r>
            <a:r>
              <a:rPr sz="300" spc="145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  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23309" y="5474035"/>
            <a:ext cx="1003300" cy="2235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R="5080">
              <a:lnSpc>
                <a:spcPts val="300"/>
              </a:lnSpc>
              <a:spcBef>
                <a:spcPts val="16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  xxxxxxxxxxxxxxxxxxxx  xxxxxxxxxxxxxxxxxxxxxx  xxxxxxxxxxxxxxxxxxxxxxxx  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23309" y="5131272"/>
            <a:ext cx="622300" cy="3759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R="499745">
              <a:lnSpc>
                <a:spcPts val="300"/>
              </a:lnSpc>
              <a:spcBef>
                <a:spcPts val="16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  xxx</a:t>
            </a:r>
            <a:endParaRPr sz="300">
              <a:latin typeface="Times New Roman"/>
              <a:cs typeface="Times New Roman"/>
            </a:endParaRPr>
          </a:p>
          <a:p>
            <a:pPr marR="194945">
              <a:lnSpc>
                <a:spcPts val="300"/>
              </a:lnSpc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  xxxxxxx  xxxxxxxxx  xxxxxxxxxxx</a:t>
            </a:r>
            <a:endParaRPr sz="300">
              <a:latin typeface="Times New Roman"/>
              <a:cs typeface="Times New Roman"/>
            </a:endParaRPr>
          </a:p>
          <a:p>
            <a:pPr marR="5080">
              <a:lnSpc>
                <a:spcPts val="300"/>
              </a:lnSpc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  xxxxxxxxxxxxxx  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05694" y="4521306"/>
            <a:ext cx="939800" cy="2616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37465" algn="r">
              <a:lnSpc>
                <a:spcPts val="300"/>
              </a:lnSpc>
              <a:spcBef>
                <a:spcPts val="160"/>
              </a:spcBef>
            </a:pPr>
            <a:r>
              <a:rPr sz="300" spc="145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  xxxxxxxxxxxxxxxxxxxxxxx  xxxxxxxxxxxxxxxxxxxxxxxx  xxxxxxxxxxxxxxxxxxxxxxxx  xxxxxxxxxxxxxxxxxxxxxxxx  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43779" y="4483222"/>
            <a:ext cx="9017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43779" y="4445137"/>
            <a:ext cx="9017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43779" y="4407052"/>
            <a:ext cx="9017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81864" y="4368967"/>
            <a:ext cx="8636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81864" y="4330882"/>
            <a:ext cx="8636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81864" y="3797696"/>
            <a:ext cx="863600" cy="5664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75565" algn="r">
              <a:lnSpc>
                <a:spcPts val="300"/>
              </a:lnSpc>
              <a:spcBef>
                <a:spcPts val="160"/>
              </a:spcBef>
            </a:pPr>
            <a:r>
              <a:rPr sz="300" spc="14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  xxxxxxxxxxxxxxxxxxxx  xxxxxxxxxxxxxxxxxxxx  xxxxxxxxxxxxxxxxxxxx  xxxxxxxxxxxxxxxxxxxx  xxxxxxxxxxxxxxxxxxxxx  xxxxxxxxxxxxxxxxxxxxx  xxxxxxxxxxxxxxxxxxxxx  xxxxxxxxxxxxxxxxxxxxx  xxxxxxxxxxxxxxxxxxxxx  xxxxxxxxxxxxxxxxxxxxxx  xxxxxxxxxxxxxxxxxxxxxx  xxxxxxxxxxxxxxxxxxxxxx  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58033" y="3759611"/>
            <a:ext cx="7874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96118" y="3721526"/>
            <a:ext cx="7493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96118" y="3683441"/>
            <a:ext cx="7493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96118" y="3645356"/>
            <a:ext cx="7493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96118" y="3607272"/>
            <a:ext cx="7493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96118" y="3416848"/>
            <a:ext cx="749300" cy="2235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37465" algn="r">
              <a:lnSpc>
                <a:spcPts val="300"/>
              </a:lnSpc>
              <a:spcBef>
                <a:spcPts val="160"/>
              </a:spcBef>
            </a:pPr>
            <a:r>
              <a:rPr sz="300" spc="14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  xxxxxxxxxxxxxxxxxx  xxxxxxxxxxxxxxxxxx  xxxxxxxxxxxxxxxxxx  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34203" y="3378763"/>
            <a:ext cx="7112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041905" y="3409353"/>
            <a:ext cx="1398905" cy="1369695"/>
          </a:xfrm>
          <a:custGeom>
            <a:avLst/>
            <a:gdLst/>
            <a:ahLst/>
            <a:cxnLst/>
            <a:rect l="l" t="t" r="r" b="b"/>
            <a:pathLst>
              <a:path w="1398904" h="1369695">
                <a:moveTo>
                  <a:pt x="0" y="0"/>
                </a:moveTo>
                <a:lnTo>
                  <a:pt x="0" y="1369085"/>
                </a:lnTo>
                <a:lnTo>
                  <a:pt x="1398384" y="1369085"/>
                </a:lnTo>
                <a:lnTo>
                  <a:pt x="1398384" y="0"/>
                </a:lnTo>
                <a:lnTo>
                  <a:pt x="0" y="0"/>
                </a:lnTo>
                <a:close/>
              </a:path>
            </a:pathLst>
          </a:custGeom>
          <a:ln w="10426">
            <a:solidFill>
              <a:srgbClr val="363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295690" y="3928554"/>
            <a:ext cx="1092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46572" y="3615777"/>
            <a:ext cx="1092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58689" y="4335164"/>
            <a:ext cx="965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434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67627" y="3797513"/>
            <a:ext cx="939800" cy="5283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88265" marR="5080" indent="-76200" algn="r">
              <a:lnSpc>
                <a:spcPts val="300"/>
              </a:lnSpc>
              <a:spcBef>
                <a:spcPts val="160"/>
              </a:spcBef>
            </a:pPr>
            <a:r>
              <a:rPr sz="300" spc="14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  xxxxxxxxxxxxxxxxxxxxxx  xxxxxxxxxxxxxxxxxxxx  xxxxxxxxxxxxxxxxxxx  xxxxxxxxxxxxxxxxx  xxxxxxxxxxxxxxx  xxxxxxxxxxxxx  xxxxxxxxxxx</a:t>
            </a:r>
            <a:endParaRPr sz="300">
              <a:latin typeface="Times New Roman"/>
              <a:cs typeface="Times New Roman"/>
            </a:endParaRPr>
          </a:p>
          <a:p>
            <a:pPr marL="659765" marR="5080" indent="-76200" algn="r">
              <a:lnSpc>
                <a:spcPts val="300"/>
              </a:lnSpc>
            </a:pPr>
            <a:r>
              <a:rPr sz="300" spc="135" dirty="0">
                <a:solidFill>
                  <a:srgbClr val="231F20"/>
                </a:solidFill>
                <a:latin typeface="Times New Roman"/>
                <a:cs typeface="Times New Roman"/>
              </a:rPr>
              <a:t>xxxxxxxxx  xxxxxxx  xxxxx  xxx</a:t>
            </a:r>
            <a:endParaRPr sz="300">
              <a:latin typeface="Times New Roman"/>
              <a:cs typeface="Times New Roman"/>
            </a:endParaRPr>
          </a:p>
          <a:p>
            <a:pPr marR="5080" algn="r">
              <a:lnSpc>
                <a:spcPts val="300"/>
              </a:lnSpc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91457" y="3759428"/>
            <a:ext cx="10160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15288" y="3721343"/>
            <a:ext cx="10922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39118" y="3683258"/>
            <a:ext cx="11684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62948" y="3645174"/>
            <a:ext cx="12446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86779" y="3607089"/>
            <a:ext cx="13208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10609" y="3416665"/>
            <a:ext cx="1397000" cy="2235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ts val="300"/>
              </a:lnSpc>
              <a:spcBef>
                <a:spcPts val="160"/>
              </a:spcBef>
            </a:pPr>
            <a:r>
              <a:rPr sz="300" spc="145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  xxxxxxxxxxxxxxxxxxxxxxxxxxxxxxxxxxxx  xxxxxxxxxxxxxxxxxxxxxxxxxxxxxxxxxxxx  xxxxxxxxxxxxxxxxxxxxxxxxxxxxxxxxxxxx  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10609" y="3378580"/>
            <a:ext cx="13970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619081" y="3405695"/>
            <a:ext cx="1398905" cy="1369695"/>
          </a:xfrm>
          <a:custGeom>
            <a:avLst/>
            <a:gdLst/>
            <a:ahLst/>
            <a:cxnLst/>
            <a:rect l="l" t="t" r="r" b="b"/>
            <a:pathLst>
              <a:path w="1398904" h="1369695">
                <a:moveTo>
                  <a:pt x="0" y="0"/>
                </a:moveTo>
                <a:lnTo>
                  <a:pt x="0" y="1369085"/>
                </a:lnTo>
                <a:lnTo>
                  <a:pt x="1398384" y="1369085"/>
                </a:lnTo>
                <a:lnTo>
                  <a:pt x="1398384" y="0"/>
                </a:lnTo>
                <a:lnTo>
                  <a:pt x="0" y="0"/>
                </a:lnTo>
                <a:close/>
              </a:path>
            </a:pathLst>
          </a:custGeom>
          <a:ln w="10426">
            <a:solidFill>
              <a:srgbClr val="363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873284" y="3924388"/>
            <a:ext cx="1092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23949" y="3611611"/>
            <a:ext cx="1092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36283" y="4330999"/>
            <a:ext cx="1092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172709" y="4521306"/>
            <a:ext cx="1435100" cy="2616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ts val="300"/>
              </a:lnSpc>
              <a:spcBef>
                <a:spcPts val="160"/>
              </a:spcBef>
            </a:pPr>
            <a:r>
              <a:rPr sz="300" spc="145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  xxxxxxxxxxxxxxxxxxxxxxxxxxxxxxxxxxxxx  xxxxxxxxxxxxxxxxxxxxxxxxxxxxxxxxxxxxx  xxxxxxxxxxxxxxxxxxxxxxxxxxxxxxxxxxxxx  xxxxxxxxxxxxxxxxxxxxxxxxxxxxxxxxxxxxx  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172709" y="4483222"/>
            <a:ext cx="1435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172709" y="4445137"/>
            <a:ext cx="1435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72709" y="4407052"/>
            <a:ext cx="1435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172709" y="4368967"/>
            <a:ext cx="1435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72709" y="4330882"/>
            <a:ext cx="1435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172709" y="4254713"/>
            <a:ext cx="1435100" cy="1092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300"/>
              </a:lnSpc>
              <a:spcBef>
                <a:spcPts val="160"/>
              </a:spcBef>
            </a:pPr>
            <a:r>
              <a:rPr sz="300" spc="145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  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591642" y="4178543"/>
            <a:ext cx="1016000" cy="1092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570865">
              <a:lnSpc>
                <a:spcPts val="300"/>
              </a:lnSpc>
              <a:spcBef>
                <a:spcPts val="160"/>
              </a:spcBef>
            </a:pPr>
            <a:r>
              <a:rPr sz="300" spc="145" dirty="0">
                <a:solidFill>
                  <a:srgbClr val="231F20"/>
                </a:solidFill>
                <a:latin typeface="Times New Roman"/>
                <a:cs typeface="Times New Roman"/>
              </a:rPr>
              <a:t>xxxxxxxxxxx  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197512" y="3408934"/>
            <a:ext cx="1398905" cy="1369695"/>
          </a:xfrm>
          <a:custGeom>
            <a:avLst/>
            <a:gdLst/>
            <a:ahLst/>
            <a:cxnLst/>
            <a:rect l="l" t="t" r="r" b="b"/>
            <a:pathLst>
              <a:path w="1398904" h="1369695">
                <a:moveTo>
                  <a:pt x="0" y="0"/>
                </a:moveTo>
                <a:lnTo>
                  <a:pt x="0" y="1369085"/>
                </a:lnTo>
                <a:lnTo>
                  <a:pt x="1398384" y="1369085"/>
                </a:lnTo>
                <a:lnTo>
                  <a:pt x="1398384" y="0"/>
                </a:lnTo>
                <a:lnTo>
                  <a:pt x="0" y="0"/>
                </a:lnTo>
                <a:close/>
              </a:path>
            </a:pathLst>
          </a:custGeom>
          <a:ln w="10426">
            <a:solidFill>
              <a:srgbClr val="363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5450662" y="3928554"/>
            <a:ext cx="1092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201327" y="3615777"/>
            <a:ext cx="1092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013661" y="4335164"/>
            <a:ext cx="965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380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734809" y="4521306"/>
            <a:ext cx="1092200" cy="2616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300"/>
              </a:lnSpc>
              <a:spcBef>
                <a:spcPts val="160"/>
              </a:spcBef>
            </a:pPr>
            <a:r>
              <a:rPr sz="300" spc="145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  xxxxxxxxxxxxxxxxxxxxxxxxxxxx  </a:t>
            </a: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  xxxxxxxxxxxxxxxxxxxxxxxxxxx  xxxxxxxxxxxxxxxxxxxxxxxxxxx  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734809" y="4483222"/>
            <a:ext cx="10922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734809" y="4445137"/>
            <a:ext cx="11303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734809" y="4407052"/>
            <a:ext cx="11303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734809" y="4368967"/>
            <a:ext cx="11303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734809" y="4330882"/>
            <a:ext cx="11684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734809" y="4102374"/>
            <a:ext cx="1244600" cy="2616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300"/>
              </a:lnSpc>
              <a:spcBef>
                <a:spcPts val="160"/>
              </a:spcBef>
            </a:pPr>
            <a:r>
              <a:rPr sz="300" spc="145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  </a:t>
            </a: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  xxxxxxxxxxxxxxxxxxxxxxxxxxxxxxx  xxxxxxxxxxxxxxxxxxxxxxxxxxxxxxx  xxxxxxxxxxxxxxxxxxxxxxxxxxxxxx  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734809" y="4064289"/>
            <a:ext cx="12446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734809" y="4026204"/>
            <a:ext cx="12446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734809" y="3988119"/>
            <a:ext cx="12827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734809" y="3950035"/>
            <a:ext cx="12827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734809" y="3911950"/>
            <a:ext cx="12827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4809" y="3797696"/>
            <a:ext cx="1320800" cy="1473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ts val="300"/>
              </a:lnSpc>
              <a:spcBef>
                <a:spcPts val="160"/>
              </a:spcBef>
            </a:pPr>
            <a:r>
              <a:rPr sz="300" spc="145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  xxxxxxxxxxxxxxxxxxxxxxxxxxxxxxxxxx  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734809" y="3759611"/>
            <a:ext cx="13589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734809" y="3721526"/>
            <a:ext cx="13589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734809" y="3683441"/>
            <a:ext cx="13589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734809" y="3645356"/>
            <a:ext cx="13970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734809" y="3607272"/>
            <a:ext cx="13970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734809" y="3454933"/>
            <a:ext cx="1435100" cy="1854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ts val="300"/>
              </a:lnSpc>
              <a:spcBef>
                <a:spcPts val="160"/>
              </a:spcBef>
            </a:pPr>
            <a:r>
              <a:rPr sz="300" spc="145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  xxxxxxxxxxxxxxxxxxxxxxxxxxxxxxxxxxxxx  xxxxxxxxxxxxxxxxxxxxxxxxxxxxxxxxxxxxx  </a:t>
            </a: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734809" y="3416848"/>
            <a:ext cx="14732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772895" y="3378763"/>
            <a:ext cx="1435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781151" y="3405276"/>
            <a:ext cx="1398905" cy="1369695"/>
          </a:xfrm>
          <a:custGeom>
            <a:avLst/>
            <a:gdLst/>
            <a:ahLst/>
            <a:cxnLst/>
            <a:rect l="l" t="t" r="r" b="b"/>
            <a:pathLst>
              <a:path w="1398904" h="1369695">
                <a:moveTo>
                  <a:pt x="0" y="0"/>
                </a:moveTo>
                <a:lnTo>
                  <a:pt x="0" y="1369085"/>
                </a:lnTo>
                <a:lnTo>
                  <a:pt x="1398384" y="1369085"/>
                </a:lnTo>
                <a:lnTo>
                  <a:pt x="1398384" y="0"/>
                </a:lnTo>
                <a:lnTo>
                  <a:pt x="0" y="0"/>
                </a:lnTo>
                <a:close/>
              </a:path>
            </a:pathLst>
          </a:custGeom>
          <a:ln w="10426">
            <a:solidFill>
              <a:srgbClr val="363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7035355" y="3924388"/>
            <a:ext cx="1092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786020" y="3611611"/>
            <a:ext cx="1092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598354" y="4330999"/>
            <a:ext cx="965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55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010410" y="5664474"/>
            <a:ext cx="635000" cy="6807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300"/>
              </a:lnSpc>
              <a:spcBef>
                <a:spcPts val="160"/>
              </a:spcBef>
            </a:pPr>
            <a:r>
              <a:rPr sz="300" spc="14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  xxxxxxxxxxxxxxxx  </a:t>
            </a: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  xxxxxxxxxxxxxxx  xxxxxxxxxxxxxxx  xxxxxxxxxxxxxxx  xxxxxxxxxxxxxxx  xxxxxxxxxxxxxxx  xxxxxxxxxxxxxx  xxxxxxxxxxxxxx  xxxxxxxxxxxxxx  xxxxxxxxxxxxxx  xxxxxxxxxxxxxx  xxxxxxxxxxxxx  xxxxxxxxxxxxx  xxxxxxxxxxxxx  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010410" y="5626389"/>
            <a:ext cx="6350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010410" y="5588304"/>
            <a:ext cx="6350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010410" y="5550220"/>
            <a:ext cx="6350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010410" y="5512135"/>
            <a:ext cx="673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010410" y="5474050"/>
            <a:ext cx="673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010410" y="4978948"/>
            <a:ext cx="749300" cy="5283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300"/>
              </a:lnSpc>
              <a:spcBef>
                <a:spcPts val="160"/>
              </a:spcBef>
            </a:pPr>
            <a:r>
              <a:rPr sz="300" spc="14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  xxxxxxxxxxxxxxxxxxx  xxxxxxxxxxxxxxxxxxx  xxxxxxxxxxxxxxxxxxx  </a:t>
            </a: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  xxxxxxxxxxxxxxxxxx  xxxxxxxxxxxxxxxxxx  xxxxxxxxxxxxxxxxxx  xxxxxxxxxxxxxxxxxx  xxxxxxxxxxxxxxxxx  xxxxxxxxxxxxxxxxx  xxxxxxxxxxxxxxxxx  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048494" y="4940863"/>
            <a:ext cx="7112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2042642" y="4966106"/>
            <a:ext cx="1399540" cy="1369060"/>
          </a:xfrm>
          <a:custGeom>
            <a:avLst/>
            <a:gdLst/>
            <a:ahLst/>
            <a:cxnLst/>
            <a:rect l="l" t="t" r="r" b="b"/>
            <a:pathLst>
              <a:path w="1399539" h="1369060">
                <a:moveTo>
                  <a:pt x="0" y="0"/>
                </a:moveTo>
                <a:lnTo>
                  <a:pt x="0" y="1369060"/>
                </a:lnTo>
                <a:lnTo>
                  <a:pt x="1399197" y="1369060"/>
                </a:lnTo>
                <a:lnTo>
                  <a:pt x="1399197" y="0"/>
                </a:lnTo>
                <a:lnTo>
                  <a:pt x="0" y="0"/>
                </a:lnTo>
                <a:close/>
              </a:path>
            </a:pathLst>
          </a:custGeom>
          <a:ln w="10426">
            <a:solidFill>
              <a:srgbClr val="363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2296414" y="5485091"/>
            <a:ext cx="1092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047596" y="5172314"/>
            <a:ext cx="1092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859412" y="5891702"/>
            <a:ext cx="1092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3620134" y="4961915"/>
            <a:ext cx="1398905" cy="1369695"/>
          </a:xfrm>
          <a:custGeom>
            <a:avLst/>
            <a:gdLst/>
            <a:ahLst/>
            <a:cxnLst/>
            <a:rect l="l" t="t" r="r" b="b"/>
            <a:pathLst>
              <a:path w="1398904" h="1369695">
                <a:moveTo>
                  <a:pt x="0" y="0"/>
                </a:moveTo>
                <a:lnTo>
                  <a:pt x="0" y="1369085"/>
                </a:lnTo>
                <a:lnTo>
                  <a:pt x="1398384" y="1369085"/>
                </a:lnTo>
                <a:lnTo>
                  <a:pt x="1398384" y="0"/>
                </a:lnTo>
                <a:lnTo>
                  <a:pt x="0" y="0"/>
                </a:lnTo>
                <a:close/>
              </a:path>
            </a:pathLst>
          </a:custGeom>
          <a:ln w="10426">
            <a:solidFill>
              <a:srgbClr val="363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3887025" y="5481967"/>
            <a:ext cx="838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300" spc="-630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637690" y="5169190"/>
            <a:ext cx="965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300" spc="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597909" y="5888578"/>
            <a:ext cx="1494155" cy="2260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ts val="170"/>
              </a:lnSpc>
              <a:spcBef>
                <a:spcPts val="135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</a:t>
            </a:r>
            <a:endParaRPr sz="300">
              <a:latin typeface="Times New Roman"/>
              <a:cs typeface="Times New Roman"/>
            </a:endParaRPr>
          </a:p>
          <a:p>
            <a:pPr marL="25400">
              <a:lnSpc>
                <a:spcPts val="280"/>
              </a:lnSpc>
            </a:pPr>
            <a:r>
              <a:rPr sz="450" spc="225" baseline="18518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</a:t>
            </a:r>
            <a:r>
              <a:rPr sz="450" spc="-6209" baseline="18518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1300" spc="-56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  <a:p>
            <a:pPr marL="25400">
              <a:lnSpc>
                <a:spcPts val="180"/>
              </a:lnSpc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</a:t>
            </a:r>
            <a:endParaRPr sz="300">
              <a:latin typeface="Times New Roman"/>
              <a:cs typeface="Times New Roman"/>
            </a:endParaRPr>
          </a:p>
          <a:p>
            <a:pPr marL="25400">
              <a:lnSpc>
                <a:spcPts val="330"/>
              </a:lnSpc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172709" y="5664276"/>
            <a:ext cx="1358900" cy="1854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300"/>
              </a:lnSpc>
              <a:spcBef>
                <a:spcPts val="160"/>
              </a:spcBef>
            </a:pPr>
            <a:r>
              <a:rPr sz="300" spc="145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  </a:t>
            </a: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  xxxxxxxxxxxxxxxxx</a:t>
            </a:r>
            <a:endParaRPr sz="300">
              <a:latin typeface="Times New Roman"/>
              <a:cs typeface="Times New Roman"/>
            </a:endParaRPr>
          </a:p>
          <a:p>
            <a:pPr marL="12700">
              <a:lnSpc>
                <a:spcPts val="300"/>
              </a:lnSpc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172709" y="5626191"/>
            <a:ext cx="1435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172709" y="5588106"/>
            <a:ext cx="1435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5172709" y="5550022"/>
            <a:ext cx="1435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172709" y="5511937"/>
            <a:ext cx="1435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172709" y="5473852"/>
            <a:ext cx="1435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172709" y="5359598"/>
            <a:ext cx="1435100" cy="1473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ts val="300"/>
              </a:lnSpc>
              <a:spcBef>
                <a:spcPts val="160"/>
              </a:spcBef>
            </a:pPr>
            <a:r>
              <a:rPr sz="300" spc="145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  xxxxxxxxxxxxxxxxxxxxxxxxxxxxxxxxxxxxx  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172709" y="5321513"/>
            <a:ext cx="1435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172709" y="5283428"/>
            <a:ext cx="1435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172709" y="5245343"/>
            <a:ext cx="1435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172709" y="5207258"/>
            <a:ext cx="1435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172709" y="5169174"/>
            <a:ext cx="1435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172709" y="4978750"/>
            <a:ext cx="1435100" cy="2235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ts val="300"/>
              </a:lnSpc>
              <a:spcBef>
                <a:spcPts val="160"/>
              </a:spcBef>
            </a:pPr>
            <a:r>
              <a:rPr sz="300" spc="145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  xxxxxxxxxxxxxxxxxxxxxxxxxxxxxxxxxxxxx  xxxxxxxxxxxxxxxxxxxxxxxxxxxxxxxxxxxxx  xxxxxxxxxxxxxxxxxxxxxxxxxxxxxxxxxxxxx  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5172709" y="4940665"/>
            <a:ext cx="1435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xxxxxxxxxxxxxxxxxxxxxxxxxxxxxxxxxxxxx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5197512" y="4966093"/>
            <a:ext cx="1398905" cy="1369695"/>
          </a:xfrm>
          <a:custGeom>
            <a:avLst/>
            <a:gdLst/>
            <a:ahLst/>
            <a:cxnLst/>
            <a:rect l="l" t="t" r="r" b="b"/>
            <a:pathLst>
              <a:path w="1398904" h="1369695">
                <a:moveTo>
                  <a:pt x="0" y="0"/>
                </a:moveTo>
                <a:lnTo>
                  <a:pt x="0" y="1369085"/>
                </a:lnTo>
                <a:lnTo>
                  <a:pt x="1398384" y="1369085"/>
                </a:lnTo>
                <a:lnTo>
                  <a:pt x="1398384" y="0"/>
                </a:lnTo>
                <a:lnTo>
                  <a:pt x="0" y="0"/>
                </a:lnTo>
                <a:close/>
              </a:path>
            </a:pathLst>
          </a:custGeom>
          <a:ln w="10426">
            <a:solidFill>
              <a:srgbClr val="363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5451703" y="5485091"/>
            <a:ext cx="1092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202368" y="5172314"/>
            <a:ext cx="965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36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014702" y="5891702"/>
            <a:ext cx="1092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7725409" y="6273830"/>
            <a:ext cx="4826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763495" y="6159576"/>
            <a:ext cx="444500" cy="1473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ts val="300"/>
              </a:lnSpc>
              <a:spcBef>
                <a:spcPts val="160"/>
              </a:spcBef>
            </a:pPr>
            <a:r>
              <a:rPr sz="300" spc="140" dirty="0">
                <a:solidFill>
                  <a:srgbClr val="231F20"/>
                </a:solidFill>
                <a:latin typeface="Times New Roman"/>
                <a:cs typeface="Times New Roman"/>
              </a:rPr>
              <a:t>xxxxxxxxxxx  xxxxxxxxxxx  xxxxxxxxxxx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839664" y="5892982"/>
            <a:ext cx="368300" cy="1473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ts val="300"/>
              </a:lnSpc>
              <a:spcBef>
                <a:spcPts val="160"/>
              </a:spcBef>
            </a:pPr>
            <a:r>
              <a:rPr sz="300" spc="140" dirty="0">
                <a:solidFill>
                  <a:srgbClr val="231F20"/>
                </a:solidFill>
                <a:latin typeface="Times New Roman"/>
                <a:cs typeface="Times New Roman"/>
              </a:rPr>
              <a:t>xxxxxxxxx  xxxxxxxxx  xxxxxxxxx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7877749" y="4978948"/>
            <a:ext cx="330200" cy="947419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4465" marR="5080" indent="113664" algn="r">
              <a:lnSpc>
                <a:spcPts val="300"/>
              </a:lnSpc>
              <a:spcBef>
                <a:spcPts val="160"/>
              </a:spcBef>
            </a:pPr>
            <a:r>
              <a:rPr sz="300" spc="120" dirty="0">
                <a:solidFill>
                  <a:srgbClr val="231F20"/>
                </a:solidFill>
                <a:latin typeface="Times New Roman"/>
                <a:cs typeface="Times New Roman"/>
              </a:rPr>
              <a:t>x  xx  xx  xx  xxx  xxx  xxx  xxxx  xxxx  xxxx  xxxx</a:t>
            </a:r>
            <a:endParaRPr sz="300">
              <a:latin typeface="Times New Roman"/>
              <a:cs typeface="Times New Roman"/>
            </a:endParaRPr>
          </a:p>
          <a:p>
            <a:pPr marR="5080" algn="r">
              <a:lnSpc>
                <a:spcPts val="270"/>
              </a:lnSpc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xxxxx</a:t>
            </a:r>
            <a:endParaRPr sz="300">
              <a:latin typeface="Times New Roman"/>
              <a:cs typeface="Times New Roman"/>
            </a:endParaRPr>
          </a:p>
          <a:p>
            <a:pPr marL="12700" marR="5080" indent="113664" algn="r">
              <a:lnSpc>
                <a:spcPts val="300"/>
              </a:lnSpc>
              <a:spcBef>
                <a:spcPts val="30"/>
              </a:spcBef>
            </a:pPr>
            <a:r>
              <a:rPr sz="300" spc="130" dirty="0">
                <a:solidFill>
                  <a:srgbClr val="231F20"/>
                </a:solidFill>
                <a:latin typeface="Times New Roman"/>
                <a:cs typeface="Times New Roman"/>
              </a:rPr>
              <a:t>xxxxx  xxxxx  xxxxxx  xxxxxx  xxxxxx  xxxxxxx  xxxxxxx  xxxxxxx  xxxxxxx  xxxxxxxx  xxxxxxxx  xxxxxxxx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8144342" y="4940863"/>
            <a:ext cx="635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endParaRPr sz="30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6782193" y="4961915"/>
            <a:ext cx="1398905" cy="1369695"/>
          </a:xfrm>
          <a:custGeom>
            <a:avLst/>
            <a:gdLst/>
            <a:ahLst/>
            <a:cxnLst/>
            <a:rect l="l" t="t" r="r" b="b"/>
            <a:pathLst>
              <a:path w="1398904" h="1369695">
                <a:moveTo>
                  <a:pt x="0" y="0"/>
                </a:moveTo>
                <a:lnTo>
                  <a:pt x="0" y="1369085"/>
                </a:lnTo>
                <a:lnTo>
                  <a:pt x="1398384" y="1369085"/>
                </a:lnTo>
                <a:lnTo>
                  <a:pt x="1398384" y="0"/>
                </a:lnTo>
                <a:lnTo>
                  <a:pt x="0" y="0"/>
                </a:lnTo>
                <a:close/>
              </a:path>
            </a:pathLst>
          </a:custGeom>
          <a:ln w="10426">
            <a:solidFill>
              <a:srgbClr val="363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 txBox="1"/>
          <p:nvPr/>
        </p:nvSpPr>
        <p:spPr>
          <a:xfrm>
            <a:off x="7036396" y="5480913"/>
            <a:ext cx="1092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787061" y="5168136"/>
            <a:ext cx="10922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5" dirty="0">
                <a:solidFill>
                  <a:srgbClr val="363639"/>
                </a:solidFill>
                <a:latin typeface="Helvetica"/>
                <a:cs typeface="Helvetica"/>
              </a:rPr>
              <a:t>x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7573995" y="5887523"/>
            <a:ext cx="659765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">
              <a:latin typeface="Times New Roman"/>
              <a:cs typeface="Times New Roman"/>
            </a:endParaRPr>
          </a:p>
          <a:p>
            <a:pPr marL="240029" marR="30480" indent="-202565">
              <a:lnSpc>
                <a:spcPct val="40900"/>
              </a:lnSpc>
            </a:pPr>
            <a:r>
              <a:rPr sz="1300" spc="5" dirty="0">
                <a:solidFill>
                  <a:srgbClr val="363639"/>
                </a:solidFill>
                <a:latin typeface="Helvetica"/>
                <a:cs typeface="Helvetica"/>
              </a:rPr>
              <a:t>x </a:t>
            </a:r>
            <a:r>
              <a:rPr sz="450" spc="225" baseline="9259" dirty="0">
                <a:solidFill>
                  <a:srgbClr val="231F20"/>
                </a:solidFill>
                <a:latin typeface="Times New Roman"/>
                <a:cs typeface="Times New Roman"/>
              </a:rPr>
              <a:t>xxxxxxxxxx </a:t>
            </a:r>
            <a:r>
              <a:rPr sz="300" spc="150" dirty="0">
                <a:solidFill>
                  <a:srgbClr val="231F20"/>
                </a:solidFill>
                <a:latin typeface="Times New Roman"/>
                <a:cs typeface="Times New Roman"/>
              </a:rPr>
              <a:t> xxxxxxxxxx</a:t>
            </a:r>
            <a:endParaRPr sz="300">
              <a:latin typeface="Times New Roman"/>
              <a:cs typeface="Times New Roman"/>
            </a:endParaRPr>
          </a:p>
          <a:p>
            <a:pPr marL="240029" marR="30480">
              <a:lnSpc>
                <a:spcPts val="300"/>
              </a:lnSpc>
            </a:pPr>
            <a:r>
              <a:rPr sz="300" spc="140" dirty="0">
                <a:solidFill>
                  <a:srgbClr val="231F20"/>
                </a:solidFill>
                <a:latin typeface="Times New Roman"/>
                <a:cs typeface="Times New Roman"/>
              </a:rPr>
              <a:t>xxxxxxxxxx  xxxxxxxxxx</a:t>
            </a:r>
            <a:endParaRPr sz="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1087704"/>
            <a:ext cx="721614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11	</a:t>
            </a:r>
            <a:r>
              <a:rPr spc="15" dirty="0"/>
              <a:t>VC </a:t>
            </a:r>
            <a:r>
              <a:rPr spc="10" dirty="0"/>
              <a:t>dimension and capacity of</a:t>
            </a:r>
            <a:r>
              <a:rPr spc="-75" dirty="0"/>
              <a:t> </a:t>
            </a:r>
            <a:r>
              <a:rPr spc="1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65045" y="1787814"/>
            <a:ext cx="7795895" cy="473964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050" spc="5" dirty="0">
                <a:latin typeface="Times New Roman"/>
                <a:cs typeface="Times New Roman"/>
              </a:rPr>
              <a:t>Simplification </a:t>
            </a:r>
            <a:r>
              <a:rPr sz="2050" dirty="0">
                <a:latin typeface="Times New Roman"/>
                <a:cs typeface="Times New Roman"/>
              </a:rPr>
              <a:t>of</a:t>
            </a:r>
            <a:r>
              <a:rPr sz="2050" spc="-15" dirty="0">
                <a:latin typeface="Times New Roman"/>
                <a:cs typeface="Times New Roman"/>
              </a:rPr>
              <a:t> </a:t>
            </a:r>
            <a:r>
              <a:rPr sz="2050" spc="5" dirty="0">
                <a:latin typeface="Times New Roman"/>
                <a:cs typeface="Times New Roman"/>
              </a:rPr>
              <a:t>bound:</a:t>
            </a:r>
            <a:endParaRPr sz="2050">
              <a:latin typeface="Times New Roman"/>
              <a:cs typeface="Times New Roman"/>
            </a:endParaRPr>
          </a:p>
          <a:p>
            <a:pPr marL="274320">
              <a:lnSpc>
                <a:spcPct val="100000"/>
              </a:lnSpc>
              <a:spcBef>
                <a:spcPts val="1405"/>
              </a:spcBef>
            </a:pPr>
            <a:r>
              <a:rPr sz="2050" spc="-35" dirty="0">
                <a:solidFill>
                  <a:srgbClr val="0000FF"/>
                </a:solidFill>
                <a:latin typeface="Times New Roman"/>
                <a:cs typeface="Times New Roman"/>
              </a:rPr>
              <a:t>Test </a:t>
            </a:r>
            <a:r>
              <a:rPr sz="2050" dirty="0">
                <a:solidFill>
                  <a:srgbClr val="0000FF"/>
                </a:solidFill>
                <a:latin typeface="Times New Roman"/>
                <a:cs typeface="Times New Roman"/>
              </a:rPr>
              <a:t>Error </a:t>
            </a:r>
            <a:r>
              <a:rPr sz="2050" i="1" spc="370" dirty="0">
                <a:solidFill>
                  <a:srgbClr val="231F20"/>
                </a:solidFill>
                <a:latin typeface="Menlo"/>
                <a:cs typeface="Menlo"/>
              </a:rPr>
              <a:t>≤</a:t>
            </a:r>
            <a:r>
              <a:rPr sz="2050" i="1" spc="-610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spc="-10" dirty="0">
                <a:solidFill>
                  <a:srgbClr val="00FF00"/>
                </a:solidFill>
                <a:latin typeface="Times New Roman"/>
                <a:cs typeface="Times New Roman"/>
              </a:rPr>
              <a:t>Training </a:t>
            </a:r>
            <a:r>
              <a:rPr sz="2050" dirty="0">
                <a:solidFill>
                  <a:srgbClr val="00FF00"/>
                </a:solidFill>
                <a:latin typeface="Times New Roman"/>
                <a:cs typeface="Times New Roman"/>
              </a:rPr>
              <a:t>Error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+ </a:t>
            </a:r>
            <a:r>
              <a:rPr sz="2050" dirty="0">
                <a:solidFill>
                  <a:srgbClr val="FF0000"/>
                </a:solidFill>
                <a:latin typeface="Times New Roman"/>
                <a:cs typeface="Times New Roman"/>
              </a:rPr>
              <a:t>Complexity </a:t>
            </a:r>
            <a:r>
              <a:rPr sz="2050" spc="5" dirty="0">
                <a:solidFill>
                  <a:srgbClr val="FF0000"/>
                </a:solidFill>
                <a:latin typeface="Times New Roman"/>
                <a:cs typeface="Times New Roman"/>
              </a:rPr>
              <a:t>of set </a:t>
            </a:r>
            <a:r>
              <a:rPr sz="205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050" spc="5" dirty="0">
                <a:solidFill>
                  <a:srgbClr val="FF0000"/>
                </a:solidFill>
                <a:latin typeface="Times New Roman"/>
                <a:cs typeface="Times New Roman"/>
              </a:rPr>
              <a:t>Models</a:t>
            </a:r>
            <a:endParaRPr sz="2050">
              <a:latin typeface="Times New Roman"/>
              <a:cs typeface="Times New Roman"/>
            </a:endParaRPr>
          </a:p>
          <a:p>
            <a:pPr marL="484505" marR="469265" indent="-262255">
              <a:lnSpc>
                <a:spcPct val="119000"/>
              </a:lnSpc>
              <a:spcBef>
                <a:spcPts val="2965"/>
              </a:spcBef>
              <a:buFont typeface="Menlo"/>
              <a:buChar char="•"/>
              <a:tabLst>
                <a:tab pos="485140" algn="l"/>
              </a:tabLst>
            </a:pPr>
            <a:r>
              <a:rPr sz="2050" spc="-15" dirty="0">
                <a:solidFill>
                  <a:srgbClr val="231F20"/>
                </a:solidFill>
                <a:latin typeface="Times New Roman"/>
                <a:cs typeface="Times New Roman"/>
              </a:rPr>
              <a:t>Actually,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a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lot of bounds of this form </a:t>
            </a:r>
            <a:r>
              <a:rPr sz="2050" spc="-15" dirty="0">
                <a:solidFill>
                  <a:srgbClr val="231F20"/>
                </a:solidFill>
                <a:latin typeface="Times New Roman"/>
                <a:cs typeface="Times New Roman"/>
              </a:rPr>
              <a:t>have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been 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proved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(different 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measures of capacity).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The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complexity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function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is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often called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a  </a:t>
            </a:r>
            <a:r>
              <a:rPr sz="2050" spc="-15" dirty="0">
                <a:solidFill>
                  <a:srgbClr val="231F20"/>
                </a:solidFill>
                <a:latin typeface="Times New Roman"/>
                <a:cs typeface="Times New Roman"/>
              </a:rPr>
              <a:t>regularizer.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231F20"/>
              </a:buClr>
              <a:buFont typeface="Menlo"/>
              <a:buChar char="•"/>
            </a:pPr>
            <a:endParaRPr sz="255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000"/>
              </a:lnSpc>
              <a:buFont typeface="Menlo"/>
              <a:buChar char="•"/>
              <a:tabLst>
                <a:tab pos="485140" algn="l"/>
              </a:tabLst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If you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take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a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high capacity set of functions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(explain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a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lot) you get 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low 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training </a:t>
            </a:r>
            <a:r>
              <a:rPr sz="2050" spc="-20" dirty="0">
                <a:solidFill>
                  <a:srgbClr val="231F20"/>
                </a:solidFill>
                <a:latin typeface="Times New Roman"/>
                <a:cs typeface="Times New Roman"/>
              </a:rPr>
              <a:t>error.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But you might</a:t>
            </a:r>
            <a:r>
              <a:rPr sz="2050" spc="-3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”overfit”.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231F20"/>
              </a:buClr>
              <a:buFont typeface="Menlo"/>
              <a:buChar char="•"/>
            </a:pPr>
            <a:endParaRPr sz="2600">
              <a:latin typeface="Times New Roman"/>
              <a:cs typeface="Times New Roman"/>
            </a:endParaRPr>
          </a:p>
          <a:p>
            <a:pPr marL="484505" marR="17145" indent="-262255">
              <a:lnSpc>
                <a:spcPct val="118500"/>
              </a:lnSpc>
              <a:buFont typeface="Menlo"/>
              <a:buChar char="•"/>
              <a:tabLst>
                <a:tab pos="485140" algn="l"/>
              </a:tabLst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If you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take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a 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very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simple set of models, you </a:t>
            </a:r>
            <a:r>
              <a:rPr sz="2050" spc="-15" dirty="0">
                <a:solidFill>
                  <a:srgbClr val="231F20"/>
                </a:solidFill>
                <a:latin typeface="Times New Roman"/>
                <a:cs typeface="Times New Roman"/>
              </a:rPr>
              <a:t>have low complexity, 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but  won’t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get </a:t>
            </a:r>
            <a:r>
              <a:rPr sz="2050" spc="-15" dirty="0">
                <a:solidFill>
                  <a:srgbClr val="231F20"/>
                </a:solidFill>
                <a:latin typeface="Times New Roman"/>
                <a:cs typeface="Times New Roman"/>
              </a:rPr>
              <a:t>low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training</a:t>
            </a:r>
            <a:r>
              <a:rPr sz="2050" spc="4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-20" dirty="0">
                <a:solidFill>
                  <a:srgbClr val="231F20"/>
                </a:solidFill>
                <a:latin typeface="Times New Roman"/>
                <a:cs typeface="Times New Roman"/>
              </a:rPr>
              <a:t>error.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2032584"/>
            <a:ext cx="781812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12	Capacity of a </a:t>
            </a:r>
            <a:r>
              <a:rPr spc="5" dirty="0"/>
              <a:t>set </a:t>
            </a:r>
            <a:r>
              <a:rPr spc="10" dirty="0"/>
              <a:t>of functions</a:t>
            </a:r>
            <a:r>
              <a:rPr spc="-305" dirty="0"/>
              <a:t> </a:t>
            </a:r>
            <a:r>
              <a:rPr i="1" spc="5" dirty="0">
                <a:latin typeface="Times-BoldItalic"/>
                <a:cs typeface="Times-BoldItalic"/>
              </a:rPr>
              <a:t>(classification)</a:t>
            </a:r>
          </a:p>
        </p:txBody>
      </p:sp>
      <p:sp>
        <p:nvSpPr>
          <p:cNvPr id="3" name="object 3"/>
          <p:cNvSpPr/>
          <p:nvPr/>
        </p:nvSpPr>
        <p:spPr>
          <a:xfrm>
            <a:off x="2283244" y="2984982"/>
            <a:ext cx="2172335" cy="1970405"/>
          </a:xfrm>
          <a:custGeom>
            <a:avLst/>
            <a:gdLst/>
            <a:ahLst/>
            <a:cxnLst/>
            <a:rect l="l" t="t" r="r" b="b"/>
            <a:pathLst>
              <a:path w="2172335" h="1970404">
                <a:moveTo>
                  <a:pt x="0" y="1970214"/>
                </a:moveTo>
                <a:lnTo>
                  <a:pt x="2172182" y="1970214"/>
                </a:lnTo>
                <a:lnTo>
                  <a:pt x="2172182" y="0"/>
                </a:lnTo>
                <a:lnTo>
                  <a:pt x="0" y="0"/>
                </a:lnTo>
                <a:lnTo>
                  <a:pt x="0" y="1970214"/>
                </a:lnTo>
              </a:path>
            </a:pathLst>
          </a:custGeom>
          <a:ln w="317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83244" y="4348835"/>
            <a:ext cx="55968" cy="6063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3244" y="4096486"/>
            <a:ext cx="55968" cy="2523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83244" y="3944899"/>
            <a:ext cx="55968" cy="1515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83244" y="3843680"/>
            <a:ext cx="55968" cy="1012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83244" y="3742931"/>
            <a:ext cx="55968" cy="10074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83244" y="3641716"/>
            <a:ext cx="55968" cy="1012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83244" y="3540505"/>
            <a:ext cx="55968" cy="1515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83244" y="2984982"/>
            <a:ext cx="111467" cy="65672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39213" y="4248086"/>
            <a:ext cx="55499" cy="70710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39213" y="41972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9" y="50850"/>
                </a:moveTo>
                <a:lnTo>
                  <a:pt x="55499" y="0"/>
                </a:lnTo>
                <a:lnTo>
                  <a:pt x="0" y="50850"/>
                </a:lnTo>
                <a:lnTo>
                  <a:pt x="55499" y="5085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39213" y="41972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9" y="0"/>
                </a:moveTo>
                <a:lnTo>
                  <a:pt x="0" y="0"/>
                </a:lnTo>
                <a:lnTo>
                  <a:pt x="0" y="50850"/>
                </a:lnTo>
                <a:lnTo>
                  <a:pt x="5549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39213" y="41468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39213" y="41468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39213" y="40964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39213" y="40964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39213" y="3995267"/>
            <a:ext cx="55499" cy="10121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39213" y="394489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39213" y="394489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39213" y="389451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39213" y="389451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39213" y="3843680"/>
            <a:ext cx="55499" cy="5083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39213" y="3742931"/>
            <a:ext cx="55499" cy="10074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39213" y="3641712"/>
            <a:ext cx="55499" cy="10121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39213" y="359134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339213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339213" y="343974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394718" y="4298454"/>
            <a:ext cx="55975" cy="65673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394711" y="429845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80"/>
                </a:lnTo>
                <a:lnTo>
                  <a:pt x="5598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394711" y="4248086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68"/>
                </a:moveTo>
                <a:lnTo>
                  <a:pt x="55981" y="0"/>
                </a:lnTo>
                <a:lnTo>
                  <a:pt x="0" y="50368"/>
                </a:lnTo>
                <a:lnTo>
                  <a:pt x="55981" y="5036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394711" y="4248086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68"/>
                </a:lnTo>
                <a:lnTo>
                  <a:pt x="5598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394711" y="419723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81" y="50850"/>
                </a:moveTo>
                <a:lnTo>
                  <a:pt x="55981" y="0"/>
                </a:lnTo>
                <a:lnTo>
                  <a:pt x="0" y="50850"/>
                </a:lnTo>
                <a:lnTo>
                  <a:pt x="55981" y="5085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394711" y="419723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81" y="0"/>
                </a:moveTo>
                <a:lnTo>
                  <a:pt x="0" y="0"/>
                </a:lnTo>
                <a:lnTo>
                  <a:pt x="0" y="50850"/>
                </a:lnTo>
                <a:lnTo>
                  <a:pt x="5598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394711" y="41468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68"/>
                </a:moveTo>
                <a:lnTo>
                  <a:pt x="55981" y="0"/>
                </a:lnTo>
                <a:lnTo>
                  <a:pt x="0" y="50368"/>
                </a:lnTo>
                <a:lnTo>
                  <a:pt x="55981" y="5036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394711" y="41468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68"/>
                </a:lnTo>
                <a:lnTo>
                  <a:pt x="5598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394718" y="4045648"/>
            <a:ext cx="55975" cy="10121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394711" y="39952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80"/>
                </a:moveTo>
                <a:lnTo>
                  <a:pt x="55981" y="0"/>
                </a:lnTo>
                <a:lnTo>
                  <a:pt x="0" y="50380"/>
                </a:lnTo>
                <a:lnTo>
                  <a:pt x="55981" y="5038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394711" y="39952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80"/>
                </a:lnTo>
                <a:lnTo>
                  <a:pt x="55981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394711" y="394489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68"/>
                </a:moveTo>
                <a:lnTo>
                  <a:pt x="55981" y="0"/>
                </a:lnTo>
                <a:lnTo>
                  <a:pt x="0" y="50368"/>
                </a:lnTo>
                <a:lnTo>
                  <a:pt x="55981" y="50368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394711" y="394489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68"/>
                </a:lnTo>
                <a:lnTo>
                  <a:pt x="55981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394711" y="389451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80"/>
                </a:moveTo>
                <a:lnTo>
                  <a:pt x="55981" y="0"/>
                </a:lnTo>
                <a:lnTo>
                  <a:pt x="0" y="50380"/>
                </a:lnTo>
                <a:lnTo>
                  <a:pt x="55981" y="5038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394711" y="389451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80"/>
                </a:lnTo>
                <a:lnTo>
                  <a:pt x="55981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394711" y="384368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81" y="50838"/>
                </a:moveTo>
                <a:lnTo>
                  <a:pt x="55981" y="0"/>
                </a:lnTo>
                <a:lnTo>
                  <a:pt x="0" y="50838"/>
                </a:lnTo>
                <a:lnTo>
                  <a:pt x="55981" y="50838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394718" y="3793312"/>
            <a:ext cx="55975" cy="10120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394711" y="3692093"/>
            <a:ext cx="55981" cy="15158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394711" y="3591343"/>
            <a:ext cx="55981" cy="15158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394711" y="359134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68"/>
                </a:lnTo>
                <a:lnTo>
                  <a:pt x="55981" y="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394711" y="354050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81" y="50838"/>
                </a:moveTo>
                <a:lnTo>
                  <a:pt x="55981" y="0"/>
                </a:lnTo>
                <a:lnTo>
                  <a:pt x="0" y="50838"/>
                </a:lnTo>
                <a:lnTo>
                  <a:pt x="55981" y="50838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339213" y="2984982"/>
            <a:ext cx="166979" cy="75794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450693" y="490481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450693" y="490481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450693" y="485397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9" y="50838"/>
                </a:moveTo>
                <a:lnTo>
                  <a:pt x="55499" y="0"/>
                </a:lnTo>
                <a:lnTo>
                  <a:pt x="0" y="50838"/>
                </a:lnTo>
                <a:lnTo>
                  <a:pt x="55499" y="5083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450693" y="485397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450693" y="480359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450693" y="4500422"/>
            <a:ext cx="55499" cy="35355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450693" y="4500422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450693" y="44500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450693" y="44500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450693" y="439967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450693" y="439967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450693" y="43488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9" y="50838"/>
                </a:moveTo>
                <a:lnTo>
                  <a:pt x="55499" y="0"/>
                </a:lnTo>
                <a:lnTo>
                  <a:pt x="0" y="50838"/>
                </a:lnTo>
                <a:lnTo>
                  <a:pt x="55499" y="50838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450693" y="43488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450693" y="429845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450693" y="4096486"/>
            <a:ext cx="55499" cy="25234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450693" y="404564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9" y="50838"/>
                </a:moveTo>
                <a:lnTo>
                  <a:pt x="55499" y="0"/>
                </a:lnTo>
                <a:lnTo>
                  <a:pt x="0" y="50838"/>
                </a:lnTo>
                <a:lnTo>
                  <a:pt x="55499" y="50838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450693" y="404564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450693" y="39952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450693" y="39952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450693" y="394489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450693" y="394489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450693" y="389451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450693" y="389451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450693" y="384368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9" y="50838"/>
                </a:moveTo>
                <a:lnTo>
                  <a:pt x="55499" y="0"/>
                </a:lnTo>
                <a:lnTo>
                  <a:pt x="0" y="50838"/>
                </a:lnTo>
                <a:lnTo>
                  <a:pt x="55499" y="50838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450693" y="384368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450693" y="37933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450693" y="3742932"/>
            <a:ext cx="55499" cy="10074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450693" y="374293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450693" y="3692093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9" y="50838"/>
                </a:moveTo>
                <a:lnTo>
                  <a:pt x="55499" y="0"/>
                </a:lnTo>
                <a:lnTo>
                  <a:pt x="0" y="50838"/>
                </a:lnTo>
                <a:lnTo>
                  <a:pt x="55499" y="5083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506195" y="4652012"/>
            <a:ext cx="55509" cy="30318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506192" y="465200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506192" y="46016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506192" y="46016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506192" y="4551260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506192" y="4551260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506192" y="4500422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506195" y="4399673"/>
            <a:ext cx="55509" cy="15158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506192" y="439967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506192" y="43488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506192" y="43488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506192" y="429845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2506192" y="429845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506192" y="42480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506192" y="42480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506192" y="41972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511" y="50850"/>
                </a:moveTo>
                <a:lnTo>
                  <a:pt x="55511" y="0"/>
                </a:lnTo>
                <a:lnTo>
                  <a:pt x="0" y="50850"/>
                </a:lnTo>
                <a:lnTo>
                  <a:pt x="55511" y="5085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506192" y="41972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511" y="0"/>
                </a:moveTo>
                <a:lnTo>
                  <a:pt x="0" y="0"/>
                </a:lnTo>
                <a:lnTo>
                  <a:pt x="0" y="50850"/>
                </a:lnTo>
                <a:lnTo>
                  <a:pt x="55511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506192" y="41468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506192" y="41468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2506195" y="3894523"/>
            <a:ext cx="55509" cy="25234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2506192" y="389451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2506192" y="384368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2506192" y="384368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506192" y="37933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2506192" y="37933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2506192" y="374293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2506195" y="3641716"/>
            <a:ext cx="55509" cy="151591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2506192" y="36417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2506192" y="359134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2561704" y="4853978"/>
            <a:ext cx="55968" cy="10121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2561704" y="4853978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561704" y="480359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2561704" y="480359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561704" y="475322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2561704" y="475322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561704" y="470239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2561704" y="470239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2561704" y="465200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2561704" y="4551262"/>
            <a:ext cx="55968" cy="1511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2561704" y="4551260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561704" y="4500422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561704" y="4500422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2561704" y="445004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2561704" y="445004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2561704" y="439967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2561704" y="4348835"/>
            <a:ext cx="55968" cy="10120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561704" y="434883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2561704" y="429845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2561704" y="429845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2561704" y="4248086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2561704" y="4248086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2561704" y="419723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50"/>
                </a:moveTo>
                <a:lnTo>
                  <a:pt x="55968" y="0"/>
                </a:lnTo>
                <a:lnTo>
                  <a:pt x="0" y="50850"/>
                </a:lnTo>
                <a:lnTo>
                  <a:pt x="55968" y="5085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2561704" y="419723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50"/>
                </a:lnTo>
                <a:lnTo>
                  <a:pt x="55968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2561704" y="4096486"/>
            <a:ext cx="55968" cy="10074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2561704" y="4045648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561704" y="4045648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2561704" y="39952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2561704" y="39952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2561704" y="394489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2561704" y="394489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2561704" y="389451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2506195" y="2984982"/>
            <a:ext cx="166977" cy="959915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2617673" y="4753228"/>
            <a:ext cx="55498" cy="201968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2617673" y="475322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0"/>
                </a:moveTo>
                <a:lnTo>
                  <a:pt x="0" y="0"/>
                </a:lnTo>
                <a:lnTo>
                  <a:pt x="0" y="50368"/>
                </a:lnTo>
                <a:lnTo>
                  <a:pt x="55498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2617673" y="470239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8" y="50838"/>
                </a:moveTo>
                <a:lnTo>
                  <a:pt x="55498" y="0"/>
                </a:lnTo>
                <a:lnTo>
                  <a:pt x="0" y="50838"/>
                </a:lnTo>
                <a:lnTo>
                  <a:pt x="55498" y="50838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2617673" y="470239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8" y="0"/>
                </a:moveTo>
                <a:lnTo>
                  <a:pt x="0" y="0"/>
                </a:lnTo>
                <a:lnTo>
                  <a:pt x="0" y="50838"/>
                </a:lnTo>
                <a:lnTo>
                  <a:pt x="55498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2617673" y="465200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50380"/>
                </a:moveTo>
                <a:lnTo>
                  <a:pt x="55498" y="0"/>
                </a:lnTo>
                <a:lnTo>
                  <a:pt x="0" y="50380"/>
                </a:lnTo>
                <a:lnTo>
                  <a:pt x="55498" y="5038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2617673" y="465200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0"/>
                </a:moveTo>
                <a:lnTo>
                  <a:pt x="0" y="0"/>
                </a:lnTo>
                <a:lnTo>
                  <a:pt x="0" y="50380"/>
                </a:lnTo>
                <a:lnTo>
                  <a:pt x="55498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2617673" y="46016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50368"/>
                </a:moveTo>
                <a:lnTo>
                  <a:pt x="55498" y="0"/>
                </a:lnTo>
                <a:lnTo>
                  <a:pt x="0" y="50368"/>
                </a:lnTo>
                <a:lnTo>
                  <a:pt x="55498" y="50368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2617673" y="46016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0"/>
                </a:moveTo>
                <a:lnTo>
                  <a:pt x="0" y="0"/>
                </a:lnTo>
                <a:lnTo>
                  <a:pt x="0" y="50368"/>
                </a:lnTo>
                <a:lnTo>
                  <a:pt x="55498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2617673" y="4551260"/>
            <a:ext cx="55498" cy="5037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2617673" y="4500422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8" y="50838"/>
                </a:moveTo>
                <a:lnTo>
                  <a:pt x="55498" y="0"/>
                </a:lnTo>
                <a:lnTo>
                  <a:pt x="0" y="50838"/>
                </a:lnTo>
                <a:lnTo>
                  <a:pt x="55498" y="5083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2617673" y="4500422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8" y="0"/>
                </a:moveTo>
                <a:lnTo>
                  <a:pt x="0" y="0"/>
                </a:lnTo>
                <a:lnTo>
                  <a:pt x="0" y="50838"/>
                </a:lnTo>
                <a:lnTo>
                  <a:pt x="55498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2617673" y="44500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50380"/>
                </a:moveTo>
                <a:lnTo>
                  <a:pt x="55498" y="0"/>
                </a:lnTo>
                <a:lnTo>
                  <a:pt x="0" y="50380"/>
                </a:lnTo>
                <a:lnTo>
                  <a:pt x="55498" y="5038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2617673" y="44500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0"/>
                </a:moveTo>
                <a:lnTo>
                  <a:pt x="0" y="0"/>
                </a:lnTo>
                <a:lnTo>
                  <a:pt x="0" y="50380"/>
                </a:lnTo>
                <a:lnTo>
                  <a:pt x="55498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2617673" y="439967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50368"/>
                </a:moveTo>
                <a:lnTo>
                  <a:pt x="55498" y="0"/>
                </a:lnTo>
                <a:lnTo>
                  <a:pt x="0" y="50368"/>
                </a:lnTo>
                <a:lnTo>
                  <a:pt x="55498" y="5036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2617673" y="439967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0"/>
                </a:moveTo>
                <a:lnTo>
                  <a:pt x="0" y="0"/>
                </a:lnTo>
                <a:lnTo>
                  <a:pt x="0" y="50368"/>
                </a:lnTo>
                <a:lnTo>
                  <a:pt x="55498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2617673" y="4348835"/>
            <a:ext cx="55498" cy="5083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2617673" y="429845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50380"/>
                </a:moveTo>
                <a:lnTo>
                  <a:pt x="55498" y="0"/>
                </a:lnTo>
                <a:lnTo>
                  <a:pt x="0" y="50380"/>
                </a:lnTo>
                <a:lnTo>
                  <a:pt x="55498" y="5038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2617673" y="429845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0"/>
                </a:moveTo>
                <a:lnTo>
                  <a:pt x="0" y="0"/>
                </a:lnTo>
                <a:lnTo>
                  <a:pt x="0" y="50380"/>
                </a:lnTo>
                <a:lnTo>
                  <a:pt x="55498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2617673" y="42480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50368"/>
                </a:moveTo>
                <a:lnTo>
                  <a:pt x="55498" y="0"/>
                </a:lnTo>
                <a:lnTo>
                  <a:pt x="0" y="50368"/>
                </a:lnTo>
                <a:lnTo>
                  <a:pt x="55498" y="50368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2617673" y="42480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0"/>
                </a:moveTo>
                <a:lnTo>
                  <a:pt x="0" y="0"/>
                </a:lnTo>
                <a:lnTo>
                  <a:pt x="0" y="50368"/>
                </a:lnTo>
                <a:lnTo>
                  <a:pt x="55498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2617673" y="4146867"/>
            <a:ext cx="55498" cy="101212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2617673" y="40964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50380"/>
                </a:moveTo>
                <a:lnTo>
                  <a:pt x="55498" y="0"/>
                </a:lnTo>
                <a:lnTo>
                  <a:pt x="0" y="50380"/>
                </a:lnTo>
                <a:lnTo>
                  <a:pt x="55498" y="5038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2617673" y="40964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0"/>
                </a:moveTo>
                <a:lnTo>
                  <a:pt x="0" y="0"/>
                </a:lnTo>
                <a:lnTo>
                  <a:pt x="0" y="50380"/>
                </a:lnTo>
                <a:lnTo>
                  <a:pt x="5549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2617673" y="404564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8" y="50838"/>
                </a:moveTo>
                <a:lnTo>
                  <a:pt x="55498" y="0"/>
                </a:lnTo>
                <a:lnTo>
                  <a:pt x="0" y="50838"/>
                </a:lnTo>
                <a:lnTo>
                  <a:pt x="55498" y="5083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2617673" y="404564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8" y="0"/>
                </a:moveTo>
                <a:lnTo>
                  <a:pt x="0" y="0"/>
                </a:lnTo>
                <a:lnTo>
                  <a:pt x="0" y="50838"/>
                </a:lnTo>
                <a:lnTo>
                  <a:pt x="5549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2617673" y="39952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50380"/>
                </a:moveTo>
                <a:lnTo>
                  <a:pt x="55498" y="0"/>
                </a:lnTo>
                <a:lnTo>
                  <a:pt x="0" y="50380"/>
                </a:lnTo>
                <a:lnTo>
                  <a:pt x="55498" y="5038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2617673" y="39952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0"/>
                </a:moveTo>
                <a:lnTo>
                  <a:pt x="0" y="0"/>
                </a:lnTo>
                <a:lnTo>
                  <a:pt x="0" y="50380"/>
                </a:lnTo>
                <a:lnTo>
                  <a:pt x="5549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2617673" y="394489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50368"/>
                </a:moveTo>
                <a:lnTo>
                  <a:pt x="55498" y="0"/>
                </a:lnTo>
                <a:lnTo>
                  <a:pt x="0" y="50368"/>
                </a:lnTo>
                <a:lnTo>
                  <a:pt x="55498" y="5036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2617673" y="394489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0"/>
                </a:moveTo>
                <a:lnTo>
                  <a:pt x="0" y="0"/>
                </a:lnTo>
                <a:lnTo>
                  <a:pt x="0" y="50368"/>
                </a:lnTo>
                <a:lnTo>
                  <a:pt x="5549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2617673" y="3692093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8" y="0"/>
                </a:moveTo>
                <a:lnTo>
                  <a:pt x="0" y="0"/>
                </a:lnTo>
                <a:lnTo>
                  <a:pt x="0" y="50838"/>
                </a:lnTo>
                <a:lnTo>
                  <a:pt x="5549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2617673" y="36417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8" y="50380"/>
                </a:moveTo>
                <a:lnTo>
                  <a:pt x="55498" y="0"/>
                </a:lnTo>
                <a:lnTo>
                  <a:pt x="0" y="50380"/>
                </a:lnTo>
                <a:lnTo>
                  <a:pt x="55498" y="5038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2673172" y="4904816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80"/>
                </a:moveTo>
                <a:lnTo>
                  <a:pt x="55981" y="0"/>
                </a:lnTo>
                <a:lnTo>
                  <a:pt x="0" y="50380"/>
                </a:lnTo>
                <a:lnTo>
                  <a:pt x="55981" y="5038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2673172" y="4904816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80"/>
                </a:lnTo>
                <a:lnTo>
                  <a:pt x="55981" y="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2673172" y="4853978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81" y="50838"/>
                </a:moveTo>
                <a:lnTo>
                  <a:pt x="55981" y="0"/>
                </a:lnTo>
                <a:lnTo>
                  <a:pt x="0" y="50838"/>
                </a:lnTo>
                <a:lnTo>
                  <a:pt x="55981" y="50838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2673172" y="4853978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81" y="0"/>
                </a:moveTo>
                <a:lnTo>
                  <a:pt x="0" y="0"/>
                </a:lnTo>
                <a:lnTo>
                  <a:pt x="0" y="50838"/>
                </a:lnTo>
                <a:lnTo>
                  <a:pt x="55981" y="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2673172" y="480359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80"/>
                </a:moveTo>
                <a:lnTo>
                  <a:pt x="55981" y="0"/>
                </a:lnTo>
                <a:lnTo>
                  <a:pt x="0" y="50380"/>
                </a:lnTo>
                <a:lnTo>
                  <a:pt x="55981" y="5038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2673172" y="480359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80"/>
                </a:lnTo>
                <a:lnTo>
                  <a:pt x="55981" y="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2673172" y="475322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68"/>
                </a:moveTo>
                <a:lnTo>
                  <a:pt x="55981" y="0"/>
                </a:lnTo>
                <a:lnTo>
                  <a:pt x="0" y="50368"/>
                </a:lnTo>
                <a:lnTo>
                  <a:pt x="55981" y="50368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2673178" y="4702390"/>
            <a:ext cx="55975" cy="101206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2673172" y="470239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81" y="0"/>
                </a:moveTo>
                <a:lnTo>
                  <a:pt x="0" y="0"/>
                </a:lnTo>
                <a:lnTo>
                  <a:pt x="0" y="50838"/>
                </a:lnTo>
                <a:lnTo>
                  <a:pt x="55981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2673172" y="465200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80"/>
                </a:moveTo>
                <a:lnTo>
                  <a:pt x="55981" y="0"/>
                </a:lnTo>
                <a:lnTo>
                  <a:pt x="0" y="50380"/>
                </a:lnTo>
                <a:lnTo>
                  <a:pt x="55981" y="5038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2673172" y="465200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80"/>
                </a:lnTo>
                <a:lnTo>
                  <a:pt x="55981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2673172" y="460164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68"/>
                </a:moveTo>
                <a:lnTo>
                  <a:pt x="55981" y="0"/>
                </a:lnTo>
                <a:lnTo>
                  <a:pt x="0" y="50368"/>
                </a:lnTo>
                <a:lnTo>
                  <a:pt x="55981" y="50368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2673172" y="460164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68"/>
                </a:lnTo>
                <a:lnTo>
                  <a:pt x="55981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2673178" y="4551260"/>
            <a:ext cx="55975" cy="5037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2673172" y="4500422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81" y="50838"/>
                </a:moveTo>
                <a:lnTo>
                  <a:pt x="55981" y="0"/>
                </a:lnTo>
                <a:lnTo>
                  <a:pt x="0" y="50838"/>
                </a:lnTo>
                <a:lnTo>
                  <a:pt x="55981" y="5083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2673172" y="4500422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81" y="0"/>
                </a:moveTo>
                <a:lnTo>
                  <a:pt x="0" y="0"/>
                </a:lnTo>
                <a:lnTo>
                  <a:pt x="0" y="50838"/>
                </a:lnTo>
                <a:lnTo>
                  <a:pt x="55981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2673172" y="445004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80"/>
                </a:moveTo>
                <a:lnTo>
                  <a:pt x="55981" y="0"/>
                </a:lnTo>
                <a:lnTo>
                  <a:pt x="0" y="50380"/>
                </a:lnTo>
                <a:lnTo>
                  <a:pt x="55981" y="5038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2673172" y="445004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80"/>
                </a:lnTo>
                <a:lnTo>
                  <a:pt x="55981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2673172" y="439967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68"/>
                </a:moveTo>
                <a:lnTo>
                  <a:pt x="55981" y="0"/>
                </a:lnTo>
                <a:lnTo>
                  <a:pt x="0" y="50368"/>
                </a:lnTo>
                <a:lnTo>
                  <a:pt x="55981" y="5036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2673172" y="439967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68"/>
                </a:lnTo>
                <a:lnTo>
                  <a:pt x="55981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2673178" y="4348835"/>
            <a:ext cx="55975" cy="50836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2673172" y="4197235"/>
            <a:ext cx="55981" cy="151599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2673172" y="41468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68"/>
                </a:moveTo>
                <a:lnTo>
                  <a:pt x="55981" y="0"/>
                </a:lnTo>
                <a:lnTo>
                  <a:pt x="0" y="50368"/>
                </a:lnTo>
                <a:lnTo>
                  <a:pt x="55981" y="5036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2673172" y="41468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68"/>
                </a:lnTo>
                <a:lnTo>
                  <a:pt x="5598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2673172" y="4096486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80"/>
                </a:moveTo>
                <a:lnTo>
                  <a:pt x="55981" y="0"/>
                </a:lnTo>
                <a:lnTo>
                  <a:pt x="0" y="50380"/>
                </a:lnTo>
                <a:lnTo>
                  <a:pt x="55981" y="5038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2673172" y="4096486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80"/>
                </a:lnTo>
                <a:lnTo>
                  <a:pt x="5598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2673178" y="3894518"/>
            <a:ext cx="55975" cy="201968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2673172" y="384368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81" y="50838"/>
                </a:moveTo>
                <a:lnTo>
                  <a:pt x="55981" y="0"/>
                </a:lnTo>
                <a:lnTo>
                  <a:pt x="0" y="50838"/>
                </a:lnTo>
                <a:lnTo>
                  <a:pt x="55981" y="50838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2673172" y="384368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81" y="0"/>
                </a:moveTo>
                <a:lnTo>
                  <a:pt x="0" y="0"/>
                </a:lnTo>
                <a:lnTo>
                  <a:pt x="0" y="50838"/>
                </a:lnTo>
                <a:lnTo>
                  <a:pt x="55981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2673172" y="37933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68"/>
                </a:moveTo>
                <a:lnTo>
                  <a:pt x="55981" y="0"/>
                </a:lnTo>
                <a:lnTo>
                  <a:pt x="0" y="50368"/>
                </a:lnTo>
                <a:lnTo>
                  <a:pt x="55981" y="50368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2673172" y="37933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68"/>
                </a:lnTo>
                <a:lnTo>
                  <a:pt x="55981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2673172" y="374293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80"/>
                </a:moveTo>
                <a:lnTo>
                  <a:pt x="55981" y="0"/>
                </a:lnTo>
                <a:lnTo>
                  <a:pt x="0" y="50380"/>
                </a:lnTo>
                <a:lnTo>
                  <a:pt x="55981" y="5038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2673172" y="374293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80"/>
                </a:lnTo>
                <a:lnTo>
                  <a:pt x="55981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2673172" y="3692093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81" y="50838"/>
                </a:moveTo>
                <a:lnTo>
                  <a:pt x="55981" y="0"/>
                </a:lnTo>
                <a:lnTo>
                  <a:pt x="0" y="50838"/>
                </a:lnTo>
                <a:lnTo>
                  <a:pt x="55981" y="50838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2729153" y="490481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2729153" y="490481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2729153" y="485397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9" y="50838"/>
                </a:moveTo>
                <a:lnTo>
                  <a:pt x="55499" y="0"/>
                </a:lnTo>
                <a:lnTo>
                  <a:pt x="0" y="50838"/>
                </a:lnTo>
                <a:lnTo>
                  <a:pt x="55499" y="50838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2729153" y="485397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2729153" y="480359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2729153" y="480359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2729153" y="475322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2729153" y="475322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2729153" y="4702390"/>
            <a:ext cx="55499" cy="50838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2729153" y="465200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2729153" y="465200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2729153" y="46016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2729153" y="46016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2729153" y="4551260"/>
            <a:ext cx="55499" cy="5037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2729153" y="4500422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9" y="50838"/>
                </a:moveTo>
                <a:lnTo>
                  <a:pt x="55499" y="0"/>
                </a:lnTo>
                <a:lnTo>
                  <a:pt x="0" y="50838"/>
                </a:lnTo>
                <a:lnTo>
                  <a:pt x="55499" y="5083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2729153" y="4500422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2729153" y="44500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2729153" y="44500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2729153" y="4248086"/>
            <a:ext cx="55499" cy="201955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2729153" y="41972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9" y="50850"/>
                </a:moveTo>
                <a:lnTo>
                  <a:pt x="55499" y="0"/>
                </a:lnTo>
                <a:lnTo>
                  <a:pt x="0" y="50850"/>
                </a:lnTo>
                <a:lnTo>
                  <a:pt x="55499" y="5085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2729153" y="41972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499" y="0"/>
                </a:moveTo>
                <a:lnTo>
                  <a:pt x="0" y="0"/>
                </a:lnTo>
                <a:lnTo>
                  <a:pt x="0" y="50850"/>
                </a:lnTo>
                <a:lnTo>
                  <a:pt x="5549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2784652" y="490481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2784652" y="490481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2784652" y="485397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2784652" y="485397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80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2784652" y="480359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2784652" y="480359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2784656" y="4702390"/>
            <a:ext cx="55507" cy="101206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2784652" y="4551260"/>
            <a:ext cx="55511" cy="151129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2784652" y="4298454"/>
            <a:ext cx="55511" cy="252806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2784652" y="42480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2784652" y="42480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2840164" y="4753228"/>
            <a:ext cx="55968" cy="201968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2840164" y="4601641"/>
            <a:ext cx="55968" cy="151587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2840164" y="4551260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2840164" y="4551260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2896133" y="4853978"/>
            <a:ext cx="55511" cy="101216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2896133" y="480359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2896133" y="480359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80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2617673" y="2984982"/>
            <a:ext cx="1113840" cy="1970211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3675545" y="303535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3675545" y="298498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3731516" y="3186943"/>
            <a:ext cx="55509" cy="1768251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3675545" y="2984982"/>
            <a:ext cx="111480" cy="201955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3731514" y="318693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50"/>
                </a:lnTo>
                <a:lnTo>
                  <a:pt x="55511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3731514" y="313656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3787025" y="3237788"/>
            <a:ext cx="55968" cy="1717405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3787025" y="3086193"/>
            <a:ext cx="55968" cy="201963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3787025" y="2984982"/>
            <a:ext cx="55968" cy="151587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3787025" y="298498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3842994" y="3338538"/>
            <a:ext cx="55511" cy="1616656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3842994" y="333853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3842994" y="328815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3842994" y="328815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3842994" y="32377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3842994" y="3136569"/>
            <a:ext cx="55511" cy="151587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3842994" y="3035352"/>
            <a:ext cx="55511" cy="151585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3898506" y="3540505"/>
            <a:ext cx="55499" cy="1414688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3842994" y="2984982"/>
            <a:ext cx="111010" cy="101206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3898506" y="35405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3898506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3898506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3898506" y="343974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3898506" y="343974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3898506" y="33889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50838"/>
                </a:moveTo>
                <a:lnTo>
                  <a:pt x="55499" y="0"/>
                </a:lnTo>
                <a:lnTo>
                  <a:pt x="0" y="50838"/>
                </a:lnTo>
                <a:lnTo>
                  <a:pt x="55499" y="5083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3898506" y="33889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3898506" y="333853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3898506" y="3237788"/>
            <a:ext cx="55499" cy="151117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3898506" y="32377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3898506" y="318693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50850"/>
                </a:moveTo>
                <a:lnTo>
                  <a:pt x="55499" y="0"/>
                </a:lnTo>
                <a:lnTo>
                  <a:pt x="0" y="50850"/>
                </a:lnTo>
                <a:lnTo>
                  <a:pt x="55499" y="5085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3898506" y="318693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0"/>
                </a:moveTo>
                <a:lnTo>
                  <a:pt x="0" y="0"/>
                </a:lnTo>
                <a:lnTo>
                  <a:pt x="0" y="50850"/>
                </a:lnTo>
                <a:lnTo>
                  <a:pt x="55499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3898506" y="313656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3898506" y="3086193"/>
            <a:ext cx="55499" cy="100744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3898506" y="30861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3898506" y="303535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50838"/>
                </a:moveTo>
                <a:lnTo>
                  <a:pt x="55499" y="0"/>
                </a:lnTo>
                <a:lnTo>
                  <a:pt x="0" y="50838"/>
                </a:lnTo>
                <a:lnTo>
                  <a:pt x="55499" y="50838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3898506" y="298498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3954006" y="3793312"/>
            <a:ext cx="55967" cy="1161882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3954005" y="374293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3954005" y="374293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3954005" y="3692093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3954005" y="3692093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3954005" y="36417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3954005" y="36417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3954005" y="359134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3954005" y="359134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3954005" y="354050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3954006" y="3338538"/>
            <a:ext cx="55967" cy="252803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3954005" y="333853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3954005" y="328815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3954005" y="328815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3954005" y="323778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3954006" y="3186943"/>
            <a:ext cx="55967" cy="101213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3954005" y="3186938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50"/>
                </a:lnTo>
                <a:lnTo>
                  <a:pt x="55968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3954005" y="313656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3954005" y="313656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3954005" y="308618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3954006" y="3035352"/>
            <a:ext cx="55967" cy="101216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4009978" y="3490124"/>
            <a:ext cx="55507" cy="1465069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3954005" y="2984982"/>
            <a:ext cx="111480" cy="101206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4009974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4009974" y="343974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4009974" y="343974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4009974" y="33889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4009974" y="33889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4009974" y="333853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4009978" y="3288159"/>
            <a:ext cx="55507" cy="100746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4009974" y="328815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4009974" y="32377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4009974" y="32377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4009974" y="318693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50"/>
                </a:moveTo>
                <a:lnTo>
                  <a:pt x="55511" y="0"/>
                </a:lnTo>
                <a:lnTo>
                  <a:pt x="0" y="50850"/>
                </a:lnTo>
                <a:lnTo>
                  <a:pt x="55511" y="5085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4009978" y="3136569"/>
            <a:ext cx="55507" cy="101215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4009974" y="313656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4009974" y="30861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4009974" y="30861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4009974" y="298498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4009974" y="298498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4065485" y="3641716"/>
            <a:ext cx="55968" cy="1313478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4065485" y="36417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4065485" y="359134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4065485" y="359134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4065485" y="354050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4065485" y="354050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4065485" y="349012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4065485" y="3439750"/>
            <a:ext cx="55968" cy="100749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4065485" y="343974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4065485" y="338890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4065485" y="338890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4065485" y="333853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4065485" y="333853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4065485" y="328815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4065485" y="3237788"/>
            <a:ext cx="55968" cy="100745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4065485" y="323778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4065485" y="3186938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50"/>
                </a:moveTo>
                <a:lnTo>
                  <a:pt x="55968" y="0"/>
                </a:lnTo>
                <a:lnTo>
                  <a:pt x="0" y="50850"/>
                </a:lnTo>
                <a:lnTo>
                  <a:pt x="55968" y="5085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4065485" y="3186938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50"/>
                </a:lnTo>
                <a:lnTo>
                  <a:pt x="5596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4065485" y="3136569"/>
            <a:ext cx="55968" cy="50368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4065485" y="3035350"/>
            <a:ext cx="55968" cy="101218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4065485" y="298498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4065485" y="298498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4121456" y="3793312"/>
            <a:ext cx="55510" cy="1161882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4121454" y="37933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4121454" y="374293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4121454" y="374293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4121454" y="3692093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4121454" y="3692093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4121454" y="36417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4121456" y="3591343"/>
            <a:ext cx="55510" cy="100746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4121454" y="359134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4121454" y="35405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4121454" y="35405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4121454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4121454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4121454" y="343974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4121456" y="3388908"/>
            <a:ext cx="55510" cy="101216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4121454" y="33889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4121454" y="333853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4121454" y="333853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4121454" y="328815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4121454" y="328815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4121456" y="3237788"/>
            <a:ext cx="55510" cy="50368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4121454" y="3136569"/>
            <a:ext cx="55511" cy="101219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4121454" y="3035350"/>
            <a:ext cx="55511" cy="101218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4121454" y="298498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4121454" y="298498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4176966" y="3894523"/>
            <a:ext cx="55499" cy="1060670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4176966" y="389451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4176966" y="384368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50838"/>
                </a:moveTo>
                <a:lnTo>
                  <a:pt x="55499" y="0"/>
                </a:lnTo>
                <a:lnTo>
                  <a:pt x="0" y="50838"/>
                </a:lnTo>
                <a:lnTo>
                  <a:pt x="55499" y="50838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4176966" y="384368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4176966" y="37933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4176966" y="3692093"/>
            <a:ext cx="55499" cy="151587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4176966" y="3692093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4176966" y="36417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4176966" y="36417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4176966" y="359134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4176966" y="3540505"/>
            <a:ext cx="55499" cy="101206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4176966" y="35405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4176966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4176966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4176966" y="343974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4176966" y="343974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4176966" y="3388905"/>
            <a:ext cx="55499" cy="50838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4176966" y="333853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4176966" y="333853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4176966" y="328815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4176966" y="328815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4176966" y="3237788"/>
            <a:ext cx="55499" cy="50368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4176966" y="3136569"/>
            <a:ext cx="55499" cy="101219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/>
          <p:nvPr/>
        </p:nvSpPr>
        <p:spPr>
          <a:xfrm>
            <a:off x="4176966" y="3035350"/>
            <a:ext cx="55499" cy="101218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object 395"/>
          <p:cNvSpPr/>
          <p:nvPr/>
        </p:nvSpPr>
        <p:spPr>
          <a:xfrm>
            <a:off x="4176966" y="298498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4176966" y="298498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4232466" y="4096489"/>
            <a:ext cx="55967" cy="858705"/>
          </a:xfrm>
          <a:prstGeom prst="rect">
            <a:avLst/>
          </a:prstGeom>
          <a:blipFill>
            <a:blip r:embed="rId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4232465" y="3944899"/>
            <a:ext cx="55968" cy="201968"/>
          </a:xfrm>
          <a:prstGeom prst="rect">
            <a:avLst/>
          </a:prstGeom>
          <a:blipFill>
            <a:blip r:embed="rId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4232465" y="3793312"/>
            <a:ext cx="55968" cy="201955"/>
          </a:xfrm>
          <a:prstGeom prst="rect">
            <a:avLst/>
          </a:prstGeom>
          <a:blipFill>
            <a:blip r:embed="rId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4232465" y="37933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4232465" y="374293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4232465" y="374293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4232465" y="3692093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4232466" y="3641716"/>
            <a:ext cx="55967" cy="101215"/>
          </a:xfrm>
          <a:prstGeom prst="rect">
            <a:avLst/>
          </a:prstGeom>
          <a:blipFill>
            <a:blip r:embed="rId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4232465" y="36417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4232465" y="359134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4232465" y="359134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4232466" y="3540505"/>
            <a:ext cx="55967" cy="50835"/>
          </a:xfrm>
          <a:prstGeom prst="rect">
            <a:avLst/>
          </a:prstGeom>
          <a:blipFill>
            <a:blip r:embed="rId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4232465" y="349012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4232465" y="349012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4232465" y="343974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4232465" y="343974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4232466" y="3388905"/>
            <a:ext cx="55967" cy="50838"/>
          </a:xfrm>
          <a:prstGeom prst="rect">
            <a:avLst/>
          </a:prstGeom>
          <a:blipFill>
            <a:blip r:embed="rId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4232465" y="3237788"/>
            <a:ext cx="55968" cy="151117"/>
          </a:xfrm>
          <a:prstGeom prst="rect">
            <a:avLst/>
          </a:prstGeom>
          <a:blipFill>
            <a:blip r:embed="rId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4232465" y="3136569"/>
            <a:ext cx="55968" cy="101219"/>
          </a:xfrm>
          <a:prstGeom prst="rect">
            <a:avLst/>
          </a:prstGeom>
          <a:blipFill>
            <a:blip r:embed="rId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4232465" y="308618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4232465" y="308618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4288439" y="3995272"/>
            <a:ext cx="55506" cy="959921"/>
          </a:xfrm>
          <a:prstGeom prst="rect">
            <a:avLst/>
          </a:prstGeom>
          <a:blipFill>
            <a:blip r:embed="rId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4288434" y="3894523"/>
            <a:ext cx="55511" cy="151124"/>
          </a:xfrm>
          <a:prstGeom prst="rect">
            <a:avLst/>
          </a:prstGeom>
          <a:blipFill>
            <a:blip r:embed="rId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4288434" y="389451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4288434" y="384368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4288434" y="384368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4288434" y="37933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4288439" y="3742932"/>
            <a:ext cx="55506" cy="100747"/>
          </a:xfrm>
          <a:prstGeom prst="rect">
            <a:avLst/>
          </a:prstGeom>
          <a:blipFill>
            <a:blip r:embed="rId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4288434" y="374293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4288434" y="3692093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4288434" y="3692093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4288439" y="3641712"/>
            <a:ext cx="55506" cy="50378"/>
          </a:xfrm>
          <a:prstGeom prst="rect">
            <a:avLst/>
          </a:prstGeom>
          <a:blipFill>
            <a:blip r:embed="rId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4288434" y="3540505"/>
            <a:ext cx="55511" cy="101206"/>
          </a:xfrm>
          <a:prstGeom prst="rect">
            <a:avLst/>
          </a:prstGeom>
          <a:blipFill>
            <a:blip r:embed="rId1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4288434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4288434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4288434" y="343974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4288434" y="343974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4288439" y="3388905"/>
            <a:ext cx="55506" cy="50838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4288434" y="3288157"/>
            <a:ext cx="55511" cy="100749"/>
          </a:xfrm>
          <a:prstGeom prst="rect">
            <a:avLst/>
          </a:prstGeom>
          <a:blipFill>
            <a:blip r:embed="rId1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4288434" y="32377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4288434" y="32377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object 438"/>
          <p:cNvSpPr/>
          <p:nvPr/>
        </p:nvSpPr>
        <p:spPr>
          <a:xfrm>
            <a:off x="4343946" y="4248086"/>
            <a:ext cx="55968" cy="707108"/>
          </a:xfrm>
          <a:prstGeom prst="rect">
            <a:avLst/>
          </a:prstGeom>
          <a:blipFill>
            <a:blip r:embed="rId1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9" name="object 439"/>
          <p:cNvSpPr/>
          <p:nvPr/>
        </p:nvSpPr>
        <p:spPr>
          <a:xfrm>
            <a:off x="4343946" y="4146867"/>
            <a:ext cx="55968" cy="151587"/>
          </a:xfrm>
          <a:prstGeom prst="rect">
            <a:avLst/>
          </a:prstGeom>
          <a:blipFill>
            <a:blip r:embed="rId1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0" name="object 440"/>
          <p:cNvSpPr/>
          <p:nvPr/>
        </p:nvSpPr>
        <p:spPr>
          <a:xfrm>
            <a:off x="4232466" y="2984982"/>
            <a:ext cx="167448" cy="505142"/>
          </a:xfrm>
          <a:prstGeom prst="rect">
            <a:avLst/>
          </a:prstGeom>
          <a:blipFill>
            <a:blip r:embed="rId1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1" name="object 441"/>
          <p:cNvSpPr/>
          <p:nvPr/>
        </p:nvSpPr>
        <p:spPr>
          <a:xfrm>
            <a:off x="4343946" y="4045648"/>
            <a:ext cx="55968" cy="151587"/>
          </a:xfrm>
          <a:prstGeom prst="rect">
            <a:avLst/>
          </a:prstGeom>
          <a:blipFill>
            <a:blip r:embed="rId1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2" name="object 442"/>
          <p:cNvSpPr/>
          <p:nvPr/>
        </p:nvSpPr>
        <p:spPr>
          <a:xfrm>
            <a:off x="4343946" y="3944899"/>
            <a:ext cx="55968" cy="151587"/>
          </a:xfrm>
          <a:prstGeom prst="rect">
            <a:avLst/>
          </a:prstGeom>
          <a:blipFill>
            <a:blip r:embed="rId1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3" name="object 443"/>
          <p:cNvSpPr/>
          <p:nvPr/>
        </p:nvSpPr>
        <p:spPr>
          <a:xfrm>
            <a:off x="4343946" y="3843681"/>
            <a:ext cx="55968" cy="151585"/>
          </a:xfrm>
          <a:prstGeom prst="rect">
            <a:avLst/>
          </a:prstGeom>
          <a:blipFill>
            <a:blip r:embed="rId1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4" name="object 444"/>
          <p:cNvSpPr/>
          <p:nvPr/>
        </p:nvSpPr>
        <p:spPr>
          <a:xfrm>
            <a:off x="4343946" y="384368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object 445"/>
          <p:cNvSpPr/>
          <p:nvPr/>
        </p:nvSpPr>
        <p:spPr>
          <a:xfrm>
            <a:off x="4343946" y="37933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object 446"/>
          <p:cNvSpPr/>
          <p:nvPr/>
        </p:nvSpPr>
        <p:spPr>
          <a:xfrm>
            <a:off x="4343946" y="37933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object 447"/>
          <p:cNvSpPr/>
          <p:nvPr/>
        </p:nvSpPr>
        <p:spPr>
          <a:xfrm>
            <a:off x="4343946" y="3742931"/>
            <a:ext cx="55968" cy="50375"/>
          </a:xfrm>
          <a:prstGeom prst="rect">
            <a:avLst/>
          </a:prstGeom>
          <a:blipFill>
            <a:blip r:embed="rId1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object 448"/>
          <p:cNvSpPr/>
          <p:nvPr/>
        </p:nvSpPr>
        <p:spPr>
          <a:xfrm>
            <a:off x="4343946" y="3641712"/>
            <a:ext cx="55968" cy="101218"/>
          </a:xfrm>
          <a:prstGeom prst="rect">
            <a:avLst/>
          </a:prstGeom>
          <a:blipFill>
            <a:blip r:embed="rId1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object 449"/>
          <p:cNvSpPr/>
          <p:nvPr/>
        </p:nvSpPr>
        <p:spPr>
          <a:xfrm>
            <a:off x="4343946" y="3540505"/>
            <a:ext cx="55968" cy="101206"/>
          </a:xfrm>
          <a:prstGeom prst="rect">
            <a:avLst/>
          </a:prstGeom>
          <a:blipFill>
            <a:blip r:embed="rId1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object 450"/>
          <p:cNvSpPr/>
          <p:nvPr/>
        </p:nvSpPr>
        <p:spPr>
          <a:xfrm>
            <a:off x="4343946" y="349012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object 451"/>
          <p:cNvSpPr/>
          <p:nvPr/>
        </p:nvSpPr>
        <p:spPr>
          <a:xfrm>
            <a:off x="4343946" y="349012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object 452"/>
          <p:cNvSpPr/>
          <p:nvPr/>
        </p:nvSpPr>
        <p:spPr>
          <a:xfrm>
            <a:off x="4399916" y="4096489"/>
            <a:ext cx="55510" cy="858705"/>
          </a:xfrm>
          <a:prstGeom prst="rect">
            <a:avLst/>
          </a:prstGeom>
          <a:blipFill>
            <a:blip r:embed="rId1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object 453"/>
          <p:cNvSpPr/>
          <p:nvPr/>
        </p:nvSpPr>
        <p:spPr>
          <a:xfrm>
            <a:off x="4399915" y="3995272"/>
            <a:ext cx="55511" cy="151594"/>
          </a:xfrm>
          <a:prstGeom prst="rect">
            <a:avLst/>
          </a:prstGeom>
          <a:blipFill>
            <a:blip r:embed="rId1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4" name="object 454"/>
          <p:cNvSpPr/>
          <p:nvPr/>
        </p:nvSpPr>
        <p:spPr>
          <a:xfrm>
            <a:off x="4399915" y="3894523"/>
            <a:ext cx="55511" cy="151124"/>
          </a:xfrm>
          <a:prstGeom prst="rect">
            <a:avLst/>
          </a:prstGeom>
          <a:blipFill>
            <a:blip r:embed="rId1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5" name="object 455"/>
          <p:cNvSpPr/>
          <p:nvPr/>
        </p:nvSpPr>
        <p:spPr>
          <a:xfrm>
            <a:off x="4399915" y="3843680"/>
            <a:ext cx="55511" cy="101219"/>
          </a:xfrm>
          <a:prstGeom prst="rect">
            <a:avLst/>
          </a:prstGeom>
          <a:blipFill>
            <a:blip r:embed="rId1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object 456"/>
          <p:cNvSpPr/>
          <p:nvPr/>
        </p:nvSpPr>
        <p:spPr>
          <a:xfrm>
            <a:off x="4399915" y="3742931"/>
            <a:ext cx="55511" cy="100749"/>
          </a:xfrm>
          <a:prstGeom prst="rect">
            <a:avLst/>
          </a:prstGeom>
          <a:blipFill>
            <a:blip r:embed="rId1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4399915" y="3641712"/>
            <a:ext cx="55511" cy="101218"/>
          </a:xfrm>
          <a:prstGeom prst="rect">
            <a:avLst/>
          </a:prstGeom>
          <a:blipFill>
            <a:blip r:embed="rId1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8" name="object 458"/>
          <p:cNvSpPr/>
          <p:nvPr/>
        </p:nvSpPr>
        <p:spPr>
          <a:xfrm>
            <a:off x="4399915" y="3540505"/>
            <a:ext cx="55511" cy="101206"/>
          </a:xfrm>
          <a:prstGeom prst="rect">
            <a:avLst/>
          </a:prstGeom>
          <a:blipFill>
            <a:blip r:embed="rId1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9" name="object 459"/>
          <p:cNvSpPr/>
          <p:nvPr/>
        </p:nvSpPr>
        <p:spPr>
          <a:xfrm>
            <a:off x="4399915" y="3439744"/>
            <a:ext cx="55511" cy="100761"/>
          </a:xfrm>
          <a:prstGeom prst="rect">
            <a:avLst/>
          </a:prstGeom>
          <a:blipFill>
            <a:blip r:embed="rId1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0" name="object 460"/>
          <p:cNvSpPr/>
          <p:nvPr/>
        </p:nvSpPr>
        <p:spPr>
          <a:xfrm>
            <a:off x="4399915" y="3338538"/>
            <a:ext cx="55511" cy="101206"/>
          </a:xfrm>
          <a:prstGeom prst="rect">
            <a:avLst/>
          </a:prstGeom>
          <a:blipFill>
            <a:blip r:embed="rId1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1" name="object 461"/>
          <p:cNvSpPr/>
          <p:nvPr/>
        </p:nvSpPr>
        <p:spPr>
          <a:xfrm>
            <a:off x="4399915" y="2984982"/>
            <a:ext cx="55511" cy="353555"/>
          </a:xfrm>
          <a:prstGeom prst="rect">
            <a:avLst/>
          </a:prstGeom>
          <a:blipFill>
            <a:blip r:embed="rId1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2" name="object 462"/>
          <p:cNvSpPr/>
          <p:nvPr/>
        </p:nvSpPr>
        <p:spPr>
          <a:xfrm>
            <a:off x="3131210" y="2984982"/>
            <a:ext cx="375920" cy="1970405"/>
          </a:xfrm>
          <a:custGeom>
            <a:avLst/>
            <a:gdLst/>
            <a:ahLst/>
            <a:cxnLst/>
            <a:rect l="l" t="t" r="r" b="b"/>
            <a:pathLst>
              <a:path w="375920" h="1970404">
                <a:moveTo>
                  <a:pt x="100761" y="0"/>
                </a:moveTo>
                <a:lnTo>
                  <a:pt x="82092" y="50368"/>
                </a:lnTo>
                <a:lnTo>
                  <a:pt x="64846" y="101206"/>
                </a:lnTo>
                <a:lnTo>
                  <a:pt x="49911" y="151587"/>
                </a:lnTo>
                <a:lnTo>
                  <a:pt x="36385" y="201955"/>
                </a:lnTo>
                <a:lnTo>
                  <a:pt x="25196" y="252806"/>
                </a:lnTo>
                <a:lnTo>
                  <a:pt x="15862" y="303174"/>
                </a:lnTo>
                <a:lnTo>
                  <a:pt x="8407" y="353555"/>
                </a:lnTo>
                <a:lnTo>
                  <a:pt x="3276" y="403923"/>
                </a:lnTo>
                <a:lnTo>
                  <a:pt x="469" y="454761"/>
                </a:lnTo>
                <a:lnTo>
                  <a:pt x="0" y="505142"/>
                </a:lnTo>
                <a:lnTo>
                  <a:pt x="2336" y="555523"/>
                </a:lnTo>
                <a:lnTo>
                  <a:pt x="6997" y="606361"/>
                </a:lnTo>
                <a:lnTo>
                  <a:pt x="13995" y="656729"/>
                </a:lnTo>
                <a:lnTo>
                  <a:pt x="24256" y="707110"/>
                </a:lnTo>
                <a:lnTo>
                  <a:pt x="36385" y="757948"/>
                </a:lnTo>
                <a:lnTo>
                  <a:pt x="43383" y="781265"/>
                </a:lnTo>
                <a:lnTo>
                  <a:pt x="51308" y="808329"/>
                </a:lnTo>
                <a:lnTo>
                  <a:pt x="68110" y="858697"/>
                </a:lnTo>
                <a:lnTo>
                  <a:pt x="86766" y="909535"/>
                </a:lnTo>
                <a:lnTo>
                  <a:pt x="98894" y="938923"/>
                </a:lnTo>
                <a:lnTo>
                  <a:pt x="107289" y="959916"/>
                </a:lnTo>
                <a:lnTo>
                  <a:pt x="128739" y="1010285"/>
                </a:lnTo>
                <a:lnTo>
                  <a:pt x="151129" y="1060665"/>
                </a:lnTo>
                <a:lnTo>
                  <a:pt x="154863" y="1068590"/>
                </a:lnTo>
                <a:lnTo>
                  <a:pt x="173520" y="1111503"/>
                </a:lnTo>
                <a:lnTo>
                  <a:pt x="195910" y="1161884"/>
                </a:lnTo>
                <a:lnTo>
                  <a:pt x="217830" y="1212253"/>
                </a:lnTo>
                <a:lnTo>
                  <a:pt x="238353" y="1263103"/>
                </a:lnTo>
                <a:lnTo>
                  <a:pt x="258406" y="1313472"/>
                </a:lnTo>
                <a:lnTo>
                  <a:pt x="265874" y="1334465"/>
                </a:lnTo>
                <a:lnTo>
                  <a:pt x="276605" y="1363852"/>
                </a:lnTo>
                <a:lnTo>
                  <a:pt x="293395" y="1414691"/>
                </a:lnTo>
                <a:lnTo>
                  <a:pt x="308787" y="1465059"/>
                </a:lnTo>
                <a:lnTo>
                  <a:pt x="321843" y="1511706"/>
                </a:lnTo>
                <a:lnTo>
                  <a:pt x="334441" y="1566278"/>
                </a:lnTo>
                <a:lnTo>
                  <a:pt x="345160" y="1616659"/>
                </a:lnTo>
                <a:lnTo>
                  <a:pt x="353567" y="1667027"/>
                </a:lnTo>
                <a:lnTo>
                  <a:pt x="361022" y="1717408"/>
                </a:lnTo>
                <a:lnTo>
                  <a:pt x="366623" y="1768246"/>
                </a:lnTo>
                <a:lnTo>
                  <a:pt x="370814" y="1818614"/>
                </a:lnTo>
                <a:lnTo>
                  <a:pt x="373621" y="1868995"/>
                </a:lnTo>
                <a:lnTo>
                  <a:pt x="375488" y="1919833"/>
                </a:lnTo>
                <a:lnTo>
                  <a:pt x="375488" y="1970214"/>
                </a:lnTo>
              </a:path>
            </a:pathLst>
          </a:custGeom>
          <a:ln w="111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3" name="object 463"/>
          <p:cNvSpPr/>
          <p:nvPr/>
        </p:nvSpPr>
        <p:spPr>
          <a:xfrm>
            <a:off x="3166808" y="3091370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5">
                <a:moveTo>
                  <a:pt x="83947" y="41973"/>
                </a:moveTo>
                <a:lnTo>
                  <a:pt x="80647" y="58309"/>
                </a:lnTo>
                <a:lnTo>
                  <a:pt x="71651" y="71651"/>
                </a:lnTo>
                <a:lnTo>
                  <a:pt x="58309" y="80647"/>
                </a:lnTo>
                <a:lnTo>
                  <a:pt x="41973" y="83947"/>
                </a:lnTo>
                <a:lnTo>
                  <a:pt x="25637" y="80647"/>
                </a:lnTo>
                <a:lnTo>
                  <a:pt x="12295" y="71651"/>
                </a:lnTo>
                <a:lnTo>
                  <a:pt x="3299" y="58309"/>
                </a:lnTo>
                <a:lnTo>
                  <a:pt x="0" y="41973"/>
                </a:lnTo>
                <a:lnTo>
                  <a:pt x="3299" y="25637"/>
                </a:lnTo>
                <a:lnTo>
                  <a:pt x="12295" y="12295"/>
                </a:lnTo>
                <a:lnTo>
                  <a:pt x="25637" y="3299"/>
                </a:lnTo>
                <a:lnTo>
                  <a:pt x="41973" y="0"/>
                </a:lnTo>
                <a:lnTo>
                  <a:pt x="58309" y="3299"/>
                </a:lnTo>
                <a:lnTo>
                  <a:pt x="71651" y="12295"/>
                </a:lnTo>
                <a:lnTo>
                  <a:pt x="80647" y="25637"/>
                </a:lnTo>
                <a:lnTo>
                  <a:pt x="83947" y="41973"/>
                </a:lnTo>
              </a:path>
            </a:pathLst>
          </a:custGeom>
          <a:ln w="111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4" name="object 464"/>
          <p:cNvSpPr/>
          <p:nvPr/>
        </p:nvSpPr>
        <p:spPr>
          <a:xfrm>
            <a:off x="2725350" y="3311328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5" name="object 465"/>
          <p:cNvSpPr/>
          <p:nvPr/>
        </p:nvSpPr>
        <p:spPr>
          <a:xfrm>
            <a:off x="2417502" y="3719760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6" name="object 466"/>
          <p:cNvSpPr/>
          <p:nvPr/>
        </p:nvSpPr>
        <p:spPr>
          <a:xfrm>
            <a:off x="2417502" y="3071298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7" name="object 467"/>
          <p:cNvSpPr/>
          <p:nvPr/>
        </p:nvSpPr>
        <p:spPr>
          <a:xfrm>
            <a:off x="2845746" y="4001700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8" name="object 468"/>
          <p:cNvSpPr/>
          <p:nvPr/>
        </p:nvSpPr>
        <p:spPr>
          <a:xfrm>
            <a:off x="2404548" y="4149528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9" name="object 469"/>
          <p:cNvSpPr/>
          <p:nvPr/>
        </p:nvSpPr>
        <p:spPr>
          <a:xfrm>
            <a:off x="3241986" y="4396416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0" name="object 470"/>
          <p:cNvSpPr/>
          <p:nvPr/>
        </p:nvSpPr>
        <p:spPr>
          <a:xfrm>
            <a:off x="3123114" y="4839900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1" name="object 471"/>
          <p:cNvSpPr/>
          <p:nvPr/>
        </p:nvSpPr>
        <p:spPr>
          <a:xfrm>
            <a:off x="2851842" y="4522908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2" name="object 472"/>
          <p:cNvSpPr/>
          <p:nvPr/>
        </p:nvSpPr>
        <p:spPr>
          <a:xfrm>
            <a:off x="2550090" y="4657020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3" name="object 473"/>
          <p:cNvSpPr/>
          <p:nvPr/>
        </p:nvSpPr>
        <p:spPr>
          <a:xfrm>
            <a:off x="3135306" y="4114475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4" name="object 474"/>
          <p:cNvSpPr/>
          <p:nvPr/>
        </p:nvSpPr>
        <p:spPr>
          <a:xfrm>
            <a:off x="2291010" y="4600631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5" name="object 475"/>
          <p:cNvSpPr/>
          <p:nvPr/>
        </p:nvSpPr>
        <p:spPr>
          <a:xfrm>
            <a:off x="3808412" y="3527234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4">
                <a:moveTo>
                  <a:pt x="83947" y="41973"/>
                </a:moveTo>
                <a:lnTo>
                  <a:pt x="80647" y="58309"/>
                </a:lnTo>
                <a:lnTo>
                  <a:pt x="71651" y="71651"/>
                </a:lnTo>
                <a:lnTo>
                  <a:pt x="58309" y="80647"/>
                </a:lnTo>
                <a:lnTo>
                  <a:pt x="41973" y="83947"/>
                </a:lnTo>
                <a:lnTo>
                  <a:pt x="25637" y="80647"/>
                </a:lnTo>
                <a:lnTo>
                  <a:pt x="12295" y="71651"/>
                </a:lnTo>
                <a:lnTo>
                  <a:pt x="3299" y="58309"/>
                </a:lnTo>
                <a:lnTo>
                  <a:pt x="0" y="41973"/>
                </a:lnTo>
                <a:lnTo>
                  <a:pt x="3299" y="25637"/>
                </a:lnTo>
                <a:lnTo>
                  <a:pt x="12295" y="12295"/>
                </a:lnTo>
                <a:lnTo>
                  <a:pt x="25637" y="3299"/>
                </a:lnTo>
                <a:lnTo>
                  <a:pt x="41973" y="0"/>
                </a:lnTo>
                <a:lnTo>
                  <a:pt x="58309" y="3299"/>
                </a:lnTo>
                <a:lnTo>
                  <a:pt x="71651" y="12295"/>
                </a:lnTo>
                <a:lnTo>
                  <a:pt x="80647" y="25637"/>
                </a:lnTo>
                <a:lnTo>
                  <a:pt x="83947" y="41973"/>
                </a:lnTo>
              </a:path>
            </a:pathLst>
          </a:custGeom>
          <a:ln w="111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6" name="object 476"/>
          <p:cNvSpPr/>
          <p:nvPr/>
        </p:nvSpPr>
        <p:spPr>
          <a:xfrm>
            <a:off x="2624766" y="3620700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7" name="object 477"/>
          <p:cNvSpPr/>
          <p:nvPr/>
        </p:nvSpPr>
        <p:spPr>
          <a:xfrm>
            <a:off x="2783262" y="4199058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8" name="object 478"/>
          <p:cNvSpPr/>
          <p:nvPr/>
        </p:nvSpPr>
        <p:spPr>
          <a:xfrm>
            <a:off x="3560800" y="31822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9" name="object 479"/>
          <p:cNvSpPr/>
          <p:nvPr/>
        </p:nvSpPr>
        <p:spPr>
          <a:xfrm>
            <a:off x="3277209" y="332314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object 480"/>
          <p:cNvSpPr/>
          <p:nvPr/>
        </p:nvSpPr>
        <p:spPr>
          <a:xfrm>
            <a:off x="3075711" y="372520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object 481"/>
          <p:cNvSpPr/>
          <p:nvPr/>
        </p:nvSpPr>
        <p:spPr>
          <a:xfrm>
            <a:off x="3428796" y="40563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2" name="object 482"/>
          <p:cNvSpPr/>
          <p:nvPr/>
        </p:nvSpPr>
        <p:spPr>
          <a:xfrm>
            <a:off x="3756240" y="446543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83"/>
          <p:cNvSpPr/>
          <p:nvPr/>
        </p:nvSpPr>
        <p:spPr>
          <a:xfrm>
            <a:off x="3529545" y="48320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484"/>
          <p:cNvSpPr/>
          <p:nvPr/>
        </p:nvSpPr>
        <p:spPr>
          <a:xfrm>
            <a:off x="4058488" y="486703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5" name="object 485"/>
          <p:cNvSpPr/>
          <p:nvPr/>
        </p:nvSpPr>
        <p:spPr>
          <a:xfrm>
            <a:off x="4216146" y="43595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6" name="object 486"/>
          <p:cNvSpPr/>
          <p:nvPr/>
        </p:nvSpPr>
        <p:spPr>
          <a:xfrm>
            <a:off x="3812679" y="38166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object 487"/>
          <p:cNvSpPr/>
          <p:nvPr/>
        </p:nvSpPr>
        <p:spPr>
          <a:xfrm>
            <a:off x="3605110" y="338658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object 488"/>
          <p:cNvSpPr/>
          <p:nvPr/>
        </p:nvSpPr>
        <p:spPr>
          <a:xfrm>
            <a:off x="4190949" y="32032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object 489"/>
          <p:cNvSpPr/>
          <p:nvPr/>
        </p:nvSpPr>
        <p:spPr>
          <a:xfrm>
            <a:off x="4241330" y="373919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object 490"/>
          <p:cNvSpPr/>
          <p:nvPr/>
        </p:nvSpPr>
        <p:spPr>
          <a:xfrm>
            <a:off x="3050527" y="35064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91"/>
          <p:cNvSpPr/>
          <p:nvPr/>
        </p:nvSpPr>
        <p:spPr>
          <a:xfrm>
            <a:off x="2483802" y="447243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492"/>
          <p:cNvSpPr/>
          <p:nvPr/>
        </p:nvSpPr>
        <p:spPr>
          <a:xfrm>
            <a:off x="3907358" y="318927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493"/>
          <p:cNvSpPr/>
          <p:nvPr/>
        </p:nvSpPr>
        <p:spPr>
          <a:xfrm>
            <a:off x="4203547" y="34854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494"/>
          <p:cNvSpPr/>
          <p:nvPr/>
        </p:nvSpPr>
        <p:spPr>
          <a:xfrm>
            <a:off x="3036531" y="3686022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39" h="78739">
                <a:moveTo>
                  <a:pt x="0" y="0"/>
                </a:moveTo>
                <a:lnTo>
                  <a:pt x="78358" y="78371"/>
                </a:lnTo>
              </a:path>
            </a:pathLst>
          </a:custGeom>
          <a:ln w="8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495"/>
          <p:cNvSpPr/>
          <p:nvPr/>
        </p:nvSpPr>
        <p:spPr>
          <a:xfrm>
            <a:off x="3036531" y="3686022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39" h="78739">
                <a:moveTo>
                  <a:pt x="78358" y="0"/>
                </a:moveTo>
                <a:lnTo>
                  <a:pt x="0" y="78371"/>
                </a:lnTo>
              </a:path>
            </a:pathLst>
          </a:custGeom>
          <a:ln w="8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496"/>
          <p:cNvSpPr/>
          <p:nvPr/>
        </p:nvSpPr>
        <p:spPr>
          <a:xfrm>
            <a:off x="3168992" y="3093656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39" h="78739">
                <a:moveTo>
                  <a:pt x="0" y="0"/>
                </a:moveTo>
                <a:lnTo>
                  <a:pt x="78359" y="78358"/>
                </a:lnTo>
              </a:path>
            </a:pathLst>
          </a:custGeom>
          <a:ln w="8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3168992" y="3093656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39" h="78739">
                <a:moveTo>
                  <a:pt x="78359" y="0"/>
                </a:moveTo>
                <a:lnTo>
                  <a:pt x="0" y="78358"/>
                </a:lnTo>
              </a:path>
            </a:pathLst>
          </a:custGeom>
          <a:ln w="8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3011347" y="3467265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39" h="78739">
                <a:moveTo>
                  <a:pt x="0" y="0"/>
                </a:moveTo>
                <a:lnTo>
                  <a:pt x="78358" y="78371"/>
                </a:lnTo>
              </a:path>
            </a:pathLst>
          </a:custGeom>
          <a:ln w="8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3011347" y="3467265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39" h="78739">
                <a:moveTo>
                  <a:pt x="78358" y="0"/>
                </a:moveTo>
                <a:lnTo>
                  <a:pt x="0" y="78371"/>
                </a:lnTo>
              </a:path>
            </a:pathLst>
          </a:custGeom>
          <a:ln w="8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2444623" y="4433252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39" h="78739">
                <a:moveTo>
                  <a:pt x="0" y="0"/>
                </a:moveTo>
                <a:lnTo>
                  <a:pt x="78358" y="78359"/>
                </a:lnTo>
              </a:path>
            </a:pathLst>
          </a:custGeom>
          <a:ln w="8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2444623" y="4433252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39" h="78739">
                <a:moveTo>
                  <a:pt x="78358" y="0"/>
                </a:moveTo>
                <a:lnTo>
                  <a:pt x="0" y="78359"/>
                </a:lnTo>
              </a:path>
            </a:pathLst>
          </a:custGeom>
          <a:ln w="8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3811282" y="3530701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39" h="78739">
                <a:moveTo>
                  <a:pt x="0" y="0"/>
                </a:moveTo>
                <a:lnTo>
                  <a:pt x="78359" y="78359"/>
                </a:lnTo>
              </a:path>
            </a:pathLst>
          </a:custGeom>
          <a:ln w="8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3811282" y="3530701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39" h="78739">
                <a:moveTo>
                  <a:pt x="78359" y="0"/>
                </a:moveTo>
                <a:lnTo>
                  <a:pt x="0" y="78359"/>
                </a:lnTo>
              </a:path>
            </a:pathLst>
          </a:custGeom>
          <a:ln w="8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4589055" y="2984982"/>
            <a:ext cx="2172335" cy="1970405"/>
          </a:xfrm>
          <a:custGeom>
            <a:avLst/>
            <a:gdLst/>
            <a:ahLst/>
            <a:cxnLst/>
            <a:rect l="l" t="t" r="r" b="b"/>
            <a:pathLst>
              <a:path w="2172334" h="1970404">
                <a:moveTo>
                  <a:pt x="0" y="1970214"/>
                </a:moveTo>
                <a:lnTo>
                  <a:pt x="2172182" y="1970214"/>
                </a:lnTo>
                <a:lnTo>
                  <a:pt x="2172182" y="0"/>
                </a:lnTo>
                <a:lnTo>
                  <a:pt x="0" y="0"/>
                </a:lnTo>
                <a:lnTo>
                  <a:pt x="0" y="1970214"/>
                </a:lnTo>
              </a:path>
            </a:pathLst>
          </a:custGeom>
          <a:ln w="317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4589055" y="4146867"/>
            <a:ext cx="55968" cy="808327"/>
          </a:xfrm>
          <a:prstGeom prst="rect">
            <a:avLst/>
          </a:prstGeom>
          <a:blipFill>
            <a:blip r:embed="rId1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506"/>
          <p:cNvSpPr/>
          <p:nvPr/>
        </p:nvSpPr>
        <p:spPr>
          <a:xfrm>
            <a:off x="4589055" y="4096486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7" name="object 507"/>
          <p:cNvSpPr/>
          <p:nvPr/>
        </p:nvSpPr>
        <p:spPr>
          <a:xfrm>
            <a:off x="4589055" y="4096486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8" name="object 508"/>
          <p:cNvSpPr/>
          <p:nvPr/>
        </p:nvSpPr>
        <p:spPr>
          <a:xfrm>
            <a:off x="4589055" y="4045648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9" name="object 509"/>
          <p:cNvSpPr/>
          <p:nvPr/>
        </p:nvSpPr>
        <p:spPr>
          <a:xfrm>
            <a:off x="4589055" y="4045648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0" name="object 510"/>
          <p:cNvSpPr/>
          <p:nvPr/>
        </p:nvSpPr>
        <p:spPr>
          <a:xfrm>
            <a:off x="4589055" y="3995267"/>
            <a:ext cx="55968" cy="50379"/>
          </a:xfrm>
          <a:prstGeom prst="rect">
            <a:avLst/>
          </a:prstGeom>
          <a:blipFill>
            <a:blip r:embed="rId1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1" name="object 511"/>
          <p:cNvSpPr/>
          <p:nvPr/>
        </p:nvSpPr>
        <p:spPr>
          <a:xfrm>
            <a:off x="4589055" y="3843681"/>
            <a:ext cx="55968" cy="151585"/>
          </a:xfrm>
          <a:prstGeom prst="rect">
            <a:avLst/>
          </a:prstGeom>
          <a:blipFill>
            <a:blip r:embed="rId1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2" name="object 512"/>
          <p:cNvSpPr/>
          <p:nvPr/>
        </p:nvSpPr>
        <p:spPr>
          <a:xfrm>
            <a:off x="4589055" y="3692093"/>
            <a:ext cx="55968" cy="202425"/>
          </a:xfrm>
          <a:prstGeom prst="rect">
            <a:avLst/>
          </a:prstGeom>
          <a:blipFill>
            <a:blip r:embed="rId1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3" name="object 513"/>
          <p:cNvSpPr/>
          <p:nvPr/>
        </p:nvSpPr>
        <p:spPr>
          <a:xfrm>
            <a:off x="4589055" y="3692093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4" name="object 514"/>
          <p:cNvSpPr/>
          <p:nvPr/>
        </p:nvSpPr>
        <p:spPr>
          <a:xfrm>
            <a:off x="4589055" y="36417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5" name="object 515"/>
          <p:cNvSpPr/>
          <p:nvPr/>
        </p:nvSpPr>
        <p:spPr>
          <a:xfrm>
            <a:off x="4645025" y="4248086"/>
            <a:ext cx="55499" cy="707108"/>
          </a:xfrm>
          <a:prstGeom prst="rect">
            <a:avLst/>
          </a:prstGeom>
          <a:blipFill>
            <a:blip r:embed="rId1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6" name="object 516"/>
          <p:cNvSpPr/>
          <p:nvPr/>
        </p:nvSpPr>
        <p:spPr>
          <a:xfrm>
            <a:off x="4645025" y="3995267"/>
            <a:ext cx="55499" cy="252818"/>
          </a:xfrm>
          <a:prstGeom prst="rect">
            <a:avLst/>
          </a:prstGeom>
          <a:blipFill>
            <a:blip r:embed="rId1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7" name="object 517"/>
          <p:cNvSpPr/>
          <p:nvPr/>
        </p:nvSpPr>
        <p:spPr>
          <a:xfrm>
            <a:off x="4645025" y="394489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518"/>
          <p:cNvSpPr/>
          <p:nvPr/>
        </p:nvSpPr>
        <p:spPr>
          <a:xfrm>
            <a:off x="4645025" y="394489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519"/>
          <p:cNvSpPr/>
          <p:nvPr/>
        </p:nvSpPr>
        <p:spPr>
          <a:xfrm>
            <a:off x="4645025" y="389451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/>
          <p:cNvSpPr/>
          <p:nvPr/>
        </p:nvSpPr>
        <p:spPr>
          <a:xfrm>
            <a:off x="4645025" y="389451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1" name="object 521"/>
          <p:cNvSpPr/>
          <p:nvPr/>
        </p:nvSpPr>
        <p:spPr>
          <a:xfrm>
            <a:off x="4645025" y="384368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50838"/>
                </a:moveTo>
                <a:lnTo>
                  <a:pt x="55499" y="0"/>
                </a:lnTo>
                <a:lnTo>
                  <a:pt x="0" y="50838"/>
                </a:lnTo>
                <a:lnTo>
                  <a:pt x="55499" y="50838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2" name="object 522"/>
          <p:cNvSpPr/>
          <p:nvPr/>
        </p:nvSpPr>
        <p:spPr>
          <a:xfrm>
            <a:off x="4645025" y="3793312"/>
            <a:ext cx="55499" cy="101206"/>
          </a:xfrm>
          <a:prstGeom prst="rect">
            <a:avLst/>
          </a:prstGeom>
          <a:blipFill>
            <a:blip r:embed="rId1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3" name="object 523"/>
          <p:cNvSpPr/>
          <p:nvPr/>
        </p:nvSpPr>
        <p:spPr>
          <a:xfrm>
            <a:off x="4645025" y="37933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4" name="object 524"/>
          <p:cNvSpPr/>
          <p:nvPr/>
        </p:nvSpPr>
        <p:spPr>
          <a:xfrm>
            <a:off x="4645025" y="374293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5" name="object 525"/>
          <p:cNvSpPr/>
          <p:nvPr/>
        </p:nvSpPr>
        <p:spPr>
          <a:xfrm>
            <a:off x="4700528" y="4146867"/>
            <a:ext cx="55976" cy="808327"/>
          </a:xfrm>
          <a:prstGeom prst="rect">
            <a:avLst/>
          </a:prstGeom>
          <a:blipFill>
            <a:blip r:embed="rId1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6" name="object 526"/>
          <p:cNvSpPr/>
          <p:nvPr/>
        </p:nvSpPr>
        <p:spPr>
          <a:xfrm>
            <a:off x="4700523" y="4096486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80"/>
                </a:moveTo>
                <a:lnTo>
                  <a:pt x="55981" y="0"/>
                </a:lnTo>
                <a:lnTo>
                  <a:pt x="0" y="50380"/>
                </a:lnTo>
                <a:lnTo>
                  <a:pt x="55981" y="5038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7" name="object 527"/>
          <p:cNvSpPr/>
          <p:nvPr/>
        </p:nvSpPr>
        <p:spPr>
          <a:xfrm>
            <a:off x="4700523" y="4096486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80"/>
                </a:lnTo>
                <a:lnTo>
                  <a:pt x="55981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528"/>
          <p:cNvSpPr/>
          <p:nvPr/>
        </p:nvSpPr>
        <p:spPr>
          <a:xfrm>
            <a:off x="4700523" y="4045648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81" y="50838"/>
                </a:moveTo>
                <a:lnTo>
                  <a:pt x="55981" y="0"/>
                </a:lnTo>
                <a:lnTo>
                  <a:pt x="0" y="50838"/>
                </a:lnTo>
                <a:lnTo>
                  <a:pt x="55981" y="50838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9" name="object 529"/>
          <p:cNvSpPr/>
          <p:nvPr/>
        </p:nvSpPr>
        <p:spPr>
          <a:xfrm>
            <a:off x="4700523" y="4045648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81" y="0"/>
                </a:moveTo>
                <a:lnTo>
                  <a:pt x="0" y="0"/>
                </a:lnTo>
                <a:lnTo>
                  <a:pt x="0" y="50838"/>
                </a:lnTo>
                <a:lnTo>
                  <a:pt x="55981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0" name="object 530"/>
          <p:cNvSpPr/>
          <p:nvPr/>
        </p:nvSpPr>
        <p:spPr>
          <a:xfrm>
            <a:off x="4700523" y="39952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80"/>
                </a:moveTo>
                <a:lnTo>
                  <a:pt x="55981" y="0"/>
                </a:lnTo>
                <a:lnTo>
                  <a:pt x="0" y="50380"/>
                </a:lnTo>
                <a:lnTo>
                  <a:pt x="55981" y="5038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31"/>
          <p:cNvSpPr/>
          <p:nvPr/>
        </p:nvSpPr>
        <p:spPr>
          <a:xfrm>
            <a:off x="4700523" y="39952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80"/>
                </a:lnTo>
                <a:lnTo>
                  <a:pt x="55981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2"/>
          <p:cNvSpPr/>
          <p:nvPr/>
        </p:nvSpPr>
        <p:spPr>
          <a:xfrm>
            <a:off x="4700523" y="394489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68"/>
                </a:moveTo>
                <a:lnTo>
                  <a:pt x="55981" y="0"/>
                </a:lnTo>
                <a:lnTo>
                  <a:pt x="0" y="50368"/>
                </a:lnTo>
                <a:lnTo>
                  <a:pt x="55981" y="50368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33"/>
          <p:cNvSpPr/>
          <p:nvPr/>
        </p:nvSpPr>
        <p:spPr>
          <a:xfrm>
            <a:off x="4700523" y="394489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68"/>
                </a:lnTo>
                <a:lnTo>
                  <a:pt x="55981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34"/>
          <p:cNvSpPr/>
          <p:nvPr/>
        </p:nvSpPr>
        <p:spPr>
          <a:xfrm>
            <a:off x="4589055" y="2984982"/>
            <a:ext cx="278460" cy="1111503"/>
          </a:xfrm>
          <a:prstGeom prst="rect">
            <a:avLst/>
          </a:prstGeom>
          <a:blipFill>
            <a:blip r:embed="rId1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35"/>
          <p:cNvSpPr/>
          <p:nvPr/>
        </p:nvSpPr>
        <p:spPr>
          <a:xfrm>
            <a:off x="4700523" y="389451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80"/>
                </a:moveTo>
                <a:lnTo>
                  <a:pt x="55981" y="0"/>
                </a:lnTo>
                <a:lnTo>
                  <a:pt x="0" y="50380"/>
                </a:lnTo>
                <a:lnTo>
                  <a:pt x="55981" y="5038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/>
          <p:cNvSpPr/>
          <p:nvPr/>
        </p:nvSpPr>
        <p:spPr>
          <a:xfrm>
            <a:off x="4700523" y="389451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80"/>
                </a:lnTo>
                <a:lnTo>
                  <a:pt x="55981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7" name="object 537"/>
          <p:cNvSpPr/>
          <p:nvPr/>
        </p:nvSpPr>
        <p:spPr>
          <a:xfrm>
            <a:off x="4700523" y="384368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81" y="50838"/>
                </a:moveTo>
                <a:lnTo>
                  <a:pt x="55981" y="0"/>
                </a:lnTo>
                <a:lnTo>
                  <a:pt x="0" y="50838"/>
                </a:lnTo>
                <a:lnTo>
                  <a:pt x="55981" y="50838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8" name="object 538"/>
          <p:cNvSpPr/>
          <p:nvPr/>
        </p:nvSpPr>
        <p:spPr>
          <a:xfrm>
            <a:off x="4700523" y="384368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81" y="0"/>
                </a:moveTo>
                <a:lnTo>
                  <a:pt x="0" y="0"/>
                </a:lnTo>
                <a:lnTo>
                  <a:pt x="0" y="50838"/>
                </a:lnTo>
                <a:lnTo>
                  <a:pt x="55981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9" name="object 539"/>
          <p:cNvSpPr/>
          <p:nvPr/>
        </p:nvSpPr>
        <p:spPr>
          <a:xfrm>
            <a:off x="4700523" y="37933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68"/>
                </a:moveTo>
                <a:lnTo>
                  <a:pt x="55981" y="0"/>
                </a:lnTo>
                <a:lnTo>
                  <a:pt x="0" y="50368"/>
                </a:lnTo>
                <a:lnTo>
                  <a:pt x="55981" y="50368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0" name="object 540"/>
          <p:cNvSpPr/>
          <p:nvPr/>
        </p:nvSpPr>
        <p:spPr>
          <a:xfrm>
            <a:off x="4756505" y="4197238"/>
            <a:ext cx="55499" cy="757956"/>
          </a:xfrm>
          <a:prstGeom prst="rect">
            <a:avLst/>
          </a:prstGeom>
          <a:blipFill>
            <a:blip r:embed="rId1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1" name="object 541"/>
          <p:cNvSpPr/>
          <p:nvPr/>
        </p:nvSpPr>
        <p:spPr>
          <a:xfrm>
            <a:off x="4756505" y="41972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0"/>
                </a:moveTo>
                <a:lnTo>
                  <a:pt x="0" y="0"/>
                </a:lnTo>
                <a:lnTo>
                  <a:pt x="0" y="50850"/>
                </a:lnTo>
                <a:lnTo>
                  <a:pt x="55499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2" name="object 542"/>
          <p:cNvSpPr/>
          <p:nvPr/>
        </p:nvSpPr>
        <p:spPr>
          <a:xfrm>
            <a:off x="4756505" y="41468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3" name="object 543"/>
          <p:cNvSpPr/>
          <p:nvPr/>
        </p:nvSpPr>
        <p:spPr>
          <a:xfrm>
            <a:off x="4756505" y="41468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4" name="object 544"/>
          <p:cNvSpPr/>
          <p:nvPr/>
        </p:nvSpPr>
        <p:spPr>
          <a:xfrm>
            <a:off x="4756505" y="40964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5" name="object 545"/>
          <p:cNvSpPr/>
          <p:nvPr/>
        </p:nvSpPr>
        <p:spPr>
          <a:xfrm>
            <a:off x="4756505" y="40964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6" name="object 546"/>
          <p:cNvSpPr/>
          <p:nvPr/>
        </p:nvSpPr>
        <p:spPr>
          <a:xfrm>
            <a:off x="4756505" y="404564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50838"/>
                </a:moveTo>
                <a:lnTo>
                  <a:pt x="55499" y="0"/>
                </a:lnTo>
                <a:lnTo>
                  <a:pt x="0" y="50838"/>
                </a:lnTo>
                <a:lnTo>
                  <a:pt x="55499" y="50838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7" name="object 547"/>
          <p:cNvSpPr/>
          <p:nvPr/>
        </p:nvSpPr>
        <p:spPr>
          <a:xfrm>
            <a:off x="4756505" y="404564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8" name="object 548"/>
          <p:cNvSpPr/>
          <p:nvPr/>
        </p:nvSpPr>
        <p:spPr>
          <a:xfrm>
            <a:off x="4812005" y="4298454"/>
            <a:ext cx="55510" cy="656739"/>
          </a:xfrm>
          <a:prstGeom prst="rect">
            <a:avLst/>
          </a:prstGeom>
          <a:blipFill>
            <a:blip r:embed="rId1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9" name="object 549"/>
          <p:cNvSpPr/>
          <p:nvPr/>
        </p:nvSpPr>
        <p:spPr>
          <a:xfrm>
            <a:off x="4812004" y="429845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0" name="object 550"/>
          <p:cNvSpPr/>
          <p:nvPr/>
        </p:nvSpPr>
        <p:spPr>
          <a:xfrm>
            <a:off x="4812004" y="42480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1" name="object 551"/>
          <p:cNvSpPr/>
          <p:nvPr/>
        </p:nvSpPr>
        <p:spPr>
          <a:xfrm>
            <a:off x="4812004" y="42480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2" name="object 552"/>
          <p:cNvSpPr/>
          <p:nvPr/>
        </p:nvSpPr>
        <p:spPr>
          <a:xfrm>
            <a:off x="4812004" y="41972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50"/>
                </a:moveTo>
                <a:lnTo>
                  <a:pt x="55511" y="0"/>
                </a:lnTo>
                <a:lnTo>
                  <a:pt x="0" y="50850"/>
                </a:lnTo>
                <a:lnTo>
                  <a:pt x="55511" y="5085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3" name="object 553"/>
          <p:cNvSpPr/>
          <p:nvPr/>
        </p:nvSpPr>
        <p:spPr>
          <a:xfrm>
            <a:off x="4812005" y="4146867"/>
            <a:ext cx="55510" cy="101212"/>
          </a:xfrm>
          <a:prstGeom prst="rect">
            <a:avLst/>
          </a:prstGeom>
          <a:blipFill>
            <a:blip r:embed="rId1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4" name="object 554"/>
          <p:cNvSpPr/>
          <p:nvPr/>
        </p:nvSpPr>
        <p:spPr>
          <a:xfrm>
            <a:off x="4812004" y="41468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5" name="object 555"/>
          <p:cNvSpPr/>
          <p:nvPr/>
        </p:nvSpPr>
        <p:spPr>
          <a:xfrm>
            <a:off x="4812004" y="40964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6" name="object 556"/>
          <p:cNvSpPr/>
          <p:nvPr/>
        </p:nvSpPr>
        <p:spPr>
          <a:xfrm>
            <a:off x="4812004" y="40964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7" name="object 557"/>
          <p:cNvSpPr/>
          <p:nvPr/>
        </p:nvSpPr>
        <p:spPr>
          <a:xfrm>
            <a:off x="4812004" y="394489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8" name="object 558"/>
          <p:cNvSpPr/>
          <p:nvPr/>
        </p:nvSpPr>
        <p:spPr>
          <a:xfrm>
            <a:off x="4812004" y="394489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9" name="object 559"/>
          <p:cNvSpPr/>
          <p:nvPr/>
        </p:nvSpPr>
        <p:spPr>
          <a:xfrm>
            <a:off x="4867516" y="4551260"/>
            <a:ext cx="55968" cy="403933"/>
          </a:xfrm>
          <a:prstGeom prst="rect">
            <a:avLst/>
          </a:prstGeom>
          <a:blipFill>
            <a:blip r:embed="rId1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0" name="object 560"/>
          <p:cNvSpPr/>
          <p:nvPr/>
        </p:nvSpPr>
        <p:spPr>
          <a:xfrm>
            <a:off x="4867516" y="4500422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1" name="object 561"/>
          <p:cNvSpPr/>
          <p:nvPr/>
        </p:nvSpPr>
        <p:spPr>
          <a:xfrm>
            <a:off x="4867516" y="4500422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2" name="object 562"/>
          <p:cNvSpPr/>
          <p:nvPr/>
        </p:nvSpPr>
        <p:spPr>
          <a:xfrm>
            <a:off x="4867516" y="445004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3" name="object 563"/>
          <p:cNvSpPr/>
          <p:nvPr/>
        </p:nvSpPr>
        <p:spPr>
          <a:xfrm>
            <a:off x="4867516" y="445004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4" name="object 564"/>
          <p:cNvSpPr/>
          <p:nvPr/>
        </p:nvSpPr>
        <p:spPr>
          <a:xfrm>
            <a:off x="4867516" y="439967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5" name="object 565"/>
          <p:cNvSpPr/>
          <p:nvPr/>
        </p:nvSpPr>
        <p:spPr>
          <a:xfrm>
            <a:off x="4867516" y="439967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6" name="object 566"/>
          <p:cNvSpPr/>
          <p:nvPr/>
        </p:nvSpPr>
        <p:spPr>
          <a:xfrm>
            <a:off x="4867516" y="434883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7" name="object 567"/>
          <p:cNvSpPr/>
          <p:nvPr/>
        </p:nvSpPr>
        <p:spPr>
          <a:xfrm>
            <a:off x="4867516" y="434883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8" name="object 568"/>
          <p:cNvSpPr/>
          <p:nvPr/>
        </p:nvSpPr>
        <p:spPr>
          <a:xfrm>
            <a:off x="4867516" y="429845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9" name="object 569"/>
          <p:cNvSpPr/>
          <p:nvPr/>
        </p:nvSpPr>
        <p:spPr>
          <a:xfrm>
            <a:off x="4867516" y="4248086"/>
            <a:ext cx="55968" cy="100742"/>
          </a:xfrm>
          <a:prstGeom prst="rect">
            <a:avLst/>
          </a:prstGeom>
          <a:blipFill>
            <a:blip r:embed="rId1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0" name="object 570"/>
          <p:cNvSpPr/>
          <p:nvPr/>
        </p:nvSpPr>
        <p:spPr>
          <a:xfrm>
            <a:off x="4867516" y="4248086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1" name="object 571"/>
          <p:cNvSpPr/>
          <p:nvPr/>
        </p:nvSpPr>
        <p:spPr>
          <a:xfrm>
            <a:off x="4867516" y="419723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50"/>
                </a:moveTo>
                <a:lnTo>
                  <a:pt x="55968" y="0"/>
                </a:lnTo>
                <a:lnTo>
                  <a:pt x="0" y="50850"/>
                </a:lnTo>
                <a:lnTo>
                  <a:pt x="55968" y="5085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2" name="object 572"/>
          <p:cNvSpPr/>
          <p:nvPr/>
        </p:nvSpPr>
        <p:spPr>
          <a:xfrm>
            <a:off x="4867516" y="419723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50"/>
                </a:lnTo>
                <a:lnTo>
                  <a:pt x="55968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3" name="object 573"/>
          <p:cNvSpPr/>
          <p:nvPr/>
        </p:nvSpPr>
        <p:spPr>
          <a:xfrm>
            <a:off x="4867516" y="4146867"/>
            <a:ext cx="55968" cy="50368"/>
          </a:xfrm>
          <a:prstGeom prst="rect">
            <a:avLst/>
          </a:prstGeom>
          <a:blipFill>
            <a:blip r:embed="rId1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4" name="object 574"/>
          <p:cNvSpPr/>
          <p:nvPr/>
        </p:nvSpPr>
        <p:spPr>
          <a:xfrm>
            <a:off x="4867516" y="4045648"/>
            <a:ext cx="55968" cy="101218"/>
          </a:xfrm>
          <a:prstGeom prst="rect">
            <a:avLst/>
          </a:prstGeom>
          <a:blipFill>
            <a:blip r:embed="rId1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5" name="object 575"/>
          <p:cNvSpPr/>
          <p:nvPr/>
        </p:nvSpPr>
        <p:spPr>
          <a:xfrm>
            <a:off x="4867516" y="39952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6" name="object 576"/>
          <p:cNvSpPr/>
          <p:nvPr/>
        </p:nvSpPr>
        <p:spPr>
          <a:xfrm>
            <a:off x="4867516" y="39952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7" name="object 577"/>
          <p:cNvSpPr/>
          <p:nvPr/>
        </p:nvSpPr>
        <p:spPr>
          <a:xfrm>
            <a:off x="4812005" y="2984982"/>
            <a:ext cx="166978" cy="1212253"/>
          </a:xfrm>
          <a:prstGeom prst="rect">
            <a:avLst/>
          </a:prstGeom>
          <a:blipFill>
            <a:blip r:embed="rId1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8" name="object 578"/>
          <p:cNvSpPr/>
          <p:nvPr/>
        </p:nvSpPr>
        <p:spPr>
          <a:xfrm>
            <a:off x="4923485" y="4348835"/>
            <a:ext cx="55499" cy="606358"/>
          </a:xfrm>
          <a:prstGeom prst="rect">
            <a:avLst/>
          </a:prstGeom>
          <a:blipFill>
            <a:blip r:embed="rId1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9" name="object 579"/>
          <p:cNvSpPr/>
          <p:nvPr/>
        </p:nvSpPr>
        <p:spPr>
          <a:xfrm>
            <a:off x="4923485" y="43488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0" name="object 580"/>
          <p:cNvSpPr/>
          <p:nvPr/>
        </p:nvSpPr>
        <p:spPr>
          <a:xfrm>
            <a:off x="4923485" y="429845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1" name="object 581"/>
          <p:cNvSpPr/>
          <p:nvPr/>
        </p:nvSpPr>
        <p:spPr>
          <a:xfrm>
            <a:off x="4923485" y="429845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2" name="object 582"/>
          <p:cNvSpPr/>
          <p:nvPr/>
        </p:nvSpPr>
        <p:spPr>
          <a:xfrm>
            <a:off x="4923485" y="4248086"/>
            <a:ext cx="55499" cy="50368"/>
          </a:xfrm>
          <a:prstGeom prst="rect">
            <a:avLst/>
          </a:prstGeom>
          <a:blipFill>
            <a:blip r:embed="rId1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3" name="object 583"/>
          <p:cNvSpPr/>
          <p:nvPr/>
        </p:nvSpPr>
        <p:spPr>
          <a:xfrm>
            <a:off x="4923485" y="41972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50850"/>
                </a:moveTo>
                <a:lnTo>
                  <a:pt x="55499" y="0"/>
                </a:lnTo>
                <a:lnTo>
                  <a:pt x="0" y="50850"/>
                </a:lnTo>
                <a:lnTo>
                  <a:pt x="55499" y="5085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4" name="object 584"/>
          <p:cNvSpPr/>
          <p:nvPr/>
        </p:nvSpPr>
        <p:spPr>
          <a:xfrm>
            <a:off x="4923485" y="41972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0"/>
                </a:moveTo>
                <a:lnTo>
                  <a:pt x="0" y="0"/>
                </a:lnTo>
                <a:lnTo>
                  <a:pt x="0" y="50850"/>
                </a:lnTo>
                <a:lnTo>
                  <a:pt x="55499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5" name="object 585"/>
          <p:cNvSpPr/>
          <p:nvPr/>
        </p:nvSpPr>
        <p:spPr>
          <a:xfrm>
            <a:off x="4978989" y="4652009"/>
            <a:ext cx="55976" cy="303184"/>
          </a:xfrm>
          <a:prstGeom prst="rect">
            <a:avLst/>
          </a:prstGeom>
          <a:blipFill>
            <a:blip r:embed="rId1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6" name="object 586"/>
          <p:cNvSpPr/>
          <p:nvPr/>
        </p:nvSpPr>
        <p:spPr>
          <a:xfrm>
            <a:off x="4978984" y="460164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68"/>
                </a:moveTo>
                <a:lnTo>
                  <a:pt x="55981" y="0"/>
                </a:lnTo>
                <a:lnTo>
                  <a:pt x="0" y="50368"/>
                </a:lnTo>
                <a:lnTo>
                  <a:pt x="55981" y="50368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7" name="object 587"/>
          <p:cNvSpPr/>
          <p:nvPr/>
        </p:nvSpPr>
        <p:spPr>
          <a:xfrm>
            <a:off x="4978984" y="460164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68"/>
                </a:lnTo>
                <a:lnTo>
                  <a:pt x="55981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8" name="object 588"/>
          <p:cNvSpPr/>
          <p:nvPr/>
        </p:nvSpPr>
        <p:spPr>
          <a:xfrm>
            <a:off x="4978984" y="4551260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80"/>
                </a:moveTo>
                <a:lnTo>
                  <a:pt x="55981" y="0"/>
                </a:lnTo>
                <a:lnTo>
                  <a:pt x="0" y="50380"/>
                </a:lnTo>
                <a:lnTo>
                  <a:pt x="55981" y="5038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9" name="object 589"/>
          <p:cNvSpPr/>
          <p:nvPr/>
        </p:nvSpPr>
        <p:spPr>
          <a:xfrm>
            <a:off x="4978984" y="4551260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80"/>
                </a:lnTo>
                <a:lnTo>
                  <a:pt x="55981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0" name="object 590"/>
          <p:cNvSpPr/>
          <p:nvPr/>
        </p:nvSpPr>
        <p:spPr>
          <a:xfrm>
            <a:off x="4978984" y="4500422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81" y="50838"/>
                </a:moveTo>
                <a:lnTo>
                  <a:pt x="55981" y="0"/>
                </a:lnTo>
                <a:lnTo>
                  <a:pt x="0" y="50838"/>
                </a:lnTo>
                <a:lnTo>
                  <a:pt x="55981" y="50838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1" name="object 591"/>
          <p:cNvSpPr/>
          <p:nvPr/>
        </p:nvSpPr>
        <p:spPr>
          <a:xfrm>
            <a:off x="4978984" y="4500422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81" y="0"/>
                </a:moveTo>
                <a:lnTo>
                  <a:pt x="0" y="0"/>
                </a:lnTo>
                <a:lnTo>
                  <a:pt x="0" y="50838"/>
                </a:lnTo>
                <a:lnTo>
                  <a:pt x="55981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2" name="object 592"/>
          <p:cNvSpPr/>
          <p:nvPr/>
        </p:nvSpPr>
        <p:spPr>
          <a:xfrm>
            <a:off x="4978984" y="445004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80"/>
                </a:moveTo>
                <a:lnTo>
                  <a:pt x="55981" y="0"/>
                </a:lnTo>
                <a:lnTo>
                  <a:pt x="0" y="50380"/>
                </a:lnTo>
                <a:lnTo>
                  <a:pt x="55981" y="5038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3" name="object 593"/>
          <p:cNvSpPr/>
          <p:nvPr/>
        </p:nvSpPr>
        <p:spPr>
          <a:xfrm>
            <a:off x="4978984" y="445004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80"/>
                </a:lnTo>
                <a:lnTo>
                  <a:pt x="55981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4" name="object 594"/>
          <p:cNvSpPr/>
          <p:nvPr/>
        </p:nvSpPr>
        <p:spPr>
          <a:xfrm>
            <a:off x="4978984" y="439967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68"/>
                </a:moveTo>
                <a:lnTo>
                  <a:pt x="55981" y="0"/>
                </a:lnTo>
                <a:lnTo>
                  <a:pt x="0" y="50368"/>
                </a:lnTo>
                <a:lnTo>
                  <a:pt x="55981" y="50368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5" name="object 595"/>
          <p:cNvSpPr/>
          <p:nvPr/>
        </p:nvSpPr>
        <p:spPr>
          <a:xfrm>
            <a:off x="4978984" y="439967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68"/>
                </a:lnTo>
                <a:lnTo>
                  <a:pt x="55981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6" name="object 596"/>
          <p:cNvSpPr/>
          <p:nvPr/>
        </p:nvSpPr>
        <p:spPr>
          <a:xfrm>
            <a:off x="4978989" y="4348835"/>
            <a:ext cx="55976" cy="50836"/>
          </a:xfrm>
          <a:prstGeom prst="rect">
            <a:avLst/>
          </a:prstGeom>
          <a:blipFill>
            <a:blip r:embed="rId1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7" name="object 597"/>
          <p:cNvSpPr/>
          <p:nvPr/>
        </p:nvSpPr>
        <p:spPr>
          <a:xfrm>
            <a:off x="4978984" y="4248086"/>
            <a:ext cx="55981" cy="100749"/>
          </a:xfrm>
          <a:prstGeom prst="rect">
            <a:avLst/>
          </a:prstGeom>
          <a:blipFill>
            <a:blip r:embed="rId1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8" name="object 598"/>
          <p:cNvSpPr/>
          <p:nvPr/>
        </p:nvSpPr>
        <p:spPr>
          <a:xfrm>
            <a:off x="5034965" y="4702390"/>
            <a:ext cx="55499" cy="252803"/>
          </a:xfrm>
          <a:prstGeom prst="rect">
            <a:avLst/>
          </a:prstGeom>
          <a:blipFill>
            <a:blip r:embed="rId1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9" name="object 599"/>
          <p:cNvSpPr/>
          <p:nvPr/>
        </p:nvSpPr>
        <p:spPr>
          <a:xfrm>
            <a:off x="4978984" y="2984982"/>
            <a:ext cx="111480" cy="1313472"/>
          </a:xfrm>
          <a:prstGeom prst="rect">
            <a:avLst/>
          </a:prstGeom>
          <a:blipFill>
            <a:blip r:embed="rId1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0" name="object 600"/>
          <p:cNvSpPr/>
          <p:nvPr/>
        </p:nvSpPr>
        <p:spPr>
          <a:xfrm>
            <a:off x="5034965" y="4450045"/>
            <a:ext cx="55499" cy="252345"/>
          </a:xfrm>
          <a:prstGeom prst="rect">
            <a:avLst/>
          </a:prstGeom>
          <a:blipFill>
            <a:blip r:embed="rId1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1" name="object 601"/>
          <p:cNvSpPr/>
          <p:nvPr/>
        </p:nvSpPr>
        <p:spPr>
          <a:xfrm>
            <a:off x="5034965" y="44500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2" name="object 602"/>
          <p:cNvSpPr/>
          <p:nvPr/>
        </p:nvSpPr>
        <p:spPr>
          <a:xfrm>
            <a:off x="5034965" y="439967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3" name="object 603"/>
          <p:cNvSpPr/>
          <p:nvPr/>
        </p:nvSpPr>
        <p:spPr>
          <a:xfrm>
            <a:off x="5034965" y="439967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4" name="object 604"/>
          <p:cNvSpPr/>
          <p:nvPr/>
        </p:nvSpPr>
        <p:spPr>
          <a:xfrm>
            <a:off x="5034965" y="4348835"/>
            <a:ext cx="55499" cy="50836"/>
          </a:xfrm>
          <a:prstGeom prst="rect">
            <a:avLst/>
          </a:prstGeom>
          <a:blipFill>
            <a:blip r:embed="rId1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5" name="object 605"/>
          <p:cNvSpPr/>
          <p:nvPr/>
        </p:nvSpPr>
        <p:spPr>
          <a:xfrm>
            <a:off x="5034965" y="429845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6" name="object 606"/>
          <p:cNvSpPr/>
          <p:nvPr/>
        </p:nvSpPr>
        <p:spPr>
          <a:xfrm>
            <a:off x="5034965" y="429845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7" name="object 607"/>
          <p:cNvSpPr/>
          <p:nvPr/>
        </p:nvSpPr>
        <p:spPr>
          <a:xfrm>
            <a:off x="5090467" y="4753228"/>
            <a:ext cx="55509" cy="201965"/>
          </a:xfrm>
          <a:prstGeom prst="rect">
            <a:avLst/>
          </a:prstGeom>
          <a:blipFill>
            <a:blip r:embed="rId1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8" name="object 608"/>
          <p:cNvSpPr/>
          <p:nvPr/>
        </p:nvSpPr>
        <p:spPr>
          <a:xfrm>
            <a:off x="5090464" y="470239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9" name="object 609"/>
          <p:cNvSpPr/>
          <p:nvPr/>
        </p:nvSpPr>
        <p:spPr>
          <a:xfrm>
            <a:off x="5090464" y="470239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0" name="object 610"/>
          <p:cNvSpPr/>
          <p:nvPr/>
        </p:nvSpPr>
        <p:spPr>
          <a:xfrm>
            <a:off x="5090464" y="465200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1" name="object 611"/>
          <p:cNvSpPr/>
          <p:nvPr/>
        </p:nvSpPr>
        <p:spPr>
          <a:xfrm>
            <a:off x="5090464" y="465200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2" name="object 612"/>
          <p:cNvSpPr/>
          <p:nvPr/>
        </p:nvSpPr>
        <p:spPr>
          <a:xfrm>
            <a:off x="5090467" y="4601641"/>
            <a:ext cx="55509" cy="50368"/>
          </a:xfrm>
          <a:prstGeom prst="rect">
            <a:avLst/>
          </a:prstGeom>
          <a:blipFill>
            <a:blip r:embed="rId1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3" name="object 613"/>
          <p:cNvSpPr/>
          <p:nvPr/>
        </p:nvSpPr>
        <p:spPr>
          <a:xfrm>
            <a:off x="5090464" y="4551260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4" name="object 614"/>
          <p:cNvSpPr/>
          <p:nvPr/>
        </p:nvSpPr>
        <p:spPr>
          <a:xfrm>
            <a:off x="5090464" y="4551260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5" name="object 615"/>
          <p:cNvSpPr/>
          <p:nvPr/>
        </p:nvSpPr>
        <p:spPr>
          <a:xfrm>
            <a:off x="5090464" y="4500422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6" name="object 616"/>
          <p:cNvSpPr/>
          <p:nvPr/>
        </p:nvSpPr>
        <p:spPr>
          <a:xfrm>
            <a:off x="5090464" y="4500422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7" name="object 617"/>
          <p:cNvSpPr/>
          <p:nvPr/>
        </p:nvSpPr>
        <p:spPr>
          <a:xfrm>
            <a:off x="5090467" y="4450041"/>
            <a:ext cx="55509" cy="50378"/>
          </a:xfrm>
          <a:prstGeom prst="rect">
            <a:avLst/>
          </a:prstGeom>
          <a:blipFill>
            <a:blip r:embed="rId1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8" name="object 618"/>
          <p:cNvSpPr/>
          <p:nvPr/>
        </p:nvSpPr>
        <p:spPr>
          <a:xfrm>
            <a:off x="5090464" y="4348835"/>
            <a:ext cx="55511" cy="101206"/>
          </a:xfrm>
          <a:prstGeom prst="rect">
            <a:avLst/>
          </a:prstGeom>
          <a:blipFill>
            <a:blip r:embed="rId1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9" name="object 619"/>
          <p:cNvSpPr/>
          <p:nvPr/>
        </p:nvSpPr>
        <p:spPr>
          <a:xfrm>
            <a:off x="5090464" y="429845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0" name="object 620"/>
          <p:cNvSpPr/>
          <p:nvPr/>
        </p:nvSpPr>
        <p:spPr>
          <a:xfrm>
            <a:off x="5090464" y="429845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1" name="object 621"/>
          <p:cNvSpPr/>
          <p:nvPr/>
        </p:nvSpPr>
        <p:spPr>
          <a:xfrm>
            <a:off x="5145976" y="4803597"/>
            <a:ext cx="55968" cy="151597"/>
          </a:xfrm>
          <a:prstGeom prst="rect">
            <a:avLst/>
          </a:prstGeom>
          <a:blipFill>
            <a:blip r:embed="rId1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2" name="object 622"/>
          <p:cNvSpPr/>
          <p:nvPr/>
        </p:nvSpPr>
        <p:spPr>
          <a:xfrm>
            <a:off x="5145976" y="4702390"/>
            <a:ext cx="55968" cy="101206"/>
          </a:xfrm>
          <a:prstGeom prst="rect">
            <a:avLst/>
          </a:prstGeom>
          <a:blipFill>
            <a:blip r:embed="rId1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3" name="object 623"/>
          <p:cNvSpPr/>
          <p:nvPr/>
        </p:nvSpPr>
        <p:spPr>
          <a:xfrm>
            <a:off x="5145976" y="470239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4" name="object 624"/>
          <p:cNvSpPr/>
          <p:nvPr/>
        </p:nvSpPr>
        <p:spPr>
          <a:xfrm>
            <a:off x="5145976" y="465200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5" name="object 625"/>
          <p:cNvSpPr/>
          <p:nvPr/>
        </p:nvSpPr>
        <p:spPr>
          <a:xfrm>
            <a:off x="5145976" y="465200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6" name="object 626"/>
          <p:cNvSpPr/>
          <p:nvPr/>
        </p:nvSpPr>
        <p:spPr>
          <a:xfrm>
            <a:off x="5145976" y="460164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7" name="object 627"/>
          <p:cNvSpPr/>
          <p:nvPr/>
        </p:nvSpPr>
        <p:spPr>
          <a:xfrm>
            <a:off x="5145976" y="4450041"/>
            <a:ext cx="55968" cy="201968"/>
          </a:xfrm>
          <a:prstGeom prst="rect">
            <a:avLst/>
          </a:prstGeom>
          <a:blipFill>
            <a:blip r:embed="rId1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8" name="object 628"/>
          <p:cNvSpPr/>
          <p:nvPr/>
        </p:nvSpPr>
        <p:spPr>
          <a:xfrm>
            <a:off x="5145976" y="439967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9" name="object 629"/>
          <p:cNvSpPr/>
          <p:nvPr/>
        </p:nvSpPr>
        <p:spPr>
          <a:xfrm>
            <a:off x="5145976" y="439967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0" name="object 630"/>
          <p:cNvSpPr/>
          <p:nvPr/>
        </p:nvSpPr>
        <p:spPr>
          <a:xfrm>
            <a:off x="5201945" y="4853978"/>
            <a:ext cx="55499" cy="101216"/>
          </a:xfrm>
          <a:prstGeom prst="rect">
            <a:avLst/>
          </a:prstGeom>
          <a:blipFill>
            <a:blip r:embed="rId1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1" name="object 631"/>
          <p:cNvSpPr/>
          <p:nvPr/>
        </p:nvSpPr>
        <p:spPr>
          <a:xfrm>
            <a:off x="5201945" y="4753228"/>
            <a:ext cx="55499" cy="100749"/>
          </a:xfrm>
          <a:prstGeom prst="rect">
            <a:avLst/>
          </a:prstGeom>
          <a:blipFill>
            <a:blip r:embed="rId1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2" name="object 632"/>
          <p:cNvSpPr/>
          <p:nvPr/>
        </p:nvSpPr>
        <p:spPr>
          <a:xfrm>
            <a:off x="5201945" y="4702390"/>
            <a:ext cx="55499" cy="101206"/>
          </a:xfrm>
          <a:prstGeom prst="rect">
            <a:avLst/>
          </a:prstGeom>
          <a:blipFill>
            <a:blip r:embed="rId1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3" name="object 633"/>
          <p:cNvSpPr/>
          <p:nvPr/>
        </p:nvSpPr>
        <p:spPr>
          <a:xfrm>
            <a:off x="5201945" y="465200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4" name="object 634"/>
          <p:cNvSpPr/>
          <p:nvPr/>
        </p:nvSpPr>
        <p:spPr>
          <a:xfrm>
            <a:off x="5201945" y="465200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5" name="object 635"/>
          <p:cNvSpPr/>
          <p:nvPr/>
        </p:nvSpPr>
        <p:spPr>
          <a:xfrm>
            <a:off x="5201945" y="46016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6" name="object 636"/>
          <p:cNvSpPr/>
          <p:nvPr/>
        </p:nvSpPr>
        <p:spPr>
          <a:xfrm>
            <a:off x="5201945" y="46016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7" name="object 637"/>
          <p:cNvSpPr/>
          <p:nvPr/>
        </p:nvSpPr>
        <p:spPr>
          <a:xfrm>
            <a:off x="5201945" y="4551260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8" name="object 638"/>
          <p:cNvSpPr/>
          <p:nvPr/>
        </p:nvSpPr>
        <p:spPr>
          <a:xfrm>
            <a:off x="5201945" y="4551260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9" name="object 639"/>
          <p:cNvSpPr/>
          <p:nvPr/>
        </p:nvSpPr>
        <p:spPr>
          <a:xfrm>
            <a:off x="5201945" y="4500422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50838"/>
                </a:moveTo>
                <a:lnTo>
                  <a:pt x="55499" y="0"/>
                </a:lnTo>
                <a:lnTo>
                  <a:pt x="0" y="50838"/>
                </a:lnTo>
                <a:lnTo>
                  <a:pt x="55499" y="50838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0" name="object 640"/>
          <p:cNvSpPr/>
          <p:nvPr/>
        </p:nvSpPr>
        <p:spPr>
          <a:xfrm>
            <a:off x="5201945" y="4500422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1" name="object 641"/>
          <p:cNvSpPr/>
          <p:nvPr/>
        </p:nvSpPr>
        <p:spPr>
          <a:xfrm>
            <a:off x="5201945" y="44500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2" name="object 642"/>
          <p:cNvSpPr/>
          <p:nvPr/>
        </p:nvSpPr>
        <p:spPr>
          <a:xfrm>
            <a:off x="5201945" y="44500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3" name="object 643"/>
          <p:cNvSpPr/>
          <p:nvPr/>
        </p:nvSpPr>
        <p:spPr>
          <a:xfrm>
            <a:off x="5090467" y="2984982"/>
            <a:ext cx="278457" cy="1970211"/>
          </a:xfrm>
          <a:prstGeom prst="rect">
            <a:avLst/>
          </a:prstGeom>
          <a:blipFill>
            <a:blip r:embed="rId1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4" name="object 644"/>
          <p:cNvSpPr/>
          <p:nvPr/>
        </p:nvSpPr>
        <p:spPr>
          <a:xfrm>
            <a:off x="5257450" y="4803603"/>
            <a:ext cx="55975" cy="151591"/>
          </a:xfrm>
          <a:prstGeom prst="rect">
            <a:avLst/>
          </a:prstGeom>
          <a:blipFill>
            <a:blip r:embed="rId1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5" name="object 645"/>
          <p:cNvSpPr/>
          <p:nvPr/>
        </p:nvSpPr>
        <p:spPr>
          <a:xfrm>
            <a:off x="5257444" y="480359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0"/>
                </a:moveTo>
                <a:lnTo>
                  <a:pt x="0" y="0"/>
                </a:lnTo>
                <a:lnTo>
                  <a:pt x="0" y="50380"/>
                </a:lnTo>
                <a:lnTo>
                  <a:pt x="55981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6" name="object 646"/>
          <p:cNvSpPr/>
          <p:nvPr/>
        </p:nvSpPr>
        <p:spPr>
          <a:xfrm>
            <a:off x="5257444" y="475322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81" y="50368"/>
                </a:moveTo>
                <a:lnTo>
                  <a:pt x="55981" y="0"/>
                </a:lnTo>
                <a:lnTo>
                  <a:pt x="0" y="50368"/>
                </a:lnTo>
                <a:lnTo>
                  <a:pt x="55981" y="50368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7" name="object 647"/>
          <p:cNvSpPr/>
          <p:nvPr/>
        </p:nvSpPr>
        <p:spPr>
          <a:xfrm>
            <a:off x="5313426" y="46016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8" name="object 648"/>
          <p:cNvSpPr/>
          <p:nvPr/>
        </p:nvSpPr>
        <p:spPr>
          <a:xfrm>
            <a:off x="5313426" y="4551260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9" name="object 649"/>
          <p:cNvSpPr/>
          <p:nvPr/>
        </p:nvSpPr>
        <p:spPr>
          <a:xfrm>
            <a:off x="5313426" y="4551260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0" name="object 650"/>
          <p:cNvSpPr/>
          <p:nvPr/>
        </p:nvSpPr>
        <p:spPr>
          <a:xfrm>
            <a:off x="5313426" y="2984982"/>
            <a:ext cx="333959" cy="1970211"/>
          </a:xfrm>
          <a:prstGeom prst="rect">
            <a:avLst/>
          </a:prstGeom>
          <a:blipFill>
            <a:blip r:embed="rId1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1" name="object 651"/>
          <p:cNvSpPr/>
          <p:nvPr/>
        </p:nvSpPr>
        <p:spPr>
          <a:xfrm>
            <a:off x="5591886" y="2984982"/>
            <a:ext cx="55499" cy="555523"/>
          </a:xfrm>
          <a:prstGeom prst="rect">
            <a:avLst/>
          </a:prstGeom>
          <a:blipFill>
            <a:blip r:embed="rId1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2" name="object 652"/>
          <p:cNvSpPr/>
          <p:nvPr/>
        </p:nvSpPr>
        <p:spPr>
          <a:xfrm>
            <a:off x="5647389" y="3641712"/>
            <a:ext cx="55507" cy="1313482"/>
          </a:xfrm>
          <a:prstGeom prst="rect">
            <a:avLst/>
          </a:prstGeom>
          <a:blipFill>
            <a:blip r:embed="rId1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3" name="object 653"/>
          <p:cNvSpPr/>
          <p:nvPr/>
        </p:nvSpPr>
        <p:spPr>
          <a:xfrm>
            <a:off x="5647385" y="2984982"/>
            <a:ext cx="111480" cy="1970211"/>
          </a:xfrm>
          <a:prstGeom prst="rect">
            <a:avLst/>
          </a:prstGeom>
          <a:blipFill>
            <a:blip r:embed="rId1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4" name="object 654"/>
          <p:cNvSpPr/>
          <p:nvPr/>
        </p:nvSpPr>
        <p:spPr>
          <a:xfrm>
            <a:off x="5702896" y="2984982"/>
            <a:ext cx="55968" cy="505142"/>
          </a:xfrm>
          <a:prstGeom prst="rect">
            <a:avLst/>
          </a:prstGeom>
          <a:blipFill>
            <a:blip r:embed="rId1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5" name="object 655"/>
          <p:cNvSpPr/>
          <p:nvPr/>
        </p:nvSpPr>
        <p:spPr>
          <a:xfrm>
            <a:off x="5758867" y="3641712"/>
            <a:ext cx="55510" cy="1313482"/>
          </a:xfrm>
          <a:prstGeom prst="rect">
            <a:avLst/>
          </a:prstGeom>
          <a:blipFill>
            <a:blip r:embed="rId1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6" name="object 656"/>
          <p:cNvSpPr/>
          <p:nvPr/>
        </p:nvSpPr>
        <p:spPr>
          <a:xfrm>
            <a:off x="5758865" y="359134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7" name="object 657"/>
          <p:cNvSpPr/>
          <p:nvPr/>
        </p:nvSpPr>
        <p:spPr>
          <a:xfrm>
            <a:off x="5758865" y="359134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8" name="object 658"/>
          <p:cNvSpPr/>
          <p:nvPr/>
        </p:nvSpPr>
        <p:spPr>
          <a:xfrm>
            <a:off x="5758865" y="35405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9" name="object 659"/>
          <p:cNvSpPr/>
          <p:nvPr/>
        </p:nvSpPr>
        <p:spPr>
          <a:xfrm>
            <a:off x="5758865" y="35405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0" name="object 660"/>
          <p:cNvSpPr/>
          <p:nvPr/>
        </p:nvSpPr>
        <p:spPr>
          <a:xfrm>
            <a:off x="5758865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1" name="object 661"/>
          <p:cNvSpPr/>
          <p:nvPr/>
        </p:nvSpPr>
        <p:spPr>
          <a:xfrm>
            <a:off x="5758865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2" name="object 662"/>
          <p:cNvSpPr/>
          <p:nvPr/>
        </p:nvSpPr>
        <p:spPr>
          <a:xfrm>
            <a:off x="5758865" y="343974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3" name="object 663"/>
          <p:cNvSpPr/>
          <p:nvPr/>
        </p:nvSpPr>
        <p:spPr>
          <a:xfrm>
            <a:off x="5758867" y="2984982"/>
            <a:ext cx="55510" cy="505142"/>
          </a:xfrm>
          <a:prstGeom prst="rect">
            <a:avLst/>
          </a:prstGeom>
          <a:blipFill>
            <a:blip r:embed="rId1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4" name="object 664"/>
          <p:cNvSpPr/>
          <p:nvPr/>
        </p:nvSpPr>
        <p:spPr>
          <a:xfrm>
            <a:off x="5814377" y="3692093"/>
            <a:ext cx="55968" cy="1263101"/>
          </a:xfrm>
          <a:prstGeom prst="rect">
            <a:avLst/>
          </a:prstGeom>
          <a:blipFill>
            <a:blip r:embed="rId1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5" name="object 665"/>
          <p:cNvSpPr/>
          <p:nvPr/>
        </p:nvSpPr>
        <p:spPr>
          <a:xfrm>
            <a:off x="5814377" y="36417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6" name="object 666"/>
          <p:cNvSpPr/>
          <p:nvPr/>
        </p:nvSpPr>
        <p:spPr>
          <a:xfrm>
            <a:off x="5814377" y="36417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7" name="object 667"/>
          <p:cNvSpPr/>
          <p:nvPr/>
        </p:nvSpPr>
        <p:spPr>
          <a:xfrm>
            <a:off x="5814377" y="359134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8" name="object 668"/>
          <p:cNvSpPr/>
          <p:nvPr/>
        </p:nvSpPr>
        <p:spPr>
          <a:xfrm>
            <a:off x="5814377" y="359134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9" name="object 669"/>
          <p:cNvSpPr/>
          <p:nvPr/>
        </p:nvSpPr>
        <p:spPr>
          <a:xfrm>
            <a:off x="5814377" y="354050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0" name="object 670"/>
          <p:cNvSpPr/>
          <p:nvPr/>
        </p:nvSpPr>
        <p:spPr>
          <a:xfrm>
            <a:off x="5814377" y="354050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1" name="object 671"/>
          <p:cNvSpPr/>
          <p:nvPr/>
        </p:nvSpPr>
        <p:spPr>
          <a:xfrm>
            <a:off x="5814377" y="349012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2" name="object 672"/>
          <p:cNvSpPr/>
          <p:nvPr/>
        </p:nvSpPr>
        <p:spPr>
          <a:xfrm>
            <a:off x="5814377" y="349012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3" name="object 673"/>
          <p:cNvSpPr/>
          <p:nvPr/>
        </p:nvSpPr>
        <p:spPr>
          <a:xfrm>
            <a:off x="5814377" y="343974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4" name="object 674"/>
          <p:cNvSpPr/>
          <p:nvPr/>
        </p:nvSpPr>
        <p:spPr>
          <a:xfrm>
            <a:off x="5814377" y="343974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5" name="object 675"/>
          <p:cNvSpPr/>
          <p:nvPr/>
        </p:nvSpPr>
        <p:spPr>
          <a:xfrm>
            <a:off x="5814377" y="2984982"/>
            <a:ext cx="55968" cy="454761"/>
          </a:xfrm>
          <a:prstGeom prst="rect">
            <a:avLst/>
          </a:prstGeom>
          <a:blipFill>
            <a:blip r:embed="rId1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6" name="object 676"/>
          <p:cNvSpPr/>
          <p:nvPr/>
        </p:nvSpPr>
        <p:spPr>
          <a:xfrm>
            <a:off x="5870346" y="3742931"/>
            <a:ext cx="55498" cy="1212263"/>
          </a:xfrm>
          <a:prstGeom prst="rect">
            <a:avLst/>
          </a:prstGeom>
          <a:blipFill>
            <a:blip r:embed="rId1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7" name="object 677"/>
          <p:cNvSpPr/>
          <p:nvPr/>
        </p:nvSpPr>
        <p:spPr>
          <a:xfrm>
            <a:off x="5870346" y="3692093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8" y="50838"/>
                </a:moveTo>
                <a:lnTo>
                  <a:pt x="55498" y="0"/>
                </a:lnTo>
                <a:lnTo>
                  <a:pt x="0" y="50838"/>
                </a:lnTo>
                <a:lnTo>
                  <a:pt x="55498" y="5083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8" name="object 678"/>
          <p:cNvSpPr/>
          <p:nvPr/>
        </p:nvSpPr>
        <p:spPr>
          <a:xfrm>
            <a:off x="5870346" y="3692093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8" y="0"/>
                </a:moveTo>
                <a:lnTo>
                  <a:pt x="0" y="0"/>
                </a:lnTo>
                <a:lnTo>
                  <a:pt x="0" y="50838"/>
                </a:lnTo>
                <a:lnTo>
                  <a:pt x="5549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9" name="object 679"/>
          <p:cNvSpPr/>
          <p:nvPr/>
        </p:nvSpPr>
        <p:spPr>
          <a:xfrm>
            <a:off x="5870346" y="36417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8" y="50380"/>
                </a:moveTo>
                <a:lnTo>
                  <a:pt x="55498" y="0"/>
                </a:lnTo>
                <a:lnTo>
                  <a:pt x="0" y="50380"/>
                </a:lnTo>
                <a:lnTo>
                  <a:pt x="55498" y="5038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0" name="object 680"/>
          <p:cNvSpPr/>
          <p:nvPr/>
        </p:nvSpPr>
        <p:spPr>
          <a:xfrm>
            <a:off x="5870346" y="36417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8" y="0"/>
                </a:moveTo>
                <a:lnTo>
                  <a:pt x="0" y="0"/>
                </a:lnTo>
                <a:lnTo>
                  <a:pt x="0" y="50380"/>
                </a:lnTo>
                <a:lnTo>
                  <a:pt x="5549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1" name="object 681"/>
          <p:cNvSpPr/>
          <p:nvPr/>
        </p:nvSpPr>
        <p:spPr>
          <a:xfrm>
            <a:off x="5870346" y="359134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8" y="50368"/>
                </a:moveTo>
                <a:lnTo>
                  <a:pt x="55498" y="0"/>
                </a:lnTo>
                <a:lnTo>
                  <a:pt x="0" y="50368"/>
                </a:lnTo>
                <a:lnTo>
                  <a:pt x="55498" y="5036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2" name="object 682"/>
          <p:cNvSpPr/>
          <p:nvPr/>
        </p:nvSpPr>
        <p:spPr>
          <a:xfrm>
            <a:off x="5870346" y="359134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8" y="0"/>
                </a:moveTo>
                <a:lnTo>
                  <a:pt x="0" y="0"/>
                </a:lnTo>
                <a:lnTo>
                  <a:pt x="0" y="50368"/>
                </a:lnTo>
                <a:lnTo>
                  <a:pt x="5549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3" name="object 683"/>
          <p:cNvSpPr/>
          <p:nvPr/>
        </p:nvSpPr>
        <p:spPr>
          <a:xfrm>
            <a:off x="5870346" y="35405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8" y="50838"/>
                </a:moveTo>
                <a:lnTo>
                  <a:pt x="55498" y="0"/>
                </a:lnTo>
                <a:lnTo>
                  <a:pt x="0" y="50838"/>
                </a:lnTo>
                <a:lnTo>
                  <a:pt x="55498" y="5083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4" name="object 684"/>
          <p:cNvSpPr/>
          <p:nvPr/>
        </p:nvSpPr>
        <p:spPr>
          <a:xfrm>
            <a:off x="5870346" y="35405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8" y="0"/>
                </a:moveTo>
                <a:lnTo>
                  <a:pt x="0" y="0"/>
                </a:lnTo>
                <a:lnTo>
                  <a:pt x="0" y="50838"/>
                </a:lnTo>
                <a:lnTo>
                  <a:pt x="5549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5" name="object 685"/>
          <p:cNvSpPr/>
          <p:nvPr/>
        </p:nvSpPr>
        <p:spPr>
          <a:xfrm>
            <a:off x="5870346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8" y="50380"/>
                </a:moveTo>
                <a:lnTo>
                  <a:pt x="55498" y="0"/>
                </a:lnTo>
                <a:lnTo>
                  <a:pt x="0" y="50380"/>
                </a:lnTo>
                <a:lnTo>
                  <a:pt x="55498" y="5038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6" name="object 686"/>
          <p:cNvSpPr/>
          <p:nvPr/>
        </p:nvSpPr>
        <p:spPr>
          <a:xfrm>
            <a:off x="5870346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8" y="0"/>
                </a:moveTo>
                <a:lnTo>
                  <a:pt x="0" y="0"/>
                </a:lnTo>
                <a:lnTo>
                  <a:pt x="0" y="50380"/>
                </a:lnTo>
                <a:lnTo>
                  <a:pt x="5549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7" name="object 687"/>
          <p:cNvSpPr/>
          <p:nvPr/>
        </p:nvSpPr>
        <p:spPr>
          <a:xfrm>
            <a:off x="5870346" y="343974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8" y="50380"/>
                </a:moveTo>
                <a:lnTo>
                  <a:pt x="55498" y="0"/>
                </a:lnTo>
                <a:lnTo>
                  <a:pt x="0" y="50380"/>
                </a:lnTo>
                <a:lnTo>
                  <a:pt x="55498" y="5038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8" name="object 688"/>
          <p:cNvSpPr/>
          <p:nvPr/>
        </p:nvSpPr>
        <p:spPr>
          <a:xfrm>
            <a:off x="5870346" y="343974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8" y="0"/>
                </a:moveTo>
                <a:lnTo>
                  <a:pt x="0" y="0"/>
                </a:lnTo>
                <a:lnTo>
                  <a:pt x="0" y="50380"/>
                </a:lnTo>
                <a:lnTo>
                  <a:pt x="5549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9" name="object 689"/>
          <p:cNvSpPr/>
          <p:nvPr/>
        </p:nvSpPr>
        <p:spPr>
          <a:xfrm>
            <a:off x="5870346" y="2984982"/>
            <a:ext cx="55498" cy="454761"/>
          </a:xfrm>
          <a:prstGeom prst="rect">
            <a:avLst/>
          </a:prstGeom>
          <a:blipFill>
            <a:blip r:embed="rId1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0" name="object 690"/>
          <p:cNvSpPr/>
          <p:nvPr/>
        </p:nvSpPr>
        <p:spPr>
          <a:xfrm>
            <a:off x="5925850" y="3742931"/>
            <a:ext cx="55506" cy="1212263"/>
          </a:xfrm>
          <a:prstGeom prst="rect">
            <a:avLst/>
          </a:prstGeom>
          <a:blipFill>
            <a:blip r:embed="rId1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1" name="object 691"/>
          <p:cNvSpPr/>
          <p:nvPr/>
        </p:nvSpPr>
        <p:spPr>
          <a:xfrm>
            <a:off x="5925845" y="3692093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2" name="object 692"/>
          <p:cNvSpPr/>
          <p:nvPr/>
        </p:nvSpPr>
        <p:spPr>
          <a:xfrm>
            <a:off x="5925845" y="3692093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3" name="object 693"/>
          <p:cNvSpPr/>
          <p:nvPr/>
        </p:nvSpPr>
        <p:spPr>
          <a:xfrm>
            <a:off x="5925845" y="36417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4" name="object 694"/>
          <p:cNvSpPr/>
          <p:nvPr/>
        </p:nvSpPr>
        <p:spPr>
          <a:xfrm>
            <a:off x="5925845" y="36417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5" name="object 695"/>
          <p:cNvSpPr/>
          <p:nvPr/>
        </p:nvSpPr>
        <p:spPr>
          <a:xfrm>
            <a:off x="5925845" y="359134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6" name="object 696"/>
          <p:cNvSpPr/>
          <p:nvPr/>
        </p:nvSpPr>
        <p:spPr>
          <a:xfrm>
            <a:off x="5925845" y="359134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7" name="object 697"/>
          <p:cNvSpPr/>
          <p:nvPr/>
        </p:nvSpPr>
        <p:spPr>
          <a:xfrm>
            <a:off x="5925845" y="35405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8" name="object 698"/>
          <p:cNvSpPr/>
          <p:nvPr/>
        </p:nvSpPr>
        <p:spPr>
          <a:xfrm>
            <a:off x="5925845" y="35405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9" name="object 699"/>
          <p:cNvSpPr/>
          <p:nvPr/>
        </p:nvSpPr>
        <p:spPr>
          <a:xfrm>
            <a:off x="5925845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0" name="object 700"/>
          <p:cNvSpPr/>
          <p:nvPr/>
        </p:nvSpPr>
        <p:spPr>
          <a:xfrm>
            <a:off x="5925845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1" name="object 701"/>
          <p:cNvSpPr/>
          <p:nvPr/>
        </p:nvSpPr>
        <p:spPr>
          <a:xfrm>
            <a:off x="5925845" y="343974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2" name="object 702"/>
          <p:cNvSpPr/>
          <p:nvPr/>
        </p:nvSpPr>
        <p:spPr>
          <a:xfrm>
            <a:off x="5925845" y="343974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3" name="object 703"/>
          <p:cNvSpPr/>
          <p:nvPr/>
        </p:nvSpPr>
        <p:spPr>
          <a:xfrm>
            <a:off x="5925850" y="3338538"/>
            <a:ext cx="55506" cy="101206"/>
          </a:xfrm>
          <a:prstGeom prst="rect">
            <a:avLst/>
          </a:prstGeom>
          <a:blipFill>
            <a:blip r:embed="rId1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4" name="object 704"/>
          <p:cNvSpPr/>
          <p:nvPr/>
        </p:nvSpPr>
        <p:spPr>
          <a:xfrm>
            <a:off x="5925845" y="2984982"/>
            <a:ext cx="111480" cy="505142"/>
          </a:xfrm>
          <a:prstGeom prst="rect">
            <a:avLst/>
          </a:prstGeom>
          <a:blipFill>
            <a:blip r:embed="rId1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5" name="object 705"/>
          <p:cNvSpPr/>
          <p:nvPr/>
        </p:nvSpPr>
        <p:spPr>
          <a:xfrm>
            <a:off x="5981356" y="3843680"/>
            <a:ext cx="55968" cy="1111514"/>
          </a:xfrm>
          <a:prstGeom prst="rect">
            <a:avLst/>
          </a:prstGeom>
          <a:blipFill>
            <a:blip r:embed="rId1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6" name="object 706"/>
          <p:cNvSpPr/>
          <p:nvPr/>
        </p:nvSpPr>
        <p:spPr>
          <a:xfrm>
            <a:off x="5981356" y="3692093"/>
            <a:ext cx="55968" cy="151587"/>
          </a:xfrm>
          <a:prstGeom prst="rect">
            <a:avLst/>
          </a:prstGeom>
          <a:blipFill>
            <a:blip r:embed="rId1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7" name="object 707"/>
          <p:cNvSpPr/>
          <p:nvPr/>
        </p:nvSpPr>
        <p:spPr>
          <a:xfrm>
            <a:off x="5981356" y="3692093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8" name="object 708"/>
          <p:cNvSpPr/>
          <p:nvPr/>
        </p:nvSpPr>
        <p:spPr>
          <a:xfrm>
            <a:off x="5981356" y="36417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9" name="object 709"/>
          <p:cNvSpPr/>
          <p:nvPr/>
        </p:nvSpPr>
        <p:spPr>
          <a:xfrm>
            <a:off x="5981356" y="36417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0" name="object 710"/>
          <p:cNvSpPr/>
          <p:nvPr/>
        </p:nvSpPr>
        <p:spPr>
          <a:xfrm>
            <a:off x="5981356" y="359134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1" name="object 711"/>
          <p:cNvSpPr/>
          <p:nvPr/>
        </p:nvSpPr>
        <p:spPr>
          <a:xfrm>
            <a:off x="5981356" y="359134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2" name="object 712"/>
          <p:cNvSpPr/>
          <p:nvPr/>
        </p:nvSpPr>
        <p:spPr>
          <a:xfrm>
            <a:off x="5981356" y="354050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3" name="object 713"/>
          <p:cNvSpPr/>
          <p:nvPr/>
        </p:nvSpPr>
        <p:spPr>
          <a:xfrm>
            <a:off x="5981356" y="354050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4" name="object 714"/>
          <p:cNvSpPr/>
          <p:nvPr/>
        </p:nvSpPr>
        <p:spPr>
          <a:xfrm>
            <a:off x="5981356" y="349012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5" name="object 715"/>
          <p:cNvSpPr/>
          <p:nvPr/>
        </p:nvSpPr>
        <p:spPr>
          <a:xfrm>
            <a:off x="5981356" y="349012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6" name="object 716"/>
          <p:cNvSpPr/>
          <p:nvPr/>
        </p:nvSpPr>
        <p:spPr>
          <a:xfrm>
            <a:off x="5981356" y="328815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7" name="object 717"/>
          <p:cNvSpPr/>
          <p:nvPr/>
        </p:nvSpPr>
        <p:spPr>
          <a:xfrm>
            <a:off x="5981356" y="328815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8" name="object 718"/>
          <p:cNvSpPr/>
          <p:nvPr/>
        </p:nvSpPr>
        <p:spPr>
          <a:xfrm>
            <a:off x="6037328" y="4045648"/>
            <a:ext cx="55509" cy="909546"/>
          </a:xfrm>
          <a:prstGeom prst="rect">
            <a:avLst/>
          </a:prstGeom>
          <a:blipFill>
            <a:blip r:embed="rId1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9" name="object 719"/>
          <p:cNvSpPr/>
          <p:nvPr/>
        </p:nvSpPr>
        <p:spPr>
          <a:xfrm>
            <a:off x="6037326" y="3944899"/>
            <a:ext cx="55511" cy="100749"/>
          </a:xfrm>
          <a:prstGeom prst="rect">
            <a:avLst/>
          </a:prstGeom>
          <a:blipFill>
            <a:blip r:embed="rId1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0" name="object 720"/>
          <p:cNvSpPr/>
          <p:nvPr/>
        </p:nvSpPr>
        <p:spPr>
          <a:xfrm>
            <a:off x="6037326" y="3793312"/>
            <a:ext cx="55511" cy="151587"/>
          </a:xfrm>
          <a:prstGeom prst="rect">
            <a:avLst/>
          </a:prstGeom>
          <a:blipFill>
            <a:blip r:embed="rId1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1" name="object 721"/>
          <p:cNvSpPr/>
          <p:nvPr/>
        </p:nvSpPr>
        <p:spPr>
          <a:xfrm>
            <a:off x="6037326" y="37933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2" name="object 722"/>
          <p:cNvSpPr/>
          <p:nvPr/>
        </p:nvSpPr>
        <p:spPr>
          <a:xfrm>
            <a:off x="6037326" y="374293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3" name="object 723"/>
          <p:cNvSpPr/>
          <p:nvPr/>
        </p:nvSpPr>
        <p:spPr>
          <a:xfrm>
            <a:off x="6037326" y="374293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4" name="object 724"/>
          <p:cNvSpPr/>
          <p:nvPr/>
        </p:nvSpPr>
        <p:spPr>
          <a:xfrm>
            <a:off x="6037326" y="3692093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5" name="object 725"/>
          <p:cNvSpPr/>
          <p:nvPr/>
        </p:nvSpPr>
        <p:spPr>
          <a:xfrm>
            <a:off x="6037328" y="3641716"/>
            <a:ext cx="55509" cy="101215"/>
          </a:xfrm>
          <a:prstGeom prst="rect">
            <a:avLst/>
          </a:prstGeom>
          <a:blipFill>
            <a:blip r:embed="rId1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6" name="object 726"/>
          <p:cNvSpPr/>
          <p:nvPr/>
        </p:nvSpPr>
        <p:spPr>
          <a:xfrm>
            <a:off x="6037326" y="36417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7" name="object 727"/>
          <p:cNvSpPr/>
          <p:nvPr/>
        </p:nvSpPr>
        <p:spPr>
          <a:xfrm>
            <a:off x="6037326" y="359134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8" name="object 728"/>
          <p:cNvSpPr/>
          <p:nvPr/>
        </p:nvSpPr>
        <p:spPr>
          <a:xfrm>
            <a:off x="6037326" y="359134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9" name="object 729"/>
          <p:cNvSpPr/>
          <p:nvPr/>
        </p:nvSpPr>
        <p:spPr>
          <a:xfrm>
            <a:off x="6037326" y="35405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0" name="object 730"/>
          <p:cNvSpPr/>
          <p:nvPr/>
        </p:nvSpPr>
        <p:spPr>
          <a:xfrm>
            <a:off x="6037326" y="35405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1" name="object 731"/>
          <p:cNvSpPr/>
          <p:nvPr/>
        </p:nvSpPr>
        <p:spPr>
          <a:xfrm>
            <a:off x="6037328" y="3439744"/>
            <a:ext cx="55509" cy="100755"/>
          </a:xfrm>
          <a:prstGeom prst="rect">
            <a:avLst/>
          </a:prstGeom>
          <a:blipFill>
            <a:blip r:embed="rId1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2" name="object 732"/>
          <p:cNvSpPr/>
          <p:nvPr/>
        </p:nvSpPr>
        <p:spPr>
          <a:xfrm>
            <a:off x="6037326" y="33889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3" name="object 733"/>
          <p:cNvSpPr/>
          <p:nvPr/>
        </p:nvSpPr>
        <p:spPr>
          <a:xfrm>
            <a:off x="6037326" y="33889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4" name="object 734"/>
          <p:cNvSpPr/>
          <p:nvPr/>
        </p:nvSpPr>
        <p:spPr>
          <a:xfrm>
            <a:off x="6092837" y="4096486"/>
            <a:ext cx="55968" cy="858707"/>
          </a:xfrm>
          <a:prstGeom prst="rect">
            <a:avLst/>
          </a:prstGeom>
          <a:blipFill>
            <a:blip r:embed="rId1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5" name="object 735"/>
          <p:cNvSpPr/>
          <p:nvPr/>
        </p:nvSpPr>
        <p:spPr>
          <a:xfrm>
            <a:off x="6092837" y="4045648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6" name="object 736"/>
          <p:cNvSpPr/>
          <p:nvPr/>
        </p:nvSpPr>
        <p:spPr>
          <a:xfrm>
            <a:off x="6092837" y="4045648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7" name="object 737"/>
          <p:cNvSpPr/>
          <p:nvPr/>
        </p:nvSpPr>
        <p:spPr>
          <a:xfrm>
            <a:off x="6092837" y="39952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8" name="object 738"/>
          <p:cNvSpPr/>
          <p:nvPr/>
        </p:nvSpPr>
        <p:spPr>
          <a:xfrm>
            <a:off x="6092837" y="39952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9" name="object 739"/>
          <p:cNvSpPr/>
          <p:nvPr/>
        </p:nvSpPr>
        <p:spPr>
          <a:xfrm>
            <a:off x="6092837" y="3944899"/>
            <a:ext cx="55968" cy="50368"/>
          </a:xfrm>
          <a:prstGeom prst="rect">
            <a:avLst/>
          </a:prstGeom>
          <a:blipFill>
            <a:blip r:embed="rId1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0" name="object 740"/>
          <p:cNvSpPr/>
          <p:nvPr/>
        </p:nvSpPr>
        <p:spPr>
          <a:xfrm>
            <a:off x="6092837" y="389451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1" name="object 741"/>
          <p:cNvSpPr/>
          <p:nvPr/>
        </p:nvSpPr>
        <p:spPr>
          <a:xfrm>
            <a:off x="6092837" y="389451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2" name="object 742"/>
          <p:cNvSpPr/>
          <p:nvPr/>
        </p:nvSpPr>
        <p:spPr>
          <a:xfrm>
            <a:off x="6092837" y="384368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3" name="object 743"/>
          <p:cNvSpPr/>
          <p:nvPr/>
        </p:nvSpPr>
        <p:spPr>
          <a:xfrm>
            <a:off x="6092837" y="384368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4" name="object 744"/>
          <p:cNvSpPr/>
          <p:nvPr/>
        </p:nvSpPr>
        <p:spPr>
          <a:xfrm>
            <a:off x="6092837" y="3793312"/>
            <a:ext cx="55968" cy="50368"/>
          </a:xfrm>
          <a:prstGeom prst="rect">
            <a:avLst/>
          </a:prstGeom>
          <a:blipFill>
            <a:blip r:embed="rId1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5" name="object 745"/>
          <p:cNvSpPr/>
          <p:nvPr/>
        </p:nvSpPr>
        <p:spPr>
          <a:xfrm>
            <a:off x="6092837" y="374293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6" name="object 746"/>
          <p:cNvSpPr/>
          <p:nvPr/>
        </p:nvSpPr>
        <p:spPr>
          <a:xfrm>
            <a:off x="6092837" y="374293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7" name="object 747"/>
          <p:cNvSpPr/>
          <p:nvPr/>
        </p:nvSpPr>
        <p:spPr>
          <a:xfrm>
            <a:off x="6092837" y="3692093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8" name="object 748"/>
          <p:cNvSpPr/>
          <p:nvPr/>
        </p:nvSpPr>
        <p:spPr>
          <a:xfrm>
            <a:off x="6092837" y="3692093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9" name="object 749"/>
          <p:cNvSpPr/>
          <p:nvPr/>
        </p:nvSpPr>
        <p:spPr>
          <a:xfrm>
            <a:off x="6092837" y="36417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0" name="object 750"/>
          <p:cNvSpPr/>
          <p:nvPr/>
        </p:nvSpPr>
        <p:spPr>
          <a:xfrm>
            <a:off x="6092837" y="3490124"/>
            <a:ext cx="55968" cy="201965"/>
          </a:xfrm>
          <a:prstGeom prst="rect">
            <a:avLst/>
          </a:prstGeom>
          <a:blipFill>
            <a:blip r:embed="rId1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1" name="object 751"/>
          <p:cNvSpPr/>
          <p:nvPr/>
        </p:nvSpPr>
        <p:spPr>
          <a:xfrm>
            <a:off x="6092837" y="343974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2" name="object 752"/>
          <p:cNvSpPr/>
          <p:nvPr/>
        </p:nvSpPr>
        <p:spPr>
          <a:xfrm>
            <a:off x="6092837" y="343974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3" name="object 753"/>
          <p:cNvSpPr/>
          <p:nvPr/>
        </p:nvSpPr>
        <p:spPr>
          <a:xfrm>
            <a:off x="5981356" y="2984982"/>
            <a:ext cx="278460" cy="707108"/>
          </a:xfrm>
          <a:prstGeom prst="rect">
            <a:avLst/>
          </a:prstGeom>
          <a:blipFill>
            <a:blip r:embed="rId1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4" name="object 754"/>
          <p:cNvSpPr/>
          <p:nvPr/>
        </p:nvSpPr>
        <p:spPr>
          <a:xfrm>
            <a:off x="6148806" y="4146867"/>
            <a:ext cx="55499" cy="808327"/>
          </a:xfrm>
          <a:prstGeom prst="rect">
            <a:avLst/>
          </a:prstGeom>
          <a:blipFill>
            <a:blip r:embed="rId1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5" name="object 755"/>
          <p:cNvSpPr/>
          <p:nvPr/>
        </p:nvSpPr>
        <p:spPr>
          <a:xfrm>
            <a:off x="6148806" y="41468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6" name="object 756"/>
          <p:cNvSpPr/>
          <p:nvPr/>
        </p:nvSpPr>
        <p:spPr>
          <a:xfrm>
            <a:off x="6148806" y="40964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7" name="object 757"/>
          <p:cNvSpPr/>
          <p:nvPr/>
        </p:nvSpPr>
        <p:spPr>
          <a:xfrm>
            <a:off x="6148806" y="40964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8" name="object 758"/>
          <p:cNvSpPr/>
          <p:nvPr/>
        </p:nvSpPr>
        <p:spPr>
          <a:xfrm>
            <a:off x="6148806" y="404564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50838"/>
                </a:moveTo>
                <a:lnTo>
                  <a:pt x="55499" y="0"/>
                </a:lnTo>
                <a:lnTo>
                  <a:pt x="0" y="50838"/>
                </a:lnTo>
                <a:lnTo>
                  <a:pt x="55499" y="50838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9" name="object 759"/>
          <p:cNvSpPr/>
          <p:nvPr/>
        </p:nvSpPr>
        <p:spPr>
          <a:xfrm>
            <a:off x="6148806" y="404564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0" name="object 760"/>
          <p:cNvSpPr/>
          <p:nvPr/>
        </p:nvSpPr>
        <p:spPr>
          <a:xfrm>
            <a:off x="6148806" y="39952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1" name="object 761"/>
          <p:cNvSpPr/>
          <p:nvPr/>
        </p:nvSpPr>
        <p:spPr>
          <a:xfrm>
            <a:off x="6148806" y="39952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2" name="object 762"/>
          <p:cNvSpPr/>
          <p:nvPr/>
        </p:nvSpPr>
        <p:spPr>
          <a:xfrm>
            <a:off x="6148806" y="3944899"/>
            <a:ext cx="55499" cy="50368"/>
          </a:xfrm>
          <a:prstGeom prst="rect">
            <a:avLst/>
          </a:prstGeom>
          <a:blipFill>
            <a:blip r:embed="rId1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3" name="object 763"/>
          <p:cNvSpPr/>
          <p:nvPr/>
        </p:nvSpPr>
        <p:spPr>
          <a:xfrm>
            <a:off x="6148806" y="389451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4" name="object 764"/>
          <p:cNvSpPr/>
          <p:nvPr/>
        </p:nvSpPr>
        <p:spPr>
          <a:xfrm>
            <a:off x="6148806" y="389451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5" name="object 765"/>
          <p:cNvSpPr/>
          <p:nvPr/>
        </p:nvSpPr>
        <p:spPr>
          <a:xfrm>
            <a:off x="6148806" y="384368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50838"/>
                </a:moveTo>
                <a:lnTo>
                  <a:pt x="55499" y="0"/>
                </a:lnTo>
                <a:lnTo>
                  <a:pt x="0" y="50838"/>
                </a:lnTo>
                <a:lnTo>
                  <a:pt x="55499" y="50838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6" name="object 766"/>
          <p:cNvSpPr/>
          <p:nvPr/>
        </p:nvSpPr>
        <p:spPr>
          <a:xfrm>
            <a:off x="6148806" y="384368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7" name="object 767"/>
          <p:cNvSpPr/>
          <p:nvPr/>
        </p:nvSpPr>
        <p:spPr>
          <a:xfrm>
            <a:off x="6148806" y="37933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8" name="object 768"/>
          <p:cNvSpPr/>
          <p:nvPr/>
        </p:nvSpPr>
        <p:spPr>
          <a:xfrm>
            <a:off x="6148806" y="3641716"/>
            <a:ext cx="55499" cy="201964"/>
          </a:xfrm>
          <a:prstGeom prst="rect">
            <a:avLst/>
          </a:prstGeom>
          <a:blipFill>
            <a:blip r:embed="rId1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9" name="object 769"/>
          <p:cNvSpPr/>
          <p:nvPr/>
        </p:nvSpPr>
        <p:spPr>
          <a:xfrm>
            <a:off x="6148806" y="36417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0" name="object 770"/>
          <p:cNvSpPr/>
          <p:nvPr/>
        </p:nvSpPr>
        <p:spPr>
          <a:xfrm>
            <a:off x="6148806" y="359134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1" name="object 771"/>
          <p:cNvSpPr/>
          <p:nvPr/>
        </p:nvSpPr>
        <p:spPr>
          <a:xfrm>
            <a:off x="6148806" y="359134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2" name="object 772"/>
          <p:cNvSpPr/>
          <p:nvPr/>
        </p:nvSpPr>
        <p:spPr>
          <a:xfrm>
            <a:off x="6148806" y="35405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50838"/>
                </a:moveTo>
                <a:lnTo>
                  <a:pt x="55499" y="0"/>
                </a:lnTo>
                <a:lnTo>
                  <a:pt x="0" y="50838"/>
                </a:lnTo>
                <a:lnTo>
                  <a:pt x="55499" y="50838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3" name="object 773"/>
          <p:cNvSpPr/>
          <p:nvPr/>
        </p:nvSpPr>
        <p:spPr>
          <a:xfrm>
            <a:off x="6148806" y="35405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4" name="object 774"/>
          <p:cNvSpPr/>
          <p:nvPr/>
        </p:nvSpPr>
        <p:spPr>
          <a:xfrm>
            <a:off x="6204311" y="4197238"/>
            <a:ext cx="55505" cy="757956"/>
          </a:xfrm>
          <a:prstGeom prst="rect">
            <a:avLst/>
          </a:prstGeom>
          <a:blipFill>
            <a:blip r:embed="rId1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5" name="object 775"/>
          <p:cNvSpPr/>
          <p:nvPr/>
        </p:nvSpPr>
        <p:spPr>
          <a:xfrm>
            <a:off x="6204305" y="4045648"/>
            <a:ext cx="55511" cy="202437"/>
          </a:xfrm>
          <a:prstGeom prst="rect">
            <a:avLst/>
          </a:prstGeom>
          <a:blipFill>
            <a:blip r:embed="rId1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6" name="object 776"/>
          <p:cNvSpPr/>
          <p:nvPr/>
        </p:nvSpPr>
        <p:spPr>
          <a:xfrm>
            <a:off x="6204305" y="404564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7" name="object 777"/>
          <p:cNvSpPr/>
          <p:nvPr/>
        </p:nvSpPr>
        <p:spPr>
          <a:xfrm>
            <a:off x="6204305" y="39952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8" name="object 778"/>
          <p:cNvSpPr/>
          <p:nvPr/>
        </p:nvSpPr>
        <p:spPr>
          <a:xfrm>
            <a:off x="6204305" y="39952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9" name="object 779"/>
          <p:cNvSpPr/>
          <p:nvPr/>
        </p:nvSpPr>
        <p:spPr>
          <a:xfrm>
            <a:off x="6204305" y="394489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0" name="object 780"/>
          <p:cNvSpPr/>
          <p:nvPr/>
        </p:nvSpPr>
        <p:spPr>
          <a:xfrm>
            <a:off x="6204311" y="3843681"/>
            <a:ext cx="55505" cy="151585"/>
          </a:xfrm>
          <a:prstGeom prst="rect">
            <a:avLst/>
          </a:prstGeom>
          <a:blipFill>
            <a:blip r:embed="rId1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1" name="object 781"/>
          <p:cNvSpPr/>
          <p:nvPr/>
        </p:nvSpPr>
        <p:spPr>
          <a:xfrm>
            <a:off x="6204305" y="384368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2" name="object 782"/>
          <p:cNvSpPr/>
          <p:nvPr/>
        </p:nvSpPr>
        <p:spPr>
          <a:xfrm>
            <a:off x="6204305" y="37933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3" name="object 783"/>
          <p:cNvSpPr/>
          <p:nvPr/>
        </p:nvSpPr>
        <p:spPr>
          <a:xfrm>
            <a:off x="6204305" y="37933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4" name="object 784"/>
          <p:cNvSpPr/>
          <p:nvPr/>
        </p:nvSpPr>
        <p:spPr>
          <a:xfrm>
            <a:off x="6204305" y="374293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5" name="object 785"/>
          <p:cNvSpPr/>
          <p:nvPr/>
        </p:nvSpPr>
        <p:spPr>
          <a:xfrm>
            <a:off x="6204305" y="374293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6" name="object 786"/>
          <p:cNvSpPr/>
          <p:nvPr/>
        </p:nvSpPr>
        <p:spPr>
          <a:xfrm>
            <a:off x="6204305" y="3692093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7" name="object 787"/>
          <p:cNvSpPr/>
          <p:nvPr/>
        </p:nvSpPr>
        <p:spPr>
          <a:xfrm>
            <a:off x="6204305" y="3692093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8" name="object 788"/>
          <p:cNvSpPr/>
          <p:nvPr/>
        </p:nvSpPr>
        <p:spPr>
          <a:xfrm>
            <a:off x="6204305" y="36417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9" name="object 789"/>
          <p:cNvSpPr/>
          <p:nvPr/>
        </p:nvSpPr>
        <p:spPr>
          <a:xfrm>
            <a:off x="6204305" y="3338538"/>
            <a:ext cx="55511" cy="151587"/>
          </a:xfrm>
          <a:prstGeom prst="rect">
            <a:avLst/>
          </a:prstGeom>
          <a:blipFill>
            <a:blip r:embed="rId1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0" name="object 790"/>
          <p:cNvSpPr/>
          <p:nvPr/>
        </p:nvSpPr>
        <p:spPr>
          <a:xfrm>
            <a:off x="6204305" y="3186938"/>
            <a:ext cx="55511" cy="151599"/>
          </a:xfrm>
          <a:prstGeom prst="rect">
            <a:avLst/>
          </a:prstGeom>
          <a:blipFill>
            <a:blip r:embed="rId1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1" name="object 791"/>
          <p:cNvSpPr/>
          <p:nvPr/>
        </p:nvSpPr>
        <p:spPr>
          <a:xfrm>
            <a:off x="6204305" y="313656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2" name="object 792"/>
          <p:cNvSpPr/>
          <p:nvPr/>
        </p:nvSpPr>
        <p:spPr>
          <a:xfrm>
            <a:off x="6204305" y="313656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3" name="object 793"/>
          <p:cNvSpPr/>
          <p:nvPr/>
        </p:nvSpPr>
        <p:spPr>
          <a:xfrm>
            <a:off x="6259817" y="4248086"/>
            <a:ext cx="55968" cy="707108"/>
          </a:xfrm>
          <a:prstGeom prst="rect">
            <a:avLst/>
          </a:prstGeom>
          <a:blipFill>
            <a:blip r:embed="rId1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4" name="object 794"/>
          <p:cNvSpPr/>
          <p:nvPr/>
        </p:nvSpPr>
        <p:spPr>
          <a:xfrm>
            <a:off x="6259817" y="4146867"/>
            <a:ext cx="55968" cy="151587"/>
          </a:xfrm>
          <a:prstGeom prst="rect">
            <a:avLst/>
          </a:prstGeom>
          <a:blipFill>
            <a:blip r:embed="rId1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5" name="object 795"/>
          <p:cNvSpPr/>
          <p:nvPr/>
        </p:nvSpPr>
        <p:spPr>
          <a:xfrm>
            <a:off x="6259817" y="41468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6" name="object 796"/>
          <p:cNvSpPr/>
          <p:nvPr/>
        </p:nvSpPr>
        <p:spPr>
          <a:xfrm>
            <a:off x="6259817" y="4096486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7" name="object 797"/>
          <p:cNvSpPr/>
          <p:nvPr/>
        </p:nvSpPr>
        <p:spPr>
          <a:xfrm>
            <a:off x="6259817" y="4096486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8" name="object 798"/>
          <p:cNvSpPr/>
          <p:nvPr/>
        </p:nvSpPr>
        <p:spPr>
          <a:xfrm>
            <a:off x="6259817" y="4045648"/>
            <a:ext cx="55968" cy="50838"/>
          </a:xfrm>
          <a:prstGeom prst="rect">
            <a:avLst/>
          </a:prstGeom>
          <a:blipFill>
            <a:blip r:embed="rId1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9" name="object 799"/>
          <p:cNvSpPr/>
          <p:nvPr/>
        </p:nvSpPr>
        <p:spPr>
          <a:xfrm>
            <a:off x="6259817" y="39952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0" name="object 800"/>
          <p:cNvSpPr/>
          <p:nvPr/>
        </p:nvSpPr>
        <p:spPr>
          <a:xfrm>
            <a:off x="6259817" y="39952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1" name="object 801"/>
          <p:cNvSpPr/>
          <p:nvPr/>
        </p:nvSpPr>
        <p:spPr>
          <a:xfrm>
            <a:off x="6259817" y="394489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2" name="object 802"/>
          <p:cNvSpPr/>
          <p:nvPr/>
        </p:nvSpPr>
        <p:spPr>
          <a:xfrm>
            <a:off x="6259817" y="394489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3" name="object 803"/>
          <p:cNvSpPr/>
          <p:nvPr/>
        </p:nvSpPr>
        <p:spPr>
          <a:xfrm>
            <a:off x="6259817" y="389451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4" name="object 804"/>
          <p:cNvSpPr/>
          <p:nvPr/>
        </p:nvSpPr>
        <p:spPr>
          <a:xfrm>
            <a:off x="6259817" y="389451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5" name="object 805"/>
          <p:cNvSpPr/>
          <p:nvPr/>
        </p:nvSpPr>
        <p:spPr>
          <a:xfrm>
            <a:off x="6259817" y="384368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6" name="object 806"/>
          <p:cNvSpPr/>
          <p:nvPr/>
        </p:nvSpPr>
        <p:spPr>
          <a:xfrm>
            <a:off x="6259817" y="3186938"/>
            <a:ext cx="55968" cy="707580"/>
          </a:xfrm>
          <a:prstGeom prst="rect">
            <a:avLst/>
          </a:prstGeom>
          <a:blipFill>
            <a:blip r:embed="rId1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7" name="object 807"/>
          <p:cNvSpPr/>
          <p:nvPr/>
        </p:nvSpPr>
        <p:spPr>
          <a:xfrm>
            <a:off x="6259817" y="313656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8" name="object 808"/>
          <p:cNvSpPr/>
          <p:nvPr/>
        </p:nvSpPr>
        <p:spPr>
          <a:xfrm>
            <a:off x="6259817" y="313656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9" name="object 809"/>
          <p:cNvSpPr/>
          <p:nvPr/>
        </p:nvSpPr>
        <p:spPr>
          <a:xfrm>
            <a:off x="6204311" y="2984982"/>
            <a:ext cx="166985" cy="303174"/>
          </a:xfrm>
          <a:prstGeom prst="rect">
            <a:avLst/>
          </a:prstGeom>
          <a:blipFill>
            <a:blip r:embed="rId1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0" name="object 810"/>
          <p:cNvSpPr/>
          <p:nvPr/>
        </p:nvSpPr>
        <p:spPr>
          <a:xfrm>
            <a:off x="6315788" y="4348835"/>
            <a:ext cx="55509" cy="606358"/>
          </a:xfrm>
          <a:prstGeom prst="rect">
            <a:avLst/>
          </a:prstGeom>
          <a:blipFill>
            <a:blip r:embed="rId1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1" name="object 811"/>
          <p:cNvSpPr/>
          <p:nvPr/>
        </p:nvSpPr>
        <p:spPr>
          <a:xfrm>
            <a:off x="6315786" y="4298454"/>
            <a:ext cx="55511" cy="101218"/>
          </a:xfrm>
          <a:prstGeom prst="rect">
            <a:avLst/>
          </a:prstGeom>
          <a:blipFill>
            <a:blip r:embed="rId2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2" name="object 812"/>
          <p:cNvSpPr/>
          <p:nvPr/>
        </p:nvSpPr>
        <p:spPr>
          <a:xfrm>
            <a:off x="6315786" y="4197238"/>
            <a:ext cx="55511" cy="101216"/>
          </a:xfrm>
          <a:prstGeom prst="rect">
            <a:avLst/>
          </a:prstGeom>
          <a:blipFill>
            <a:blip r:embed="rId2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3" name="object 813"/>
          <p:cNvSpPr/>
          <p:nvPr/>
        </p:nvSpPr>
        <p:spPr>
          <a:xfrm>
            <a:off x="6315788" y="4146867"/>
            <a:ext cx="55509" cy="50368"/>
          </a:xfrm>
          <a:prstGeom prst="rect">
            <a:avLst/>
          </a:prstGeom>
          <a:blipFill>
            <a:blip r:embed="rId2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4" name="object 814"/>
          <p:cNvSpPr/>
          <p:nvPr/>
        </p:nvSpPr>
        <p:spPr>
          <a:xfrm>
            <a:off x="6315786" y="4045648"/>
            <a:ext cx="55511" cy="101218"/>
          </a:xfrm>
          <a:prstGeom prst="rect">
            <a:avLst/>
          </a:prstGeom>
          <a:blipFill>
            <a:blip r:embed="rId2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5" name="object 815"/>
          <p:cNvSpPr/>
          <p:nvPr/>
        </p:nvSpPr>
        <p:spPr>
          <a:xfrm>
            <a:off x="6315786" y="39952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6" name="object 816"/>
          <p:cNvSpPr/>
          <p:nvPr/>
        </p:nvSpPr>
        <p:spPr>
          <a:xfrm>
            <a:off x="6315786" y="39952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7" name="object 817"/>
          <p:cNvSpPr/>
          <p:nvPr/>
        </p:nvSpPr>
        <p:spPr>
          <a:xfrm>
            <a:off x="6315786" y="394489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8" name="object 818"/>
          <p:cNvSpPr/>
          <p:nvPr/>
        </p:nvSpPr>
        <p:spPr>
          <a:xfrm>
            <a:off x="6315786" y="394489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9" name="object 819"/>
          <p:cNvSpPr/>
          <p:nvPr/>
        </p:nvSpPr>
        <p:spPr>
          <a:xfrm>
            <a:off x="6315786" y="389451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0" name="object 820"/>
          <p:cNvSpPr/>
          <p:nvPr/>
        </p:nvSpPr>
        <p:spPr>
          <a:xfrm>
            <a:off x="6315786" y="389451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1" name="object 821"/>
          <p:cNvSpPr/>
          <p:nvPr/>
        </p:nvSpPr>
        <p:spPr>
          <a:xfrm>
            <a:off x="6315786" y="384368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2" name="object 822"/>
          <p:cNvSpPr/>
          <p:nvPr/>
        </p:nvSpPr>
        <p:spPr>
          <a:xfrm>
            <a:off x="6315786" y="384368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3" name="object 823"/>
          <p:cNvSpPr/>
          <p:nvPr/>
        </p:nvSpPr>
        <p:spPr>
          <a:xfrm>
            <a:off x="6315786" y="37933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4" name="object 824"/>
          <p:cNvSpPr/>
          <p:nvPr/>
        </p:nvSpPr>
        <p:spPr>
          <a:xfrm>
            <a:off x="6315786" y="37933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5" name="object 825"/>
          <p:cNvSpPr/>
          <p:nvPr/>
        </p:nvSpPr>
        <p:spPr>
          <a:xfrm>
            <a:off x="6315786" y="374293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6" name="object 826"/>
          <p:cNvSpPr/>
          <p:nvPr/>
        </p:nvSpPr>
        <p:spPr>
          <a:xfrm>
            <a:off x="6315786" y="374293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7" name="object 827"/>
          <p:cNvSpPr/>
          <p:nvPr/>
        </p:nvSpPr>
        <p:spPr>
          <a:xfrm>
            <a:off x="6315786" y="3692093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8" name="object 828"/>
          <p:cNvSpPr/>
          <p:nvPr/>
        </p:nvSpPr>
        <p:spPr>
          <a:xfrm>
            <a:off x="6315786" y="3692093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9" name="object 829"/>
          <p:cNvSpPr/>
          <p:nvPr/>
        </p:nvSpPr>
        <p:spPr>
          <a:xfrm>
            <a:off x="6315786" y="36417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0" name="object 830"/>
          <p:cNvSpPr/>
          <p:nvPr/>
        </p:nvSpPr>
        <p:spPr>
          <a:xfrm>
            <a:off x="6315786" y="36417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1" name="object 831"/>
          <p:cNvSpPr/>
          <p:nvPr/>
        </p:nvSpPr>
        <p:spPr>
          <a:xfrm>
            <a:off x="6315786" y="359134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2" name="object 832"/>
          <p:cNvSpPr/>
          <p:nvPr/>
        </p:nvSpPr>
        <p:spPr>
          <a:xfrm>
            <a:off x="6315786" y="359134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3" name="object 833"/>
          <p:cNvSpPr/>
          <p:nvPr/>
        </p:nvSpPr>
        <p:spPr>
          <a:xfrm>
            <a:off x="6315788" y="3338538"/>
            <a:ext cx="55509" cy="252803"/>
          </a:xfrm>
          <a:prstGeom prst="rect">
            <a:avLst/>
          </a:prstGeom>
          <a:blipFill>
            <a:blip r:embed="rId2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4" name="object 834"/>
          <p:cNvSpPr/>
          <p:nvPr/>
        </p:nvSpPr>
        <p:spPr>
          <a:xfrm>
            <a:off x="6315786" y="328815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5" name="object 835"/>
          <p:cNvSpPr/>
          <p:nvPr/>
        </p:nvSpPr>
        <p:spPr>
          <a:xfrm>
            <a:off x="6315786" y="328815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6" name="object 836"/>
          <p:cNvSpPr/>
          <p:nvPr/>
        </p:nvSpPr>
        <p:spPr>
          <a:xfrm>
            <a:off x="6315786" y="4197235"/>
            <a:ext cx="111480" cy="757958"/>
          </a:xfrm>
          <a:prstGeom prst="rect">
            <a:avLst/>
          </a:prstGeom>
          <a:blipFill>
            <a:blip r:embed="rId2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7" name="object 837"/>
          <p:cNvSpPr/>
          <p:nvPr/>
        </p:nvSpPr>
        <p:spPr>
          <a:xfrm>
            <a:off x="6371297" y="4146867"/>
            <a:ext cx="55968" cy="151587"/>
          </a:xfrm>
          <a:prstGeom prst="rect">
            <a:avLst/>
          </a:prstGeom>
          <a:blipFill>
            <a:blip r:embed="rId2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8" name="object 838"/>
          <p:cNvSpPr/>
          <p:nvPr/>
        </p:nvSpPr>
        <p:spPr>
          <a:xfrm>
            <a:off x="6371297" y="4045648"/>
            <a:ext cx="55968" cy="50838"/>
          </a:xfrm>
          <a:prstGeom prst="rect">
            <a:avLst/>
          </a:prstGeom>
          <a:blipFill>
            <a:blip r:embed="rId1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9" name="object 839"/>
          <p:cNvSpPr/>
          <p:nvPr/>
        </p:nvSpPr>
        <p:spPr>
          <a:xfrm>
            <a:off x="6371297" y="39952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0" name="object 840"/>
          <p:cNvSpPr/>
          <p:nvPr/>
        </p:nvSpPr>
        <p:spPr>
          <a:xfrm>
            <a:off x="6371297" y="39952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1" name="object 841"/>
          <p:cNvSpPr/>
          <p:nvPr/>
        </p:nvSpPr>
        <p:spPr>
          <a:xfrm>
            <a:off x="6371297" y="394489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2" name="object 842"/>
          <p:cNvSpPr/>
          <p:nvPr/>
        </p:nvSpPr>
        <p:spPr>
          <a:xfrm>
            <a:off x="6371297" y="394489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3" name="object 843"/>
          <p:cNvSpPr/>
          <p:nvPr/>
        </p:nvSpPr>
        <p:spPr>
          <a:xfrm>
            <a:off x="6315786" y="2984982"/>
            <a:ext cx="111480" cy="101206"/>
          </a:xfrm>
          <a:prstGeom prst="rect">
            <a:avLst/>
          </a:prstGeom>
          <a:blipFill>
            <a:blip r:embed="rId2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4" name="object 844"/>
          <p:cNvSpPr/>
          <p:nvPr/>
        </p:nvSpPr>
        <p:spPr>
          <a:xfrm>
            <a:off x="6371297" y="3540505"/>
            <a:ext cx="55968" cy="404392"/>
          </a:xfrm>
          <a:prstGeom prst="rect">
            <a:avLst/>
          </a:prstGeom>
          <a:blipFill>
            <a:blip r:embed="rId2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5" name="object 845"/>
          <p:cNvSpPr/>
          <p:nvPr/>
        </p:nvSpPr>
        <p:spPr>
          <a:xfrm>
            <a:off x="6371297" y="349012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6" name="object 846"/>
          <p:cNvSpPr/>
          <p:nvPr/>
        </p:nvSpPr>
        <p:spPr>
          <a:xfrm>
            <a:off x="6371297" y="349012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7" name="object 847"/>
          <p:cNvSpPr/>
          <p:nvPr/>
        </p:nvSpPr>
        <p:spPr>
          <a:xfrm>
            <a:off x="6371297" y="343974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8" name="object 848"/>
          <p:cNvSpPr/>
          <p:nvPr/>
        </p:nvSpPr>
        <p:spPr>
          <a:xfrm>
            <a:off x="6371297" y="343974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9" name="object 849"/>
          <p:cNvSpPr/>
          <p:nvPr/>
        </p:nvSpPr>
        <p:spPr>
          <a:xfrm>
            <a:off x="6371297" y="338890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0" name="object 850"/>
          <p:cNvSpPr/>
          <p:nvPr/>
        </p:nvSpPr>
        <p:spPr>
          <a:xfrm>
            <a:off x="6371297" y="338890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1" name="object 851"/>
          <p:cNvSpPr/>
          <p:nvPr/>
        </p:nvSpPr>
        <p:spPr>
          <a:xfrm>
            <a:off x="6371297" y="3237788"/>
            <a:ext cx="55968" cy="151117"/>
          </a:xfrm>
          <a:prstGeom prst="rect">
            <a:avLst/>
          </a:prstGeom>
          <a:blipFill>
            <a:blip r:embed="rId2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2" name="object 852"/>
          <p:cNvSpPr/>
          <p:nvPr/>
        </p:nvSpPr>
        <p:spPr>
          <a:xfrm>
            <a:off x="6371297" y="3136569"/>
            <a:ext cx="55968" cy="101219"/>
          </a:xfrm>
          <a:prstGeom prst="rect">
            <a:avLst/>
          </a:prstGeom>
          <a:blipFill>
            <a:blip r:embed="rId2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3" name="object 853"/>
          <p:cNvSpPr/>
          <p:nvPr/>
        </p:nvSpPr>
        <p:spPr>
          <a:xfrm>
            <a:off x="6371297" y="308618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4" name="object 854"/>
          <p:cNvSpPr/>
          <p:nvPr/>
        </p:nvSpPr>
        <p:spPr>
          <a:xfrm>
            <a:off x="6371297" y="308618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5" name="object 855"/>
          <p:cNvSpPr/>
          <p:nvPr/>
        </p:nvSpPr>
        <p:spPr>
          <a:xfrm>
            <a:off x="6371297" y="303535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6" name="object 856"/>
          <p:cNvSpPr/>
          <p:nvPr/>
        </p:nvSpPr>
        <p:spPr>
          <a:xfrm>
            <a:off x="6371297" y="298498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4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7" name="object 857"/>
          <p:cNvSpPr/>
          <p:nvPr/>
        </p:nvSpPr>
        <p:spPr>
          <a:xfrm>
            <a:off x="6371297" y="4096486"/>
            <a:ext cx="111467" cy="858707"/>
          </a:xfrm>
          <a:prstGeom prst="rect">
            <a:avLst/>
          </a:prstGeom>
          <a:blipFill>
            <a:blip r:embed="rId2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8" name="object 858"/>
          <p:cNvSpPr/>
          <p:nvPr/>
        </p:nvSpPr>
        <p:spPr>
          <a:xfrm>
            <a:off x="6427266" y="4045648"/>
            <a:ext cx="55499" cy="50838"/>
          </a:xfrm>
          <a:prstGeom prst="rect">
            <a:avLst/>
          </a:prstGeom>
          <a:blipFill>
            <a:blip r:embed="rId2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9" name="object 859"/>
          <p:cNvSpPr/>
          <p:nvPr/>
        </p:nvSpPr>
        <p:spPr>
          <a:xfrm>
            <a:off x="6427266" y="3894518"/>
            <a:ext cx="55499" cy="151130"/>
          </a:xfrm>
          <a:prstGeom prst="rect">
            <a:avLst/>
          </a:prstGeom>
          <a:blipFill>
            <a:blip r:embed="rId2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0" name="object 860"/>
          <p:cNvSpPr/>
          <p:nvPr/>
        </p:nvSpPr>
        <p:spPr>
          <a:xfrm>
            <a:off x="6427266" y="3338538"/>
            <a:ext cx="55499" cy="555980"/>
          </a:xfrm>
          <a:prstGeom prst="rect">
            <a:avLst/>
          </a:prstGeom>
          <a:blipFill>
            <a:blip r:embed="rId2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1" name="object 861"/>
          <p:cNvSpPr/>
          <p:nvPr/>
        </p:nvSpPr>
        <p:spPr>
          <a:xfrm>
            <a:off x="6427266" y="328815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2" name="object 862"/>
          <p:cNvSpPr/>
          <p:nvPr/>
        </p:nvSpPr>
        <p:spPr>
          <a:xfrm>
            <a:off x="6427266" y="328815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3" name="object 863"/>
          <p:cNvSpPr/>
          <p:nvPr/>
        </p:nvSpPr>
        <p:spPr>
          <a:xfrm>
            <a:off x="6427266" y="32377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4" name="object 864"/>
          <p:cNvSpPr/>
          <p:nvPr/>
        </p:nvSpPr>
        <p:spPr>
          <a:xfrm>
            <a:off x="6427266" y="32377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5" name="object 865"/>
          <p:cNvSpPr/>
          <p:nvPr/>
        </p:nvSpPr>
        <p:spPr>
          <a:xfrm>
            <a:off x="6427266" y="3136569"/>
            <a:ext cx="55499" cy="101215"/>
          </a:xfrm>
          <a:prstGeom prst="rect">
            <a:avLst/>
          </a:prstGeom>
          <a:blipFill>
            <a:blip r:embed="rId2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6" name="object 866"/>
          <p:cNvSpPr/>
          <p:nvPr/>
        </p:nvSpPr>
        <p:spPr>
          <a:xfrm>
            <a:off x="6427266" y="30861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7" name="object 867"/>
          <p:cNvSpPr/>
          <p:nvPr/>
        </p:nvSpPr>
        <p:spPr>
          <a:xfrm>
            <a:off x="6427266" y="30861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8" name="object 868"/>
          <p:cNvSpPr/>
          <p:nvPr/>
        </p:nvSpPr>
        <p:spPr>
          <a:xfrm>
            <a:off x="6427266" y="303535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50838"/>
                </a:moveTo>
                <a:lnTo>
                  <a:pt x="55499" y="0"/>
                </a:lnTo>
                <a:lnTo>
                  <a:pt x="0" y="50838"/>
                </a:lnTo>
                <a:lnTo>
                  <a:pt x="55499" y="5083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9" name="object 869"/>
          <p:cNvSpPr/>
          <p:nvPr/>
        </p:nvSpPr>
        <p:spPr>
          <a:xfrm>
            <a:off x="6427266" y="303535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9" y="0"/>
                </a:moveTo>
                <a:lnTo>
                  <a:pt x="0" y="0"/>
                </a:lnTo>
                <a:lnTo>
                  <a:pt x="0" y="50838"/>
                </a:lnTo>
                <a:lnTo>
                  <a:pt x="5549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0" name="object 870"/>
          <p:cNvSpPr/>
          <p:nvPr/>
        </p:nvSpPr>
        <p:spPr>
          <a:xfrm>
            <a:off x="6427266" y="2984982"/>
            <a:ext cx="55499" cy="50368"/>
          </a:xfrm>
          <a:prstGeom prst="rect">
            <a:avLst/>
          </a:prstGeom>
          <a:blipFill>
            <a:blip r:embed="rId2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1" name="object 871"/>
          <p:cNvSpPr/>
          <p:nvPr/>
        </p:nvSpPr>
        <p:spPr>
          <a:xfrm>
            <a:off x="6427266" y="4096486"/>
            <a:ext cx="111010" cy="858707"/>
          </a:xfrm>
          <a:prstGeom prst="rect">
            <a:avLst/>
          </a:prstGeom>
          <a:blipFill>
            <a:blip r:embed="rId2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2" name="object 872"/>
          <p:cNvSpPr/>
          <p:nvPr/>
        </p:nvSpPr>
        <p:spPr>
          <a:xfrm>
            <a:off x="6482765" y="3186938"/>
            <a:ext cx="55511" cy="959929"/>
          </a:xfrm>
          <a:prstGeom prst="rect">
            <a:avLst/>
          </a:prstGeom>
          <a:blipFill>
            <a:blip r:embed="rId2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3" name="object 873"/>
          <p:cNvSpPr/>
          <p:nvPr/>
        </p:nvSpPr>
        <p:spPr>
          <a:xfrm>
            <a:off x="6482765" y="313656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4" name="object 874"/>
          <p:cNvSpPr/>
          <p:nvPr/>
        </p:nvSpPr>
        <p:spPr>
          <a:xfrm>
            <a:off x="6482765" y="313656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5" name="object 875"/>
          <p:cNvSpPr/>
          <p:nvPr/>
        </p:nvSpPr>
        <p:spPr>
          <a:xfrm>
            <a:off x="6482765" y="30861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6" name="object 876"/>
          <p:cNvSpPr/>
          <p:nvPr/>
        </p:nvSpPr>
        <p:spPr>
          <a:xfrm>
            <a:off x="6482765" y="30861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7" name="object 877"/>
          <p:cNvSpPr/>
          <p:nvPr/>
        </p:nvSpPr>
        <p:spPr>
          <a:xfrm>
            <a:off x="6482765" y="303535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8" name="object 878"/>
          <p:cNvSpPr/>
          <p:nvPr/>
        </p:nvSpPr>
        <p:spPr>
          <a:xfrm>
            <a:off x="6482765" y="303535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9" name="object 879"/>
          <p:cNvSpPr/>
          <p:nvPr/>
        </p:nvSpPr>
        <p:spPr>
          <a:xfrm>
            <a:off x="6482765" y="298498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0" name="object 880"/>
          <p:cNvSpPr/>
          <p:nvPr/>
        </p:nvSpPr>
        <p:spPr>
          <a:xfrm>
            <a:off x="6482772" y="2984982"/>
            <a:ext cx="55505" cy="50368"/>
          </a:xfrm>
          <a:prstGeom prst="rect">
            <a:avLst/>
          </a:prstGeom>
          <a:blipFill>
            <a:blip r:embed="rId2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1" name="object 881"/>
          <p:cNvSpPr/>
          <p:nvPr/>
        </p:nvSpPr>
        <p:spPr>
          <a:xfrm>
            <a:off x="6538277" y="3742931"/>
            <a:ext cx="55968" cy="1212263"/>
          </a:xfrm>
          <a:prstGeom prst="rect">
            <a:avLst/>
          </a:prstGeom>
          <a:blipFill>
            <a:blip r:embed="rId2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2" name="object 882"/>
          <p:cNvSpPr/>
          <p:nvPr/>
        </p:nvSpPr>
        <p:spPr>
          <a:xfrm>
            <a:off x="6538277" y="3692093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5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3" name="object 883"/>
          <p:cNvSpPr/>
          <p:nvPr/>
        </p:nvSpPr>
        <p:spPr>
          <a:xfrm>
            <a:off x="6538277" y="3692093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5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4" name="object 884"/>
          <p:cNvSpPr/>
          <p:nvPr/>
        </p:nvSpPr>
        <p:spPr>
          <a:xfrm>
            <a:off x="6538277" y="36417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5" name="object 885"/>
          <p:cNvSpPr/>
          <p:nvPr/>
        </p:nvSpPr>
        <p:spPr>
          <a:xfrm>
            <a:off x="6538277" y="36417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6" name="object 886"/>
          <p:cNvSpPr/>
          <p:nvPr/>
        </p:nvSpPr>
        <p:spPr>
          <a:xfrm>
            <a:off x="6538277" y="359134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7" name="object 887"/>
          <p:cNvSpPr/>
          <p:nvPr/>
        </p:nvSpPr>
        <p:spPr>
          <a:xfrm>
            <a:off x="6538277" y="359134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8" name="object 888"/>
          <p:cNvSpPr/>
          <p:nvPr/>
        </p:nvSpPr>
        <p:spPr>
          <a:xfrm>
            <a:off x="6538277" y="354050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5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9" name="object 889"/>
          <p:cNvSpPr/>
          <p:nvPr/>
        </p:nvSpPr>
        <p:spPr>
          <a:xfrm>
            <a:off x="6538277" y="354050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5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0" name="object 890"/>
          <p:cNvSpPr/>
          <p:nvPr/>
        </p:nvSpPr>
        <p:spPr>
          <a:xfrm>
            <a:off x="6538277" y="349012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1" name="object 891"/>
          <p:cNvSpPr/>
          <p:nvPr/>
        </p:nvSpPr>
        <p:spPr>
          <a:xfrm>
            <a:off x="6538277" y="349012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2" name="object 892"/>
          <p:cNvSpPr/>
          <p:nvPr/>
        </p:nvSpPr>
        <p:spPr>
          <a:xfrm>
            <a:off x="6538277" y="343974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3" name="object 893"/>
          <p:cNvSpPr/>
          <p:nvPr/>
        </p:nvSpPr>
        <p:spPr>
          <a:xfrm>
            <a:off x="6538277" y="3439744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4" name="object 894"/>
          <p:cNvSpPr/>
          <p:nvPr/>
        </p:nvSpPr>
        <p:spPr>
          <a:xfrm>
            <a:off x="6538277" y="338890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5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5" name="object 895"/>
          <p:cNvSpPr/>
          <p:nvPr/>
        </p:nvSpPr>
        <p:spPr>
          <a:xfrm>
            <a:off x="6538277" y="338890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5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6" name="object 896"/>
          <p:cNvSpPr/>
          <p:nvPr/>
        </p:nvSpPr>
        <p:spPr>
          <a:xfrm>
            <a:off x="6538277" y="333853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7" name="object 897"/>
          <p:cNvSpPr/>
          <p:nvPr/>
        </p:nvSpPr>
        <p:spPr>
          <a:xfrm>
            <a:off x="6538277" y="333853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8" name="object 898"/>
          <p:cNvSpPr/>
          <p:nvPr/>
        </p:nvSpPr>
        <p:spPr>
          <a:xfrm>
            <a:off x="6538277" y="328815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9" name="object 899"/>
          <p:cNvSpPr/>
          <p:nvPr/>
        </p:nvSpPr>
        <p:spPr>
          <a:xfrm>
            <a:off x="6538277" y="328815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0" name="object 900"/>
          <p:cNvSpPr/>
          <p:nvPr/>
        </p:nvSpPr>
        <p:spPr>
          <a:xfrm>
            <a:off x="6538277" y="323778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1" name="object 901"/>
          <p:cNvSpPr/>
          <p:nvPr/>
        </p:nvSpPr>
        <p:spPr>
          <a:xfrm>
            <a:off x="6538277" y="323778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2" name="object 902"/>
          <p:cNvSpPr/>
          <p:nvPr/>
        </p:nvSpPr>
        <p:spPr>
          <a:xfrm>
            <a:off x="6538277" y="3186938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5" h="51435">
                <a:moveTo>
                  <a:pt x="55968" y="50850"/>
                </a:moveTo>
                <a:lnTo>
                  <a:pt x="55968" y="0"/>
                </a:lnTo>
                <a:lnTo>
                  <a:pt x="0" y="50850"/>
                </a:lnTo>
                <a:lnTo>
                  <a:pt x="55968" y="5085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3" name="object 903"/>
          <p:cNvSpPr/>
          <p:nvPr/>
        </p:nvSpPr>
        <p:spPr>
          <a:xfrm>
            <a:off x="6538277" y="3186938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5" h="51435">
                <a:moveTo>
                  <a:pt x="55968" y="0"/>
                </a:moveTo>
                <a:lnTo>
                  <a:pt x="0" y="0"/>
                </a:lnTo>
                <a:lnTo>
                  <a:pt x="0" y="50850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4" name="object 904"/>
          <p:cNvSpPr/>
          <p:nvPr/>
        </p:nvSpPr>
        <p:spPr>
          <a:xfrm>
            <a:off x="6538277" y="313656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5" name="object 905"/>
          <p:cNvSpPr/>
          <p:nvPr/>
        </p:nvSpPr>
        <p:spPr>
          <a:xfrm>
            <a:off x="6538277" y="313656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6" name="object 906"/>
          <p:cNvSpPr/>
          <p:nvPr/>
        </p:nvSpPr>
        <p:spPr>
          <a:xfrm>
            <a:off x="6538277" y="308618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7" name="object 907"/>
          <p:cNvSpPr/>
          <p:nvPr/>
        </p:nvSpPr>
        <p:spPr>
          <a:xfrm>
            <a:off x="6538277" y="308618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8" name="object 908"/>
          <p:cNvSpPr/>
          <p:nvPr/>
        </p:nvSpPr>
        <p:spPr>
          <a:xfrm>
            <a:off x="6538277" y="303535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5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9" name="object 909"/>
          <p:cNvSpPr/>
          <p:nvPr/>
        </p:nvSpPr>
        <p:spPr>
          <a:xfrm>
            <a:off x="6538277" y="303535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5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0" name="object 910"/>
          <p:cNvSpPr/>
          <p:nvPr/>
        </p:nvSpPr>
        <p:spPr>
          <a:xfrm>
            <a:off x="6538277" y="298498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1" name="object 911"/>
          <p:cNvSpPr/>
          <p:nvPr/>
        </p:nvSpPr>
        <p:spPr>
          <a:xfrm>
            <a:off x="6538277" y="298498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2" name="object 912"/>
          <p:cNvSpPr/>
          <p:nvPr/>
        </p:nvSpPr>
        <p:spPr>
          <a:xfrm>
            <a:off x="6594250" y="3237788"/>
            <a:ext cx="55507" cy="1717405"/>
          </a:xfrm>
          <a:prstGeom prst="rect">
            <a:avLst/>
          </a:prstGeom>
          <a:blipFill>
            <a:blip r:embed="rId2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3" name="object 913"/>
          <p:cNvSpPr/>
          <p:nvPr/>
        </p:nvSpPr>
        <p:spPr>
          <a:xfrm>
            <a:off x="6594246" y="32377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4" name="object 914"/>
          <p:cNvSpPr/>
          <p:nvPr/>
        </p:nvSpPr>
        <p:spPr>
          <a:xfrm>
            <a:off x="6594246" y="318693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50"/>
                </a:moveTo>
                <a:lnTo>
                  <a:pt x="55511" y="0"/>
                </a:lnTo>
                <a:lnTo>
                  <a:pt x="0" y="50850"/>
                </a:lnTo>
                <a:lnTo>
                  <a:pt x="55511" y="5085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5" name="object 915"/>
          <p:cNvSpPr/>
          <p:nvPr/>
        </p:nvSpPr>
        <p:spPr>
          <a:xfrm>
            <a:off x="6594246" y="318693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50"/>
                </a:lnTo>
                <a:lnTo>
                  <a:pt x="55511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6" name="object 916"/>
          <p:cNvSpPr/>
          <p:nvPr/>
        </p:nvSpPr>
        <p:spPr>
          <a:xfrm>
            <a:off x="6594246" y="313656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7" name="object 917"/>
          <p:cNvSpPr/>
          <p:nvPr/>
        </p:nvSpPr>
        <p:spPr>
          <a:xfrm>
            <a:off x="6594246" y="313656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8" name="object 918"/>
          <p:cNvSpPr/>
          <p:nvPr/>
        </p:nvSpPr>
        <p:spPr>
          <a:xfrm>
            <a:off x="6594246" y="30861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9" name="object 919"/>
          <p:cNvSpPr/>
          <p:nvPr/>
        </p:nvSpPr>
        <p:spPr>
          <a:xfrm>
            <a:off x="6594246" y="30861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0" name="object 920"/>
          <p:cNvSpPr/>
          <p:nvPr/>
        </p:nvSpPr>
        <p:spPr>
          <a:xfrm>
            <a:off x="6594246" y="303535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1" name="object 921"/>
          <p:cNvSpPr/>
          <p:nvPr/>
        </p:nvSpPr>
        <p:spPr>
          <a:xfrm>
            <a:off x="6594246" y="303535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2" name="object 922"/>
          <p:cNvSpPr/>
          <p:nvPr/>
        </p:nvSpPr>
        <p:spPr>
          <a:xfrm>
            <a:off x="6594246" y="298498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3" name="object 923"/>
          <p:cNvSpPr/>
          <p:nvPr/>
        </p:nvSpPr>
        <p:spPr>
          <a:xfrm>
            <a:off x="6594246" y="298498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4" name="object 924"/>
          <p:cNvSpPr/>
          <p:nvPr/>
        </p:nvSpPr>
        <p:spPr>
          <a:xfrm>
            <a:off x="6649758" y="3793312"/>
            <a:ext cx="55968" cy="1161882"/>
          </a:xfrm>
          <a:prstGeom prst="rect">
            <a:avLst/>
          </a:prstGeom>
          <a:blipFill>
            <a:blip r:embed="rId2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5" name="object 925"/>
          <p:cNvSpPr/>
          <p:nvPr/>
        </p:nvSpPr>
        <p:spPr>
          <a:xfrm>
            <a:off x="6649758" y="3388908"/>
            <a:ext cx="55968" cy="404403"/>
          </a:xfrm>
          <a:prstGeom prst="rect">
            <a:avLst/>
          </a:prstGeom>
          <a:blipFill>
            <a:blip r:embed="rId2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6" name="object 926"/>
          <p:cNvSpPr/>
          <p:nvPr/>
        </p:nvSpPr>
        <p:spPr>
          <a:xfrm>
            <a:off x="6649758" y="338890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5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7" name="object 927"/>
          <p:cNvSpPr/>
          <p:nvPr/>
        </p:nvSpPr>
        <p:spPr>
          <a:xfrm>
            <a:off x="6649758" y="333853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8" name="object 928"/>
          <p:cNvSpPr/>
          <p:nvPr/>
        </p:nvSpPr>
        <p:spPr>
          <a:xfrm>
            <a:off x="6649758" y="333853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9" name="object 929"/>
          <p:cNvSpPr/>
          <p:nvPr/>
        </p:nvSpPr>
        <p:spPr>
          <a:xfrm>
            <a:off x="6649758" y="328815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0" name="object 930"/>
          <p:cNvSpPr/>
          <p:nvPr/>
        </p:nvSpPr>
        <p:spPr>
          <a:xfrm>
            <a:off x="6649758" y="328815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1" name="object 931"/>
          <p:cNvSpPr/>
          <p:nvPr/>
        </p:nvSpPr>
        <p:spPr>
          <a:xfrm>
            <a:off x="6649758" y="323778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2" name="object 932"/>
          <p:cNvSpPr/>
          <p:nvPr/>
        </p:nvSpPr>
        <p:spPr>
          <a:xfrm>
            <a:off x="6649758" y="3136569"/>
            <a:ext cx="55968" cy="151587"/>
          </a:xfrm>
          <a:prstGeom prst="rect">
            <a:avLst/>
          </a:prstGeom>
          <a:blipFill>
            <a:blip r:embed="rId2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3" name="object 933"/>
          <p:cNvSpPr/>
          <p:nvPr/>
        </p:nvSpPr>
        <p:spPr>
          <a:xfrm>
            <a:off x="6649758" y="313656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4" name="object 934"/>
          <p:cNvSpPr/>
          <p:nvPr/>
        </p:nvSpPr>
        <p:spPr>
          <a:xfrm>
            <a:off x="6649758" y="308618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5" name="object 935"/>
          <p:cNvSpPr/>
          <p:nvPr/>
        </p:nvSpPr>
        <p:spPr>
          <a:xfrm>
            <a:off x="6649758" y="3086188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6" name="object 936"/>
          <p:cNvSpPr/>
          <p:nvPr/>
        </p:nvSpPr>
        <p:spPr>
          <a:xfrm>
            <a:off x="6649758" y="303535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5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7" name="object 937"/>
          <p:cNvSpPr/>
          <p:nvPr/>
        </p:nvSpPr>
        <p:spPr>
          <a:xfrm>
            <a:off x="6649758" y="3035350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5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8" name="object 938"/>
          <p:cNvSpPr/>
          <p:nvPr/>
        </p:nvSpPr>
        <p:spPr>
          <a:xfrm>
            <a:off x="6649758" y="298498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9" name="object 939"/>
          <p:cNvSpPr/>
          <p:nvPr/>
        </p:nvSpPr>
        <p:spPr>
          <a:xfrm>
            <a:off x="6649758" y="298498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0" name="object 940"/>
          <p:cNvSpPr/>
          <p:nvPr/>
        </p:nvSpPr>
        <p:spPr>
          <a:xfrm>
            <a:off x="6705727" y="3692093"/>
            <a:ext cx="55510" cy="1263101"/>
          </a:xfrm>
          <a:prstGeom prst="rect">
            <a:avLst/>
          </a:prstGeom>
          <a:blipFill>
            <a:blip r:embed="rId2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1" name="object 941"/>
          <p:cNvSpPr/>
          <p:nvPr/>
        </p:nvSpPr>
        <p:spPr>
          <a:xfrm>
            <a:off x="6705727" y="36417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2" name="object 942"/>
          <p:cNvSpPr/>
          <p:nvPr/>
        </p:nvSpPr>
        <p:spPr>
          <a:xfrm>
            <a:off x="6705727" y="36417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3" name="object 943"/>
          <p:cNvSpPr/>
          <p:nvPr/>
        </p:nvSpPr>
        <p:spPr>
          <a:xfrm>
            <a:off x="6705727" y="359134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4" name="object 944"/>
          <p:cNvSpPr/>
          <p:nvPr/>
        </p:nvSpPr>
        <p:spPr>
          <a:xfrm>
            <a:off x="6705727" y="359134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5" name="object 945"/>
          <p:cNvSpPr/>
          <p:nvPr/>
        </p:nvSpPr>
        <p:spPr>
          <a:xfrm>
            <a:off x="6705727" y="35405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6" name="object 946"/>
          <p:cNvSpPr/>
          <p:nvPr/>
        </p:nvSpPr>
        <p:spPr>
          <a:xfrm>
            <a:off x="6705727" y="35405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7" name="object 947"/>
          <p:cNvSpPr/>
          <p:nvPr/>
        </p:nvSpPr>
        <p:spPr>
          <a:xfrm>
            <a:off x="6705727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8" name="object 948"/>
          <p:cNvSpPr/>
          <p:nvPr/>
        </p:nvSpPr>
        <p:spPr>
          <a:xfrm>
            <a:off x="6705727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9" name="object 949"/>
          <p:cNvSpPr/>
          <p:nvPr/>
        </p:nvSpPr>
        <p:spPr>
          <a:xfrm>
            <a:off x="6705727" y="343974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0" name="object 950"/>
          <p:cNvSpPr/>
          <p:nvPr/>
        </p:nvSpPr>
        <p:spPr>
          <a:xfrm>
            <a:off x="6705727" y="343974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1" name="object 951"/>
          <p:cNvSpPr/>
          <p:nvPr/>
        </p:nvSpPr>
        <p:spPr>
          <a:xfrm>
            <a:off x="6705727" y="33889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2" name="object 952"/>
          <p:cNvSpPr/>
          <p:nvPr/>
        </p:nvSpPr>
        <p:spPr>
          <a:xfrm>
            <a:off x="6705727" y="3288159"/>
            <a:ext cx="55510" cy="151584"/>
          </a:xfrm>
          <a:prstGeom prst="rect">
            <a:avLst/>
          </a:prstGeom>
          <a:blipFill>
            <a:blip r:embed="rId2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3" name="object 953"/>
          <p:cNvSpPr/>
          <p:nvPr/>
        </p:nvSpPr>
        <p:spPr>
          <a:xfrm>
            <a:off x="6705727" y="328815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4" name="object 954"/>
          <p:cNvSpPr/>
          <p:nvPr/>
        </p:nvSpPr>
        <p:spPr>
          <a:xfrm>
            <a:off x="6705727" y="32377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5" name="object 955"/>
          <p:cNvSpPr/>
          <p:nvPr/>
        </p:nvSpPr>
        <p:spPr>
          <a:xfrm>
            <a:off x="6705727" y="32377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6" name="object 956"/>
          <p:cNvSpPr/>
          <p:nvPr/>
        </p:nvSpPr>
        <p:spPr>
          <a:xfrm>
            <a:off x="6705727" y="318693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50"/>
                </a:moveTo>
                <a:lnTo>
                  <a:pt x="55511" y="0"/>
                </a:lnTo>
                <a:lnTo>
                  <a:pt x="0" y="50850"/>
                </a:lnTo>
                <a:lnTo>
                  <a:pt x="55511" y="5085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7" name="object 957"/>
          <p:cNvSpPr/>
          <p:nvPr/>
        </p:nvSpPr>
        <p:spPr>
          <a:xfrm>
            <a:off x="6705727" y="318693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50"/>
                </a:lnTo>
                <a:lnTo>
                  <a:pt x="55511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8" name="object 958"/>
          <p:cNvSpPr/>
          <p:nvPr/>
        </p:nvSpPr>
        <p:spPr>
          <a:xfrm>
            <a:off x="6705727" y="3136569"/>
            <a:ext cx="55510" cy="50368"/>
          </a:xfrm>
          <a:prstGeom prst="rect">
            <a:avLst/>
          </a:prstGeom>
          <a:blipFill>
            <a:blip r:embed="rId2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9" name="object 959"/>
          <p:cNvSpPr/>
          <p:nvPr/>
        </p:nvSpPr>
        <p:spPr>
          <a:xfrm>
            <a:off x="6705727" y="30861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0" name="object 960"/>
          <p:cNvSpPr/>
          <p:nvPr/>
        </p:nvSpPr>
        <p:spPr>
          <a:xfrm>
            <a:off x="6705727" y="30861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1" name="object 961"/>
          <p:cNvSpPr/>
          <p:nvPr/>
        </p:nvSpPr>
        <p:spPr>
          <a:xfrm>
            <a:off x="6705727" y="303535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2" name="object 962"/>
          <p:cNvSpPr/>
          <p:nvPr/>
        </p:nvSpPr>
        <p:spPr>
          <a:xfrm>
            <a:off x="6705727" y="3035350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3" name="object 963"/>
          <p:cNvSpPr/>
          <p:nvPr/>
        </p:nvSpPr>
        <p:spPr>
          <a:xfrm>
            <a:off x="6705727" y="298498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4" name="object 964"/>
          <p:cNvSpPr/>
          <p:nvPr/>
        </p:nvSpPr>
        <p:spPr>
          <a:xfrm>
            <a:off x="6705727" y="298498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5" name="object 965"/>
          <p:cNvSpPr/>
          <p:nvPr/>
        </p:nvSpPr>
        <p:spPr>
          <a:xfrm>
            <a:off x="5188889" y="2984982"/>
            <a:ext cx="754380" cy="1970405"/>
          </a:xfrm>
          <a:custGeom>
            <a:avLst/>
            <a:gdLst/>
            <a:ahLst/>
            <a:cxnLst/>
            <a:rect l="l" t="t" r="r" b="b"/>
            <a:pathLst>
              <a:path w="754379" h="1970404">
                <a:moveTo>
                  <a:pt x="425386" y="1970214"/>
                </a:moveTo>
                <a:lnTo>
                  <a:pt x="457568" y="1919833"/>
                </a:lnTo>
                <a:lnTo>
                  <a:pt x="458495" y="1918436"/>
                </a:lnTo>
                <a:lnTo>
                  <a:pt x="486486" y="1868995"/>
                </a:lnTo>
                <a:lnTo>
                  <a:pt x="513067" y="1818614"/>
                </a:lnTo>
                <a:lnTo>
                  <a:pt x="514007" y="1815820"/>
                </a:lnTo>
                <a:lnTo>
                  <a:pt x="535927" y="1768246"/>
                </a:lnTo>
                <a:lnTo>
                  <a:pt x="556450" y="1717408"/>
                </a:lnTo>
                <a:lnTo>
                  <a:pt x="569976" y="1678686"/>
                </a:lnTo>
                <a:lnTo>
                  <a:pt x="587705" y="1616659"/>
                </a:lnTo>
                <a:lnTo>
                  <a:pt x="597496" y="1566278"/>
                </a:lnTo>
                <a:lnTo>
                  <a:pt x="603097" y="1515440"/>
                </a:lnTo>
                <a:lnTo>
                  <a:pt x="603554" y="1465059"/>
                </a:lnTo>
                <a:lnTo>
                  <a:pt x="598424" y="1414691"/>
                </a:lnTo>
                <a:lnTo>
                  <a:pt x="586308" y="1363852"/>
                </a:lnTo>
                <a:lnTo>
                  <a:pt x="569976" y="1323263"/>
                </a:lnTo>
                <a:lnTo>
                  <a:pt x="535927" y="1263103"/>
                </a:lnTo>
                <a:lnTo>
                  <a:pt x="495350" y="1212253"/>
                </a:lnTo>
                <a:lnTo>
                  <a:pt x="458495" y="1175410"/>
                </a:lnTo>
                <a:lnTo>
                  <a:pt x="402996" y="1126896"/>
                </a:lnTo>
                <a:lnTo>
                  <a:pt x="347027" y="1083525"/>
                </a:lnTo>
                <a:lnTo>
                  <a:pt x="291515" y="1042479"/>
                </a:lnTo>
                <a:lnTo>
                  <a:pt x="247675" y="1010285"/>
                </a:lnTo>
                <a:lnTo>
                  <a:pt x="235546" y="1001433"/>
                </a:lnTo>
                <a:lnTo>
                  <a:pt x="182372" y="959916"/>
                </a:lnTo>
                <a:lnTo>
                  <a:pt x="180035" y="957579"/>
                </a:lnTo>
                <a:lnTo>
                  <a:pt x="125463" y="909535"/>
                </a:lnTo>
                <a:lnTo>
                  <a:pt x="124536" y="908138"/>
                </a:lnTo>
                <a:lnTo>
                  <a:pt x="78816" y="858697"/>
                </a:lnTo>
                <a:lnTo>
                  <a:pt x="68554" y="845172"/>
                </a:lnTo>
                <a:lnTo>
                  <a:pt x="43370" y="808329"/>
                </a:lnTo>
                <a:lnTo>
                  <a:pt x="18656" y="757948"/>
                </a:lnTo>
                <a:lnTo>
                  <a:pt x="4660" y="707110"/>
                </a:lnTo>
                <a:lnTo>
                  <a:pt x="0" y="656729"/>
                </a:lnTo>
                <a:lnTo>
                  <a:pt x="3721" y="606361"/>
                </a:lnTo>
                <a:lnTo>
                  <a:pt x="13055" y="567181"/>
                </a:lnTo>
                <a:lnTo>
                  <a:pt x="35445" y="505142"/>
                </a:lnTo>
                <a:lnTo>
                  <a:pt x="62966" y="454761"/>
                </a:lnTo>
                <a:lnTo>
                  <a:pt x="98882" y="403923"/>
                </a:lnTo>
                <a:lnTo>
                  <a:pt x="124536" y="375005"/>
                </a:lnTo>
                <a:lnTo>
                  <a:pt x="143192" y="353555"/>
                </a:lnTo>
                <a:lnTo>
                  <a:pt x="180035" y="318096"/>
                </a:lnTo>
                <a:lnTo>
                  <a:pt x="235546" y="271462"/>
                </a:lnTo>
                <a:lnTo>
                  <a:pt x="291515" y="230416"/>
                </a:lnTo>
                <a:lnTo>
                  <a:pt x="334429" y="201955"/>
                </a:lnTo>
                <a:lnTo>
                  <a:pt x="402996" y="161848"/>
                </a:lnTo>
                <a:lnTo>
                  <a:pt x="458495" y="132460"/>
                </a:lnTo>
                <a:lnTo>
                  <a:pt x="514007" y="104470"/>
                </a:lnTo>
                <a:lnTo>
                  <a:pt x="521931" y="101206"/>
                </a:lnTo>
                <a:lnTo>
                  <a:pt x="569976" y="78816"/>
                </a:lnTo>
                <a:lnTo>
                  <a:pt x="625487" y="54101"/>
                </a:lnTo>
                <a:lnTo>
                  <a:pt x="634339" y="50368"/>
                </a:lnTo>
                <a:lnTo>
                  <a:pt x="681456" y="30784"/>
                </a:lnTo>
                <a:lnTo>
                  <a:pt x="736955" y="6984"/>
                </a:lnTo>
                <a:lnTo>
                  <a:pt x="753757" y="0"/>
                </a:lnTo>
              </a:path>
            </a:pathLst>
          </a:custGeom>
          <a:ln w="111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6" name="object 966"/>
          <p:cNvSpPr/>
          <p:nvPr/>
        </p:nvSpPr>
        <p:spPr>
          <a:xfrm>
            <a:off x="5467025" y="3085776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7" name="object 967"/>
          <p:cNvSpPr/>
          <p:nvPr/>
        </p:nvSpPr>
        <p:spPr>
          <a:xfrm>
            <a:off x="5031162" y="3311328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8" name="object 968"/>
          <p:cNvSpPr/>
          <p:nvPr/>
        </p:nvSpPr>
        <p:spPr>
          <a:xfrm>
            <a:off x="4723314" y="3071298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9" name="object 969"/>
          <p:cNvSpPr/>
          <p:nvPr/>
        </p:nvSpPr>
        <p:spPr>
          <a:xfrm>
            <a:off x="4723314" y="3719760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0" name="object 970"/>
          <p:cNvSpPr/>
          <p:nvPr/>
        </p:nvSpPr>
        <p:spPr>
          <a:xfrm>
            <a:off x="5151558" y="4001700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1" name="object 971"/>
          <p:cNvSpPr/>
          <p:nvPr/>
        </p:nvSpPr>
        <p:spPr>
          <a:xfrm>
            <a:off x="4710360" y="4149528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2" name="object 972"/>
          <p:cNvSpPr/>
          <p:nvPr/>
        </p:nvSpPr>
        <p:spPr>
          <a:xfrm>
            <a:off x="5547798" y="4396416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3" name="object 973"/>
          <p:cNvSpPr/>
          <p:nvPr/>
        </p:nvSpPr>
        <p:spPr>
          <a:xfrm>
            <a:off x="5428925" y="4839900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4" name="object 974"/>
          <p:cNvSpPr/>
          <p:nvPr/>
        </p:nvSpPr>
        <p:spPr>
          <a:xfrm>
            <a:off x="5157654" y="4522908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5" name="object 975"/>
          <p:cNvSpPr/>
          <p:nvPr/>
        </p:nvSpPr>
        <p:spPr>
          <a:xfrm>
            <a:off x="4855902" y="4657020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6" name="object 976"/>
          <p:cNvSpPr/>
          <p:nvPr/>
        </p:nvSpPr>
        <p:spPr>
          <a:xfrm>
            <a:off x="5441118" y="4114475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7" name="object 977"/>
          <p:cNvSpPr/>
          <p:nvPr/>
        </p:nvSpPr>
        <p:spPr>
          <a:xfrm>
            <a:off x="4596822" y="4600631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8" name="object 978"/>
          <p:cNvSpPr/>
          <p:nvPr/>
        </p:nvSpPr>
        <p:spPr>
          <a:xfrm>
            <a:off x="6114224" y="3527234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4">
                <a:moveTo>
                  <a:pt x="83947" y="41973"/>
                </a:moveTo>
                <a:lnTo>
                  <a:pt x="80647" y="58309"/>
                </a:lnTo>
                <a:lnTo>
                  <a:pt x="71651" y="71651"/>
                </a:lnTo>
                <a:lnTo>
                  <a:pt x="58309" y="80647"/>
                </a:lnTo>
                <a:lnTo>
                  <a:pt x="41973" y="83947"/>
                </a:lnTo>
                <a:lnTo>
                  <a:pt x="25637" y="80647"/>
                </a:lnTo>
                <a:lnTo>
                  <a:pt x="12295" y="71651"/>
                </a:lnTo>
                <a:lnTo>
                  <a:pt x="3299" y="58309"/>
                </a:lnTo>
                <a:lnTo>
                  <a:pt x="0" y="41973"/>
                </a:lnTo>
                <a:lnTo>
                  <a:pt x="3299" y="25637"/>
                </a:lnTo>
                <a:lnTo>
                  <a:pt x="12295" y="12295"/>
                </a:lnTo>
                <a:lnTo>
                  <a:pt x="25637" y="3299"/>
                </a:lnTo>
                <a:lnTo>
                  <a:pt x="41973" y="0"/>
                </a:lnTo>
                <a:lnTo>
                  <a:pt x="58309" y="3299"/>
                </a:lnTo>
                <a:lnTo>
                  <a:pt x="71651" y="12295"/>
                </a:lnTo>
                <a:lnTo>
                  <a:pt x="80647" y="25637"/>
                </a:lnTo>
                <a:lnTo>
                  <a:pt x="83947" y="41973"/>
                </a:lnTo>
              </a:path>
            </a:pathLst>
          </a:custGeom>
          <a:ln w="111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9" name="object 979"/>
          <p:cNvSpPr/>
          <p:nvPr/>
        </p:nvSpPr>
        <p:spPr>
          <a:xfrm>
            <a:off x="4930578" y="3620700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0" name="object 980"/>
          <p:cNvSpPr/>
          <p:nvPr/>
        </p:nvSpPr>
        <p:spPr>
          <a:xfrm>
            <a:off x="5089074" y="4199058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1" name="object 981"/>
          <p:cNvSpPr/>
          <p:nvPr/>
        </p:nvSpPr>
        <p:spPr>
          <a:xfrm>
            <a:off x="5866612" y="31822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2" name="object 982"/>
          <p:cNvSpPr/>
          <p:nvPr/>
        </p:nvSpPr>
        <p:spPr>
          <a:xfrm>
            <a:off x="5583021" y="332314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3" name="object 983"/>
          <p:cNvSpPr/>
          <p:nvPr/>
        </p:nvSpPr>
        <p:spPr>
          <a:xfrm>
            <a:off x="5381523" y="372520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4" name="object 984"/>
          <p:cNvSpPr/>
          <p:nvPr/>
        </p:nvSpPr>
        <p:spPr>
          <a:xfrm>
            <a:off x="5734608" y="40563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5" name="object 985"/>
          <p:cNvSpPr/>
          <p:nvPr/>
        </p:nvSpPr>
        <p:spPr>
          <a:xfrm>
            <a:off x="6062052" y="446543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6" name="object 986"/>
          <p:cNvSpPr/>
          <p:nvPr/>
        </p:nvSpPr>
        <p:spPr>
          <a:xfrm>
            <a:off x="5835357" y="48320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7" name="object 987"/>
          <p:cNvSpPr/>
          <p:nvPr/>
        </p:nvSpPr>
        <p:spPr>
          <a:xfrm>
            <a:off x="6364300" y="486703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8" name="object 988"/>
          <p:cNvSpPr/>
          <p:nvPr/>
        </p:nvSpPr>
        <p:spPr>
          <a:xfrm>
            <a:off x="6521957" y="43595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9" name="object 989"/>
          <p:cNvSpPr/>
          <p:nvPr/>
        </p:nvSpPr>
        <p:spPr>
          <a:xfrm>
            <a:off x="6118491" y="38166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0" name="object 990"/>
          <p:cNvSpPr/>
          <p:nvPr/>
        </p:nvSpPr>
        <p:spPr>
          <a:xfrm>
            <a:off x="5910922" y="338658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1" name="object 991"/>
          <p:cNvSpPr/>
          <p:nvPr/>
        </p:nvSpPr>
        <p:spPr>
          <a:xfrm>
            <a:off x="6496761" y="32032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2" name="object 992"/>
          <p:cNvSpPr/>
          <p:nvPr/>
        </p:nvSpPr>
        <p:spPr>
          <a:xfrm>
            <a:off x="6547142" y="373919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3" name="object 993"/>
          <p:cNvSpPr/>
          <p:nvPr/>
        </p:nvSpPr>
        <p:spPr>
          <a:xfrm>
            <a:off x="5356339" y="35064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4" name="object 994"/>
          <p:cNvSpPr/>
          <p:nvPr/>
        </p:nvSpPr>
        <p:spPr>
          <a:xfrm>
            <a:off x="4789614" y="447243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5" name="object 995"/>
          <p:cNvSpPr/>
          <p:nvPr/>
        </p:nvSpPr>
        <p:spPr>
          <a:xfrm>
            <a:off x="6213170" y="318927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6" name="object 996"/>
          <p:cNvSpPr/>
          <p:nvPr/>
        </p:nvSpPr>
        <p:spPr>
          <a:xfrm>
            <a:off x="6509359" y="34854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7" name="object 997"/>
          <p:cNvSpPr/>
          <p:nvPr/>
        </p:nvSpPr>
        <p:spPr>
          <a:xfrm>
            <a:off x="4750434" y="4433252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39" h="78739">
                <a:moveTo>
                  <a:pt x="0" y="0"/>
                </a:moveTo>
                <a:lnTo>
                  <a:pt x="78359" y="78359"/>
                </a:lnTo>
              </a:path>
            </a:pathLst>
          </a:custGeom>
          <a:ln w="8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8" name="object 998"/>
          <p:cNvSpPr/>
          <p:nvPr/>
        </p:nvSpPr>
        <p:spPr>
          <a:xfrm>
            <a:off x="4750434" y="4433252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39" h="78739">
                <a:moveTo>
                  <a:pt x="78359" y="0"/>
                </a:moveTo>
                <a:lnTo>
                  <a:pt x="0" y="78359"/>
                </a:lnTo>
              </a:path>
            </a:pathLst>
          </a:custGeom>
          <a:ln w="8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9" name="object 999"/>
          <p:cNvSpPr/>
          <p:nvPr/>
        </p:nvSpPr>
        <p:spPr>
          <a:xfrm>
            <a:off x="6117082" y="3530701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39" h="78739">
                <a:moveTo>
                  <a:pt x="0" y="0"/>
                </a:moveTo>
                <a:lnTo>
                  <a:pt x="78371" y="78359"/>
                </a:lnTo>
              </a:path>
            </a:pathLst>
          </a:custGeom>
          <a:ln w="8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0" name="object 1000"/>
          <p:cNvSpPr/>
          <p:nvPr/>
        </p:nvSpPr>
        <p:spPr>
          <a:xfrm>
            <a:off x="6117082" y="3530701"/>
            <a:ext cx="78740" cy="78740"/>
          </a:xfrm>
          <a:custGeom>
            <a:avLst/>
            <a:gdLst/>
            <a:ahLst/>
            <a:cxnLst/>
            <a:rect l="l" t="t" r="r" b="b"/>
            <a:pathLst>
              <a:path w="78739" h="78739">
                <a:moveTo>
                  <a:pt x="78371" y="0"/>
                </a:moveTo>
                <a:lnTo>
                  <a:pt x="0" y="78359"/>
                </a:lnTo>
              </a:path>
            </a:pathLst>
          </a:custGeom>
          <a:ln w="8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1" name="object 1001"/>
          <p:cNvSpPr/>
          <p:nvPr/>
        </p:nvSpPr>
        <p:spPr>
          <a:xfrm>
            <a:off x="6894868" y="2984982"/>
            <a:ext cx="2172335" cy="1970405"/>
          </a:xfrm>
          <a:custGeom>
            <a:avLst/>
            <a:gdLst/>
            <a:ahLst/>
            <a:cxnLst/>
            <a:rect l="l" t="t" r="r" b="b"/>
            <a:pathLst>
              <a:path w="2172334" h="1970404">
                <a:moveTo>
                  <a:pt x="0" y="1970214"/>
                </a:moveTo>
                <a:lnTo>
                  <a:pt x="2172182" y="1970214"/>
                </a:lnTo>
                <a:lnTo>
                  <a:pt x="2172182" y="0"/>
                </a:lnTo>
                <a:lnTo>
                  <a:pt x="0" y="0"/>
                </a:lnTo>
                <a:lnTo>
                  <a:pt x="0" y="1970214"/>
                </a:lnTo>
              </a:path>
            </a:pathLst>
          </a:custGeom>
          <a:ln w="317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2" name="object 1002"/>
          <p:cNvSpPr/>
          <p:nvPr/>
        </p:nvSpPr>
        <p:spPr>
          <a:xfrm>
            <a:off x="6894868" y="3843680"/>
            <a:ext cx="55968" cy="1111514"/>
          </a:xfrm>
          <a:prstGeom prst="rect">
            <a:avLst/>
          </a:prstGeom>
          <a:blipFill>
            <a:blip r:embed="rId2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3" name="object 1003"/>
          <p:cNvSpPr/>
          <p:nvPr/>
        </p:nvSpPr>
        <p:spPr>
          <a:xfrm>
            <a:off x="6894868" y="37933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4" name="object 1004"/>
          <p:cNvSpPr/>
          <p:nvPr/>
        </p:nvSpPr>
        <p:spPr>
          <a:xfrm>
            <a:off x="6894868" y="3793312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5" name="object 1005"/>
          <p:cNvSpPr/>
          <p:nvPr/>
        </p:nvSpPr>
        <p:spPr>
          <a:xfrm>
            <a:off x="6894868" y="374293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6" name="object 1006"/>
          <p:cNvSpPr/>
          <p:nvPr/>
        </p:nvSpPr>
        <p:spPr>
          <a:xfrm>
            <a:off x="6894868" y="374293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7" name="object 1007"/>
          <p:cNvSpPr/>
          <p:nvPr/>
        </p:nvSpPr>
        <p:spPr>
          <a:xfrm>
            <a:off x="6950836" y="3843680"/>
            <a:ext cx="55499" cy="1111514"/>
          </a:xfrm>
          <a:prstGeom prst="rect">
            <a:avLst/>
          </a:prstGeom>
          <a:blipFill>
            <a:blip r:embed="rId2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8" name="object 1008"/>
          <p:cNvSpPr/>
          <p:nvPr/>
        </p:nvSpPr>
        <p:spPr>
          <a:xfrm>
            <a:off x="6950836" y="37933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9" name="object 1009"/>
          <p:cNvSpPr/>
          <p:nvPr/>
        </p:nvSpPr>
        <p:spPr>
          <a:xfrm>
            <a:off x="6950836" y="37933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0" name="object 1010"/>
          <p:cNvSpPr/>
          <p:nvPr/>
        </p:nvSpPr>
        <p:spPr>
          <a:xfrm>
            <a:off x="6894868" y="2984982"/>
            <a:ext cx="167449" cy="1970211"/>
          </a:xfrm>
          <a:prstGeom prst="rect">
            <a:avLst/>
          </a:prstGeom>
          <a:blipFill>
            <a:blip r:embed="rId2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1" name="object 1011"/>
          <p:cNvSpPr/>
          <p:nvPr/>
        </p:nvSpPr>
        <p:spPr>
          <a:xfrm>
            <a:off x="7006335" y="2984982"/>
            <a:ext cx="55981" cy="303174"/>
          </a:xfrm>
          <a:prstGeom prst="rect">
            <a:avLst/>
          </a:prstGeom>
          <a:blipFill>
            <a:blip r:embed="rId2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2" name="object 1012"/>
          <p:cNvSpPr/>
          <p:nvPr/>
        </p:nvSpPr>
        <p:spPr>
          <a:xfrm>
            <a:off x="7062317" y="4399673"/>
            <a:ext cx="55499" cy="555520"/>
          </a:xfrm>
          <a:prstGeom prst="rect">
            <a:avLst/>
          </a:prstGeom>
          <a:blipFill>
            <a:blip r:embed="rId2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3" name="object 1013"/>
          <p:cNvSpPr/>
          <p:nvPr/>
        </p:nvSpPr>
        <p:spPr>
          <a:xfrm>
            <a:off x="7062317" y="3338538"/>
            <a:ext cx="55499" cy="1111503"/>
          </a:xfrm>
          <a:prstGeom prst="rect">
            <a:avLst/>
          </a:prstGeom>
          <a:blipFill>
            <a:blip r:embed="rId2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4" name="object 1014"/>
          <p:cNvSpPr/>
          <p:nvPr/>
        </p:nvSpPr>
        <p:spPr>
          <a:xfrm>
            <a:off x="7062317" y="2984982"/>
            <a:ext cx="111010" cy="1970211"/>
          </a:xfrm>
          <a:prstGeom prst="rect">
            <a:avLst/>
          </a:prstGeom>
          <a:blipFill>
            <a:blip r:embed="rId2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5" name="object 1015"/>
          <p:cNvSpPr/>
          <p:nvPr/>
        </p:nvSpPr>
        <p:spPr>
          <a:xfrm>
            <a:off x="7117819" y="2984982"/>
            <a:ext cx="55509" cy="303174"/>
          </a:xfrm>
          <a:prstGeom prst="rect">
            <a:avLst/>
          </a:prstGeom>
          <a:blipFill>
            <a:blip r:embed="rId2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6" name="object 1016"/>
          <p:cNvSpPr/>
          <p:nvPr/>
        </p:nvSpPr>
        <p:spPr>
          <a:xfrm>
            <a:off x="7117816" y="3288157"/>
            <a:ext cx="111480" cy="1667037"/>
          </a:xfrm>
          <a:prstGeom prst="rect">
            <a:avLst/>
          </a:prstGeom>
          <a:blipFill>
            <a:blip r:embed="rId2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7" name="object 1017"/>
          <p:cNvSpPr/>
          <p:nvPr/>
        </p:nvSpPr>
        <p:spPr>
          <a:xfrm>
            <a:off x="7173328" y="2984982"/>
            <a:ext cx="111467" cy="1970211"/>
          </a:xfrm>
          <a:prstGeom prst="rect">
            <a:avLst/>
          </a:prstGeom>
          <a:blipFill>
            <a:blip r:embed="rId2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8" name="object 1018"/>
          <p:cNvSpPr/>
          <p:nvPr/>
        </p:nvSpPr>
        <p:spPr>
          <a:xfrm>
            <a:off x="7229297" y="328815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9" name="object 1019"/>
          <p:cNvSpPr/>
          <p:nvPr/>
        </p:nvSpPr>
        <p:spPr>
          <a:xfrm>
            <a:off x="7229297" y="2984982"/>
            <a:ext cx="333959" cy="1970211"/>
          </a:xfrm>
          <a:prstGeom prst="rect">
            <a:avLst/>
          </a:prstGeom>
          <a:blipFill>
            <a:blip r:embed="rId2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0" name="object 1020"/>
          <p:cNvSpPr/>
          <p:nvPr/>
        </p:nvSpPr>
        <p:spPr>
          <a:xfrm>
            <a:off x="7507757" y="40964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1" name="object 1021"/>
          <p:cNvSpPr/>
          <p:nvPr/>
        </p:nvSpPr>
        <p:spPr>
          <a:xfrm>
            <a:off x="7507757" y="40964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2" name="object 1022"/>
          <p:cNvSpPr/>
          <p:nvPr/>
        </p:nvSpPr>
        <p:spPr>
          <a:xfrm>
            <a:off x="7563262" y="4197235"/>
            <a:ext cx="55975" cy="757958"/>
          </a:xfrm>
          <a:prstGeom prst="rect">
            <a:avLst/>
          </a:prstGeom>
          <a:blipFill>
            <a:blip r:embed="rId2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3" name="object 1023"/>
          <p:cNvSpPr/>
          <p:nvPr/>
        </p:nvSpPr>
        <p:spPr>
          <a:xfrm>
            <a:off x="7507757" y="2984982"/>
            <a:ext cx="111480" cy="1212253"/>
          </a:xfrm>
          <a:prstGeom prst="rect">
            <a:avLst/>
          </a:prstGeom>
          <a:blipFill>
            <a:blip r:embed="rId2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4" name="object 1024"/>
          <p:cNvSpPr/>
          <p:nvPr/>
        </p:nvSpPr>
        <p:spPr>
          <a:xfrm>
            <a:off x="7563256" y="41468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81" y="50368"/>
                </a:moveTo>
                <a:lnTo>
                  <a:pt x="55981" y="0"/>
                </a:lnTo>
                <a:lnTo>
                  <a:pt x="0" y="50368"/>
                </a:lnTo>
                <a:lnTo>
                  <a:pt x="55981" y="50368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5" name="object 1025"/>
          <p:cNvSpPr/>
          <p:nvPr/>
        </p:nvSpPr>
        <p:spPr>
          <a:xfrm>
            <a:off x="7619238" y="4702390"/>
            <a:ext cx="55498" cy="252803"/>
          </a:xfrm>
          <a:prstGeom prst="rect">
            <a:avLst/>
          </a:prstGeom>
          <a:blipFill>
            <a:blip r:embed="rId2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6" name="object 1026"/>
          <p:cNvSpPr/>
          <p:nvPr/>
        </p:nvSpPr>
        <p:spPr>
          <a:xfrm>
            <a:off x="7619238" y="4298454"/>
            <a:ext cx="55498" cy="403936"/>
          </a:xfrm>
          <a:prstGeom prst="rect">
            <a:avLst/>
          </a:prstGeom>
          <a:blipFill>
            <a:blip r:embed="rId2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7" name="object 1027"/>
          <p:cNvSpPr/>
          <p:nvPr/>
        </p:nvSpPr>
        <p:spPr>
          <a:xfrm>
            <a:off x="7619238" y="42480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8" y="50368"/>
                </a:moveTo>
                <a:lnTo>
                  <a:pt x="55498" y="0"/>
                </a:lnTo>
                <a:lnTo>
                  <a:pt x="0" y="50368"/>
                </a:lnTo>
                <a:lnTo>
                  <a:pt x="55498" y="50368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8" name="object 1028"/>
          <p:cNvSpPr/>
          <p:nvPr/>
        </p:nvSpPr>
        <p:spPr>
          <a:xfrm>
            <a:off x="7619238" y="42480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8" y="0"/>
                </a:moveTo>
                <a:lnTo>
                  <a:pt x="0" y="0"/>
                </a:lnTo>
                <a:lnTo>
                  <a:pt x="0" y="50368"/>
                </a:lnTo>
                <a:lnTo>
                  <a:pt x="55498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9" name="object 1029"/>
          <p:cNvSpPr/>
          <p:nvPr/>
        </p:nvSpPr>
        <p:spPr>
          <a:xfrm>
            <a:off x="7619238" y="41972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8" y="50850"/>
                </a:moveTo>
                <a:lnTo>
                  <a:pt x="55498" y="0"/>
                </a:lnTo>
                <a:lnTo>
                  <a:pt x="0" y="50850"/>
                </a:lnTo>
                <a:lnTo>
                  <a:pt x="55498" y="5085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0" name="object 1030"/>
          <p:cNvSpPr/>
          <p:nvPr/>
        </p:nvSpPr>
        <p:spPr>
          <a:xfrm>
            <a:off x="7619238" y="41972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498" y="0"/>
                </a:moveTo>
                <a:lnTo>
                  <a:pt x="0" y="0"/>
                </a:lnTo>
                <a:lnTo>
                  <a:pt x="0" y="50850"/>
                </a:lnTo>
                <a:lnTo>
                  <a:pt x="55498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1" name="object 1031"/>
          <p:cNvSpPr/>
          <p:nvPr/>
        </p:nvSpPr>
        <p:spPr>
          <a:xfrm>
            <a:off x="7674740" y="4601641"/>
            <a:ext cx="55507" cy="353552"/>
          </a:xfrm>
          <a:prstGeom prst="rect">
            <a:avLst/>
          </a:prstGeom>
          <a:blipFill>
            <a:blip r:embed="rId2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2" name="object 1032"/>
          <p:cNvSpPr/>
          <p:nvPr/>
        </p:nvSpPr>
        <p:spPr>
          <a:xfrm>
            <a:off x="7674736" y="4551260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3" name="object 1033"/>
          <p:cNvSpPr/>
          <p:nvPr/>
        </p:nvSpPr>
        <p:spPr>
          <a:xfrm>
            <a:off x="7674736" y="4551260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4" name="object 1034"/>
          <p:cNvSpPr/>
          <p:nvPr/>
        </p:nvSpPr>
        <p:spPr>
          <a:xfrm>
            <a:off x="7674736" y="4500422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5" name="object 1035"/>
          <p:cNvSpPr/>
          <p:nvPr/>
        </p:nvSpPr>
        <p:spPr>
          <a:xfrm>
            <a:off x="7674736" y="4500422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6" name="object 1036"/>
          <p:cNvSpPr/>
          <p:nvPr/>
        </p:nvSpPr>
        <p:spPr>
          <a:xfrm>
            <a:off x="7674736" y="44500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7" name="object 1037"/>
          <p:cNvSpPr/>
          <p:nvPr/>
        </p:nvSpPr>
        <p:spPr>
          <a:xfrm>
            <a:off x="7674736" y="4450041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8" name="object 1038"/>
          <p:cNvSpPr/>
          <p:nvPr/>
        </p:nvSpPr>
        <p:spPr>
          <a:xfrm>
            <a:off x="7674736" y="439967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9" name="object 1039"/>
          <p:cNvSpPr/>
          <p:nvPr/>
        </p:nvSpPr>
        <p:spPr>
          <a:xfrm>
            <a:off x="7674736" y="4399673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0" name="object 1040"/>
          <p:cNvSpPr/>
          <p:nvPr/>
        </p:nvSpPr>
        <p:spPr>
          <a:xfrm>
            <a:off x="7674736" y="43488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1" name="object 1041"/>
          <p:cNvSpPr/>
          <p:nvPr/>
        </p:nvSpPr>
        <p:spPr>
          <a:xfrm>
            <a:off x="7674736" y="43488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38"/>
                </a:lnTo>
                <a:lnTo>
                  <a:pt x="55511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2" name="object 1042"/>
          <p:cNvSpPr/>
          <p:nvPr/>
        </p:nvSpPr>
        <p:spPr>
          <a:xfrm>
            <a:off x="7674736" y="429845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3" name="object 1043"/>
          <p:cNvSpPr/>
          <p:nvPr/>
        </p:nvSpPr>
        <p:spPr>
          <a:xfrm>
            <a:off x="7674736" y="429845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4" name="object 1044"/>
          <p:cNvSpPr/>
          <p:nvPr/>
        </p:nvSpPr>
        <p:spPr>
          <a:xfrm>
            <a:off x="7730249" y="4652009"/>
            <a:ext cx="55968" cy="303184"/>
          </a:xfrm>
          <a:prstGeom prst="rect">
            <a:avLst/>
          </a:prstGeom>
          <a:blipFill>
            <a:blip r:embed="rId2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5" name="object 1045"/>
          <p:cNvSpPr/>
          <p:nvPr/>
        </p:nvSpPr>
        <p:spPr>
          <a:xfrm>
            <a:off x="7730249" y="460164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6" name="object 1046"/>
          <p:cNvSpPr/>
          <p:nvPr/>
        </p:nvSpPr>
        <p:spPr>
          <a:xfrm>
            <a:off x="7730249" y="460164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7" name="object 1047"/>
          <p:cNvSpPr/>
          <p:nvPr/>
        </p:nvSpPr>
        <p:spPr>
          <a:xfrm>
            <a:off x="7730249" y="4551260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" name="object 1048"/>
          <p:cNvSpPr/>
          <p:nvPr/>
        </p:nvSpPr>
        <p:spPr>
          <a:xfrm>
            <a:off x="7730249" y="4551260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9" name="object 1049"/>
          <p:cNvSpPr/>
          <p:nvPr/>
        </p:nvSpPr>
        <p:spPr>
          <a:xfrm>
            <a:off x="7730249" y="4500422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5" h="51435">
                <a:moveTo>
                  <a:pt x="55968" y="50838"/>
                </a:moveTo>
                <a:lnTo>
                  <a:pt x="55968" y="0"/>
                </a:lnTo>
                <a:lnTo>
                  <a:pt x="0" y="50838"/>
                </a:lnTo>
                <a:lnTo>
                  <a:pt x="55968" y="50838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0" name="object 1050"/>
          <p:cNvSpPr/>
          <p:nvPr/>
        </p:nvSpPr>
        <p:spPr>
          <a:xfrm>
            <a:off x="7730249" y="4500422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5" h="51435">
                <a:moveTo>
                  <a:pt x="55968" y="0"/>
                </a:moveTo>
                <a:lnTo>
                  <a:pt x="0" y="0"/>
                </a:lnTo>
                <a:lnTo>
                  <a:pt x="0" y="50838"/>
                </a:lnTo>
                <a:lnTo>
                  <a:pt x="55968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1" name="object 1051"/>
          <p:cNvSpPr/>
          <p:nvPr/>
        </p:nvSpPr>
        <p:spPr>
          <a:xfrm>
            <a:off x="7730249" y="445004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2" name="object 1052"/>
          <p:cNvSpPr/>
          <p:nvPr/>
        </p:nvSpPr>
        <p:spPr>
          <a:xfrm>
            <a:off x="7730249" y="445004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80"/>
                </a:lnTo>
                <a:lnTo>
                  <a:pt x="55968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3" name="object 1053"/>
          <p:cNvSpPr/>
          <p:nvPr/>
        </p:nvSpPr>
        <p:spPr>
          <a:xfrm>
            <a:off x="7730249" y="439967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4" name="object 1054"/>
          <p:cNvSpPr/>
          <p:nvPr/>
        </p:nvSpPr>
        <p:spPr>
          <a:xfrm>
            <a:off x="7730249" y="4399673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5" name="object 1055"/>
          <p:cNvSpPr/>
          <p:nvPr/>
        </p:nvSpPr>
        <p:spPr>
          <a:xfrm>
            <a:off x="7619238" y="2984982"/>
            <a:ext cx="333959" cy="1970211"/>
          </a:xfrm>
          <a:prstGeom prst="rect">
            <a:avLst/>
          </a:prstGeom>
          <a:blipFill>
            <a:blip r:embed="rId2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6" name="object 1056"/>
          <p:cNvSpPr/>
          <p:nvPr/>
        </p:nvSpPr>
        <p:spPr>
          <a:xfrm>
            <a:off x="7897698" y="3490124"/>
            <a:ext cx="55499" cy="151587"/>
          </a:xfrm>
          <a:prstGeom prst="rect">
            <a:avLst/>
          </a:prstGeom>
          <a:blipFill>
            <a:blip r:embed="rId2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7" name="object 1057"/>
          <p:cNvSpPr/>
          <p:nvPr/>
        </p:nvSpPr>
        <p:spPr>
          <a:xfrm>
            <a:off x="7897698" y="3490124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80"/>
                </a:lnTo>
                <a:lnTo>
                  <a:pt x="55499" y="0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8" name="object 1058"/>
          <p:cNvSpPr/>
          <p:nvPr/>
        </p:nvSpPr>
        <p:spPr>
          <a:xfrm>
            <a:off x="7953202" y="3692093"/>
            <a:ext cx="55506" cy="1263101"/>
          </a:xfrm>
          <a:prstGeom prst="rect">
            <a:avLst/>
          </a:prstGeom>
          <a:blipFill>
            <a:blip r:embed="rId2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9" name="object 1059"/>
          <p:cNvSpPr/>
          <p:nvPr/>
        </p:nvSpPr>
        <p:spPr>
          <a:xfrm>
            <a:off x="7953197" y="3641712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0" name="object 1060"/>
          <p:cNvSpPr/>
          <p:nvPr/>
        </p:nvSpPr>
        <p:spPr>
          <a:xfrm>
            <a:off x="8008708" y="3793312"/>
            <a:ext cx="55968" cy="1161882"/>
          </a:xfrm>
          <a:prstGeom prst="rect">
            <a:avLst/>
          </a:prstGeom>
          <a:blipFill>
            <a:blip r:embed="rId2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1" name="object 1061"/>
          <p:cNvSpPr/>
          <p:nvPr/>
        </p:nvSpPr>
        <p:spPr>
          <a:xfrm>
            <a:off x="8008708" y="3742931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80"/>
                </a:moveTo>
                <a:lnTo>
                  <a:pt x="55968" y="0"/>
                </a:lnTo>
                <a:lnTo>
                  <a:pt x="0" y="50380"/>
                </a:lnTo>
                <a:lnTo>
                  <a:pt x="55968" y="5038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2" name="object 1062"/>
          <p:cNvSpPr/>
          <p:nvPr/>
        </p:nvSpPr>
        <p:spPr>
          <a:xfrm>
            <a:off x="7897698" y="2984982"/>
            <a:ext cx="278460" cy="1970211"/>
          </a:xfrm>
          <a:prstGeom prst="rect">
            <a:avLst/>
          </a:prstGeom>
          <a:blipFill>
            <a:blip r:embed="rId2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3" name="object 1063"/>
          <p:cNvSpPr/>
          <p:nvPr/>
        </p:nvSpPr>
        <p:spPr>
          <a:xfrm>
            <a:off x="8120189" y="3186938"/>
            <a:ext cx="55968" cy="707580"/>
          </a:xfrm>
          <a:prstGeom prst="rect">
            <a:avLst/>
          </a:prstGeom>
          <a:blipFill>
            <a:blip r:embed="rId2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4" name="object 1064"/>
          <p:cNvSpPr/>
          <p:nvPr/>
        </p:nvSpPr>
        <p:spPr>
          <a:xfrm>
            <a:off x="8120189" y="3136569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5" name="object 1065"/>
          <p:cNvSpPr/>
          <p:nvPr/>
        </p:nvSpPr>
        <p:spPr>
          <a:xfrm>
            <a:off x="8120189" y="3894518"/>
            <a:ext cx="111467" cy="1060676"/>
          </a:xfrm>
          <a:prstGeom prst="rect">
            <a:avLst/>
          </a:prstGeom>
          <a:blipFill>
            <a:blip r:embed="rId2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6" name="object 1066"/>
          <p:cNvSpPr/>
          <p:nvPr/>
        </p:nvSpPr>
        <p:spPr>
          <a:xfrm>
            <a:off x="8120189" y="2984982"/>
            <a:ext cx="111467" cy="1010284"/>
          </a:xfrm>
          <a:prstGeom prst="rect">
            <a:avLst/>
          </a:prstGeom>
          <a:blipFill>
            <a:blip r:embed="rId2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7" name="object 1067"/>
          <p:cNvSpPr/>
          <p:nvPr/>
        </p:nvSpPr>
        <p:spPr>
          <a:xfrm>
            <a:off x="8176158" y="313656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68"/>
                </a:moveTo>
                <a:lnTo>
                  <a:pt x="55499" y="0"/>
                </a:lnTo>
                <a:lnTo>
                  <a:pt x="0" y="50368"/>
                </a:lnTo>
                <a:lnTo>
                  <a:pt x="55499" y="50368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8" name="object 1068"/>
          <p:cNvSpPr/>
          <p:nvPr/>
        </p:nvSpPr>
        <p:spPr>
          <a:xfrm>
            <a:off x="8176158" y="313656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0"/>
                </a:moveTo>
                <a:lnTo>
                  <a:pt x="0" y="0"/>
                </a:lnTo>
                <a:lnTo>
                  <a:pt x="0" y="50368"/>
                </a:lnTo>
                <a:lnTo>
                  <a:pt x="55499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9" name="object 1069"/>
          <p:cNvSpPr/>
          <p:nvPr/>
        </p:nvSpPr>
        <p:spPr>
          <a:xfrm>
            <a:off x="8176158" y="308618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499" y="50380"/>
                </a:moveTo>
                <a:lnTo>
                  <a:pt x="55499" y="0"/>
                </a:lnTo>
                <a:lnTo>
                  <a:pt x="0" y="50380"/>
                </a:lnTo>
                <a:lnTo>
                  <a:pt x="55499" y="5038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0" name="object 1070"/>
          <p:cNvSpPr/>
          <p:nvPr/>
        </p:nvSpPr>
        <p:spPr>
          <a:xfrm>
            <a:off x="8231662" y="3186943"/>
            <a:ext cx="55506" cy="1768251"/>
          </a:xfrm>
          <a:prstGeom prst="rect">
            <a:avLst/>
          </a:prstGeom>
          <a:blipFill>
            <a:blip r:embed="rId2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1" name="object 1071"/>
          <p:cNvSpPr/>
          <p:nvPr/>
        </p:nvSpPr>
        <p:spPr>
          <a:xfrm>
            <a:off x="8231657" y="3186938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50"/>
                </a:lnTo>
                <a:lnTo>
                  <a:pt x="55511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2" name="object 1072"/>
          <p:cNvSpPr/>
          <p:nvPr/>
        </p:nvSpPr>
        <p:spPr>
          <a:xfrm>
            <a:off x="8231657" y="313656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3" name="object 1073"/>
          <p:cNvSpPr/>
          <p:nvPr/>
        </p:nvSpPr>
        <p:spPr>
          <a:xfrm>
            <a:off x="8231657" y="313656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4" name="object 1074"/>
          <p:cNvSpPr/>
          <p:nvPr/>
        </p:nvSpPr>
        <p:spPr>
          <a:xfrm>
            <a:off x="8176158" y="2984982"/>
            <a:ext cx="389470" cy="1970211"/>
          </a:xfrm>
          <a:prstGeom prst="rect">
            <a:avLst/>
          </a:prstGeom>
          <a:blipFill>
            <a:blip r:embed="rId2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5" name="object 1075"/>
          <p:cNvSpPr/>
          <p:nvPr/>
        </p:nvSpPr>
        <p:spPr>
          <a:xfrm>
            <a:off x="8510117" y="3591343"/>
            <a:ext cx="55511" cy="656742"/>
          </a:xfrm>
          <a:prstGeom prst="rect">
            <a:avLst/>
          </a:prstGeom>
          <a:blipFill>
            <a:blip r:embed="rId2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6" name="object 1076"/>
          <p:cNvSpPr/>
          <p:nvPr/>
        </p:nvSpPr>
        <p:spPr>
          <a:xfrm>
            <a:off x="8510117" y="354050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38"/>
                </a:moveTo>
                <a:lnTo>
                  <a:pt x="55511" y="0"/>
                </a:lnTo>
                <a:lnTo>
                  <a:pt x="0" y="50838"/>
                </a:lnTo>
                <a:lnTo>
                  <a:pt x="55511" y="50838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7" name="object 1077"/>
          <p:cNvSpPr/>
          <p:nvPr/>
        </p:nvSpPr>
        <p:spPr>
          <a:xfrm>
            <a:off x="8565629" y="4298454"/>
            <a:ext cx="55968" cy="656739"/>
          </a:xfrm>
          <a:prstGeom prst="rect">
            <a:avLst/>
          </a:prstGeom>
          <a:blipFill>
            <a:blip r:embed="rId2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8" name="object 1078"/>
          <p:cNvSpPr/>
          <p:nvPr/>
        </p:nvSpPr>
        <p:spPr>
          <a:xfrm>
            <a:off x="8565629" y="4248086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9" name="object 1079"/>
          <p:cNvSpPr/>
          <p:nvPr/>
        </p:nvSpPr>
        <p:spPr>
          <a:xfrm>
            <a:off x="8565629" y="4248086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0"/>
                </a:moveTo>
                <a:lnTo>
                  <a:pt x="0" y="0"/>
                </a:lnTo>
                <a:lnTo>
                  <a:pt x="0" y="50368"/>
                </a:lnTo>
                <a:lnTo>
                  <a:pt x="559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0" name="object 1080"/>
          <p:cNvSpPr/>
          <p:nvPr/>
        </p:nvSpPr>
        <p:spPr>
          <a:xfrm>
            <a:off x="8565629" y="419723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5" h="51435">
                <a:moveTo>
                  <a:pt x="55968" y="50850"/>
                </a:moveTo>
                <a:lnTo>
                  <a:pt x="55968" y="0"/>
                </a:lnTo>
                <a:lnTo>
                  <a:pt x="0" y="50850"/>
                </a:lnTo>
                <a:lnTo>
                  <a:pt x="55968" y="50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1" name="object 1081"/>
          <p:cNvSpPr/>
          <p:nvPr/>
        </p:nvSpPr>
        <p:spPr>
          <a:xfrm>
            <a:off x="8565629" y="4197235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5" h="51435">
                <a:moveTo>
                  <a:pt x="55968" y="0"/>
                </a:moveTo>
                <a:lnTo>
                  <a:pt x="0" y="0"/>
                </a:lnTo>
                <a:lnTo>
                  <a:pt x="0" y="50850"/>
                </a:lnTo>
                <a:lnTo>
                  <a:pt x="559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2" name="object 1082"/>
          <p:cNvSpPr/>
          <p:nvPr/>
        </p:nvSpPr>
        <p:spPr>
          <a:xfrm>
            <a:off x="8565629" y="4146867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3" name="object 1083"/>
          <p:cNvSpPr/>
          <p:nvPr/>
        </p:nvSpPr>
        <p:spPr>
          <a:xfrm>
            <a:off x="8510123" y="2984982"/>
            <a:ext cx="111474" cy="1212253"/>
          </a:xfrm>
          <a:prstGeom prst="rect">
            <a:avLst/>
          </a:prstGeom>
          <a:blipFill>
            <a:blip r:embed="rId2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4" name="object 1084"/>
          <p:cNvSpPr/>
          <p:nvPr/>
        </p:nvSpPr>
        <p:spPr>
          <a:xfrm>
            <a:off x="8621601" y="4248086"/>
            <a:ext cx="55507" cy="707108"/>
          </a:xfrm>
          <a:prstGeom prst="rect">
            <a:avLst/>
          </a:prstGeom>
          <a:blipFill>
            <a:blip r:embed="rId2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5" name="object 1085"/>
          <p:cNvSpPr/>
          <p:nvPr/>
        </p:nvSpPr>
        <p:spPr>
          <a:xfrm>
            <a:off x="8621598" y="4248086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6" name="object 1086"/>
          <p:cNvSpPr/>
          <p:nvPr/>
        </p:nvSpPr>
        <p:spPr>
          <a:xfrm>
            <a:off x="8621598" y="41972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50850"/>
                </a:moveTo>
                <a:lnTo>
                  <a:pt x="55511" y="0"/>
                </a:lnTo>
                <a:lnTo>
                  <a:pt x="0" y="50850"/>
                </a:lnTo>
                <a:lnTo>
                  <a:pt x="55511" y="50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7" name="object 1087"/>
          <p:cNvSpPr/>
          <p:nvPr/>
        </p:nvSpPr>
        <p:spPr>
          <a:xfrm>
            <a:off x="8621598" y="41972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50"/>
                </a:lnTo>
                <a:lnTo>
                  <a:pt x="555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8" name="object 1088"/>
          <p:cNvSpPr/>
          <p:nvPr/>
        </p:nvSpPr>
        <p:spPr>
          <a:xfrm>
            <a:off x="8677109" y="4298454"/>
            <a:ext cx="55968" cy="656739"/>
          </a:xfrm>
          <a:prstGeom prst="rect">
            <a:avLst/>
          </a:prstGeom>
          <a:blipFill>
            <a:blip r:embed="rId2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9" name="object 1089"/>
          <p:cNvSpPr/>
          <p:nvPr/>
        </p:nvSpPr>
        <p:spPr>
          <a:xfrm>
            <a:off x="8677109" y="4248086"/>
            <a:ext cx="56515" cy="50800"/>
          </a:xfrm>
          <a:custGeom>
            <a:avLst/>
            <a:gdLst/>
            <a:ahLst/>
            <a:cxnLst/>
            <a:rect l="l" t="t" r="r" b="b"/>
            <a:pathLst>
              <a:path w="56515" h="50800">
                <a:moveTo>
                  <a:pt x="55968" y="50368"/>
                </a:moveTo>
                <a:lnTo>
                  <a:pt x="55968" y="0"/>
                </a:lnTo>
                <a:lnTo>
                  <a:pt x="0" y="50368"/>
                </a:lnTo>
                <a:lnTo>
                  <a:pt x="55968" y="50368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0" name="object 1090"/>
          <p:cNvSpPr/>
          <p:nvPr/>
        </p:nvSpPr>
        <p:spPr>
          <a:xfrm>
            <a:off x="8621601" y="2984982"/>
            <a:ext cx="166988" cy="1970211"/>
          </a:xfrm>
          <a:prstGeom prst="rect">
            <a:avLst/>
          </a:prstGeom>
          <a:blipFill>
            <a:blip r:embed="rId2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1" name="object 1091"/>
          <p:cNvSpPr/>
          <p:nvPr/>
        </p:nvSpPr>
        <p:spPr>
          <a:xfrm>
            <a:off x="8733078" y="4197235"/>
            <a:ext cx="55880" cy="51435"/>
          </a:xfrm>
          <a:custGeom>
            <a:avLst/>
            <a:gdLst/>
            <a:ahLst/>
            <a:cxnLst/>
            <a:rect l="l" t="t" r="r" b="b"/>
            <a:pathLst>
              <a:path w="55879" h="51435">
                <a:moveTo>
                  <a:pt x="55511" y="0"/>
                </a:moveTo>
                <a:lnTo>
                  <a:pt x="0" y="0"/>
                </a:lnTo>
                <a:lnTo>
                  <a:pt x="0" y="50850"/>
                </a:lnTo>
                <a:lnTo>
                  <a:pt x="55511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2" name="object 1092"/>
          <p:cNvSpPr/>
          <p:nvPr/>
        </p:nvSpPr>
        <p:spPr>
          <a:xfrm>
            <a:off x="8733078" y="2984982"/>
            <a:ext cx="222491" cy="1970211"/>
          </a:xfrm>
          <a:prstGeom prst="rect">
            <a:avLst/>
          </a:prstGeom>
          <a:blipFill>
            <a:blip r:embed="rId2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3" name="object 1093"/>
          <p:cNvSpPr/>
          <p:nvPr/>
        </p:nvSpPr>
        <p:spPr>
          <a:xfrm>
            <a:off x="8900058" y="2984982"/>
            <a:ext cx="111480" cy="1970211"/>
          </a:xfrm>
          <a:prstGeom prst="rect">
            <a:avLst/>
          </a:prstGeom>
          <a:blipFill>
            <a:blip r:embed="rId2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4" name="object 1094"/>
          <p:cNvSpPr/>
          <p:nvPr/>
        </p:nvSpPr>
        <p:spPr>
          <a:xfrm>
            <a:off x="8955570" y="2984982"/>
            <a:ext cx="111480" cy="1970211"/>
          </a:xfrm>
          <a:prstGeom prst="rect">
            <a:avLst/>
          </a:prstGeom>
          <a:blipFill>
            <a:blip r:embed="rId2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5" name="object 1095"/>
          <p:cNvSpPr/>
          <p:nvPr/>
        </p:nvSpPr>
        <p:spPr>
          <a:xfrm>
            <a:off x="9011539" y="3995267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80"/>
                </a:lnTo>
                <a:lnTo>
                  <a:pt x="55511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6" name="object 1096"/>
          <p:cNvSpPr/>
          <p:nvPr/>
        </p:nvSpPr>
        <p:spPr>
          <a:xfrm>
            <a:off x="9011539" y="394489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68"/>
                </a:moveTo>
                <a:lnTo>
                  <a:pt x="55511" y="0"/>
                </a:lnTo>
                <a:lnTo>
                  <a:pt x="0" y="50368"/>
                </a:lnTo>
                <a:lnTo>
                  <a:pt x="55511" y="50368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7" name="object 1097"/>
          <p:cNvSpPr/>
          <p:nvPr/>
        </p:nvSpPr>
        <p:spPr>
          <a:xfrm>
            <a:off x="9011539" y="3944899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0"/>
                </a:moveTo>
                <a:lnTo>
                  <a:pt x="0" y="0"/>
                </a:lnTo>
                <a:lnTo>
                  <a:pt x="0" y="50368"/>
                </a:lnTo>
                <a:lnTo>
                  <a:pt x="55511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8" name="object 1098"/>
          <p:cNvSpPr/>
          <p:nvPr/>
        </p:nvSpPr>
        <p:spPr>
          <a:xfrm>
            <a:off x="9011539" y="3894518"/>
            <a:ext cx="55880" cy="50800"/>
          </a:xfrm>
          <a:custGeom>
            <a:avLst/>
            <a:gdLst/>
            <a:ahLst/>
            <a:cxnLst/>
            <a:rect l="l" t="t" r="r" b="b"/>
            <a:pathLst>
              <a:path w="55879" h="50800">
                <a:moveTo>
                  <a:pt x="55511" y="50380"/>
                </a:moveTo>
                <a:lnTo>
                  <a:pt x="55511" y="0"/>
                </a:lnTo>
                <a:lnTo>
                  <a:pt x="0" y="50380"/>
                </a:lnTo>
                <a:lnTo>
                  <a:pt x="55511" y="5038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9" name="object 1099"/>
          <p:cNvSpPr/>
          <p:nvPr/>
        </p:nvSpPr>
        <p:spPr>
          <a:xfrm>
            <a:off x="9011540" y="2984982"/>
            <a:ext cx="55510" cy="959915"/>
          </a:xfrm>
          <a:prstGeom prst="rect">
            <a:avLst/>
          </a:prstGeom>
          <a:blipFill>
            <a:blip r:embed="rId2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0" name="object 1100"/>
          <p:cNvSpPr/>
          <p:nvPr/>
        </p:nvSpPr>
        <p:spPr>
          <a:xfrm>
            <a:off x="7553934" y="2984982"/>
            <a:ext cx="527685" cy="1970405"/>
          </a:xfrm>
          <a:custGeom>
            <a:avLst/>
            <a:gdLst/>
            <a:ahLst/>
            <a:cxnLst/>
            <a:rect l="l" t="t" r="r" b="b"/>
            <a:pathLst>
              <a:path w="527684" h="1970404">
                <a:moveTo>
                  <a:pt x="427253" y="1970214"/>
                </a:moveTo>
                <a:lnTo>
                  <a:pt x="435178" y="1919833"/>
                </a:lnTo>
                <a:lnTo>
                  <a:pt x="444512" y="1868995"/>
                </a:lnTo>
                <a:lnTo>
                  <a:pt x="454304" y="1818614"/>
                </a:lnTo>
                <a:lnTo>
                  <a:pt x="454774" y="1815350"/>
                </a:lnTo>
                <a:lnTo>
                  <a:pt x="464096" y="1768246"/>
                </a:lnTo>
                <a:lnTo>
                  <a:pt x="472960" y="1717408"/>
                </a:lnTo>
                <a:lnTo>
                  <a:pt x="479488" y="1667027"/>
                </a:lnTo>
                <a:lnTo>
                  <a:pt x="483692" y="1616659"/>
                </a:lnTo>
                <a:lnTo>
                  <a:pt x="485089" y="1566278"/>
                </a:lnTo>
                <a:lnTo>
                  <a:pt x="482752" y="1515440"/>
                </a:lnTo>
                <a:lnTo>
                  <a:pt x="476694" y="1465059"/>
                </a:lnTo>
                <a:lnTo>
                  <a:pt x="467359" y="1414691"/>
                </a:lnTo>
                <a:lnTo>
                  <a:pt x="455244" y="1363852"/>
                </a:lnTo>
                <a:lnTo>
                  <a:pt x="454774" y="1363383"/>
                </a:lnTo>
                <a:lnTo>
                  <a:pt x="438442" y="1313472"/>
                </a:lnTo>
                <a:lnTo>
                  <a:pt x="418388" y="1263103"/>
                </a:lnTo>
                <a:lnTo>
                  <a:pt x="399262" y="1222514"/>
                </a:lnTo>
                <a:lnTo>
                  <a:pt x="364286" y="1161884"/>
                </a:lnTo>
                <a:lnTo>
                  <a:pt x="328371" y="1111503"/>
                </a:lnTo>
                <a:lnTo>
                  <a:pt x="287794" y="1062532"/>
                </a:lnTo>
                <a:lnTo>
                  <a:pt x="286854" y="1060665"/>
                </a:lnTo>
                <a:lnTo>
                  <a:pt x="239280" y="1010284"/>
                </a:lnTo>
                <a:lnTo>
                  <a:pt x="232282" y="1002830"/>
                </a:lnTo>
                <a:lnTo>
                  <a:pt x="191236" y="959916"/>
                </a:lnTo>
                <a:lnTo>
                  <a:pt x="145529" y="909535"/>
                </a:lnTo>
                <a:lnTo>
                  <a:pt x="120802" y="879690"/>
                </a:lnTo>
                <a:lnTo>
                  <a:pt x="70891" y="808329"/>
                </a:lnTo>
                <a:lnTo>
                  <a:pt x="42913" y="757948"/>
                </a:lnTo>
                <a:lnTo>
                  <a:pt x="21450" y="707110"/>
                </a:lnTo>
                <a:lnTo>
                  <a:pt x="9321" y="665594"/>
                </a:lnTo>
                <a:lnTo>
                  <a:pt x="0" y="606361"/>
                </a:lnTo>
                <a:lnTo>
                  <a:pt x="1866" y="555523"/>
                </a:lnTo>
                <a:lnTo>
                  <a:pt x="13525" y="505142"/>
                </a:lnTo>
                <a:lnTo>
                  <a:pt x="37312" y="454761"/>
                </a:lnTo>
                <a:lnTo>
                  <a:pt x="65303" y="416051"/>
                </a:lnTo>
                <a:lnTo>
                  <a:pt x="120802" y="355879"/>
                </a:lnTo>
                <a:lnTo>
                  <a:pt x="176314" y="308775"/>
                </a:lnTo>
                <a:lnTo>
                  <a:pt x="232282" y="265861"/>
                </a:lnTo>
                <a:lnTo>
                  <a:pt x="250469" y="252806"/>
                </a:lnTo>
                <a:lnTo>
                  <a:pt x="287794" y="224345"/>
                </a:lnTo>
                <a:lnTo>
                  <a:pt x="318579" y="201955"/>
                </a:lnTo>
                <a:lnTo>
                  <a:pt x="343763" y="182371"/>
                </a:lnTo>
                <a:lnTo>
                  <a:pt x="382473" y="151587"/>
                </a:lnTo>
                <a:lnTo>
                  <a:pt x="399262" y="136664"/>
                </a:lnTo>
                <a:lnTo>
                  <a:pt x="439381" y="101206"/>
                </a:lnTo>
                <a:lnTo>
                  <a:pt x="454774" y="84416"/>
                </a:lnTo>
                <a:lnTo>
                  <a:pt x="487425" y="50368"/>
                </a:lnTo>
                <a:lnTo>
                  <a:pt x="510743" y="20980"/>
                </a:lnTo>
                <a:lnTo>
                  <a:pt x="527532" y="0"/>
                </a:lnTo>
              </a:path>
            </a:pathLst>
          </a:custGeom>
          <a:ln w="111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1" name="object 1101"/>
          <p:cNvSpPr/>
          <p:nvPr/>
        </p:nvSpPr>
        <p:spPr>
          <a:xfrm>
            <a:off x="6894868" y="4274197"/>
            <a:ext cx="499745" cy="349250"/>
          </a:xfrm>
          <a:custGeom>
            <a:avLst/>
            <a:gdLst/>
            <a:ahLst/>
            <a:cxnLst/>
            <a:rect l="l" t="t" r="r" b="b"/>
            <a:pathLst>
              <a:path w="499745" h="349250">
                <a:moveTo>
                  <a:pt x="0" y="109613"/>
                </a:moveTo>
                <a:lnTo>
                  <a:pt x="25184" y="74637"/>
                </a:lnTo>
                <a:lnTo>
                  <a:pt x="55968" y="51777"/>
                </a:lnTo>
                <a:lnTo>
                  <a:pt x="106806" y="24257"/>
                </a:lnTo>
                <a:lnTo>
                  <a:pt x="167449" y="7467"/>
                </a:lnTo>
                <a:lnTo>
                  <a:pt x="222948" y="0"/>
                </a:lnTo>
                <a:lnTo>
                  <a:pt x="278460" y="469"/>
                </a:lnTo>
                <a:lnTo>
                  <a:pt x="334429" y="9334"/>
                </a:lnTo>
                <a:lnTo>
                  <a:pt x="380136" y="24257"/>
                </a:lnTo>
                <a:lnTo>
                  <a:pt x="445909" y="67170"/>
                </a:lnTo>
                <a:lnTo>
                  <a:pt x="486956" y="125475"/>
                </a:lnTo>
                <a:lnTo>
                  <a:pt x="499541" y="175844"/>
                </a:lnTo>
                <a:lnTo>
                  <a:pt x="493483" y="226225"/>
                </a:lnTo>
                <a:lnTo>
                  <a:pt x="465493" y="277063"/>
                </a:lnTo>
                <a:lnTo>
                  <a:pt x="395528" y="327444"/>
                </a:lnTo>
                <a:lnTo>
                  <a:pt x="334429" y="344233"/>
                </a:lnTo>
                <a:lnTo>
                  <a:pt x="278460" y="348894"/>
                </a:lnTo>
                <a:lnTo>
                  <a:pt x="222948" y="344703"/>
                </a:lnTo>
                <a:lnTo>
                  <a:pt x="167449" y="333032"/>
                </a:lnTo>
                <a:lnTo>
                  <a:pt x="111467" y="310642"/>
                </a:lnTo>
                <a:lnTo>
                  <a:pt x="55968" y="278460"/>
                </a:lnTo>
                <a:lnTo>
                  <a:pt x="6527" y="226225"/>
                </a:lnTo>
                <a:lnTo>
                  <a:pt x="0" y="211302"/>
                </a:lnTo>
              </a:path>
            </a:pathLst>
          </a:custGeom>
          <a:ln w="111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2" name="object 1102"/>
          <p:cNvSpPr/>
          <p:nvPr/>
        </p:nvSpPr>
        <p:spPr>
          <a:xfrm>
            <a:off x="8310029" y="3310077"/>
            <a:ext cx="423545" cy="429259"/>
          </a:xfrm>
          <a:custGeom>
            <a:avLst/>
            <a:gdLst/>
            <a:ahLst/>
            <a:cxnLst/>
            <a:rect l="l" t="t" r="r" b="b"/>
            <a:pathLst>
              <a:path w="423545" h="429260">
                <a:moveTo>
                  <a:pt x="423049" y="227152"/>
                </a:moveTo>
                <a:lnTo>
                  <a:pt x="423049" y="234619"/>
                </a:lnTo>
                <a:lnTo>
                  <a:pt x="417449" y="281266"/>
                </a:lnTo>
                <a:lnTo>
                  <a:pt x="396468" y="331635"/>
                </a:lnTo>
                <a:lnTo>
                  <a:pt x="367080" y="369887"/>
                </a:lnTo>
                <a:lnTo>
                  <a:pt x="311569" y="407669"/>
                </a:lnTo>
                <a:lnTo>
                  <a:pt x="255600" y="425386"/>
                </a:lnTo>
                <a:lnTo>
                  <a:pt x="200088" y="429120"/>
                </a:lnTo>
                <a:lnTo>
                  <a:pt x="144589" y="418858"/>
                </a:lnTo>
                <a:lnTo>
                  <a:pt x="88620" y="393674"/>
                </a:lnTo>
                <a:lnTo>
                  <a:pt x="33108" y="338162"/>
                </a:lnTo>
                <a:lnTo>
                  <a:pt x="7924" y="281266"/>
                </a:lnTo>
                <a:lnTo>
                  <a:pt x="0" y="230428"/>
                </a:lnTo>
                <a:lnTo>
                  <a:pt x="2324" y="180047"/>
                </a:lnTo>
                <a:lnTo>
                  <a:pt x="14922" y="129666"/>
                </a:lnTo>
                <a:lnTo>
                  <a:pt x="33108" y="92824"/>
                </a:lnTo>
                <a:lnTo>
                  <a:pt x="88620" y="32651"/>
                </a:lnTo>
                <a:lnTo>
                  <a:pt x="144589" y="6997"/>
                </a:lnTo>
                <a:lnTo>
                  <a:pt x="200101" y="0"/>
                </a:lnTo>
                <a:lnTo>
                  <a:pt x="255600" y="8394"/>
                </a:lnTo>
                <a:lnTo>
                  <a:pt x="301777" y="28460"/>
                </a:lnTo>
                <a:lnTo>
                  <a:pt x="364274" y="78828"/>
                </a:lnTo>
                <a:lnTo>
                  <a:pt x="396468" y="129666"/>
                </a:lnTo>
                <a:lnTo>
                  <a:pt x="416051" y="180047"/>
                </a:lnTo>
                <a:lnTo>
                  <a:pt x="423049" y="227152"/>
                </a:lnTo>
              </a:path>
            </a:pathLst>
          </a:custGeom>
          <a:ln w="111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3" name="object 1103"/>
          <p:cNvSpPr/>
          <p:nvPr/>
        </p:nvSpPr>
        <p:spPr>
          <a:xfrm>
            <a:off x="7772837" y="3085776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4" name="object 1104"/>
          <p:cNvSpPr/>
          <p:nvPr/>
        </p:nvSpPr>
        <p:spPr>
          <a:xfrm>
            <a:off x="7336973" y="3311328"/>
            <a:ext cx="95148" cy="95135"/>
          </a:xfrm>
          <a:prstGeom prst="rect">
            <a:avLst/>
          </a:prstGeom>
          <a:blipFill>
            <a:blip r:embed="rId2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5" name="object 1105"/>
          <p:cNvSpPr/>
          <p:nvPr/>
        </p:nvSpPr>
        <p:spPr>
          <a:xfrm>
            <a:off x="7029125" y="3071298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6" name="object 1106"/>
          <p:cNvSpPr/>
          <p:nvPr/>
        </p:nvSpPr>
        <p:spPr>
          <a:xfrm>
            <a:off x="7029125" y="3719760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7" name="object 1107"/>
          <p:cNvSpPr/>
          <p:nvPr/>
        </p:nvSpPr>
        <p:spPr>
          <a:xfrm>
            <a:off x="7457370" y="4001700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8" name="object 1108"/>
          <p:cNvSpPr/>
          <p:nvPr/>
        </p:nvSpPr>
        <p:spPr>
          <a:xfrm>
            <a:off x="7016172" y="4149528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9" name="object 1109"/>
          <p:cNvSpPr/>
          <p:nvPr/>
        </p:nvSpPr>
        <p:spPr>
          <a:xfrm>
            <a:off x="7853609" y="4396416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0" name="object 1110"/>
          <p:cNvSpPr/>
          <p:nvPr/>
        </p:nvSpPr>
        <p:spPr>
          <a:xfrm>
            <a:off x="7734737" y="4839900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1" name="object 1111"/>
          <p:cNvSpPr/>
          <p:nvPr/>
        </p:nvSpPr>
        <p:spPr>
          <a:xfrm>
            <a:off x="7463466" y="4522908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2" name="object 1112"/>
          <p:cNvSpPr/>
          <p:nvPr/>
        </p:nvSpPr>
        <p:spPr>
          <a:xfrm>
            <a:off x="7161714" y="4657020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3" name="object 1113"/>
          <p:cNvSpPr/>
          <p:nvPr/>
        </p:nvSpPr>
        <p:spPr>
          <a:xfrm>
            <a:off x="7746930" y="4114475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4" name="object 1114"/>
          <p:cNvSpPr/>
          <p:nvPr/>
        </p:nvSpPr>
        <p:spPr>
          <a:xfrm>
            <a:off x="6902634" y="4600631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5" name="object 1115"/>
          <p:cNvSpPr/>
          <p:nvPr/>
        </p:nvSpPr>
        <p:spPr>
          <a:xfrm>
            <a:off x="8414442" y="3521640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6" name="object 1116"/>
          <p:cNvSpPr/>
          <p:nvPr/>
        </p:nvSpPr>
        <p:spPr>
          <a:xfrm>
            <a:off x="7236390" y="3620700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7" name="object 1117"/>
          <p:cNvSpPr/>
          <p:nvPr/>
        </p:nvSpPr>
        <p:spPr>
          <a:xfrm>
            <a:off x="7394885" y="4199058"/>
            <a:ext cx="95135" cy="9513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8" name="object 1118"/>
          <p:cNvSpPr/>
          <p:nvPr/>
        </p:nvSpPr>
        <p:spPr>
          <a:xfrm>
            <a:off x="8172424" y="31822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9" name="object 1119"/>
          <p:cNvSpPr/>
          <p:nvPr/>
        </p:nvSpPr>
        <p:spPr>
          <a:xfrm>
            <a:off x="7888833" y="332314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0" name="object 1120"/>
          <p:cNvSpPr/>
          <p:nvPr/>
        </p:nvSpPr>
        <p:spPr>
          <a:xfrm>
            <a:off x="7687335" y="372520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1" name="object 1121"/>
          <p:cNvSpPr/>
          <p:nvPr/>
        </p:nvSpPr>
        <p:spPr>
          <a:xfrm>
            <a:off x="8040420" y="40563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2" name="object 1122"/>
          <p:cNvSpPr/>
          <p:nvPr/>
        </p:nvSpPr>
        <p:spPr>
          <a:xfrm>
            <a:off x="8367865" y="446543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3" name="object 1123"/>
          <p:cNvSpPr/>
          <p:nvPr/>
        </p:nvSpPr>
        <p:spPr>
          <a:xfrm>
            <a:off x="8141169" y="48320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4" name="object 1124"/>
          <p:cNvSpPr/>
          <p:nvPr/>
        </p:nvSpPr>
        <p:spPr>
          <a:xfrm>
            <a:off x="8670111" y="486703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5" name="object 1125"/>
          <p:cNvSpPr/>
          <p:nvPr/>
        </p:nvSpPr>
        <p:spPr>
          <a:xfrm>
            <a:off x="8827769" y="435955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6" name="object 1126"/>
          <p:cNvSpPr/>
          <p:nvPr/>
        </p:nvSpPr>
        <p:spPr>
          <a:xfrm>
            <a:off x="8424303" y="38166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7" name="object 1127"/>
          <p:cNvSpPr/>
          <p:nvPr/>
        </p:nvSpPr>
        <p:spPr>
          <a:xfrm>
            <a:off x="8216734" y="338658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8" name="object 1128"/>
          <p:cNvSpPr/>
          <p:nvPr/>
        </p:nvSpPr>
        <p:spPr>
          <a:xfrm>
            <a:off x="8802573" y="32032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9" name="object 1129"/>
          <p:cNvSpPr/>
          <p:nvPr/>
        </p:nvSpPr>
        <p:spPr>
          <a:xfrm>
            <a:off x="8852954" y="373919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0" name="object 1130"/>
          <p:cNvSpPr/>
          <p:nvPr/>
        </p:nvSpPr>
        <p:spPr>
          <a:xfrm>
            <a:off x="7662150" y="35064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1" name="object 1131"/>
          <p:cNvSpPr/>
          <p:nvPr/>
        </p:nvSpPr>
        <p:spPr>
          <a:xfrm>
            <a:off x="7095426" y="447243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2" name="object 1132"/>
          <p:cNvSpPr/>
          <p:nvPr/>
        </p:nvSpPr>
        <p:spPr>
          <a:xfrm>
            <a:off x="8518982" y="318927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3" name="object 1133"/>
          <p:cNvSpPr/>
          <p:nvPr/>
        </p:nvSpPr>
        <p:spPr>
          <a:xfrm>
            <a:off x="8815171" y="34854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27984"/>
                </a:moveTo>
                <a:lnTo>
                  <a:pt x="0" y="27984"/>
                </a:lnTo>
              </a:path>
            </a:pathLst>
          </a:custGeom>
          <a:ln w="55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4" name="object 1134"/>
          <p:cNvSpPr txBox="1"/>
          <p:nvPr/>
        </p:nvSpPr>
        <p:spPr>
          <a:xfrm>
            <a:off x="1765045" y="5313730"/>
            <a:ext cx="4287520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[Images </a:t>
            </a:r>
            <a:r>
              <a:rPr sz="1850" spc="-5" dirty="0">
                <a:solidFill>
                  <a:srgbClr val="FF0000"/>
                </a:solidFill>
                <a:latin typeface="Times New Roman"/>
                <a:cs typeface="Times New Roman"/>
              </a:rPr>
              <a:t>taken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from a talk </a:t>
            </a:r>
            <a:r>
              <a:rPr sz="1850" spc="-5" dirty="0">
                <a:solidFill>
                  <a:srgbClr val="FF0000"/>
                </a:solidFill>
                <a:latin typeface="Times New Roman"/>
                <a:cs typeface="Times New Roman"/>
              </a:rPr>
              <a:t>by 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B.</a:t>
            </a:r>
            <a:r>
              <a:rPr sz="185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-5" dirty="0">
                <a:solidFill>
                  <a:srgbClr val="FF0000"/>
                </a:solidFill>
                <a:latin typeface="Times New Roman"/>
                <a:cs typeface="Times New Roman"/>
              </a:rPr>
              <a:t>Schoelkopf.]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1192860"/>
            <a:ext cx="7414259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13	Capacity of a </a:t>
            </a:r>
            <a:r>
              <a:rPr spc="5" dirty="0"/>
              <a:t>set </a:t>
            </a:r>
            <a:r>
              <a:rPr spc="10" dirty="0"/>
              <a:t>of functions</a:t>
            </a:r>
            <a:r>
              <a:rPr spc="-80" dirty="0"/>
              <a:t> </a:t>
            </a:r>
            <a:r>
              <a:rPr i="1" spc="10" dirty="0">
                <a:latin typeface="Times-BoldItalic"/>
                <a:cs typeface="Times-BoldItalic"/>
              </a:rPr>
              <a:t>(regression)</a:t>
            </a:r>
          </a:p>
        </p:txBody>
      </p:sp>
      <p:sp>
        <p:nvSpPr>
          <p:cNvPr id="3" name="object 3"/>
          <p:cNvSpPr/>
          <p:nvPr/>
        </p:nvSpPr>
        <p:spPr>
          <a:xfrm>
            <a:off x="6994652" y="3944365"/>
            <a:ext cx="107696" cy="107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83933" y="3841496"/>
            <a:ext cx="107696" cy="1076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73978" y="3739388"/>
            <a:ext cx="107696" cy="1076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12205" y="3841496"/>
            <a:ext cx="107695" cy="1076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53303" y="4201159"/>
            <a:ext cx="107696" cy="1076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48326" y="4508246"/>
            <a:ext cx="107696" cy="1076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42585" y="4867147"/>
            <a:ext cx="107696" cy="1076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38370" y="5174996"/>
            <a:ext cx="107695" cy="1076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84446" y="5379973"/>
            <a:ext cx="107695" cy="1076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73728" y="5636767"/>
            <a:ext cx="107696" cy="1076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63771" y="5687821"/>
            <a:ext cx="107695" cy="1076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97022" y="5328920"/>
            <a:ext cx="107695" cy="1076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404607" y="4149344"/>
            <a:ext cx="107696" cy="1076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87066" y="4713223"/>
            <a:ext cx="107695" cy="1076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81326" y="4201159"/>
            <a:ext cx="107695" cy="1076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276348" y="3533647"/>
            <a:ext cx="107695" cy="1076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27592" y="4408347"/>
            <a:ext cx="5744210" cy="0"/>
          </a:xfrm>
          <a:custGeom>
            <a:avLst/>
            <a:gdLst/>
            <a:ahLst/>
            <a:cxnLst/>
            <a:rect l="l" t="t" r="r" b="b"/>
            <a:pathLst>
              <a:path w="5744209">
                <a:moveTo>
                  <a:pt x="0" y="0"/>
                </a:moveTo>
                <a:lnTo>
                  <a:pt x="5743829" y="0"/>
                </a:lnTo>
              </a:path>
            </a:pathLst>
          </a:custGeom>
          <a:ln w="51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889367" y="4387837"/>
            <a:ext cx="82550" cy="41275"/>
          </a:xfrm>
          <a:custGeom>
            <a:avLst/>
            <a:gdLst/>
            <a:ahLst/>
            <a:cxnLst/>
            <a:rect l="l" t="t" r="r" b="b"/>
            <a:pathLst>
              <a:path w="82550" h="41275">
                <a:moveTo>
                  <a:pt x="0" y="0"/>
                </a:moveTo>
                <a:lnTo>
                  <a:pt x="82054" y="20510"/>
                </a:lnTo>
                <a:lnTo>
                  <a:pt x="0" y="41020"/>
                </a:lnTo>
              </a:path>
            </a:pathLst>
          </a:custGeom>
          <a:ln w="51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94376" y="2100567"/>
            <a:ext cx="0" cy="4308475"/>
          </a:xfrm>
          <a:custGeom>
            <a:avLst/>
            <a:gdLst/>
            <a:ahLst/>
            <a:cxnLst/>
            <a:rect l="l" t="t" r="r" b="b"/>
            <a:pathLst>
              <a:path h="4308475">
                <a:moveTo>
                  <a:pt x="0" y="4307865"/>
                </a:moveTo>
                <a:lnTo>
                  <a:pt x="0" y="0"/>
                </a:lnTo>
              </a:path>
            </a:pathLst>
          </a:custGeom>
          <a:ln w="51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73853" y="2100567"/>
            <a:ext cx="41275" cy="82550"/>
          </a:xfrm>
          <a:custGeom>
            <a:avLst/>
            <a:gdLst/>
            <a:ahLst/>
            <a:cxnLst/>
            <a:rect l="l" t="t" r="r" b="b"/>
            <a:pathLst>
              <a:path w="41275" h="82550">
                <a:moveTo>
                  <a:pt x="0" y="82054"/>
                </a:moveTo>
                <a:lnTo>
                  <a:pt x="20523" y="0"/>
                </a:lnTo>
                <a:lnTo>
                  <a:pt x="41033" y="82054"/>
                </a:lnTo>
              </a:path>
            </a:pathLst>
          </a:custGeom>
          <a:ln w="51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19884" y="3587800"/>
            <a:ext cx="6718300" cy="2051685"/>
          </a:xfrm>
          <a:custGeom>
            <a:avLst/>
            <a:gdLst/>
            <a:ahLst/>
            <a:cxnLst/>
            <a:rect l="l" t="t" r="r" b="b"/>
            <a:pathLst>
              <a:path w="6718300" h="2051685">
                <a:moveTo>
                  <a:pt x="0" y="2051367"/>
                </a:moveTo>
                <a:lnTo>
                  <a:pt x="6718236" y="0"/>
                </a:lnTo>
              </a:path>
            </a:pathLst>
          </a:custGeom>
          <a:ln w="1026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171179" y="2764688"/>
            <a:ext cx="6113081" cy="328731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676533" y="2108377"/>
            <a:ext cx="11811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latin typeface="Times New Roman"/>
                <a:cs typeface="Times New Roman"/>
              </a:rPr>
              <a:t>y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56094" y="2569934"/>
            <a:ext cx="1517650" cy="2093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latin typeface="Times New Roman"/>
                <a:cs typeface="Times New Roman"/>
              </a:rPr>
              <a:t>sine curve</a:t>
            </a:r>
            <a:r>
              <a:rPr sz="1450" spc="-1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fit</a:t>
            </a:r>
            <a:endParaRPr sz="1450">
              <a:latin typeface="Times New Roman"/>
              <a:cs typeface="Times New Roman"/>
            </a:endParaRPr>
          </a:p>
          <a:p>
            <a:pPr marL="114935" marR="5080" indent="358775">
              <a:lnSpc>
                <a:spcPts val="6060"/>
              </a:lnSpc>
              <a:spcBef>
                <a:spcPts val="515"/>
              </a:spcBef>
            </a:pPr>
            <a:r>
              <a:rPr sz="1450" dirty="0">
                <a:latin typeface="Times New Roman"/>
                <a:cs typeface="Times New Roman"/>
              </a:rPr>
              <a:t>hyperplane</a:t>
            </a:r>
            <a:r>
              <a:rPr sz="1450" spc="-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fit  true</a:t>
            </a:r>
            <a:r>
              <a:rPr sz="1450" spc="-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function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450" dirty="0">
                <a:latin typeface="Times New Roman"/>
                <a:cs typeface="Times New Roman"/>
              </a:rPr>
              <a:t>x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875867"/>
            <a:ext cx="706120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14	</a:t>
            </a:r>
            <a:r>
              <a:rPr spc="5" dirty="0"/>
              <a:t>Controlling </a:t>
            </a:r>
            <a:r>
              <a:rPr spc="10" dirty="0"/>
              <a:t>the risk: model</a:t>
            </a:r>
            <a:r>
              <a:rPr spc="105" dirty="0"/>
              <a:t> </a:t>
            </a:r>
            <a:r>
              <a:rPr spc="10" dirty="0"/>
              <a:t>complexity</a:t>
            </a:r>
          </a:p>
        </p:txBody>
      </p:sp>
      <p:sp>
        <p:nvSpPr>
          <p:cNvPr id="3" name="object 3"/>
          <p:cNvSpPr/>
          <p:nvPr/>
        </p:nvSpPr>
        <p:spPr>
          <a:xfrm>
            <a:off x="3866083" y="6101905"/>
            <a:ext cx="1181735" cy="709295"/>
          </a:xfrm>
          <a:custGeom>
            <a:avLst/>
            <a:gdLst/>
            <a:ahLst/>
            <a:cxnLst/>
            <a:rect l="l" t="t" r="r" b="b"/>
            <a:pathLst>
              <a:path w="1181735" h="709295">
                <a:moveTo>
                  <a:pt x="1181709" y="354520"/>
                </a:moveTo>
                <a:lnTo>
                  <a:pt x="1169698" y="425939"/>
                </a:lnTo>
                <a:lnTo>
                  <a:pt x="1135253" y="492472"/>
                </a:lnTo>
                <a:lnTo>
                  <a:pt x="1110362" y="523460"/>
                </a:lnTo>
                <a:lnTo>
                  <a:pt x="1080755" y="552691"/>
                </a:lnTo>
                <a:lnTo>
                  <a:pt x="1046731" y="579986"/>
                </a:lnTo>
                <a:lnTo>
                  <a:pt x="1008587" y="605166"/>
                </a:lnTo>
                <a:lnTo>
                  <a:pt x="966622" y="628052"/>
                </a:lnTo>
                <a:lnTo>
                  <a:pt x="921132" y="648467"/>
                </a:lnTo>
                <a:lnTo>
                  <a:pt x="872415" y="666231"/>
                </a:lnTo>
                <a:lnTo>
                  <a:pt x="820769" y="681166"/>
                </a:lnTo>
                <a:lnTo>
                  <a:pt x="766493" y="693093"/>
                </a:lnTo>
                <a:lnTo>
                  <a:pt x="709883" y="701834"/>
                </a:lnTo>
                <a:lnTo>
                  <a:pt x="651238" y="707209"/>
                </a:lnTo>
                <a:lnTo>
                  <a:pt x="590854" y="709040"/>
                </a:lnTo>
                <a:lnTo>
                  <a:pt x="530471" y="707209"/>
                </a:lnTo>
                <a:lnTo>
                  <a:pt x="471826" y="701834"/>
                </a:lnTo>
                <a:lnTo>
                  <a:pt x="415216" y="693093"/>
                </a:lnTo>
                <a:lnTo>
                  <a:pt x="360939" y="681166"/>
                </a:lnTo>
                <a:lnTo>
                  <a:pt x="309294" y="666231"/>
                </a:lnTo>
                <a:lnTo>
                  <a:pt x="260577" y="648467"/>
                </a:lnTo>
                <a:lnTo>
                  <a:pt x="215087" y="628052"/>
                </a:lnTo>
                <a:lnTo>
                  <a:pt x="173121" y="605166"/>
                </a:lnTo>
                <a:lnTo>
                  <a:pt x="134977" y="579986"/>
                </a:lnTo>
                <a:lnTo>
                  <a:pt x="100953" y="552691"/>
                </a:lnTo>
                <a:lnTo>
                  <a:pt x="71347" y="523460"/>
                </a:lnTo>
                <a:lnTo>
                  <a:pt x="46456" y="492472"/>
                </a:lnTo>
                <a:lnTo>
                  <a:pt x="26578" y="459906"/>
                </a:lnTo>
                <a:lnTo>
                  <a:pt x="3052" y="390751"/>
                </a:lnTo>
                <a:lnTo>
                  <a:pt x="0" y="354520"/>
                </a:lnTo>
                <a:lnTo>
                  <a:pt x="3052" y="318289"/>
                </a:lnTo>
                <a:lnTo>
                  <a:pt x="26578" y="249134"/>
                </a:lnTo>
                <a:lnTo>
                  <a:pt x="46456" y="216568"/>
                </a:lnTo>
                <a:lnTo>
                  <a:pt x="71347" y="185580"/>
                </a:lnTo>
                <a:lnTo>
                  <a:pt x="100953" y="156349"/>
                </a:lnTo>
                <a:lnTo>
                  <a:pt x="134977" y="129054"/>
                </a:lnTo>
                <a:lnTo>
                  <a:pt x="173121" y="103874"/>
                </a:lnTo>
                <a:lnTo>
                  <a:pt x="215087" y="80988"/>
                </a:lnTo>
                <a:lnTo>
                  <a:pt x="260577" y="60573"/>
                </a:lnTo>
                <a:lnTo>
                  <a:pt x="309294" y="42809"/>
                </a:lnTo>
                <a:lnTo>
                  <a:pt x="360939" y="27874"/>
                </a:lnTo>
                <a:lnTo>
                  <a:pt x="415216" y="15947"/>
                </a:lnTo>
                <a:lnTo>
                  <a:pt x="471826" y="7206"/>
                </a:lnTo>
                <a:lnTo>
                  <a:pt x="530471" y="1831"/>
                </a:lnTo>
                <a:lnTo>
                  <a:pt x="590854" y="0"/>
                </a:lnTo>
                <a:lnTo>
                  <a:pt x="651238" y="1831"/>
                </a:lnTo>
                <a:lnTo>
                  <a:pt x="709883" y="7206"/>
                </a:lnTo>
                <a:lnTo>
                  <a:pt x="766493" y="15947"/>
                </a:lnTo>
                <a:lnTo>
                  <a:pt x="820769" y="27874"/>
                </a:lnTo>
                <a:lnTo>
                  <a:pt x="872415" y="42809"/>
                </a:lnTo>
                <a:lnTo>
                  <a:pt x="921132" y="60573"/>
                </a:lnTo>
                <a:lnTo>
                  <a:pt x="966622" y="80988"/>
                </a:lnTo>
                <a:lnTo>
                  <a:pt x="1008587" y="103874"/>
                </a:lnTo>
                <a:lnTo>
                  <a:pt x="1046731" y="129054"/>
                </a:lnTo>
                <a:lnTo>
                  <a:pt x="1080755" y="156349"/>
                </a:lnTo>
                <a:lnTo>
                  <a:pt x="1110362" y="185580"/>
                </a:lnTo>
                <a:lnTo>
                  <a:pt x="1135253" y="216568"/>
                </a:lnTo>
                <a:lnTo>
                  <a:pt x="1155131" y="249134"/>
                </a:lnTo>
                <a:lnTo>
                  <a:pt x="1178657" y="318289"/>
                </a:lnTo>
                <a:lnTo>
                  <a:pt x="1181709" y="354520"/>
                </a:lnTo>
              </a:path>
            </a:pathLst>
          </a:custGeom>
          <a:ln w="5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83545" y="6220078"/>
            <a:ext cx="709295" cy="473075"/>
          </a:xfrm>
          <a:custGeom>
            <a:avLst/>
            <a:gdLst/>
            <a:ahLst/>
            <a:cxnLst/>
            <a:rect l="l" t="t" r="r" b="b"/>
            <a:pathLst>
              <a:path w="709295" h="473075">
                <a:moveTo>
                  <a:pt x="709040" y="236347"/>
                </a:moveTo>
                <a:lnTo>
                  <a:pt x="704398" y="274668"/>
                </a:lnTo>
                <a:lnTo>
                  <a:pt x="690957" y="311026"/>
                </a:lnTo>
                <a:lnTo>
                  <a:pt x="669450" y="344933"/>
                </a:lnTo>
                <a:lnTo>
                  <a:pt x="640609" y="375902"/>
                </a:lnTo>
                <a:lnTo>
                  <a:pt x="605166" y="403445"/>
                </a:lnTo>
                <a:lnTo>
                  <a:pt x="563851" y="427074"/>
                </a:lnTo>
                <a:lnTo>
                  <a:pt x="517398" y="446301"/>
                </a:lnTo>
                <a:lnTo>
                  <a:pt x="466537" y="460638"/>
                </a:lnTo>
                <a:lnTo>
                  <a:pt x="412000" y="469598"/>
                </a:lnTo>
                <a:lnTo>
                  <a:pt x="354520" y="472694"/>
                </a:lnTo>
                <a:lnTo>
                  <a:pt x="297040" y="469598"/>
                </a:lnTo>
                <a:lnTo>
                  <a:pt x="242503" y="460638"/>
                </a:lnTo>
                <a:lnTo>
                  <a:pt x="191642" y="446301"/>
                </a:lnTo>
                <a:lnTo>
                  <a:pt x="145189" y="427074"/>
                </a:lnTo>
                <a:lnTo>
                  <a:pt x="103874" y="403445"/>
                </a:lnTo>
                <a:lnTo>
                  <a:pt x="68431" y="375902"/>
                </a:lnTo>
                <a:lnTo>
                  <a:pt x="39590" y="344933"/>
                </a:lnTo>
                <a:lnTo>
                  <a:pt x="18083" y="311026"/>
                </a:lnTo>
                <a:lnTo>
                  <a:pt x="4642" y="274668"/>
                </a:lnTo>
                <a:lnTo>
                  <a:pt x="0" y="236347"/>
                </a:lnTo>
                <a:lnTo>
                  <a:pt x="4642" y="198025"/>
                </a:lnTo>
                <a:lnTo>
                  <a:pt x="18083" y="161667"/>
                </a:lnTo>
                <a:lnTo>
                  <a:pt x="39590" y="127760"/>
                </a:lnTo>
                <a:lnTo>
                  <a:pt x="68431" y="96791"/>
                </a:lnTo>
                <a:lnTo>
                  <a:pt x="103874" y="69248"/>
                </a:lnTo>
                <a:lnTo>
                  <a:pt x="145189" y="45619"/>
                </a:lnTo>
                <a:lnTo>
                  <a:pt x="191642" y="26392"/>
                </a:lnTo>
                <a:lnTo>
                  <a:pt x="242503" y="12055"/>
                </a:lnTo>
                <a:lnTo>
                  <a:pt x="297040" y="3095"/>
                </a:lnTo>
                <a:lnTo>
                  <a:pt x="354520" y="0"/>
                </a:lnTo>
                <a:lnTo>
                  <a:pt x="412000" y="3095"/>
                </a:lnTo>
                <a:lnTo>
                  <a:pt x="466537" y="12055"/>
                </a:lnTo>
                <a:lnTo>
                  <a:pt x="517398" y="26392"/>
                </a:lnTo>
                <a:lnTo>
                  <a:pt x="563851" y="45619"/>
                </a:lnTo>
                <a:lnTo>
                  <a:pt x="605166" y="69248"/>
                </a:lnTo>
                <a:lnTo>
                  <a:pt x="640609" y="96791"/>
                </a:lnTo>
                <a:lnTo>
                  <a:pt x="669450" y="127760"/>
                </a:lnTo>
                <a:lnTo>
                  <a:pt x="690957" y="161667"/>
                </a:lnTo>
                <a:lnTo>
                  <a:pt x="704398" y="198025"/>
                </a:lnTo>
                <a:lnTo>
                  <a:pt x="709040" y="236347"/>
                </a:lnTo>
              </a:path>
            </a:pathLst>
          </a:custGeom>
          <a:ln w="5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38475" y="1729625"/>
            <a:ext cx="0" cy="3782060"/>
          </a:xfrm>
          <a:custGeom>
            <a:avLst/>
            <a:gdLst/>
            <a:ahLst/>
            <a:cxnLst/>
            <a:rect l="l" t="t" r="r" b="b"/>
            <a:pathLst>
              <a:path h="3782060">
                <a:moveTo>
                  <a:pt x="0" y="3781488"/>
                </a:moveTo>
                <a:lnTo>
                  <a:pt x="0" y="0"/>
                </a:lnTo>
              </a:path>
            </a:pathLst>
          </a:custGeom>
          <a:ln w="5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38475" y="1729625"/>
            <a:ext cx="0" cy="3782060"/>
          </a:xfrm>
          <a:custGeom>
            <a:avLst/>
            <a:gdLst/>
            <a:ahLst/>
            <a:cxnLst/>
            <a:rect l="l" t="t" r="r" b="b"/>
            <a:pathLst>
              <a:path h="3782060">
                <a:moveTo>
                  <a:pt x="0" y="3781488"/>
                </a:moveTo>
                <a:lnTo>
                  <a:pt x="0" y="0"/>
                </a:lnTo>
              </a:path>
            </a:pathLst>
          </a:custGeom>
          <a:ln w="5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14840" y="1729625"/>
            <a:ext cx="47625" cy="94615"/>
          </a:xfrm>
          <a:custGeom>
            <a:avLst/>
            <a:gdLst/>
            <a:ahLst/>
            <a:cxnLst/>
            <a:rect l="l" t="t" r="r" b="b"/>
            <a:pathLst>
              <a:path w="47625" h="94614">
                <a:moveTo>
                  <a:pt x="0" y="94538"/>
                </a:moveTo>
                <a:lnTo>
                  <a:pt x="23634" y="0"/>
                </a:lnTo>
                <a:lnTo>
                  <a:pt x="47256" y="94538"/>
                </a:lnTo>
              </a:path>
            </a:pathLst>
          </a:custGeom>
          <a:ln w="5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38475" y="5511114"/>
            <a:ext cx="4726940" cy="0"/>
          </a:xfrm>
          <a:custGeom>
            <a:avLst/>
            <a:gdLst/>
            <a:ahLst/>
            <a:cxnLst/>
            <a:rect l="l" t="t" r="r" b="b"/>
            <a:pathLst>
              <a:path w="4726940">
                <a:moveTo>
                  <a:pt x="0" y="0"/>
                </a:moveTo>
                <a:lnTo>
                  <a:pt x="4726863" y="0"/>
                </a:lnTo>
              </a:path>
            </a:pathLst>
          </a:custGeom>
          <a:ln w="5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70800" y="5487479"/>
            <a:ext cx="94615" cy="47625"/>
          </a:xfrm>
          <a:custGeom>
            <a:avLst/>
            <a:gdLst/>
            <a:ahLst/>
            <a:cxnLst/>
            <a:rect l="l" t="t" r="r" b="b"/>
            <a:pathLst>
              <a:path w="94615" h="47625">
                <a:moveTo>
                  <a:pt x="0" y="0"/>
                </a:moveTo>
                <a:lnTo>
                  <a:pt x="94538" y="23634"/>
                </a:lnTo>
                <a:lnTo>
                  <a:pt x="0" y="47269"/>
                </a:lnTo>
              </a:path>
            </a:pathLst>
          </a:custGeom>
          <a:ln w="5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47503" y="2852254"/>
            <a:ext cx="0" cy="2659380"/>
          </a:xfrm>
          <a:custGeom>
            <a:avLst/>
            <a:gdLst/>
            <a:ahLst/>
            <a:cxnLst/>
            <a:rect l="l" t="t" r="r" b="b"/>
            <a:pathLst>
              <a:path h="2659379">
                <a:moveTo>
                  <a:pt x="0" y="2658859"/>
                </a:moveTo>
                <a:lnTo>
                  <a:pt x="0" y="0"/>
                </a:lnTo>
              </a:path>
            </a:pathLst>
          </a:custGeom>
          <a:ln w="590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88189" y="2379573"/>
            <a:ext cx="0" cy="3131820"/>
          </a:xfrm>
          <a:custGeom>
            <a:avLst/>
            <a:gdLst/>
            <a:ahLst/>
            <a:cxnLst/>
            <a:rect l="l" t="t" r="r" b="b"/>
            <a:pathLst>
              <a:path h="3131820">
                <a:moveTo>
                  <a:pt x="0" y="3131540"/>
                </a:moveTo>
                <a:lnTo>
                  <a:pt x="0" y="0"/>
                </a:lnTo>
              </a:path>
            </a:pathLst>
          </a:custGeom>
          <a:ln w="590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29213" y="4033977"/>
            <a:ext cx="0" cy="1477645"/>
          </a:xfrm>
          <a:custGeom>
            <a:avLst/>
            <a:gdLst/>
            <a:ahLst/>
            <a:cxnLst/>
            <a:rect l="l" t="t" r="r" b="b"/>
            <a:pathLst>
              <a:path h="1477645">
                <a:moveTo>
                  <a:pt x="0" y="1477137"/>
                </a:moveTo>
                <a:lnTo>
                  <a:pt x="0" y="0"/>
                </a:lnTo>
              </a:path>
            </a:pathLst>
          </a:custGeom>
          <a:ln w="5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33902" y="2675001"/>
            <a:ext cx="3190875" cy="2659380"/>
          </a:xfrm>
          <a:custGeom>
            <a:avLst/>
            <a:gdLst/>
            <a:ahLst/>
            <a:cxnLst/>
            <a:rect l="l" t="t" r="r" b="b"/>
            <a:pathLst>
              <a:path w="3190875" h="2659379">
                <a:moveTo>
                  <a:pt x="0" y="2658859"/>
                </a:moveTo>
                <a:lnTo>
                  <a:pt x="83781" y="2639766"/>
                </a:lnTo>
                <a:lnTo>
                  <a:pt x="164659" y="2621090"/>
                </a:lnTo>
                <a:lnTo>
                  <a:pt x="242701" y="2602806"/>
                </a:lnTo>
                <a:lnTo>
                  <a:pt x="317974" y="2584894"/>
                </a:lnTo>
                <a:lnTo>
                  <a:pt x="390543" y="2567330"/>
                </a:lnTo>
                <a:lnTo>
                  <a:pt x="460475" y="2550093"/>
                </a:lnTo>
                <a:lnTo>
                  <a:pt x="527837" y="2533161"/>
                </a:lnTo>
                <a:lnTo>
                  <a:pt x="592696" y="2516511"/>
                </a:lnTo>
                <a:lnTo>
                  <a:pt x="655118" y="2500121"/>
                </a:lnTo>
                <a:lnTo>
                  <a:pt x="715170" y="2483969"/>
                </a:lnTo>
                <a:lnTo>
                  <a:pt x="772918" y="2468032"/>
                </a:lnTo>
                <a:lnTo>
                  <a:pt x="828429" y="2452290"/>
                </a:lnTo>
                <a:lnTo>
                  <a:pt x="881770" y="2436718"/>
                </a:lnTo>
                <a:lnTo>
                  <a:pt x="933006" y="2421296"/>
                </a:lnTo>
                <a:lnTo>
                  <a:pt x="982205" y="2406000"/>
                </a:lnTo>
                <a:lnTo>
                  <a:pt x="1029433" y="2390810"/>
                </a:lnTo>
                <a:lnTo>
                  <a:pt x="1074758" y="2375701"/>
                </a:lnTo>
                <a:lnTo>
                  <a:pt x="1118244" y="2360654"/>
                </a:lnTo>
                <a:lnTo>
                  <a:pt x="1159960" y="2345644"/>
                </a:lnTo>
                <a:lnTo>
                  <a:pt x="1199971" y="2330650"/>
                </a:lnTo>
                <a:lnTo>
                  <a:pt x="1238344" y="2315650"/>
                </a:lnTo>
                <a:lnTo>
                  <a:pt x="1275146" y="2300622"/>
                </a:lnTo>
                <a:lnTo>
                  <a:pt x="1310444" y="2285543"/>
                </a:lnTo>
                <a:lnTo>
                  <a:pt x="1376791" y="2255144"/>
                </a:lnTo>
                <a:lnTo>
                  <a:pt x="1437918" y="2224276"/>
                </a:lnTo>
                <a:lnTo>
                  <a:pt x="1494359" y="2192762"/>
                </a:lnTo>
                <a:lnTo>
                  <a:pt x="1546645" y="2160424"/>
                </a:lnTo>
                <a:lnTo>
                  <a:pt x="1595310" y="2127084"/>
                </a:lnTo>
                <a:lnTo>
                  <a:pt x="1641590" y="2092669"/>
                </a:lnTo>
                <a:lnTo>
                  <a:pt x="1687912" y="2056058"/>
                </a:lnTo>
                <a:lnTo>
                  <a:pt x="1734404" y="2017080"/>
                </a:lnTo>
                <a:lnTo>
                  <a:pt x="1781195" y="1975562"/>
                </a:lnTo>
                <a:lnTo>
                  <a:pt x="1828414" y="1931335"/>
                </a:lnTo>
                <a:lnTo>
                  <a:pt x="1876188" y="1884225"/>
                </a:lnTo>
                <a:lnTo>
                  <a:pt x="1924648" y="1834062"/>
                </a:lnTo>
                <a:lnTo>
                  <a:pt x="1973920" y="1780674"/>
                </a:lnTo>
                <a:lnTo>
                  <a:pt x="2024134" y="1723890"/>
                </a:lnTo>
                <a:lnTo>
                  <a:pt x="2049634" y="1694171"/>
                </a:lnTo>
                <a:lnTo>
                  <a:pt x="2075418" y="1663539"/>
                </a:lnTo>
                <a:lnTo>
                  <a:pt x="2101502" y="1631971"/>
                </a:lnTo>
                <a:lnTo>
                  <a:pt x="2127902" y="1599448"/>
                </a:lnTo>
                <a:lnTo>
                  <a:pt x="2154634" y="1565947"/>
                </a:lnTo>
                <a:lnTo>
                  <a:pt x="2181713" y="1531447"/>
                </a:lnTo>
                <a:lnTo>
                  <a:pt x="2209157" y="1495926"/>
                </a:lnTo>
                <a:lnTo>
                  <a:pt x="2236980" y="1459363"/>
                </a:lnTo>
                <a:lnTo>
                  <a:pt x="2265200" y="1421737"/>
                </a:lnTo>
                <a:lnTo>
                  <a:pt x="2293832" y="1383026"/>
                </a:lnTo>
                <a:lnTo>
                  <a:pt x="2322893" y="1343209"/>
                </a:lnTo>
                <a:lnTo>
                  <a:pt x="2352397" y="1302264"/>
                </a:lnTo>
                <a:lnTo>
                  <a:pt x="2382363" y="1260170"/>
                </a:lnTo>
                <a:lnTo>
                  <a:pt x="2412805" y="1216906"/>
                </a:lnTo>
                <a:lnTo>
                  <a:pt x="2443739" y="1172449"/>
                </a:lnTo>
                <a:lnTo>
                  <a:pt x="2475182" y="1126779"/>
                </a:lnTo>
                <a:lnTo>
                  <a:pt x="2507150" y="1079875"/>
                </a:lnTo>
                <a:lnTo>
                  <a:pt x="2539659" y="1031714"/>
                </a:lnTo>
                <a:lnTo>
                  <a:pt x="2572725" y="982275"/>
                </a:lnTo>
                <a:lnTo>
                  <a:pt x="2606363" y="931537"/>
                </a:lnTo>
                <a:lnTo>
                  <a:pt x="2640591" y="879479"/>
                </a:lnTo>
                <a:lnTo>
                  <a:pt x="2675424" y="826079"/>
                </a:lnTo>
                <a:lnTo>
                  <a:pt x="2710878" y="771315"/>
                </a:lnTo>
                <a:lnTo>
                  <a:pt x="2746970" y="715166"/>
                </a:lnTo>
                <a:lnTo>
                  <a:pt x="2783714" y="657611"/>
                </a:lnTo>
                <a:lnTo>
                  <a:pt x="2821129" y="598628"/>
                </a:lnTo>
                <a:lnTo>
                  <a:pt x="2859228" y="538196"/>
                </a:lnTo>
                <a:lnTo>
                  <a:pt x="2898030" y="476294"/>
                </a:lnTo>
                <a:lnTo>
                  <a:pt x="2937549" y="412899"/>
                </a:lnTo>
                <a:lnTo>
                  <a:pt x="2977801" y="347991"/>
                </a:lnTo>
                <a:lnTo>
                  <a:pt x="3018804" y="281549"/>
                </a:lnTo>
                <a:lnTo>
                  <a:pt x="3060572" y="213549"/>
                </a:lnTo>
                <a:lnTo>
                  <a:pt x="3103122" y="143972"/>
                </a:lnTo>
                <a:lnTo>
                  <a:pt x="3146471" y="72796"/>
                </a:lnTo>
                <a:lnTo>
                  <a:pt x="3190633" y="0"/>
                </a:lnTo>
              </a:path>
            </a:pathLst>
          </a:custGeom>
          <a:ln w="11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33902" y="2615907"/>
            <a:ext cx="3841115" cy="2483485"/>
          </a:xfrm>
          <a:custGeom>
            <a:avLst/>
            <a:gdLst/>
            <a:ahLst/>
            <a:cxnLst/>
            <a:rect l="l" t="t" r="r" b="b"/>
            <a:pathLst>
              <a:path w="3841115" h="2483485">
                <a:moveTo>
                  <a:pt x="3840581" y="2481605"/>
                </a:moveTo>
                <a:lnTo>
                  <a:pt x="3757714" y="2482420"/>
                </a:lnTo>
                <a:lnTo>
                  <a:pt x="3676869" y="2482980"/>
                </a:lnTo>
                <a:lnTo>
                  <a:pt x="3598010" y="2483281"/>
                </a:lnTo>
                <a:lnTo>
                  <a:pt x="3521103" y="2483317"/>
                </a:lnTo>
                <a:lnTo>
                  <a:pt x="3446113" y="2483086"/>
                </a:lnTo>
                <a:lnTo>
                  <a:pt x="3373006" y="2482581"/>
                </a:lnTo>
                <a:lnTo>
                  <a:pt x="3301747" y="2481798"/>
                </a:lnTo>
                <a:lnTo>
                  <a:pt x="3232301" y="2480733"/>
                </a:lnTo>
                <a:lnTo>
                  <a:pt x="3164634" y="2479382"/>
                </a:lnTo>
                <a:lnTo>
                  <a:pt x="3098712" y="2477739"/>
                </a:lnTo>
                <a:lnTo>
                  <a:pt x="3034499" y="2475801"/>
                </a:lnTo>
                <a:lnTo>
                  <a:pt x="2971962" y="2473562"/>
                </a:lnTo>
                <a:lnTo>
                  <a:pt x="2911065" y="2471018"/>
                </a:lnTo>
                <a:lnTo>
                  <a:pt x="2851774" y="2468164"/>
                </a:lnTo>
                <a:lnTo>
                  <a:pt x="2794054" y="2464996"/>
                </a:lnTo>
                <a:lnTo>
                  <a:pt x="2737870" y="2461510"/>
                </a:lnTo>
                <a:lnTo>
                  <a:pt x="2683189" y="2457701"/>
                </a:lnTo>
                <a:lnTo>
                  <a:pt x="2629976" y="2453564"/>
                </a:lnTo>
                <a:lnTo>
                  <a:pt x="2578195" y="2449094"/>
                </a:lnTo>
                <a:lnTo>
                  <a:pt x="2527812" y="2444288"/>
                </a:lnTo>
                <a:lnTo>
                  <a:pt x="2478794" y="2439141"/>
                </a:lnTo>
                <a:lnTo>
                  <a:pt x="2431104" y="2433647"/>
                </a:lnTo>
                <a:lnTo>
                  <a:pt x="2384709" y="2427803"/>
                </a:lnTo>
                <a:lnTo>
                  <a:pt x="2339573" y="2421604"/>
                </a:lnTo>
                <a:lnTo>
                  <a:pt x="2295663" y="2415045"/>
                </a:lnTo>
                <a:lnTo>
                  <a:pt x="2252944" y="2408122"/>
                </a:lnTo>
                <a:lnTo>
                  <a:pt x="2211380" y="2400831"/>
                </a:lnTo>
                <a:lnTo>
                  <a:pt x="2170938" y="2393166"/>
                </a:lnTo>
                <a:lnTo>
                  <a:pt x="2131583" y="2385123"/>
                </a:lnTo>
                <a:lnTo>
                  <a:pt x="2093281" y="2376698"/>
                </a:lnTo>
                <a:lnTo>
                  <a:pt x="2055996" y="2367886"/>
                </a:lnTo>
                <a:lnTo>
                  <a:pt x="1984340" y="2349083"/>
                </a:lnTo>
                <a:lnTo>
                  <a:pt x="1916340" y="2328678"/>
                </a:lnTo>
                <a:lnTo>
                  <a:pt x="1851718" y="2306633"/>
                </a:lnTo>
                <a:lnTo>
                  <a:pt x="1790199" y="2282914"/>
                </a:lnTo>
                <a:lnTo>
                  <a:pt x="1731504" y="2257483"/>
                </a:lnTo>
                <a:lnTo>
                  <a:pt x="1675357" y="2230304"/>
                </a:lnTo>
                <a:lnTo>
                  <a:pt x="1621482" y="2201340"/>
                </a:lnTo>
                <a:lnTo>
                  <a:pt x="1568984" y="2170233"/>
                </a:lnTo>
                <a:lnTo>
                  <a:pt x="1516743" y="2136628"/>
                </a:lnTo>
                <a:lnTo>
                  <a:pt x="1464949" y="2100596"/>
                </a:lnTo>
                <a:lnTo>
                  <a:pt x="1413480" y="2061970"/>
                </a:lnTo>
                <a:lnTo>
                  <a:pt x="1362214" y="2020584"/>
                </a:lnTo>
                <a:lnTo>
                  <a:pt x="1311029" y="1976272"/>
                </a:lnTo>
                <a:lnTo>
                  <a:pt x="1259805" y="1928867"/>
                </a:lnTo>
                <a:lnTo>
                  <a:pt x="1208420" y="1878201"/>
                </a:lnTo>
                <a:lnTo>
                  <a:pt x="1156751" y="1824109"/>
                </a:lnTo>
                <a:lnTo>
                  <a:pt x="1130773" y="1795726"/>
                </a:lnTo>
                <a:lnTo>
                  <a:pt x="1104678" y="1766424"/>
                </a:lnTo>
                <a:lnTo>
                  <a:pt x="1078452" y="1736182"/>
                </a:lnTo>
                <a:lnTo>
                  <a:pt x="1052079" y="1704979"/>
                </a:lnTo>
                <a:lnTo>
                  <a:pt x="1025544" y="1672794"/>
                </a:lnTo>
                <a:lnTo>
                  <a:pt x="998832" y="1639608"/>
                </a:lnTo>
                <a:lnTo>
                  <a:pt x="971928" y="1605398"/>
                </a:lnTo>
                <a:lnTo>
                  <a:pt x="944816" y="1570144"/>
                </a:lnTo>
                <a:lnTo>
                  <a:pt x="917482" y="1533825"/>
                </a:lnTo>
                <a:lnTo>
                  <a:pt x="889909" y="1496420"/>
                </a:lnTo>
                <a:lnTo>
                  <a:pt x="862084" y="1457909"/>
                </a:lnTo>
                <a:lnTo>
                  <a:pt x="833990" y="1418270"/>
                </a:lnTo>
                <a:lnTo>
                  <a:pt x="805613" y="1377483"/>
                </a:lnTo>
                <a:lnTo>
                  <a:pt x="776937" y="1335528"/>
                </a:lnTo>
                <a:lnTo>
                  <a:pt x="747947" y="1292382"/>
                </a:lnTo>
                <a:lnTo>
                  <a:pt x="718628" y="1248026"/>
                </a:lnTo>
                <a:lnTo>
                  <a:pt x="688965" y="1202438"/>
                </a:lnTo>
                <a:lnTo>
                  <a:pt x="658942" y="1155598"/>
                </a:lnTo>
                <a:lnTo>
                  <a:pt x="628545" y="1107485"/>
                </a:lnTo>
                <a:lnTo>
                  <a:pt x="597757" y="1058077"/>
                </a:lnTo>
                <a:lnTo>
                  <a:pt x="566565" y="1007356"/>
                </a:lnTo>
                <a:lnTo>
                  <a:pt x="534953" y="955298"/>
                </a:lnTo>
                <a:lnTo>
                  <a:pt x="502905" y="901884"/>
                </a:lnTo>
                <a:lnTo>
                  <a:pt x="470406" y="847093"/>
                </a:lnTo>
                <a:lnTo>
                  <a:pt x="437441" y="790903"/>
                </a:lnTo>
                <a:lnTo>
                  <a:pt x="403996" y="733295"/>
                </a:lnTo>
                <a:lnTo>
                  <a:pt x="370054" y="674247"/>
                </a:lnTo>
                <a:lnTo>
                  <a:pt x="335601" y="613738"/>
                </a:lnTo>
                <a:lnTo>
                  <a:pt x="300621" y="551748"/>
                </a:lnTo>
                <a:lnTo>
                  <a:pt x="265099" y="488256"/>
                </a:lnTo>
                <a:lnTo>
                  <a:pt x="229021" y="423241"/>
                </a:lnTo>
                <a:lnTo>
                  <a:pt x="192370" y="356682"/>
                </a:lnTo>
                <a:lnTo>
                  <a:pt x="155131" y="288558"/>
                </a:lnTo>
                <a:lnTo>
                  <a:pt x="117290" y="218849"/>
                </a:lnTo>
                <a:lnTo>
                  <a:pt x="78831" y="147533"/>
                </a:lnTo>
                <a:lnTo>
                  <a:pt x="39740" y="74590"/>
                </a:lnTo>
                <a:lnTo>
                  <a:pt x="0" y="0"/>
                </a:lnTo>
              </a:path>
            </a:pathLst>
          </a:custGeom>
          <a:ln w="11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79160" y="5629287"/>
            <a:ext cx="709295" cy="886460"/>
          </a:xfrm>
          <a:custGeom>
            <a:avLst/>
            <a:gdLst/>
            <a:ahLst/>
            <a:cxnLst/>
            <a:rect l="l" t="t" r="r" b="b"/>
            <a:pathLst>
              <a:path w="709295" h="886459">
                <a:moveTo>
                  <a:pt x="0" y="886294"/>
                </a:moveTo>
                <a:lnTo>
                  <a:pt x="75941" y="865727"/>
                </a:lnTo>
                <a:lnTo>
                  <a:pt x="144594" y="846003"/>
                </a:lnTo>
                <a:lnTo>
                  <a:pt x="206419" y="826916"/>
                </a:lnTo>
                <a:lnTo>
                  <a:pt x="261878" y="808261"/>
                </a:lnTo>
                <a:lnTo>
                  <a:pt x="311433" y="789833"/>
                </a:lnTo>
                <a:lnTo>
                  <a:pt x="355546" y="771426"/>
                </a:lnTo>
                <a:lnTo>
                  <a:pt x="394677" y="752836"/>
                </a:lnTo>
                <a:lnTo>
                  <a:pt x="429289" y="733857"/>
                </a:lnTo>
                <a:lnTo>
                  <a:pt x="486800" y="693911"/>
                </a:lnTo>
                <a:lnTo>
                  <a:pt x="531774" y="649947"/>
                </a:lnTo>
                <a:lnTo>
                  <a:pt x="568579" y="599963"/>
                </a:lnTo>
                <a:lnTo>
                  <a:pt x="600265" y="540427"/>
                </a:lnTo>
                <a:lnTo>
                  <a:pt x="627606" y="468497"/>
                </a:lnTo>
                <a:lnTo>
                  <a:pt x="639889" y="426996"/>
                </a:lnTo>
                <a:lnTo>
                  <a:pt x="651377" y="381331"/>
                </a:lnTo>
                <a:lnTo>
                  <a:pt x="662166" y="331146"/>
                </a:lnTo>
                <a:lnTo>
                  <a:pt x="672354" y="276087"/>
                </a:lnTo>
                <a:lnTo>
                  <a:pt x="682037" y="215798"/>
                </a:lnTo>
                <a:lnTo>
                  <a:pt x="691313" y="149924"/>
                </a:lnTo>
                <a:lnTo>
                  <a:pt x="700277" y="78109"/>
                </a:lnTo>
                <a:lnTo>
                  <a:pt x="709028" y="0"/>
                </a:lnTo>
              </a:path>
            </a:pathLst>
          </a:custGeom>
          <a:ln w="5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254661" y="5629287"/>
            <a:ext cx="47625" cy="96520"/>
          </a:xfrm>
          <a:custGeom>
            <a:avLst/>
            <a:gdLst/>
            <a:ahLst/>
            <a:cxnLst/>
            <a:rect l="l" t="t" r="r" b="b"/>
            <a:pathLst>
              <a:path w="47625" h="96520">
                <a:moveTo>
                  <a:pt x="0" y="91503"/>
                </a:moveTo>
                <a:lnTo>
                  <a:pt x="33527" y="0"/>
                </a:lnTo>
                <a:lnTo>
                  <a:pt x="47015" y="96507"/>
                </a:lnTo>
              </a:path>
            </a:pathLst>
          </a:custGeom>
          <a:ln w="5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51959" y="5629287"/>
            <a:ext cx="177800" cy="532130"/>
          </a:xfrm>
          <a:custGeom>
            <a:avLst/>
            <a:gdLst/>
            <a:ahLst/>
            <a:cxnLst/>
            <a:rect l="l" t="t" r="r" b="b"/>
            <a:pathLst>
              <a:path w="177800" h="532129">
                <a:moveTo>
                  <a:pt x="0" y="531774"/>
                </a:moveTo>
                <a:lnTo>
                  <a:pt x="47920" y="468052"/>
                </a:lnTo>
                <a:lnTo>
                  <a:pt x="81741" y="420039"/>
                </a:lnTo>
                <a:lnTo>
                  <a:pt x="104236" y="383580"/>
                </a:lnTo>
                <a:lnTo>
                  <a:pt x="127863" y="326731"/>
                </a:lnTo>
                <a:lnTo>
                  <a:pt x="144960" y="254497"/>
                </a:lnTo>
                <a:lnTo>
                  <a:pt x="152883" y="206951"/>
                </a:lnTo>
                <a:lnTo>
                  <a:pt x="160734" y="149720"/>
                </a:lnTo>
                <a:lnTo>
                  <a:pt x="168772" y="81253"/>
                </a:lnTo>
                <a:lnTo>
                  <a:pt x="177253" y="0"/>
                </a:lnTo>
              </a:path>
            </a:pathLst>
          </a:custGeom>
          <a:ln w="5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96319" y="5629287"/>
            <a:ext cx="47625" cy="96520"/>
          </a:xfrm>
          <a:custGeom>
            <a:avLst/>
            <a:gdLst/>
            <a:ahLst/>
            <a:cxnLst/>
            <a:rect l="l" t="t" r="r" b="b"/>
            <a:pathLst>
              <a:path w="47625" h="96520">
                <a:moveTo>
                  <a:pt x="0" y="91732"/>
                </a:moveTo>
                <a:lnTo>
                  <a:pt x="32893" y="0"/>
                </a:lnTo>
                <a:lnTo>
                  <a:pt x="47028" y="96418"/>
                </a:lnTo>
              </a:path>
            </a:pathLst>
          </a:custGeom>
          <a:ln w="5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47503" y="5629287"/>
            <a:ext cx="236854" cy="827405"/>
          </a:xfrm>
          <a:custGeom>
            <a:avLst/>
            <a:gdLst/>
            <a:ahLst/>
            <a:cxnLst/>
            <a:rect l="l" t="t" r="r" b="b"/>
            <a:pathLst>
              <a:path w="236854" h="827404">
                <a:moveTo>
                  <a:pt x="236334" y="827201"/>
                </a:moveTo>
                <a:lnTo>
                  <a:pt x="197211" y="757636"/>
                </a:lnTo>
                <a:lnTo>
                  <a:pt x="163975" y="697363"/>
                </a:lnTo>
                <a:lnTo>
                  <a:pt x="136106" y="645342"/>
                </a:lnTo>
                <a:lnTo>
                  <a:pt x="113083" y="600536"/>
                </a:lnTo>
                <a:lnTo>
                  <a:pt x="94389" y="561907"/>
                </a:lnTo>
                <a:lnTo>
                  <a:pt x="67907" y="499024"/>
                </a:lnTo>
                <a:lnTo>
                  <a:pt x="51284" y="444275"/>
                </a:lnTo>
                <a:lnTo>
                  <a:pt x="37345" y="375196"/>
                </a:lnTo>
                <a:lnTo>
                  <a:pt x="30959" y="332591"/>
                </a:lnTo>
                <a:lnTo>
                  <a:pt x="24800" y="283311"/>
                </a:lnTo>
                <a:lnTo>
                  <a:pt x="18746" y="226385"/>
                </a:lnTo>
                <a:lnTo>
                  <a:pt x="12675" y="160839"/>
                </a:lnTo>
                <a:lnTo>
                  <a:pt x="6467" y="85702"/>
                </a:lnTo>
                <a:lnTo>
                  <a:pt x="0" y="0"/>
                </a:lnTo>
              </a:path>
            </a:pathLst>
          </a:custGeom>
          <a:ln w="5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30777" y="5629287"/>
            <a:ext cx="47625" cy="96520"/>
          </a:xfrm>
          <a:custGeom>
            <a:avLst/>
            <a:gdLst/>
            <a:ahLst/>
            <a:cxnLst/>
            <a:rect l="l" t="t" r="r" b="b"/>
            <a:pathLst>
              <a:path w="47625" h="96520">
                <a:moveTo>
                  <a:pt x="0" y="95999"/>
                </a:moveTo>
                <a:lnTo>
                  <a:pt x="16725" y="0"/>
                </a:lnTo>
                <a:lnTo>
                  <a:pt x="47155" y="92583"/>
                </a:lnTo>
              </a:path>
            </a:pathLst>
          </a:custGeom>
          <a:ln w="5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70592" y="5984087"/>
            <a:ext cx="2009139" cy="1063625"/>
          </a:xfrm>
          <a:custGeom>
            <a:avLst/>
            <a:gdLst/>
            <a:ahLst/>
            <a:cxnLst/>
            <a:rect l="l" t="t" r="r" b="b"/>
            <a:pathLst>
              <a:path w="2009139" h="1063625">
                <a:moveTo>
                  <a:pt x="2008911" y="531774"/>
                </a:moveTo>
                <a:lnTo>
                  <a:pt x="2001644" y="596019"/>
                </a:lnTo>
                <a:lnTo>
                  <a:pt x="1980405" y="657998"/>
                </a:lnTo>
                <a:lnTo>
                  <a:pt x="1946036" y="717264"/>
                </a:lnTo>
                <a:lnTo>
                  <a:pt x="1899381" y="773372"/>
                </a:lnTo>
                <a:lnTo>
                  <a:pt x="1871709" y="800101"/>
                </a:lnTo>
                <a:lnTo>
                  <a:pt x="1841281" y="825874"/>
                </a:lnTo>
                <a:lnTo>
                  <a:pt x="1808203" y="850634"/>
                </a:lnTo>
                <a:lnTo>
                  <a:pt x="1772580" y="874325"/>
                </a:lnTo>
                <a:lnTo>
                  <a:pt x="1734518" y="896892"/>
                </a:lnTo>
                <a:lnTo>
                  <a:pt x="1694120" y="918279"/>
                </a:lnTo>
                <a:lnTo>
                  <a:pt x="1651494" y="938430"/>
                </a:lnTo>
                <a:lnTo>
                  <a:pt x="1606744" y="957290"/>
                </a:lnTo>
                <a:lnTo>
                  <a:pt x="1559976" y="974802"/>
                </a:lnTo>
                <a:lnTo>
                  <a:pt x="1511295" y="990911"/>
                </a:lnTo>
                <a:lnTo>
                  <a:pt x="1460806" y="1005561"/>
                </a:lnTo>
                <a:lnTo>
                  <a:pt x="1408614" y="1018696"/>
                </a:lnTo>
                <a:lnTo>
                  <a:pt x="1354826" y="1030261"/>
                </a:lnTo>
                <a:lnTo>
                  <a:pt x="1299546" y="1040200"/>
                </a:lnTo>
                <a:lnTo>
                  <a:pt x="1242879" y="1048457"/>
                </a:lnTo>
                <a:lnTo>
                  <a:pt x="1184931" y="1054976"/>
                </a:lnTo>
                <a:lnTo>
                  <a:pt x="1125808" y="1059701"/>
                </a:lnTo>
                <a:lnTo>
                  <a:pt x="1065614" y="1062577"/>
                </a:lnTo>
                <a:lnTo>
                  <a:pt x="1004455" y="1063548"/>
                </a:lnTo>
                <a:lnTo>
                  <a:pt x="943296" y="1062577"/>
                </a:lnTo>
                <a:lnTo>
                  <a:pt x="883103" y="1059701"/>
                </a:lnTo>
                <a:lnTo>
                  <a:pt x="823979" y="1054976"/>
                </a:lnTo>
                <a:lnTo>
                  <a:pt x="766031" y="1048457"/>
                </a:lnTo>
                <a:lnTo>
                  <a:pt x="709365" y="1040200"/>
                </a:lnTo>
                <a:lnTo>
                  <a:pt x="654085" y="1030261"/>
                </a:lnTo>
                <a:lnTo>
                  <a:pt x="600296" y="1018696"/>
                </a:lnTo>
                <a:lnTo>
                  <a:pt x="548105" y="1005561"/>
                </a:lnTo>
                <a:lnTo>
                  <a:pt x="497616" y="990911"/>
                </a:lnTo>
                <a:lnTo>
                  <a:pt x="448934" y="974802"/>
                </a:lnTo>
                <a:lnTo>
                  <a:pt x="402166" y="957290"/>
                </a:lnTo>
                <a:lnTo>
                  <a:pt x="357416" y="938430"/>
                </a:lnTo>
                <a:lnTo>
                  <a:pt x="314790" y="918279"/>
                </a:lnTo>
                <a:lnTo>
                  <a:pt x="274393" y="896892"/>
                </a:lnTo>
                <a:lnTo>
                  <a:pt x="236330" y="874325"/>
                </a:lnTo>
                <a:lnTo>
                  <a:pt x="200707" y="850634"/>
                </a:lnTo>
                <a:lnTo>
                  <a:pt x="167629" y="825874"/>
                </a:lnTo>
                <a:lnTo>
                  <a:pt x="137201" y="800101"/>
                </a:lnTo>
                <a:lnTo>
                  <a:pt x="109529" y="773372"/>
                </a:lnTo>
                <a:lnTo>
                  <a:pt x="62874" y="717264"/>
                </a:lnTo>
                <a:lnTo>
                  <a:pt x="28506" y="657998"/>
                </a:lnTo>
                <a:lnTo>
                  <a:pt x="7266" y="596019"/>
                </a:lnTo>
                <a:lnTo>
                  <a:pt x="0" y="531774"/>
                </a:lnTo>
                <a:lnTo>
                  <a:pt x="1834" y="499396"/>
                </a:lnTo>
                <a:lnTo>
                  <a:pt x="16192" y="436228"/>
                </a:lnTo>
                <a:lnTo>
                  <a:pt x="44101" y="375550"/>
                </a:lnTo>
                <a:lnTo>
                  <a:pt x="84719" y="317807"/>
                </a:lnTo>
                <a:lnTo>
                  <a:pt x="137201" y="263446"/>
                </a:lnTo>
                <a:lnTo>
                  <a:pt x="167629" y="237674"/>
                </a:lnTo>
                <a:lnTo>
                  <a:pt x="200707" y="212914"/>
                </a:lnTo>
                <a:lnTo>
                  <a:pt x="236330" y="189223"/>
                </a:lnTo>
                <a:lnTo>
                  <a:pt x="274393" y="166656"/>
                </a:lnTo>
                <a:lnTo>
                  <a:pt x="314790" y="145269"/>
                </a:lnTo>
                <a:lnTo>
                  <a:pt x="357416" y="125117"/>
                </a:lnTo>
                <a:lnTo>
                  <a:pt x="402166" y="106258"/>
                </a:lnTo>
                <a:lnTo>
                  <a:pt x="448934" y="88746"/>
                </a:lnTo>
                <a:lnTo>
                  <a:pt x="497616" y="72637"/>
                </a:lnTo>
                <a:lnTo>
                  <a:pt x="548105" y="57987"/>
                </a:lnTo>
                <a:lnTo>
                  <a:pt x="600296" y="44852"/>
                </a:lnTo>
                <a:lnTo>
                  <a:pt x="654085" y="33287"/>
                </a:lnTo>
                <a:lnTo>
                  <a:pt x="709365" y="23348"/>
                </a:lnTo>
                <a:lnTo>
                  <a:pt x="766031" y="15091"/>
                </a:lnTo>
                <a:lnTo>
                  <a:pt x="823979" y="8572"/>
                </a:lnTo>
                <a:lnTo>
                  <a:pt x="883103" y="3847"/>
                </a:lnTo>
                <a:lnTo>
                  <a:pt x="943296" y="971"/>
                </a:lnTo>
                <a:lnTo>
                  <a:pt x="1004455" y="0"/>
                </a:lnTo>
                <a:lnTo>
                  <a:pt x="1065614" y="971"/>
                </a:lnTo>
                <a:lnTo>
                  <a:pt x="1125808" y="3847"/>
                </a:lnTo>
                <a:lnTo>
                  <a:pt x="1184931" y="8572"/>
                </a:lnTo>
                <a:lnTo>
                  <a:pt x="1242879" y="15091"/>
                </a:lnTo>
                <a:lnTo>
                  <a:pt x="1299546" y="23348"/>
                </a:lnTo>
                <a:lnTo>
                  <a:pt x="1354826" y="33287"/>
                </a:lnTo>
                <a:lnTo>
                  <a:pt x="1408614" y="44852"/>
                </a:lnTo>
                <a:lnTo>
                  <a:pt x="1460806" y="57987"/>
                </a:lnTo>
                <a:lnTo>
                  <a:pt x="1511295" y="72637"/>
                </a:lnTo>
                <a:lnTo>
                  <a:pt x="1559976" y="88746"/>
                </a:lnTo>
                <a:lnTo>
                  <a:pt x="1606744" y="106258"/>
                </a:lnTo>
                <a:lnTo>
                  <a:pt x="1651494" y="125117"/>
                </a:lnTo>
                <a:lnTo>
                  <a:pt x="1694120" y="145269"/>
                </a:lnTo>
                <a:lnTo>
                  <a:pt x="1734518" y="166656"/>
                </a:lnTo>
                <a:lnTo>
                  <a:pt x="1772580" y="189223"/>
                </a:lnTo>
                <a:lnTo>
                  <a:pt x="1808203" y="212914"/>
                </a:lnTo>
                <a:lnTo>
                  <a:pt x="1841281" y="237674"/>
                </a:lnTo>
                <a:lnTo>
                  <a:pt x="1871709" y="263446"/>
                </a:lnTo>
                <a:lnTo>
                  <a:pt x="1899381" y="290176"/>
                </a:lnTo>
                <a:lnTo>
                  <a:pt x="1946036" y="346283"/>
                </a:lnTo>
                <a:lnTo>
                  <a:pt x="1980405" y="405550"/>
                </a:lnTo>
                <a:lnTo>
                  <a:pt x="2001644" y="467528"/>
                </a:lnTo>
                <a:lnTo>
                  <a:pt x="2008911" y="531774"/>
                </a:lnTo>
              </a:path>
            </a:pathLst>
          </a:custGeom>
          <a:ln w="5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369348" y="2084133"/>
            <a:ext cx="3131820" cy="1954530"/>
          </a:xfrm>
          <a:custGeom>
            <a:avLst/>
            <a:gdLst/>
            <a:ahLst/>
            <a:cxnLst/>
            <a:rect l="l" t="t" r="r" b="b"/>
            <a:pathLst>
              <a:path w="3131820" h="1954529">
                <a:moveTo>
                  <a:pt x="0" y="177266"/>
                </a:moveTo>
                <a:lnTo>
                  <a:pt x="48810" y="248435"/>
                </a:lnTo>
                <a:lnTo>
                  <a:pt x="96127" y="317254"/>
                </a:lnTo>
                <a:lnTo>
                  <a:pt x="141989" y="383775"/>
                </a:lnTo>
                <a:lnTo>
                  <a:pt x="186431" y="448046"/>
                </a:lnTo>
                <a:lnTo>
                  <a:pt x="229493" y="510117"/>
                </a:lnTo>
                <a:lnTo>
                  <a:pt x="271210" y="570037"/>
                </a:lnTo>
                <a:lnTo>
                  <a:pt x="311621" y="627857"/>
                </a:lnTo>
                <a:lnTo>
                  <a:pt x="350761" y="683625"/>
                </a:lnTo>
                <a:lnTo>
                  <a:pt x="388669" y="737392"/>
                </a:lnTo>
                <a:lnTo>
                  <a:pt x="425382" y="789207"/>
                </a:lnTo>
                <a:lnTo>
                  <a:pt x="460936" y="839120"/>
                </a:lnTo>
                <a:lnTo>
                  <a:pt x="495370" y="887180"/>
                </a:lnTo>
                <a:lnTo>
                  <a:pt x="528720" y="933437"/>
                </a:lnTo>
                <a:lnTo>
                  <a:pt x="561023" y="977940"/>
                </a:lnTo>
                <a:lnTo>
                  <a:pt x="592317" y="1020739"/>
                </a:lnTo>
                <a:lnTo>
                  <a:pt x="622639" y="1061885"/>
                </a:lnTo>
                <a:lnTo>
                  <a:pt x="652027" y="1101425"/>
                </a:lnTo>
                <a:lnTo>
                  <a:pt x="680516" y="1139411"/>
                </a:lnTo>
                <a:lnTo>
                  <a:pt x="708145" y="1175891"/>
                </a:lnTo>
                <a:lnTo>
                  <a:pt x="734951" y="1210915"/>
                </a:lnTo>
                <a:lnTo>
                  <a:pt x="760970" y="1244534"/>
                </a:lnTo>
                <a:lnTo>
                  <a:pt x="786241" y="1276795"/>
                </a:lnTo>
                <a:lnTo>
                  <a:pt x="810801" y="1307750"/>
                </a:lnTo>
                <a:lnTo>
                  <a:pt x="834685" y="1337447"/>
                </a:lnTo>
                <a:lnTo>
                  <a:pt x="880581" y="1393268"/>
                </a:lnTo>
                <a:lnTo>
                  <a:pt x="924225" y="1444655"/>
                </a:lnTo>
                <a:lnTo>
                  <a:pt x="965915" y="1492005"/>
                </a:lnTo>
                <a:lnTo>
                  <a:pt x="1005950" y="1535715"/>
                </a:lnTo>
                <a:lnTo>
                  <a:pt x="1044626" y="1576182"/>
                </a:lnTo>
                <a:lnTo>
                  <a:pt x="1090587" y="1621866"/>
                </a:lnTo>
                <a:lnTo>
                  <a:pt x="1122445" y="1652115"/>
                </a:lnTo>
                <a:lnTo>
                  <a:pt x="1158350" y="1685121"/>
                </a:lnTo>
                <a:lnTo>
                  <a:pt x="1197531" y="1719937"/>
                </a:lnTo>
                <a:lnTo>
                  <a:pt x="1239215" y="1755614"/>
                </a:lnTo>
                <a:lnTo>
                  <a:pt x="1282630" y="1791204"/>
                </a:lnTo>
                <a:lnTo>
                  <a:pt x="1327003" y="1825760"/>
                </a:lnTo>
                <a:lnTo>
                  <a:pt x="1371564" y="1858334"/>
                </a:lnTo>
                <a:lnTo>
                  <a:pt x="1415539" y="1887977"/>
                </a:lnTo>
                <a:lnTo>
                  <a:pt x="1458156" y="1913742"/>
                </a:lnTo>
                <a:lnTo>
                  <a:pt x="1498644" y="1934680"/>
                </a:lnTo>
                <a:lnTo>
                  <a:pt x="1536230" y="1949843"/>
                </a:lnTo>
                <a:lnTo>
                  <a:pt x="1565633" y="1953920"/>
                </a:lnTo>
                <a:lnTo>
                  <a:pt x="1581892" y="1953086"/>
                </a:lnTo>
                <a:lnTo>
                  <a:pt x="1632553" y="1931910"/>
                </a:lnTo>
                <a:lnTo>
                  <a:pt x="1670618" y="1908938"/>
                </a:lnTo>
                <a:lnTo>
                  <a:pt x="1709288" y="1881514"/>
                </a:lnTo>
                <a:lnTo>
                  <a:pt x="1748336" y="1850225"/>
                </a:lnTo>
                <a:lnTo>
                  <a:pt x="1787531" y="1815659"/>
                </a:lnTo>
                <a:lnTo>
                  <a:pt x="1826645" y="1778403"/>
                </a:lnTo>
                <a:lnTo>
                  <a:pt x="1865450" y="1739043"/>
                </a:lnTo>
                <a:lnTo>
                  <a:pt x="1903718" y="1698168"/>
                </a:lnTo>
                <a:lnTo>
                  <a:pt x="1941218" y="1656364"/>
                </a:lnTo>
                <a:lnTo>
                  <a:pt x="1977723" y="1614219"/>
                </a:lnTo>
                <a:lnTo>
                  <a:pt x="2013004" y="1572320"/>
                </a:lnTo>
                <a:lnTo>
                  <a:pt x="2046832" y="1531254"/>
                </a:lnTo>
                <a:lnTo>
                  <a:pt x="2078979" y="1491609"/>
                </a:lnTo>
                <a:lnTo>
                  <a:pt x="2109216" y="1453971"/>
                </a:lnTo>
                <a:lnTo>
                  <a:pt x="2137313" y="1418928"/>
                </a:lnTo>
                <a:lnTo>
                  <a:pt x="2163044" y="1387067"/>
                </a:lnTo>
                <a:lnTo>
                  <a:pt x="2186178" y="1358976"/>
                </a:lnTo>
                <a:lnTo>
                  <a:pt x="2202985" y="1338723"/>
                </a:lnTo>
                <a:lnTo>
                  <a:pt x="2220124" y="1317749"/>
                </a:lnTo>
                <a:lnTo>
                  <a:pt x="2255558" y="1273408"/>
                </a:lnTo>
                <a:lnTo>
                  <a:pt x="2292795" y="1225499"/>
                </a:lnTo>
                <a:lnTo>
                  <a:pt x="2332150" y="1173567"/>
                </a:lnTo>
                <a:lnTo>
                  <a:pt x="2373939" y="1117160"/>
                </a:lnTo>
                <a:lnTo>
                  <a:pt x="2418477" y="1055822"/>
                </a:lnTo>
                <a:lnTo>
                  <a:pt x="2441876" y="1023163"/>
                </a:lnTo>
                <a:lnTo>
                  <a:pt x="2466081" y="989101"/>
                </a:lnTo>
                <a:lnTo>
                  <a:pt x="2491131" y="953580"/>
                </a:lnTo>
                <a:lnTo>
                  <a:pt x="2517066" y="916543"/>
                </a:lnTo>
                <a:lnTo>
                  <a:pt x="2543925" y="877934"/>
                </a:lnTo>
                <a:lnTo>
                  <a:pt x="2571748" y="837694"/>
                </a:lnTo>
                <a:lnTo>
                  <a:pt x="2600573" y="795769"/>
                </a:lnTo>
                <a:lnTo>
                  <a:pt x="2630442" y="752101"/>
                </a:lnTo>
                <a:lnTo>
                  <a:pt x="2661392" y="706633"/>
                </a:lnTo>
                <a:lnTo>
                  <a:pt x="2693463" y="659308"/>
                </a:lnTo>
                <a:lnTo>
                  <a:pt x="2726696" y="610071"/>
                </a:lnTo>
                <a:lnTo>
                  <a:pt x="2761129" y="558864"/>
                </a:lnTo>
                <a:lnTo>
                  <a:pt x="2796802" y="505630"/>
                </a:lnTo>
                <a:lnTo>
                  <a:pt x="2833754" y="450313"/>
                </a:lnTo>
                <a:lnTo>
                  <a:pt x="2872025" y="392856"/>
                </a:lnTo>
                <a:lnTo>
                  <a:pt x="2911654" y="333203"/>
                </a:lnTo>
                <a:lnTo>
                  <a:pt x="2952680" y="271296"/>
                </a:lnTo>
                <a:lnTo>
                  <a:pt x="2995144" y="207079"/>
                </a:lnTo>
                <a:lnTo>
                  <a:pt x="3039084" y="140495"/>
                </a:lnTo>
                <a:lnTo>
                  <a:pt x="3084541" y="71487"/>
                </a:lnTo>
                <a:lnTo>
                  <a:pt x="3131553" y="0"/>
                </a:lnTo>
              </a:path>
            </a:pathLst>
          </a:custGeom>
          <a:ln w="11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368310" y="5581136"/>
            <a:ext cx="27749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650" spc="50" dirty="0">
                <a:latin typeface="Times New Roman"/>
                <a:cs typeface="Times New Roman"/>
              </a:rPr>
              <a:t>h</a:t>
            </a:r>
            <a:r>
              <a:rPr sz="1950" spc="75" baseline="-19230" dirty="0">
                <a:latin typeface="Times New Roman"/>
                <a:cs typeface="Times New Roman"/>
              </a:rPr>
              <a:t>n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34686" y="5581129"/>
            <a:ext cx="23812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10" dirty="0">
                <a:latin typeface="Times New Roman"/>
                <a:cs typeface="Times New Roman"/>
              </a:rPr>
              <a:t>h*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95809" y="5581136"/>
            <a:ext cx="27749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650" spc="50" dirty="0">
                <a:latin typeface="Times New Roman"/>
                <a:cs typeface="Times New Roman"/>
              </a:rPr>
              <a:t>h</a:t>
            </a:r>
            <a:r>
              <a:rPr sz="1950" spc="75" baseline="-19230" dirty="0">
                <a:latin typeface="Times New Roman"/>
                <a:cs typeface="Times New Roman"/>
              </a:rPr>
              <a:t>1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87558" y="6290170"/>
            <a:ext cx="727710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464184" algn="l"/>
              </a:tabLst>
            </a:pPr>
            <a:r>
              <a:rPr sz="1650" spc="5" dirty="0">
                <a:latin typeface="Times New Roman"/>
                <a:cs typeface="Times New Roman"/>
              </a:rPr>
              <a:t>S</a:t>
            </a:r>
            <a:r>
              <a:rPr sz="1950" spc="7" baseline="-19230" dirty="0">
                <a:latin typeface="Times New Roman"/>
                <a:cs typeface="Times New Roman"/>
              </a:rPr>
              <a:t>1	</a:t>
            </a:r>
            <a:r>
              <a:rPr sz="1650" spc="10" dirty="0">
                <a:latin typeface="Times New Roman"/>
                <a:cs typeface="Times New Roman"/>
              </a:rPr>
              <a:t>S*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86566" y="6349261"/>
            <a:ext cx="27749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650" spc="5" dirty="0">
                <a:latin typeface="Times New Roman"/>
                <a:cs typeface="Times New Roman"/>
              </a:rPr>
              <a:t>S</a:t>
            </a:r>
            <a:r>
              <a:rPr sz="1950" spc="7" baseline="-19230" dirty="0">
                <a:latin typeface="Times New Roman"/>
                <a:cs typeface="Times New Roman"/>
              </a:rPr>
              <a:t>n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06389" y="1917746"/>
            <a:ext cx="1346835" cy="862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Times New Roman"/>
                <a:cs typeface="Times New Roman"/>
              </a:rPr>
              <a:t>Bound on the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risk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Times New Roman"/>
              <a:cs typeface="Times New Roman"/>
            </a:endParaRPr>
          </a:p>
          <a:p>
            <a:pPr marL="24130">
              <a:lnSpc>
                <a:spcPct val="100000"/>
              </a:lnSpc>
            </a:pPr>
            <a:r>
              <a:rPr sz="1300" dirty="0">
                <a:latin typeface="Times New Roman"/>
                <a:cs typeface="Times New Roman"/>
              </a:rPr>
              <a:t>Confidence</a:t>
            </a:r>
            <a:r>
              <a:rPr sz="1300" spc="-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interval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56309" y="4812996"/>
            <a:ext cx="1013460" cy="42545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23495">
              <a:lnSpc>
                <a:spcPct val="101400"/>
              </a:lnSpc>
              <a:spcBef>
                <a:spcPts val="80"/>
              </a:spcBef>
            </a:pPr>
            <a:r>
              <a:rPr sz="1300" dirty="0">
                <a:latin typeface="Times New Roman"/>
                <a:cs typeface="Times New Roman"/>
              </a:rPr>
              <a:t>Empirical risk  (training</a:t>
            </a:r>
            <a:r>
              <a:rPr sz="1300" spc="-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error)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1156284"/>
            <a:ext cx="469773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15	Capacity of</a:t>
            </a:r>
            <a:r>
              <a:rPr spc="-85" dirty="0"/>
              <a:t> </a:t>
            </a:r>
            <a:r>
              <a:rPr spc="5" dirty="0"/>
              <a:t>hyperplanes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2200" y="1859439"/>
            <a:ext cx="7740650" cy="4626610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85"/>
              </a:spcBef>
            </a:pPr>
            <a:r>
              <a:rPr sz="2050" spc="-40" dirty="0">
                <a:latin typeface="Times New Roman"/>
                <a:cs typeface="Times New Roman"/>
              </a:rPr>
              <a:t>Vapnik </a:t>
            </a:r>
            <a:r>
              <a:rPr sz="2050" spc="10" dirty="0">
                <a:latin typeface="Times New Roman"/>
                <a:cs typeface="Times New Roman"/>
              </a:rPr>
              <a:t>&amp; </a:t>
            </a:r>
            <a:r>
              <a:rPr sz="2050" dirty="0">
                <a:latin typeface="Times New Roman"/>
                <a:cs typeface="Times New Roman"/>
              </a:rPr>
              <a:t>Chervonenkis also </a:t>
            </a:r>
            <a:r>
              <a:rPr sz="2050" spc="-5" dirty="0">
                <a:latin typeface="Times New Roman"/>
                <a:cs typeface="Times New Roman"/>
              </a:rPr>
              <a:t>showed </a:t>
            </a:r>
            <a:r>
              <a:rPr sz="2050" spc="5" dirty="0">
                <a:latin typeface="Times New Roman"/>
                <a:cs typeface="Times New Roman"/>
              </a:rPr>
              <a:t>the</a:t>
            </a:r>
            <a:r>
              <a:rPr sz="2050" spc="75" dirty="0">
                <a:latin typeface="Times New Roman"/>
                <a:cs typeface="Times New Roman"/>
              </a:rPr>
              <a:t> </a:t>
            </a:r>
            <a:r>
              <a:rPr sz="2050" spc="-5" dirty="0">
                <a:latin typeface="Times New Roman"/>
                <a:cs typeface="Times New Roman"/>
              </a:rPr>
              <a:t>following:</a:t>
            </a:r>
            <a:endParaRPr sz="2050">
              <a:latin typeface="Times New Roman"/>
              <a:cs typeface="Times New Roman"/>
            </a:endParaRPr>
          </a:p>
          <a:p>
            <a:pPr marL="25400" marR="345440">
              <a:lnSpc>
                <a:spcPct val="119000"/>
              </a:lnSpc>
              <a:spcBef>
                <a:spcPts val="925"/>
              </a:spcBef>
            </a:pPr>
            <a:r>
              <a:rPr sz="2050" i="1" dirty="0">
                <a:latin typeface="Times New Roman"/>
                <a:cs typeface="Times New Roman"/>
              </a:rPr>
              <a:t>Consider hyperplanes </a:t>
            </a:r>
            <a:r>
              <a:rPr sz="2050" spc="114" dirty="0">
                <a:latin typeface="Arial"/>
                <a:cs typeface="Arial"/>
              </a:rPr>
              <a:t>(</a:t>
            </a:r>
            <a:r>
              <a:rPr sz="2050" i="1" spc="114" dirty="0">
                <a:latin typeface="Times New Roman"/>
                <a:cs typeface="Times New Roman"/>
              </a:rPr>
              <a:t>w </a:t>
            </a:r>
            <a:r>
              <a:rPr sz="2050" i="1" spc="-660" dirty="0">
                <a:latin typeface="Menlo"/>
                <a:cs typeface="Menlo"/>
              </a:rPr>
              <a:t>· </a:t>
            </a:r>
            <a:r>
              <a:rPr sz="2050" i="1" spc="190" dirty="0">
                <a:latin typeface="Times New Roman"/>
                <a:cs typeface="Times New Roman"/>
              </a:rPr>
              <a:t>x</a:t>
            </a:r>
            <a:r>
              <a:rPr sz="2050" spc="190" dirty="0">
                <a:latin typeface="Arial"/>
                <a:cs typeface="Arial"/>
              </a:rPr>
              <a:t>) </a:t>
            </a:r>
            <a:r>
              <a:rPr sz="2050" spc="409" dirty="0">
                <a:latin typeface="Arial"/>
                <a:cs typeface="Arial"/>
              </a:rPr>
              <a:t>=</a:t>
            </a:r>
            <a:r>
              <a:rPr sz="2050" spc="-225" dirty="0">
                <a:latin typeface="Arial"/>
                <a:cs typeface="Arial"/>
              </a:rPr>
              <a:t> </a:t>
            </a:r>
            <a:r>
              <a:rPr sz="2050" spc="-110" dirty="0">
                <a:latin typeface="Arial"/>
                <a:cs typeface="Arial"/>
              </a:rPr>
              <a:t>0 </a:t>
            </a:r>
            <a:r>
              <a:rPr sz="2050" i="1" spc="-10" dirty="0">
                <a:latin typeface="Times New Roman"/>
                <a:cs typeface="Times New Roman"/>
              </a:rPr>
              <a:t>where </a:t>
            </a:r>
            <a:r>
              <a:rPr sz="2050" i="1" spc="110" dirty="0">
                <a:latin typeface="Times New Roman"/>
                <a:cs typeface="Times New Roman"/>
              </a:rPr>
              <a:t>w </a:t>
            </a:r>
            <a:r>
              <a:rPr sz="2050" i="1" dirty="0">
                <a:latin typeface="Times New Roman"/>
                <a:cs typeface="Times New Roman"/>
              </a:rPr>
              <a:t>is normalized </a:t>
            </a:r>
            <a:r>
              <a:rPr sz="2050" i="1" spc="-75" dirty="0">
                <a:latin typeface="Times New Roman"/>
                <a:cs typeface="Times New Roman"/>
              </a:rPr>
              <a:t>w.r.t </a:t>
            </a:r>
            <a:r>
              <a:rPr sz="2050" i="1" spc="5" dirty="0">
                <a:latin typeface="Times New Roman"/>
                <a:cs typeface="Times New Roman"/>
              </a:rPr>
              <a:t>a </a:t>
            </a:r>
            <a:r>
              <a:rPr sz="2050" i="1" dirty="0">
                <a:latin typeface="Times New Roman"/>
                <a:cs typeface="Times New Roman"/>
              </a:rPr>
              <a:t>set of  </a:t>
            </a:r>
            <a:r>
              <a:rPr sz="2050" i="1" spc="5" dirty="0">
                <a:latin typeface="Times New Roman"/>
                <a:cs typeface="Times New Roman"/>
              </a:rPr>
              <a:t>points</a:t>
            </a:r>
            <a:r>
              <a:rPr sz="2050" i="1" spc="-5" dirty="0">
                <a:latin typeface="Times New Roman"/>
                <a:cs typeface="Times New Roman"/>
              </a:rPr>
              <a:t> </a:t>
            </a:r>
            <a:r>
              <a:rPr sz="2050" i="1" spc="300" dirty="0">
                <a:latin typeface="Times New Roman"/>
                <a:cs typeface="Times New Roman"/>
              </a:rPr>
              <a:t>X</a:t>
            </a:r>
            <a:r>
              <a:rPr sz="2175" i="1" spc="450" baseline="28735" dirty="0">
                <a:latin typeface="Menlo"/>
                <a:cs typeface="Menlo"/>
              </a:rPr>
              <a:t>∗</a:t>
            </a:r>
            <a:r>
              <a:rPr sz="2175" i="1" spc="-405" baseline="28735" dirty="0">
                <a:latin typeface="Menlo"/>
                <a:cs typeface="Menlo"/>
              </a:rPr>
              <a:t> </a:t>
            </a:r>
            <a:r>
              <a:rPr sz="2050" i="1" spc="-5" dirty="0">
                <a:latin typeface="Times New Roman"/>
                <a:cs typeface="Times New Roman"/>
              </a:rPr>
              <a:t>such</a:t>
            </a:r>
            <a:r>
              <a:rPr sz="2050" i="1" spc="10" dirty="0">
                <a:latin typeface="Times New Roman"/>
                <a:cs typeface="Times New Roman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that:</a:t>
            </a:r>
            <a:r>
              <a:rPr sz="2050" i="1" spc="130" dirty="0">
                <a:latin typeface="Times New Roman"/>
                <a:cs typeface="Times New Roman"/>
              </a:rPr>
              <a:t> </a:t>
            </a:r>
            <a:r>
              <a:rPr sz="2050" spc="75" dirty="0">
                <a:latin typeface="Arial"/>
                <a:cs typeface="Arial"/>
              </a:rPr>
              <a:t>min</a:t>
            </a:r>
            <a:r>
              <a:rPr sz="2175" i="1" spc="112" baseline="-11494" dirty="0">
                <a:latin typeface="Times New Roman"/>
                <a:cs typeface="Times New Roman"/>
              </a:rPr>
              <a:t>i</a:t>
            </a:r>
            <a:r>
              <a:rPr sz="2175" i="1" spc="127" baseline="-11494" dirty="0">
                <a:latin typeface="Times New Roman"/>
                <a:cs typeface="Times New Roman"/>
              </a:rPr>
              <a:t> </a:t>
            </a:r>
            <a:r>
              <a:rPr sz="2050" i="1" spc="-275" dirty="0">
                <a:latin typeface="Menlo"/>
                <a:cs typeface="Menlo"/>
              </a:rPr>
              <a:t>|</a:t>
            </a:r>
            <a:r>
              <a:rPr sz="2050" i="1" spc="-275" dirty="0">
                <a:latin typeface="Times New Roman"/>
                <a:cs typeface="Times New Roman"/>
              </a:rPr>
              <a:t>w</a:t>
            </a:r>
            <a:r>
              <a:rPr sz="2050" i="1" spc="-240" dirty="0">
                <a:latin typeface="Times New Roman"/>
                <a:cs typeface="Times New Roman"/>
              </a:rPr>
              <a:t> </a:t>
            </a:r>
            <a:r>
              <a:rPr sz="2050" i="1" spc="-660" dirty="0">
                <a:latin typeface="Menlo"/>
                <a:cs typeface="Menlo"/>
              </a:rPr>
              <a:t>·</a:t>
            </a:r>
            <a:r>
              <a:rPr sz="2050" i="1" spc="-780" dirty="0">
                <a:latin typeface="Menlo"/>
                <a:cs typeface="Menlo"/>
              </a:rPr>
              <a:t> </a:t>
            </a:r>
            <a:r>
              <a:rPr sz="2050" i="1" spc="-40" dirty="0">
                <a:latin typeface="Times New Roman"/>
                <a:cs typeface="Times New Roman"/>
              </a:rPr>
              <a:t>x</a:t>
            </a:r>
            <a:r>
              <a:rPr sz="2175" i="1" spc="-60" baseline="-11494" dirty="0">
                <a:latin typeface="Times New Roman"/>
                <a:cs typeface="Times New Roman"/>
              </a:rPr>
              <a:t>i</a:t>
            </a:r>
            <a:r>
              <a:rPr sz="2050" i="1" spc="-40" dirty="0">
                <a:latin typeface="Menlo"/>
                <a:cs typeface="Menlo"/>
              </a:rPr>
              <a:t>|</a:t>
            </a:r>
            <a:r>
              <a:rPr sz="2050" i="1" spc="-660" dirty="0">
                <a:latin typeface="Menlo"/>
                <a:cs typeface="Menlo"/>
              </a:rPr>
              <a:t> </a:t>
            </a:r>
            <a:r>
              <a:rPr sz="2050" spc="409" dirty="0">
                <a:latin typeface="Arial"/>
                <a:cs typeface="Arial"/>
              </a:rPr>
              <a:t>=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-25" dirty="0">
                <a:latin typeface="Arial"/>
                <a:cs typeface="Arial"/>
              </a:rPr>
              <a:t>1</a:t>
            </a:r>
            <a:r>
              <a:rPr sz="2050" i="1" spc="-25" dirty="0"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  <a:p>
            <a:pPr marL="25400" marR="358140">
              <a:lnSpc>
                <a:spcPct val="119000"/>
              </a:lnSpc>
              <a:spcBef>
                <a:spcPts val="925"/>
              </a:spcBef>
            </a:pPr>
            <a:r>
              <a:rPr sz="2050" i="1" dirty="0">
                <a:latin typeface="Times New Roman"/>
                <a:cs typeface="Times New Roman"/>
              </a:rPr>
              <a:t>The</a:t>
            </a:r>
            <a:r>
              <a:rPr sz="2050" i="1" spc="-5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set</a:t>
            </a:r>
            <a:r>
              <a:rPr sz="2050" i="1" spc="20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of</a:t>
            </a:r>
            <a:r>
              <a:rPr sz="2050" i="1" spc="5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decision</a:t>
            </a:r>
            <a:r>
              <a:rPr sz="2050" i="1" spc="15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functions</a:t>
            </a:r>
            <a:r>
              <a:rPr sz="2050" i="1" spc="25" dirty="0">
                <a:latin typeface="Times New Roman"/>
                <a:cs typeface="Times New Roman"/>
              </a:rPr>
              <a:t> </a:t>
            </a:r>
            <a:r>
              <a:rPr sz="2050" i="1" spc="330" dirty="0">
                <a:latin typeface="Times New Roman"/>
                <a:cs typeface="Times New Roman"/>
              </a:rPr>
              <a:t>f</a:t>
            </a:r>
            <a:r>
              <a:rPr sz="2175" i="1" spc="494" baseline="-11494" dirty="0">
                <a:latin typeface="Times New Roman"/>
                <a:cs typeface="Times New Roman"/>
              </a:rPr>
              <a:t>w</a:t>
            </a:r>
            <a:r>
              <a:rPr sz="2175" i="1" spc="-315" baseline="-11494" dirty="0">
                <a:latin typeface="Times New Roman"/>
                <a:cs typeface="Times New Roman"/>
              </a:rPr>
              <a:t> </a:t>
            </a:r>
            <a:r>
              <a:rPr sz="2050" spc="165" dirty="0">
                <a:latin typeface="Arial"/>
                <a:cs typeface="Arial"/>
              </a:rPr>
              <a:t>(</a:t>
            </a:r>
            <a:r>
              <a:rPr sz="2050" i="1" spc="165" dirty="0">
                <a:latin typeface="Times New Roman"/>
                <a:cs typeface="Times New Roman"/>
              </a:rPr>
              <a:t>x</a:t>
            </a:r>
            <a:r>
              <a:rPr sz="2050" spc="165" dirty="0">
                <a:latin typeface="Arial"/>
                <a:cs typeface="Arial"/>
              </a:rPr>
              <a:t>)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409" dirty="0">
                <a:latin typeface="Arial"/>
                <a:cs typeface="Arial"/>
              </a:rPr>
              <a:t>=</a:t>
            </a:r>
            <a:r>
              <a:rPr sz="2050" spc="10" dirty="0">
                <a:latin typeface="Arial"/>
                <a:cs typeface="Arial"/>
              </a:rPr>
              <a:t> </a:t>
            </a:r>
            <a:r>
              <a:rPr sz="2050" i="1" spc="40" dirty="0">
                <a:latin typeface="Times New Roman"/>
                <a:cs typeface="Times New Roman"/>
              </a:rPr>
              <a:t>sign</a:t>
            </a:r>
            <a:r>
              <a:rPr sz="2050" spc="40" dirty="0">
                <a:latin typeface="Arial"/>
                <a:cs typeface="Arial"/>
              </a:rPr>
              <a:t>(</a:t>
            </a:r>
            <a:r>
              <a:rPr sz="2050" i="1" spc="40" dirty="0">
                <a:latin typeface="Times New Roman"/>
                <a:cs typeface="Times New Roman"/>
              </a:rPr>
              <a:t>w</a:t>
            </a:r>
            <a:r>
              <a:rPr sz="2050" i="1" dirty="0">
                <a:latin typeface="Times New Roman"/>
                <a:cs typeface="Times New Roman"/>
              </a:rPr>
              <a:t> </a:t>
            </a:r>
            <a:r>
              <a:rPr sz="2050" i="1" spc="-660" dirty="0">
                <a:latin typeface="Menlo"/>
                <a:cs typeface="Menlo"/>
              </a:rPr>
              <a:t>·</a:t>
            </a:r>
            <a:r>
              <a:rPr sz="2050" i="1" spc="-775" dirty="0">
                <a:latin typeface="Menlo"/>
                <a:cs typeface="Menlo"/>
              </a:rPr>
              <a:t> </a:t>
            </a:r>
            <a:r>
              <a:rPr sz="2050" i="1" spc="190" dirty="0">
                <a:latin typeface="Times New Roman"/>
                <a:cs typeface="Times New Roman"/>
              </a:rPr>
              <a:t>x</a:t>
            </a:r>
            <a:r>
              <a:rPr sz="2050" spc="190" dirty="0">
                <a:latin typeface="Arial"/>
                <a:cs typeface="Arial"/>
              </a:rPr>
              <a:t>)</a:t>
            </a:r>
            <a:r>
              <a:rPr sz="2050" spc="-55" dirty="0">
                <a:latin typeface="Arial"/>
                <a:cs typeface="Arial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defined</a:t>
            </a:r>
            <a:r>
              <a:rPr sz="2050" i="1" spc="30" dirty="0">
                <a:latin typeface="Times New Roman"/>
                <a:cs typeface="Times New Roman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on</a:t>
            </a:r>
            <a:r>
              <a:rPr sz="2050" i="1" spc="-100" dirty="0">
                <a:latin typeface="Times New Roman"/>
                <a:cs typeface="Times New Roman"/>
              </a:rPr>
              <a:t> </a:t>
            </a:r>
            <a:r>
              <a:rPr sz="2050" i="1" spc="300" dirty="0">
                <a:latin typeface="Times New Roman"/>
                <a:cs typeface="Times New Roman"/>
              </a:rPr>
              <a:t>X</a:t>
            </a:r>
            <a:r>
              <a:rPr sz="2175" i="1" spc="450" baseline="28735" dirty="0">
                <a:latin typeface="Menlo"/>
                <a:cs typeface="Menlo"/>
              </a:rPr>
              <a:t>∗</a:t>
            </a:r>
            <a:r>
              <a:rPr sz="2175" i="1" spc="-405" baseline="28735" dirty="0">
                <a:latin typeface="Menlo"/>
                <a:cs typeface="Menlo"/>
              </a:rPr>
              <a:t> </a:t>
            </a:r>
            <a:r>
              <a:rPr sz="2050" i="1" spc="-10" dirty="0">
                <a:latin typeface="Times New Roman"/>
                <a:cs typeface="Times New Roman"/>
              </a:rPr>
              <a:t>such  </a:t>
            </a:r>
            <a:r>
              <a:rPr sz="2050" i="1" dirty="0">
                <a:latin typeface="Times New Roman"/>
                <a:cs typeface="Times New Roman"/>
              </a:rPr>
              <a:t>that</a:t>
            </a:r>
            <a:r>
              <a:rPr sz="2050" i="1" spc="5" dirty="0">
                <a:latin typeface="Times New Roman"/>
                <a:cs typeface="Times New Roman"/>
              </a:rPr>
              <a:t> </a:t>
            </a:r>
            <a:r>
              <a:rPr sz="2050" i="1" spc="-495" dirty="0">
                <a:latin typeface="Menlo"/>
                <a:cs typeface="Menlo"/>
              </a:rPr>
              <a:t>||</a:t>
            </a:r>
            <a:r>
              <a:rPr sz="2050" i="1" spc="-495" dirty="0">
                <a:latin typeface="Times New Roman"/>
                <a:cs typeface="Times New Roman"/>
              </a:rPr>
              <a:t>w</a:t>
            </a:r>
            <a:r>
              <a:rPr sz="2050" i="1" spc="-495" dirty="0">
                <a:latin typeface="Menlo"/>
                <a:cs typeface="Menlo"/>
              </a:rPr>
              <a:t>||</a:t>
            </a:r>
            <a:r>
              <a:rPr sz="2050" i="1" spc="-670" dirty="0">
                <a:latin typeface="Menlo"/>
                <a:cs typeface="Menlo"/>
              </a:rPr>
              <a:t> </a:t>
            </a:r>
            <a:r>
              <a:rPr sz="2050" i="1" spc="370" dirty="0">
                <a:latin typeface="Menlo"/>
                <a:cs typeface="Menlo"/>
              </a:rPr>
              <a:t>≤</a:t>
            </a:r>
            <a:r>
              <a:rPr sz="2050" i="1" spc="-660" dirty="0">
                <a:latin typeface="Menlo"/>
                <a:cs typeface="Menlo"/>
              </a:rPr>
              <a:t> </a:t>
            </a:r>
            <a:r>
              <a:rPr sz="2050" i="1" spc="295" dirty="0">
                <a:latin typeface="Times New Roman"/>
                <a:cs typeface="Times New Roman"/>
              </a:rPr>
              <a:t>A</a:t>
            </a:r>
            <a:r>
              <a:rPr sz="2050" i="1" dirty="0">
                <a:latin typeface="Times New Roman"/>
                <a:cs typeface="Times New Roman"/>
              </a:rPr>
              <a:t> has </a:t>
            </a:r>
            <a:r>
              <a:rPr sz="2050" i="1" spc="5" dirty="0">
                <a:latin typeface="Times New Roman"/>
                <a:cs typeface="Times New Roman"/>
              </a:rPr>
              <a:t>a</a:t>
            </a:r>
            <a:r>
              <a:rPr sz="2050" i="1" dirty="0">
                <a:latin typeface="Times New Roman"/>
                <a:cs typeface="Times New Roman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VC </a:t>
            </a:r>
            <a:r>
              <a:rPr sz="2050" i="1" dirty="0">
                <a:latin typeface="Times New Roman"/>
                <a:cs typeface="Times New Roman"/>
              </a:rPr>
              <a:t>dimension</a:t>
            </a:r>
            <a:r>
              <a:rPr sz="2050" i="1" spc="10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satisfying</a:t>
            </a:r>
            <a:endParaRPr sz="2050">
              <a:latin typeface="Times New Roman"/>
              <a:cs typeface="Times New Roman"/>
            </a:endParaRPr>
          </a:p>
          <a:p>
            <a:pPr marL="82550" algn="ctr">
              <a:lnSpc>
                <a:spcPct val="100000"/>
              </a:lnSpc>
              <a:spcBef>
                <a:spcPts val="2090"/>
              </a:spcBef>
            </a:pPr>
            <a:r>
              <a:rPr sz="2050" i="1" spc="165" dirty="0">
                <a:latin typeface="Times New Roman"/>
                <a:cs typeface="Times New Roman"/>
              </a:rPr>
              <a:t>h </a:t>
            </a:r>
            <a:r>
              <a:rPr sz="2050" i="1" spc="370" dirty="0">
                <a:latin typeface="Menlo"/>
                <a:cs typeface="Menlo"/>
              </a:rPr>
              <a:t>≤</a:t>
            </a:r>
            <a:r>
              <a:rPr sz="2050" i="1" spc="-780" dirty="0">
                <a:latin typeface="Menlo"/>
                <a:cs typeface="Menlo"/>
              </a:rPr>
              <a:t> </a:t>
            </a:r>
            <a:r>
              <a:rPr sz="2050" i="1" spc="215" dirty="0">
                <a:latin typeface="Times New Roman"/>
                <a:cs typeface="Times New Roman"/>
              </a:rPr>
              <a:t>R</a:t>
            </a:r>
            <a:r>
              <a:rPr sz="2175" spc="322" baseline="32567" dirty="0">
                <a:latin typeface="Times New Roman"/>
                <a:cs typeface="Times New Roman"/>
              </a:rPr>
              <a:t>2</a:t>
            </a:r>
            <a:r>
              <a:rPr sz="2050" i="1" spc="215" dirty="0">
                <a:latin typeface="Times New Roman"/>
                <a:cs typeface="Times New Roman"/>
              </a:rPr>
              <a:t>A</a:t>
            </a:r>
            <a:r>
              <a:rPr sz="2175" spc="322" baseline="32567" dirty="0">
                <a:latin typeface="Times New Roman"/>
                <a:cs typeface="Times New Roman"/>
              </a:rPr>
              <a:t>2</a:t>
            </a:r>
            <a:r>
              <a:rPr sz="2050" i="1" spc="215" dirty="0"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2100"/>
              </a:spcBef>
            </a:pPr>
            <a:r>
              <a:rPr sz="2050" i="1" spc="-10" dirty="0">
                <a:latin typeface="Times New Roman"/>
                <a:cs typeface="Times New Roman"/>
              </a:rPr>
              <a:t>where </a:t>
            </a:r>
            <a:r>
              <a:rPr sz="2050" i="1" spc="315" dirty="0">
                <a:latin typeface="Times New Roman"/>
                <a:cs typeface="Times New Roman"/>
              </a:rPr>
              <a:t>R </a:t>
            </a:r>
            <a:r>
              <a:rPr sz="2050" i="1" spc="5" dirty="0">
                <a:latin typeface="Times New Roman"/>
                <a:cs typeface="Times New Roman"/>
              </a:rPr>
              <a:t>is the </a:t>
            </a:r>
            <a:r>
              <a:rPr sz="2050" i="1" dirty="0">
                <a:latin typeface="Times New Roman"/>
                <a:cs typeface="Times New Roman"/>
              </a:rPr>
              <a:t>radius </a:t>
            </a:r>
            <a:r>
              <a:rPr sz="2050" i="1" spc="5" dirty="0">
                <a:latin typeface="Times New Roman"/>
                <a:cs typeface="Times New Roman"/>
              </a:rPr>
              <a:t>of the smallest </a:t>
            </a:r>
            <a:r>
              <a:rPr sz="2050" i="1" spc="-10" dirty="0">
                <a:latin typeface="Times New Roman"/>
                <a:cs typeface="Times New Roman"/>
              </a:rPr>
              <a:t>sphere around </a:t>
            </a:r>
            <a:r>
              <a:rPr sz="2050" i="1" spc="5" dirty="0">
                <a:latin typeface="Times New Roman"/>
                <a:cs typeface="Times New Roman"/>
              </a:rPr>
              <a:t>the origin</a:t>
            </a:r>
            <a:r>
              <a:rPr sz="2050" i="1" spc="-260" dirty="0">
                <a:latin typeface="Times New Roman"/>
                <a:cs typeface="Times New Roman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containing</a:t>
            </a:r>
            <a:endParaRPr sz="20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455"/>
              </a:spcBef>
            </a:pPr>
            <a:r>
              <a:rPr sz="2050" i="1" spc="229" dirty="0">
                <a:latin typeface="Times New Roman"/>
                <a:cs typeface="Times New Roman"/>
              </a:rPr>
              <a:t>X</a:t>
            </a:r>
            <a:r>
              <a:rPr sz="2175" i="1" spc="345" baseline="28735" dirty="0">
                <a:latin typeface="Menlo"/>
                <a:cs typeface="Menlo"/>
              </a:rPr>
              <a:t>∗</a:t>
            </a:r>
            <a:r>
              <a:rPr sz="2050" i="1" spc="229" dirty="0"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  <a:spcBef>
                <a:spcPts val="1405"/>
              </a:spcBef>
            </a:pPr>
            <a:r>
              <a:rPr sz="2050" spc="445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050" i="1" spc="445" dirty="0">
                <a:solidFill>
                  <a:srgbClr val="0000FF"/>
                </a:solidFill>
                <a:latin typeface="Menlo"/>
                <a:cs typeface="Menlo"/>
              </a:rPr>
              <a:t>⇒</a:t>
            </a:r>
            <a:r>
              <a:rPr sz="2050" i="1" spc="-85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50" dirty="0">
                <a:solidFill>
                  <a:srgbClr val="0000FF"/>
                </a:solidFill>
                <a:latin typeface="Times New Roman"/>
                <a:cs typeface="Times New Roman"/>
              </a:rPr>
              <a:t>minimize </a:t>
            </a:r>
            <a:r>
              <a:rPr sz="2050" i="1" spc="-400" dirty="0">
                <a:solidFill>
                  <a:srgbClr val="0000FF"/>
                </a:solidFill>
                <a:latin typeface="Menlo"/>
                <a:cs typeface="Menlo"/>
              </a:rPr>
              <a:t>||</a:t>
            </a:r>
            <a:r>
              <a:rPr sz="2050" i="1" spc="-400" dirty="0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sz="2050" i="1" spc="-400" dirty="0">
                <a:solidFill>
                  <a:srgbClr val="0000FF"/>
                </a:solidFill>
                <a:latin typeface="Menlo"/>
                <a:cs typeface="Menlo"/>
              </a:rPr>
              <a:t>||</a:t>
            </a:r>
            <a:r>
              <a:rPr sz="2175" spc="-600" baseline="28735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175" spc="367" baseline="287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0000FF"/>
                </a:solidFill>
                <a:latin typeface="Times New Roman"/>
                <a:cs typeface="Times New Roman"/>
              </a:rPr>
              <a:t>and </a:t>
            </a:r>
            <a:r>
              <a:rPr sz="2050" spc="-15" dirty="0">
                <a:solidFill>
                  <a:srgbClr val="0000FF"/>
                </a:solidFill>
                <a:latin typeface="Times New Roman"/>
                <a:cs typeface="Times New Roman"/>
              </a:rPr>
              <a:t>have </a:t>
            </a:r>
            <a:r>
              <a:rPr sz="2050" spc="-10" dirty="0">
                <a:solidFill>
                  <a:srgbClr val="0000FF"/>
                </a:solidFill>
                <a:latin typeface="Times New Roman"/>
                <a:cs typeface="Times New Roman"/>
              </a:rPr>
              <a:t>low </a:t>
            </a:r>
            <a:r>
              <a:rPr sz="2050" dirty="0">
                <a:solidFill>
                  <a:srgbClr val="0000FF"/>
                </a:solidFill>
                <a:latin typeface="Times New Roman"/>
                <a:cs typeface="Times New Roman"/>
              </a:rPr>
              <a:t>capacity</a:t>
            </a:r>
            <a:endParaRPr sz="205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  <a:spcBef>
                <a:spcPts val="465"/>
              </a:spcBef>
            </a:pPr>
            <a:r>
              <a:rPr sz="2050" spc="445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2050" i="1" spc="445" dirty="0">
                <a:solidFill>
                  <a:srgbClr val="FF0000"/>
                </a:solidFill>
                <a:latin typeface="Menlo"/>
                <a:cs typeface="Menlo"/>
              </a:rPr>
              <a:t>⇒</a:t>
            </a:r>
            <a:r>
              <a:rPr sz="2050" i="1" spc="-70" dirty="0">
                <a:solidFill>
                  <a:srgbClr val="FF0000"/>
                </a:solidFill>
                <a:latin typeface="Menlo"/>
                <a:cs typeface="Menlo"/>
              </a:rPr>
              <a:t> </a:t>
            </a:r>
            <a:r>
              <a:rPr sz="2050" spc="5" dirty="0">
                <a:solidFill>
                  <a:srgbClr val="FF0000"/>
                </a:solidFill>
                <a:latin typeface="Times New Roman"/>
                <a:cs typeface="Times New Roman"/>
              </a:rPr>
              <a:t>minimizing </a:t>
            </a:r>
            <a:r>
              <a:rPr sz="2050" i="1" spc="-400" dirty="0">
                <a:solidFill>
                  <a:srgbClr val="FF0000"/>
                </a:solidFill>
                <a:latin typeface="Menlo"/>
                <a:cs typeface="Menlo"/>
              </a:rPr>
              <a:t>||</a:t>
            </a:r>
            <a:r>
              <a:rPr sz="2050" i="1" spc="-400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2050" i="1" spc="-400" dirty="0">
                <a:solidFill>
                  <a:srgbClr val="FF0000"/>
                </a:solidFill>
                <a:latin typeface="Menlo"/>
                <a:cs typeface="Menlo"/>
              </a:rPr>
              <a:t>||</a:t>
            </a:r>
            <a:r>
              <a:rPr sz="2175" spc="-600" baseline="2873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175" spc="382" baseline="287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FF0000"/>
                </a:solidFill>
                <a:latin typeface="Times New Roman"/>
                <a:cs typeface="Times New Roman"/>
              </a:rPr>
              <a:t>equivalent </a:t>
            </a:r>
            <a:r>
              <a:rPr sz="2050" dirty="0">
                <a:solidFill>
                  <a:srgbClr val="FF0000"/>
                </a:solidFill>
                <a:latin typeface="Times New Roman"/>
                <a:cs typeface="Times New Roman"/>
              </a:rPr>
              <a:t>to obtaining </a:t>
            </a:r>
            <a:r>
              <a:rPr sz="2050" spc="5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sz="2050" spc="-5" dirty="0">
                <a:solidFill>
                  <a:srgbClr val="FF0000"/>
                </a:solidFill>
                <a:latin typeface="Times New Roman"/>
                <a:cs typeface="Times New Roman"/>
              </a:rPr>
              <a:t>large margin </a:t>
            </a:r>
            <a:r>
              <a:rPr sz="2050" dirty="0">
                <a:solidFill>
                  <a:srgbClr val="FF0000"/>
                </a:solidFill>
                <a:latin typeface="Times New Roman"/>
                <a:cs typeface="Times New Roman"/>
              </a:rPr>
              <a:t>classifier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86128" y="4683671"/>
            <a:ext cx="223520" cy="111760"/>
          </a:xfrm>
          <a:custGeom>
            <a:avLst/>
            <a:gdLst/>
            <a:ahLst/>
            <a:cxnLst/>
            <a:rect l="l" t="t" r="r" b="b"/>
            <a:pathLst>
              <a:path w="223520" h="111760">
                <a:moveTo>
                  <a:pt x="223227" y="55803"/>
                </a:moveTo>
                <a:lnTo>
                  <a:pt x="0" y="0"/>
                </a:lnTo>
                <a:lnTo>
                  <a:pt x="0" y="111620"/>
                </a:lnTo>
                <a:lnTo>
                  <a:pt x="223227" y="558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729776" y="4739475"/>
            <a:ext cx="5403215" cy="0"/>
          </a:xfrm>
          <a:custGeom>
            <a:avLst/>
            <a:gdLst/>
            <a:ahLst/>
            <a:cxnLst/>
            <a:rect l="l" t="t" r="r" b="b"/>
            <a:pathLst>
              <a:path w="5403215">
                <a:moveTo>
                  <a:pt x="0" y="0"/>
                </a:moveTo>
                <a:lnTo>
                  <a:pt x="5402859" y="0"/>
                </a:lnTo>
              </a:path>
            </a:pathLst>
          </a:custGeom>
          <a:ln w="186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69624" y="1432280"/>
            <a:ext cx="2988945" cy="4796790"/>
          </a:xfrm>
          <a:custGeom>
            <a:avLst/>
            <a:gdLst/>
            <a:ahLst/>
            <a:cxnLst/>
            <a:rect l="l" t="t" r="r" b="b"/>
            <a:pathLst>
              <a:path w="2988945" h="4796790">
                <a:moveTo>
                  <a:pt x="0" y="0"/>
                </a:moveTo>
                <a:lnTo>
                  <a:pt x="2988551" y="4796599"/>
                </a:lnTo>
              </a:path>
            </a:pathLst>
          </a:custGeom>
          <a:ln w="27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47679" y="1408188"/>
            <a:ext cx="111760" cy="223520"/>
          </a:xfrm>
          <a:custGeom>
            <a:avLst/>
            <a:gdLst/>
            <a:ahLst/>
            <a:cxnLst/>
            <a:rect l="l" t="t" r="r" b="b"/>
            <a:pathLst>
              <a:path w="111760" h="223519">
                <a:moveTo>
                  <a:pt x="111620" y="223215"/>
                </a:moveTo>
                <a:lnTo>
                  <a:pt x="55803" y="0"/>
                </a:lnTo>
                <a:lnTo>
                  <a:pt x="0" y="223215"/>
                </a:lnTo>
                <a:lnTo>
                  <a:pt x="111620" y="2232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03483" y="1584896"/>
            <a:ext cx="0" cy="4737100"/>
          </a:xfrm>
          <a:custGeom>
            <a:avLst/>
            <a:gdLst/>
            <a:ahLst/>
            <a:cxnLst/>
            <a:rect l="l" t="t" r="r" b="b"/>
            <a:pathLst>
              <a:path h="4737100">
                <a:moveTo>
                  <a:pt x="0" y="0"/>
                </a:moveTo>
                <a:lnTo>
                  <a:pt x="0" y="4736477"/>
                </a:lnTo>
              </a:path>
            </a:pathLst>
          </a:custGeom>
          <a:ln w="186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64594" y="3939603"/>
            <a:ext cx="208279" cy="185420"/>
          </a:xfrm>
          <a:custGeom>
            <a:avLst/>
            <a:gdLst/>
            <a:ahLst/>
            <a:cxnLst/>
            <a:rect l="l" t="t" r="r" b="b"/>
            <a:pathLst>
              <a:path w="208279" h="185420">
                <a:moveTo>
                  <a:pt x="207657" y="0"/>
                </a:moveTo>
                <a:lnTo>
                  <a:pt x="0" y="99085"/>
                </a:lnTo>
                <a:lnTo>
                  <a:pt x="71056" y="185153"/>
                </a:lnTo>
                <a:lnTo>
                  <a:pt x="2076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03483" y="4052112"/>
            <a:ext cx="832485" cy="687705"/>
          </a:xfrm>
          <a:custGeom>
            <a:avLst/>
            <a:gdLst/>
            <a:ahLst/>
            <a:cxnLst/>
            <a:rect l="l" t="t" r="r" b="b"/>
            <a:pathLst>
              <a:path w="832485" h="687704">
                <a:moveTo>
                  <a:pt x="0" y="687362"/>
                </a:moveTo>
                <a:lnTo>
                  <a:pt x="832484" y="0"/>
                </a:lnTo>
              </a:path>
            </a:pathLst>
          </a:custGeom>
          <a:ln w="186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03483" y="3478504"/>
            <a:ext cx="1522095" cy="1261110"/>
          </a:xfrm>
          <a:custGeom>
            <a:avLst/>
            <a:gdLst/>
            <a:ahLst/>
            <a:cxnLst/>
            <a:rect l="l" t="t" r="r" b="b"/>
            <a:pathLst>
              <a:path w="1522095" h="1261110">
                <a:moveTo>
                  <a:pt x="0" y="1260970"/>
                </a:moveTo>
                <a:lnTo>
                  <a:pt x="1521777" y="0"/>
                </a:lnTo>
              </a:path>
            </a:pathLst>
          </a:custGeom>
          <a:ln w="929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729022" y="4012145"/>
            <a:ext cx="240665" cy="382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b="1" spc="-5" dirty="0">
                <a:latin typeface="Times New Roman"/>
                <a:cs typeface="Times New Roman"/>
              </a:rPr>
              <a:t>w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48868" y="2548686"/>
            <a:ext cx="24892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5" dirty="0">
                <a:latin typeface="Wingdings"/>
                <a:cs typeface="Wingdings"/>
              </a:rPr>
              <a:t>◆</a:t>
            </a:r>
            <a:endParaRPr sz="1750">
              <a:latin typeface="Wingdings"/>
              <a:cs typeface="Wingding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86911" y="3101443"/>
            <a:ext cx="24892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5" dirty="0">
                <a:latin typeface="Wingdings"/>
                <a:cs typeface="Wingdings"/>
              </a:rPr>
              <a:t>◆</a:t>
            </a:r>
            <a:endParaRPr sz="1750">
              <a:latin typeface="Wingdings"/>
              <a:cs typeface="Wingding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30953" y="3696725"/>
            <a:ext cx="24892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5" dirty="0">
                <a:latin typeface="Wingdings"/>
                <a:cs typeface="Wingdings"/>
              </a:rPr>
              <a:t>◆</a:t>
            </a:r>
            <a:endParaRPr sz="1750">
              <a:latin typeface="Wingdings"/>
              <a:cs typeface="Wingding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47286" y="4226891"/>
            <a:ext cx="24892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5" dirty="0">
                <a:latin typeface="Wingdings"/>
                <a:cs typeface="Wingdings"/>
              </a:rPr>
              <a:t>◆</a:t>
            </a:r>
            <a:endParaRPr sz="1750">
              <a:latin typeface="Wingdings"/>
              <a:cs typeface="Wingding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56979" y="3047244"/>
            <a:ext cx="24892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5" dirty="0">
                <a:latin typeface="Wingdings"/>
                <a:cs typeface="Wingdings"/>
              </a:rPr>
              <a:t>●</a:t>
            </a:r>
            <a:endParaRPr sz="1750">
              <a:latin typeface="Wingdings"/>
              <a:cs typeface="Wingding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98717" y="3166559"/>
            <a:ext cx="24892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5" dirty="0">
                <a:latin typeface="Wingdings"/>
                <a:cs typeface="Wingdings"/>
              </a:rPr>
              <a:t>●</a:t>
            </a:r>
            <a:endParaRPr sz="1750">
              <a:latin typeface="Wingdings"/>
              <a:cs typeface="Wingding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47543" y="4989594"/>
            <a:ext cx="24892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5" dirty="0">
                <a:latin typeface="Wingdings"/>
                <a:cs typeface="Wingdings"/>
              </a:rPr>
              <a:t>●</a:t>
            </a:r>
            <a:endParaRPr sz="1750">
              <a:latin typeface="Wingdings"/>
              <a:cs typeface="Wingding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16608" y="5511992"/>
            <a:ext cx="24892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5" dirty="0">
                <a:latin typeface="Wingdings"/>
                <a:cs typeface="Wingdings"/>
              </a:rPr>
              <a:t>●</a:t>
            </a:r>
            <a:endParaRPr sz="1750">
              <a:latin typeface="Wingdings"/>
              <a:cs typeface="Wingding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26728" y="5250012"/>
            <a:ext cx="24892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5" dirty="0">
                <a:latin typeface="Wingdings"/>
                <a:cs typeface="Wingdings"/>
              </a:rPr>
              <a:t>●</a:t>
            </a:r>
            <a:endParaRPr sz="1750">
              <a:latin typeface="Wingdings"/>
              <a:cs typeface="Wingding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96443" y="5328805"/>
            <a:ext cx="2346960" cy="422275"/>
          </a:xfrm>
          <a:prstGeom prst="rect">
            <a:avLst/>
          </a:prstGeom>
          <a:solidFill>
            <a:srgbClr val="DFDFDF"/>
          </a:solidFill>
          <a:ln w="92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2745"/>
              </a:lnSpc>
            </a:pPr>
            <a:r>
              <a:rPr sz="2350" b="1" spc="-5" dirty="0">
                <a:latin typeface="Times New Roman"/>
                <a:cs typeface="Times New Roman"/>
              </a:rPr>
              <a:t>{x</a:t>
            </a:r>
            <a:r>
              <a:rPr sz="2350" b="1" spc="-20" dirty="0">
                <a:latin typeface="Times New Roman"/>
                <a:cs typeface="Times New Roman"/>
              </a:rPr>
              <a:t> </a:t>
            </a:r>
            <a:r>
              <a:rPr sz="2350" spc="-5" dirty="0">
                <a:latin typeface="Symbol"/>
                <a:cs typeface="Symbol"/>
              </a:rPr>
              <a:t>|</a:t>
            </a:r>
            <a:r>
              <a:rPr sz="2350" spc="-15" dirty="0">
                <a:latin typeface="Symbol"/>
                <a:cs typeface="Symbol"/>
              </a:rPr>
              <a:t> </a:t>
            </a:r>
            <a:r>
              <a:rPr sz="2350" b="1" spc="-110" dirty="0">
                <a:latin typeface="Times New Roman"/>
                <a:cs typeface="Times New Roman"/>
              </a:rPr>
              <a:t>&lt;w</a:t>
            </a:r>
            <a:r>
              <a:rPr sz="3525" b="1" spc="-165" baseline="1182" dirty="0">
                <a:latin typeface="Times New Roman"/>
                <a:cs typeface="Times New Roman"/>
              </a:rPr>
              <a:t>,</a:t>
            </a:r>
            <a:r>
              <a:rPr sz="3525" b="1" spc="-284" baseline="1182" dirty="0">
                <a:latin typeface="Times New Roman"/>
                <a:cs typeface="Times New Roman"/>
              </a:rPr>
              <a:t> </a:t>
            </a:r>
            <a:r>
              <a:rPr sz="2350" b="1" spc="-70" dirty="0">
                <a:latin typeface="Times New Roman"/>
                <a:cs typeface="Times New Roman"/>
              </a:rPr>
              <a:t>x&gt;</a:t>
            </a:r>
            <a:r>
              <a:rPr sz="2350" b="1" spc="-254" dirty="0">
                <a:latin typeface="Times New Roman"/>
                <a:cs typeface="Times New Roman"/>
              </a:rPr>
              <a:t> </a:t>
            </a:r>
            <a:r>
              <a:rPr sz="2350" b="1" spc="-5" dirty="0">
                <a:latin typeface="Times New Roman"/>
                <a:cs typeface="Times New Roman"/>
              </a:rPr>
              <a:t>+</a:t>
            </a:r>
            <a:r>
              <a:rPr sz="2350" b="1" spc="-254" dirty="0">
                <a:latin typeface="Times New Roman"/>
                <a:cs typeface="Times New Roman"/>
              </a:rPr>
              <a:t> </a:t>
            </a:r>
            <a:r>
              <a:rPr sz="2350" i="1" spc="-5" dirty="0">
                <a:latin typeface="Times New Roman"/>
                <a:cs typeface="Times New Roman"/>
              </a:rPr>
              <a:t>b</a:t>
            </a:r>
            <a:r>
              <a:rPr sz="2350" i="1" spc="-15" dirty="0">
                <a:latin typeface="Times New Roman"/>
                <a:cs typeface="Times New Roman"/>
              </a:rPr>
              <a:t> </a:t>
            </a:r>
            <a:r>
              <a:rPr sz="2350" spc="-5" dirty="0">
                <a:latin typeface="Times New Roman"/>
                <a:cs typeface="Times New Roman"/>
              </a:rPr>
              <a:t>=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spc="-5" dirty="0">
                <a:latin typeface="Times New Roman"/>
                <a:cs typeface="Times New Roman"/>
              </a:rPr>
              <a:t>0</a:t>
            </a:r>
            <a:r>
              <a:rPr sz="2350" spc="-5" dirty="0">
                <a:latin typeface="Symbol"/>
                <a:cs typeface="Symbol"/>
              </a:rPr>
              <a:t>}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5891644" y="1825104"/>
            <a:ext cx="1669414" cy="382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-90" dirty="0"/>
              <a:t>&lt;w</a:t>
            </a:r>
            <a:r>
              <a:rPr sz="3525" spc="-135" baseline="1182" dirty="0"/>
              <a:t>,</a:t>
            </a:r>
            <a:r>
              <a:rPr sz="3525" spc="-405" baseline="1182" dirty="0"/>
              <a:t> </a:t>
            </a:r>
            <a:r>
              <a:rPr sz="2350" spc="-70" dirty="0"/>
              <a:t>x&gt;</a:t>
            </a:r>
            <a:r>
              <a:rPr sz="2350" spc="-260" dirty="0"/>
              <a:t> </a:t>
            </a:r>
            <a:r>
              <a:rPr sz="2350" spc="-5" dirty="0"/>
              <a:t>+</a:t>
            </a:r>
            <a:r>
              <a:rPr sz="2350" spc="-254" dirty="0"/>
              <a:t> </a:t>
            </a:r>
            <a:r>
              <a:rPr sz="2350" b="0" i="1" spc="-5" dirty="0">
                <a:latin typeface="Times New Roman"/>
                <a:cs typeface="Times New Roman"/>
              </a:rPr>
              <a:t>b</a:t>
            </a:r>
            <a:r>
              <a:rPr sz="2350" b="0" i="1" spc="-25" dirty="0">
                <a:latin typeface="Times New Roman"/>
                <a:cs typeface="Times New Roman"/>
              </a:rPr>
              <a:t> </a:t>
            </a:r>
            <a:r>
              <a:rPr sz="2350" b="0" spc="-5" dirty="0">
                <a:latin typeface="Times New Roman"/>
                <a:cs typeface="Times New Roman"/>
              </a:rPr>
              <a:t>&gt;</a:t>
            </a:r>
            <a:r>
              <a:rPr sz="2350" b="0" spc="-25" dirty="0">
                <a:latin typeface="Times New Roman"/>
                <a:cs typeface="Times New Roman"/>
              </a:rPr>
              <a:t> </a:t>
            </a:r>
            <a:r>
              <a:rPr sz="2350" b="0" spc="-5" dirty="0">
                <a:latin typeface="Times New Roman"/>
                <a:cs typeface="Times New Roman"/>
              </a:rPr>
              <a:t>0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64205" y="3982923"/>
            <a:ext cx="1669414" cy="382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b="1" spc="-90" dirty="0">
                <a:latin typeface="Times New Roman"/>
                <a:cs typeface="Times New Roman"/>
              </a:rPr>
              <a:t>&lt;w</a:t>
            </a:r>
            <a:r>
              <a:rPr sz="3525" b="1" spc="-135" baseline="1182" dirty="0">
                <a:latin typeface="Times New Roman"/>
                <a:cs typeface="Times New Roman"/>
              </a:rPr>
              <a:t>,</a:t>
            </a:r>
            <a:r>
              <a:rPr sz="3525" b="1" spc="-405" baseline="1182" dirty="0">
                <a:latin typeface="Times New Roman"/>
                <a:cs typeface="Times New Roman"/>
              </a:rPr>
              <a:t> </a:t>
            </a:r>
            <a:r>
              <a:rPr sz="2350" b="1" spc="-70" dirty="0">
                <a:latin typeface="Times New Roman"/>
                <a:cs typeface="Times New Roman"/>
              </a:rPr>
              <a:t>x&gt;</a:t>
            </a:r>
            <a:r>
              <a:rPr sz="2350" b="1" spc="-260" dirty="0">
                <a:latin typeface="Times New Roman"/>
                <a:cs typeface="Times New Roman"/>
              </a:rPr>
              <a:t> </a:t>
            </a:r>
            <a:r>
              <a:rPr sz="2350" b="1" spc="-5" dirty="0">
                <a:latin typeface="Times New Roman"/>
                <a:cs typeface="Times New Roman"/>
              </a:rPr>
              <a:t>+</a:t>
            </a:r>
            <a:r>
              <a:rPr sz="2350" b="1" spc="-254" dirty="0">
                <a:latin typeface="Times New Roman"/>
                <a:cs typeface="Times New Roman"/>
              </a:rPr>
              <a:t> </a:t>
            </a:r>
            <a:r>
              <a:rPr sz="2350" i="1" spc="-5" dirty="0">
                <a:latin typeface="Times New Roman"/>
                <a:cs typeface="Times New Roman"/>
              </a:rPr>
              <a:t>b</a:t>
            </a:r>
            <a:r>
              <a:rPr sz="2350" i="1" spc="-25" dirty="0">
                <a:latin typeface="Times New Roman"/>
                <a:cs typeface="Times New Roman"/>
              </a:rPr>
              <a:t> </a:t>
            </a:r>
            <a:r>
              <a:rPr sz="2350" spc="-5" dirty="0">
                <a:latin typeface="Times New Roman"/>
                <a:cs typeface="Times New Roman"/>
              </a:rPr>
              <a:t>&lt;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spc="-5" dirty="0">
                <a:latin typeface="Times New Roman"/>
                <a:cs typeface="Times New Roman"/>
              </a:rPr>
              <a:t>0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14585" y="1942566"/>
            <a:ext cx="1486535" cy="3796665"/>
          </a:xfrm>
          <a:custGeom>
            <a:avLst/>
            <a:gdLst/>
            <a:ahLst/>
            <a:cxnLst/>
            <a:rect l="l" t="t" r="r" b="b"/>
            <a:pathLst>
              <a:path w="1486535" h="3796665">
                <a:moveTo>
                  <a:pt x="0" y="0"/>
                </a:moveTo>
                <a:lnTo>
                  <a:pt x="1486446" y="3796322"/>
                </a:lnTo>
              </a:path>
            </a:pathLst>
          </a:custGeom>
          <a:ln w="14693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25983" y="2447251"/>
            <a:ext cx="2667635" cy="2104390"/>
          </a:xfrm>
          <a:custGeom>
            <a:avLst/>
            <a:gdLst/>
            <a:ahLst/>
            <a:cxnLst/>
            <a:rect l="l" t="t" r="r" b="b"/>
            <a:pathLst>
              <a:path w="2667634" h="2104390">
                <a:moveTo>
                  <a:pt x="0" y="0"/>
                </a:moveTo>
                <a:lnTo>
                  <a:pt x="0" y="2104123"/>
                </a:lnTo>
                <a:lnTo>
                  <a:pt x="2667012" y="2104123"/>
                </a:lnTo>
                <a:lnTo>
                  <a:pt x="2667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25983" y="2447251"/>
            <a:ext cx="2667635" cy="2104390"/>
          </a:xfrm>
          <a:custGeom>
            <a:avLst/>
            <a:gdLst/>
            <a:ahLst/>
            <a:cxnLst/>
            <a:rect l="l" t="t" r="r" b="b"/>
            <a:pathLst>
              <a:path w="2667634" h="2104390">
                <a:moveTo>
                  <a:pt x="0" y="0"/>
                </a:moveTo>
                <a:lnTo>
                  <a:pt x="0" y="2104123"/>
                </a:lnTo>
                <a:lnTo>
                  <a:pt x="2667012" y="2104123"/>
                </a:lnTo>
                <a:lnTo>
                  <a:pt x="2667012" y="0"/>
                </a:lnTo>
                <a:lnTo>
                  <a:pt x="0" y="0"/>
                </a:lnTo>
                <a:close/>
              </a:path>
            </a:pathLst>
          </a:custGeom>
          <a:ln w="73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80877" y="1942566"/>
            <a:ext cx="1486535" cy="3796665"/>
          </a:xfrm>
          <a:custGeom>
            <a:avLst/>
            <a:gdLst/>
            <a:ahLst/>
            <a:cxnLst/>
            <a:rect l="l" t="t" r="r" b="b"/>
            <a:pathLst>
              <a:path w="1486535" h="3796665">
                <a:moveTo>
                  <a:pt x="0" y="0"/>
                </a:moveTo>
                <a:lnTo>
                  <a:pt x="1486433" y="3796322"/>
                </a:lnTo>
              </a:path>
            </a:pathLst>
          </a:custGeom>
          <a:ln w="14693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41999" y="4512093"/>
            <a:ext cx="176530" cy="88265"/>
          </a:xfrm>
          <a:custGeom>
            <a:avLst/>
            <a:gdLst/>
            <a:ahLst/>
            <a:cxnLst/>
            <a:rect l="l" t="t" r="r" b="b"/>
            <a:pathLst>
              <a:path w="176529" h="88264">
                <a:moveTo>
                  <a:pt x="176326" y="44081"/>
                </a:moveTo>
                <a:lnTo>
                  <a:pt x="0" y="0"/>
                </a:lnTo>
                <a:lnTo>
                  <a:pt x="0" y="88163"/>
                </a:lnTo>
                <a:lnTo>
                  <a:pt x="176326" y="440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10854" y="4556175"/>
            <a:ext cx="4268470" cy="0"/>
          </a:xfrm>
          <a:custGeom>
            <a:avLst/>
            <a:gdLst/>
            <a:ahLst/>
            <a:cxnLst/>
            <a:rect l="l" t="t" r="r" b="b"/>
            <a:pathLst>
              <a:path w="4268470">
                <a:moveTo>
                  <a:pt x="0" y="0"/>
                </a:moveTo>
                <a:lnTo>
                  <a:pt x="4267873" y="0"/>
                </a:lnTo>
              </a:path>
            </a:pathLst>
          </a:custGeom>
          <a:ln w="14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01376" y="1936369"/>
            <a:ext cx="1486535" cy="3796665"/>
          </a:xfrm>
          <a:custGeom>
            <a:avLst/>
            <a:gdLst/>
            <a:ahLst/>
            <a:cxnLst/>
            <a:rect l="l" t="t" r="r" b="b"/>
            <a:pathLst>
              <a:path w="1486535" h="3796665">
                <a:moveTo>
                  <a:pt x="0" y="0"/>
                </a:moveTo>
                <a:lnTo>
                  <a:pt x="1486433" y="3796334"/>
                </a:lnTo>
              </a:path>
            </a:pathLst>
          </a:custGeom>
          <a:ln w="22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67875" y="1924685"/>
            <a:ext cx="88265" cy="176530"/>
          </a:xfrm>
          <a:custGeom>
            <a:avLst/>
            <a:gdLst/>
            <a:ahLst/>
            <a:cxnLst/>
            <a:rect l="l" t="t" r="r" b="b"/>
            <a:pathLst>
              <a:path w="88264" h="176530">
                <a:moveTo>
                  <a:pt x="88163" y="176326"/>
                </a:moveTo>
                <a:lnTo>
                  <a:pt x="44081" y="0"/>
                </a:lnTo>
                <a:lnTo>
                  <a:pt x="0" y="176326"/>
                </a:lnTo>
                <a:lnTo>
                  <a:pt x="88163" y="1763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11956" y="2064283"/>
            <a:ext cx="0" cy="452755"/>
          </a:xfrm>
          <a:custGeom>
            <a:avLst/>
            <a:gdLst/>
            <a:ahLst/>
            <a:cxnLst/>
            <a:rect l="l" t="t" r="r" b="b"/>
            <a:pathLst>
              <a:path h="452755">
                <a:moveTo>
                  <a:pt x="0" y="0"/>
                </a:moveTo>
                <a:lnTo>
                  <a:pt x="0" y="452285"/>
                </a:lnTo>
              </a:path>
            </a:pathLst>
          </a:custGeom>
          <a:ln w="14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11956" y="2849791"/>
            <a:ext cx="0" cy="2956560"/>
          </a:xfrm>
          <a:custGeom>
            <a:avLst/>
            <a:gdLst/>
            <a:ahLst/>
            <a:cxnLst/>
            <a:rect l="l" t="t" r="r" b="b"/>
            <a:pathLst>
              <a:path h="2956560">
                <a:moveTo>
                  <a:pt x="0" y="0"/>
                </a:moveTo>
                <a:lnTo>
                  <a:pt x="0" y="2955975"/>
                </a:lnTo>
              </a:path>
            </a:pathLst>
          </a:custGeom>
          <a:ln w="14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89285" y="4116666"/>
            <a:ext cx="177165" cy="120014"/>
          </a:xfrm>
          <a:custGeom>
            <a:avLst/>
            <a:gdLst/>
            <a:ahLst/>
            <a:cxnLst/>
            <a:rect l="l" t="t" r="r" b="b"/>
            <a:pathLst>
              <a:path w="177164" h="120014">
                <a:moveTo>
                  <a:pt x="176961" y="0"/>
                </a:moveTo>
                <a:lnTo>
                  <a:pt x="0" y="41465"/>
                </a:lnTo>
                <a:lnTo>
                  <a:pt x="40322" y="119862"/>
                </a:lnTo>
                <a:lnTo>
                  <a:pt x="1769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11956" y="4180535"/>
            <a:ext cx="730250" cy="375920"/>
          </a:xfrm>
          <a:custGeom>
            <a:avLst/>
            <a:gdLst/>
            <a:ahLst/>
            <a:cxnLst/>
            <a:rect l="l" t="t" r="r" b="b"/>
            <a:pathLst>
              <a:path w="730250" h="375920">
                <a:moveTo>
                  <a:pt x="0" y="375640"/>
                </a:moveTo>
                <a:lnTo>
                  <a:pt x="730161" y="0"/>
                </a:lnTo>
              </a:path>
            </a:pathLst>
          </a:custGeom>
          <a:ln w="14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11956" y="3905402"/>
            <a:ext cx="1261110" cy="650875"/>
          </a:xfrm>
          <a:custGeom>
            <a:avLst/>
            <a:gdLst/>
            <a:ahLst/>
            <a:cxnLst/>
            <a:rect l="l" t="t" r="r" b="b"/>
            <a:pathLst>
              <a:path w="1261110" h="650875">
                <a:moveTo>
                  <a:pt x="0" y="650773"/>
                </a:moveTo>
                <a:lnTo>
                  <a:pt x="1260868" y="0"/>
                </a:lnTo>
              </a:path>
            </a:pathLst>
          </a:custGeom>
          <a:ln w="7353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92320" y="4001985"/>
            <a:ext cx="262255" cy="123189"/>
          </a:xfrm>
          <a:custGeom>
            <a:avLst/>
            <a:gdLst/>
            <a:ahLst/>
            <a:cxnLst/>
            <a:rect l="l" t="t" r="r" b="b"/>
            <a:pathLst>
              <a:path w="262254" h="123189">
                <a:moveTo>
                  <a:pt x="0" y="0"/>
                </a:moveTo>
                <a:lnTo>
                  <a:pt x="24215" y="41491"/>
                </a:lnTo>
                <a:lnTo>
                  <a:pt x="56715" y="75591"/>
                </a:lnTo>
                <a:lnTo>
                  <a:pt x="95893" y="101249"/>
                </a:lnTo>
                <a:lnTo>
                  <a:pt x="140142" y="117415"/>
                </a:lnTo>
                <a:lnTo>
                  <a:pt x="187858" y="123037"/>
                </a:lnTo>
                <a:lnTo>
                  <a:pt x="206800" y="122160"/>
                </a:lnTo>
                <a:lnTo>
                  <a:pt x="225540" y="119543"/>
                </a:lnTo>
                <a:lnTo>
                  <a:pt x="243960" y="115209"/>
                </a:lnTo>
                <a:lnTo>
                  <a:pt x="261937" y="109181"/>
                </a:lnTo>
              </a:path>
            </a:pathLst>
          </a:custGeom>
          <a:ln w="14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601349" y="3885387"/>
            <a:ext cx="74930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10" dirty="0">
                <a:latin typeface="Helvetica"/>
                <a:cs typeface="Helvetica"/>
              </a:rPr>
              <a:t>,</a:t>
            </a:r>
            <a:endParaRPr sz="1350">
              <a:latin typeface="Helvetica"/>
              <a:cs typeface="Helvetic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38880" y="4001008"/>
            <a:ext cx="19558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dirty="0">
                <a:latin typeface="Times New Roman"/>
                <a:cs typeface="Times New Roman"/>
              </a:rPr>
              <a:t>w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28159" y="5035181"/>
            <a:ext cx="1853564" cy="333375"/>
          </a:xfrm>
          <a:prstGeom prst="rect">
            <a:avLst/>
          </a:prstGeom>
          <a:solidFill>
            <a:srgbClr val="DFDFDF"/>
          </a:solidFill>
          <a:ln w="73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ts val="2165"/>
              </a:lnSpc>
            </a:pPr>
            <a:r>
              <a:rPr sz="1850" b="1" dirty="0">
                <a:latin typeface="Times New Roman"/>
                <a:cs typeface="Times New Roman"/>
              </a:rPr>
              <a:t>{x</a:t>
            </a:r>
            <a:r>
              <a:rPr sz="1850" b="1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|</a:t>
            </a:r>
            <a:r>
              <a:rPr sz="1850" spc="-20" dirty="0">
                <a:latin typeface="Symbol"/>
                <a:cs typeface="Symbol"/>
              </a:rPr>
              <a:t> </a:t>
            </a:r>
            <a:r>
              <a:rPr sz="1850" b="1" spc="-70" dirty="0">
                <a:latin typeface="Times New Roman"/>
                <a:cs typeface="Times New Roman"/>
              </a:rPr>
              <a:t>&lt;w</a:t>
            </a:r>
            <a:r>
              <a:rPr sz="2775" b="1" spc="-104" baseline="1501" dirty="0">
                <a:latin typeface="Times New Roman"/>
                <a:cs typeface="Times New Roman"/>
              </a:rPr>
              <a:t>,</a:t>
            </a:r>
            <a:r>
              <a:rPr sz="2775" b="1" spc="-300" baseline="1501" dirty="0">
                <a:latin typeface="Times New Roman"/>
                <a:cs typeface="Times New Roman"/>
              </a:rPr>
              <a:t> </a:t>
            </a:r>
            <a:r>
              <a:rPr sz="1850" b="1" spc="-50" dirty="0">
                <a:latin typeface="Times New Roman"/>
                <a:cs typeface="Times New Roman"/>
              </a:rPr>
              <a:t>x&gt;</a:t>
            </a:r>
            <a:r>
              <a:rPr sz="1850" b="1" spc="-210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+</a:t>
            </a:r>
            <a:r>
              <a:rPr sz="1850" b="1" spc="-20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b</a:t>
            </a:r>
            <a:r>
              <a:rPr sz="1850" i="1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0</a:t>
            </a:r>
            <a:r>
              <a:rPr sz="1850" dirty="0">
                <a:latin typeface="Symbol"/>
                <a:cs typeface="Symbol"/>
              </a:rPr>
              <a:t>}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37372" y="2516568"/>
            <a:ext cx="1853564" cy="333375"/>
          </a:xfrm>
          <a:custGeom>
            <a:avLst/>
            <a:gdLst/>
            <a:ahLst/>
            <a:cxnLst/>
            <a:rect l="l" t="t" r="r" b="b"/>
            <a:pathLst>
              <a:path w="1853564" h="333375">
                <a:moveTo>
                  <a:pt x="0" y="0"/>
                </a:moveTo>
                <a:lnTo>
                  <a:pt x="0" y="333222"/>
                </a:lnTo>
                <a:lnTo>
                  <a:pt x="1853565" y="333222"/>
                </a:lnTo>
                <a:lnTo>
                  <a:pt x="1853565" y="0"/>
                </a:lnTo>
                <a:lnTo>
                  <a:pt x="0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937372" y="2516568"/>
            <a:ext cx="1853564" cy="333375"/>
          </a:xfrm>
          <a:prstGeom prst="rect">
            <a:avLst/>
          </a:prstGeom>
          <a:ln w="73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ts val="2165"/>
              </a:lnSpc>
            </a:pPr>
            <a:r>
              <a:rPr sz="1850" b="1" spc="-55" dirty="0">
                <a:latin typeface="Times New Roman"/>
                <a:cs typeface="Times New Roman"/>
              </a:rPr>
              <a:t>{x</a:t>
            </a:r>
            <a:r>
              <a:rPr sz="1850" b="1" spc="-5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Symbol"/>
                <a:cs typeface="Symbol"/>
              </a:rPr>
              <a:t>|</a:t>
            </a:r>
            <a:r>
              <a:rPr sz="1850" spc="-50" dirty="0">
                <a:latin typeface="Symbol"/>
                <a:cs typeface="Symbol"/>
              </a:rPr>
              <a:t> </a:t>
            </a:r>
            <a:r>
              <a:rPr sz="1850" b="1" spc="-114" dirty="0">
                <a:latin typeface="Times New Roman"/>
                <a:cs typeface="Times New Roman"/>
              </a:rPr>
              <a:t>&lt;w</a:t>
            </a:r>
            <a:r>
              <a:rPr sz="2775" b="1" spc="-172" baseline="1501" dirty="0">
                <a:latin typeface="Times New Roman"/>
                <a:cs typeface="Times New Roman"/>
              </a:rPr>
              <a:t>,</a:t>
            </a:r>
            <a:r>
              <a:rPr sz="2775" b="1" spc="-397" baseline="1501" dirty="0">
                <a:latin typeface="Times New Roman"/>
                <a:cs typeface="Times New Roman"/>
              </a:rPr>
              <a:t> </a:t>
            </a:r>
            <a:r>
              <a:rPr sz="1850" b="1" spc="-114" dirty="0">
                <a:latin typeface="Times New Roman"/>
                <a:cs typeface="Times New Roman"/>
              </a:rPr>
              <a:t>x&gt;</a:t>
            </a:r>
            <a:r>
              <a:rPr sz="1850" b="1" spc="-220" dirty="0">
                <a:latin typeface="Times New Roman"/>
                <a:cs typeface="Times New Roman"/>
              </a:rPr>
              <a:t> </a:t>
            </a:r>
            <a:r>
              <a:rPr sz="1850" b="1" spc="-75" dirty="0">
                <a:latin typeface="Times New Roman"/>
                <a:cs typeface="Times New Roman"/>
              </a:rPr>
              <a:t>+</a:t>
            </a:r>
            <a:r>
              <a:rPr sz="1850" b="1" spc="-220" dirty="0">
                <a:latin typeface="Times New Roman"/>
                <a:cs typeface="Times New Roman"/>
              </a:rPr>
              <a:t> </a:t>
            </a:r>
            <a:r>
              <a:rPr sz="1850" i="1" spc="-65" dirty="0">
                <a:latin typeface="Times New Roman"/>
                <a:cs typeface="Times New Roman"/>
              </a:rPr>
              <a:t>b</a:t>
            </a:r>
            <a:r>
              <a:rPr sz="1850" i="1" spc="-45" dirty="0">
                <a:latin typeface="Times New Roman"/>
                <a:cs typeface="Times New Roman"/>
              </a:rPr>
              <a:t> </a:t>
            </a:r>
            <a:r>
              <a:rPr sz="1850" spc="-70" dirty="0">
                <a:latin typeface="Times New Roman"/>
                <a:cs typeface="Times New Roman"/>
              </a:rPr>
              <a:t>=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b="1" spc="-65" dirty="0">
                <a:latin typeface="Times New Roman"/>
                <a:cs typeface="Times New Roman"/>
              </a:rPr>
              <a:t>−</a:t>
            </a:r>
            <a:r>
              <a:rPr sz="1850" spc="-65" dirty="0">
                <a:latin typeface="Times New Roman"/>
                <a:cs typeface="Times New Roman"/>
              </a:rPr>
              <a:t>1</a:t>
            </a:r>
            <a:r>
              <a:rPr sz="1850" spc="-65" dirty="0">
                <a:latin typeface="Symbol"/>
                <a:cs typeface="Symbol"/>
              </a:rPr>
              <a:t>}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4424527" y="2303500"/>
            <a:ext cx="1853564" cy="333375"/>
          </a:xfrm>
          <a:prstGeom prst="rect">
            <a:avLst/>
          </a:prstGeom>
          <a:solidFill>
            <a:srgbClr val="DFDFDF"/>
          </a:solidFill>
          <a:ln w="73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ts val="2165"/>
              </a:lnSpc>
            </a:pPr>
            <a:r>
              <a:rPr sz="1850" spc="-60" dirty="0"/>
              <a:t>{x </a:t>
            </a:r>
            <a:r>
              <a:rPr sz="1850" b="0" spc="-30" dirty="0">
                <a:latin typeface="Symbol"/>
                <a:cs typeface="Symbol"/>
              </a:rPr>
              <a:t>| </a:t>
            </a:r>
            <a:r>
              <a:rPr sz="1850" spc="-150" dirty="0"/>
              <a:t>&lt;w, </a:t>
            </a:r>
            <a:r>
              <a:rPr sz="1850" spc="-120" dirty="0"/>
              <a:t>x&gt; </a:t>
            </a:r>
            <a:r>
              <a:rPr sz="1850" spc="-75" dirty="0"/>
              <a:t>+ </a:t>
            </a:r>
            <a:r>
              <a:rPr sz="1850" b="0" i="1" spc="-70" dirty="0">
                <a:latin typeface="Times New Roman"/>
                <a:cs typeface="Times New Roman"/>
              </a:rPr>
              <a:t>b </a:t>
            </a:r>
            <a:r>
              <a:rPr sz="1850" b="0" spc="-75" dirty="0">
                <a:latin typeface="Times New Roman"/>
                <a:cs typeface="Times New Roman"/>
              </a:rPr>
              <a:t>=</a:t>
            </a:r>
            <a:r>
              <a:rPr sz="1850" b="0" spc="-285" dirty="0">
                <a:latin typeface="Times New Roman"/>
                <a:cs typeface="Times New Roman"/>
              </a:rPr>
              <a:t> </a:t>
            </a:r>
            <a:r>
              <a:rPr sz="1850" spc="-70" dirty="0"/>
              <a:t>+</a:t>
            </a:r>
            <a:r>
              <a:rPr sz="1850" b="0" spc="-70" dirty="0">
                <a:latin typeface="Times New Roman"/>
                <a:cs typeface="Times New Roman"/>
              </a:rPr>
              <a:t>1</a:t>
            </a:r>
            <a:r>
              <a:rPr sz="1850" b="0" spc="-70" dirty="0">
                <a:latin typeface="Symbol"/>
                <a:cs typeface="Symbol"/>
              </a:rPr>
              <a:t>}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32072" y="3497249"/>
            <a:ext cx="113664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15" dirty="0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74598" y="2521394"/>
            <a:ext cx="53530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50" dirty="0">
                <a:latin typeface="Times New Roman"/>
                <a:cs typeface="Times New Roman"/>
              </a:rPr>
              <a:t>Note: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77466" y="4133113"/>
            <a:ext cx="440690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339090" algn="l"/>
              </a:tabLst>
            </a:pPr>
            <a:r>
              <a:rPr sz="1350" spc="15" dirty="0">
                <a:latin typeface="Times New Roman"/>
                <a:cs typeface="Times New Roman"/>
              </a:rPr>
              <a:t>1	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81661" y="4003777"/>
            <a:ext cx="1023619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878205" algn="l"/>
              </a:tabLst>
            </a:pPr>
            <a:r>
              <a:rPr sz="1850" b="1" dirty="0">
                <a:latin typeface="Times New Roman"/>
                <a:cs typeface="Times New Roman"/>
              </a:rPr>
              <a:t>(x </a:t>
            </a:r>
            <a:r>
              <a:rPr sz="1850" b="1" spc="-23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−x </a:t>
            </a:r>
            <a:r>
              <a:rPr sz="1850" b="1" spc="-23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)	</a:t>
            </a:r>
            <a:r>
              <a:rPr sz="1850" dirty="0">
                <a:latin typeface="Times New Roman"/>
                <a:cs typeface="Times New Roman"/>
              </a:rPr>
              <a:t>=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94521" y="3851867"/>
            <a:ext cx="18288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50" b="1" dirty="0">
                <a:latin typeface="Times New Roman"/>
                <a:cs typeface="Times New Roman"/>
              </a:rPr>
              <a:t>w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89172" y="4111068"/>
            <a:ext cx="38989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50" b="1" dirty="0">
                <a:latin typeface="Times New Roman"/>
                <a:cs typeface="Times New Roman"/>
              </a:rPr>
              <a:t>||w||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408748" y="4156011"/>
            <a:ext cx="333375" cy="0"/>
          </a:xfrm>
          <a:custGeom>
            <a:avLst/>
            <a:gdLst/>
            <a:ahLst/>
            <a:cxnLst/>
            <a:rect l="l" t="t" r="r" b="b"/>
            <a:pathLst>
              <a:path w="333375">
                <a:moveTo>
                  <a:pt x="0" y="0"/>
                </a:moveTo>
                <a:lnTo>
                  <a:pt x="333222" y="0"/>
                </a:lnTo>
              </a:path>
            </a:pathLst>
          </a:custGeom>
          <a:ln w="14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215175" y="3834422"/>
            <a:ext cx="27813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700" dirty="0">
                <a:latin typeface="Times New Roman"/>
                <a:cs typeface="Times New Roman"/>
              </a:rPr>
              <a:t>&lt;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49229" y="2886531"/>
            <a:ext cx="2409190" cy="142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3180" algn="r">
              <a:lnSpc>
                <a:spcPts val="2080"/>
              </a:lnSpc>
              <a:spcBef>
                <a:spcPts val="100"/>
              </a:spcBef>
            </a:pPr>
            <a:r>
              <a:rPr sz="1850" b="1" spc="-80" dirty="0">
                <a:latin typeface="Times New Roman"/>
                <a:cs typeface="Times New Roman"/>
              </a:rPr>
              <a:t>&lt;w</a:t>
            </a:r>
            <a:r>
              <a:rPr sz="2775" b="1" spc="-120" baseline="9009" dirty="0">
                <a:latin typeface="Times New Roman"/>
                <a:cs typeface="Times New Roman"/>
              </a:rPr>
              <a:t>,</a:t>
            </a:r>
            <a:r>
              <a:rPr sz="2775" b="1" spc="-202" baseline="9009" dirty="0">
                <a:latin typeface="Times New Roman"/>
                <a:cs typeface="Times New Roman"/>
              </a:rPr>
              <a:t> </a:t>
            </a:r>
            <a:r>
              <a:rPr sz="1850" b="1" spc="-25" dirty="0">
                <a:latin typeface="Times New Roman"/>
                <a:cs typeface="Times New Roman"/>
              </a:rPr>
              <a:t>x</a:t>
            </a:r>
            <a:r>
              <a:rPr sz="2025" spc="-37" baseline="-22633" dirty="0">
                <a:latin typeface="Times New Roman"/>
                <a:cs typeface="Times New Roman"/>
              </a:rPr>
              <a:t>1</a:t>
            </a:r>
            <a:r>
              <a:rPr sz="1850" b="1" spc="-25" dirty="0">
                <a:latin typeface="Times New Roman"/>
                <a:cs typeface="Times New Roman"/>
              </a:rPr>
              <a:t>&gt;</a:t>
            </a:r>
            <a:r>
              <a:rPr sz="1850" b="1" spc="-23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+</a:t>
            </a:r>
            <a:r>
              <a:rPr sz="1850" b="1" spc="-229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b</a:t>
            </a:r>
            <a:r>
              <a:rPr sz="1850" i="1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+1</a:t>
            </a:r>
            <a:endParaRPr sz="1850">
              <a:latin typeface="Times New Roman"/>
              <a:cs typeface="Times New Roman"/>
            </a:endParaRPr>
          </a:p>
          <a:p>
            <a:pPr marR="43180" algn="r">
              <a:lnSpc>
                <a:spcPts val="2080"/>
              </a:lnSpc>
            </a:pPr>
            <a:r>
              <a:rPr sz="1850" b="1" spc="-100" dirty="0">
                <a:latin typeface="Times New Roman"/>
                <a:cs typeface="Times New Roman"/>
              </a:rPr>
              <a:t>&lt;w</a:t>
            </a:r>
            <a:r>
              <a:rPr sz="2775" b="1" spc="-150" baseline="7507" dirty="0">
                <a:latin typeface="Times New Roman"/>
                <a:cs typeface="Times New Roman"/>
              </a:rPr>
              <a:t>,</a:t>
            </a:r>
            <a:r>
              <a:rPr sz="2775" b="1" spc="-120" baseline="7507" dirty="0">
                <a:latin typeface="Times New Roman"/>
                <a:cs typeface="Times New Roman"/>
              </a:rPr>
              <a:t> </a:t>
            </a:r>
            <a:r>
              <a:rPr sz="1850" b="1" spc="-25" dirty="0">
                <a:latin typeface="Times New Roman"/>
                <a:cs typeface="Times New Roman"/>
              </a:rPr>
              <a:t>x</a:t>
            </a:r>
            <a:r>
              <a:rPr sz="2025" spc="-37" baseline="-22633" dirty="0">
                <a:latin typeface="Times New Roman"/>
                <a:cs typeface="Times New Roman"/>
              </a:rPr>
              <a:t>2</a:t>
            </a:r>
            <a:r>
              <a:rPr sz="1850" b="1" spc="-25" dirty="0">
                <a:latin typeface="Times New Roman"/>
                <a:cs typeface="Times New Roman"/>
              </a:rPr>
              <a:t>&gt;</a:t>
            </a:r>
            <a:r>
              <a:rPr sz="1850" b="1" spc="-229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+</a:t>
            </a:r>
            <a:r>
              <a:rPr sz="1850" b="1" spc="-23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b</a:t>
            </a:r>
            <a:r>
              <a:rPr sz="1850" i="1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−1</a:t>
            </a:r>
            <a:endParaRPr sz="1850">
              <a:latin typeface="Times New Roman"/>
              <a:cs typeface="Times New Roman"/>
            </a:endParaRPr>
          </a:p>
          <a:p>
            <a:pPr marR="97790" algn="r">
              <a:lnSpc>
                <a:spcPct val="100000"/>
              </a:lnSpc>
              <a:spcBef>
                <a:spcPts val="1025"/>
              </a:spcBef>
              <a:tabLst>
                <a:tab pos="645160" algn="l"/>
                <a:tab pos="2159635" algn="l"/>
              </a:tabLst>
            </a:pPr>
            <a:r>
              <a:rPr sz="1850" b="1" spc="-30" dirty="0">
                <a:latin typeface="Times New Roman"/>
                <a:cs typeface="Times New Roman"/>
              </a:rPr>
              <a:t>=</a:t>
            </a:r>
            <a:r>
              <a:rPr sz="1850" b="1" dirty="0">
                <a:latin typeface="Times New Roman"/>
                <a:cs typeface="Times New Roman"/>
              </a:rPr>
              <a:t>&gt;	</a:t>
            </a:r>
            <a:r>
              <a:rPr sz="1850" b="1" spc="-30" dirty="0">
                <a:latin typeface="Times New Roman"/>
                <a:cs typeface="Times New Roman"/>
              </a:rPr>
              <a:t>&lt;</a:t>
            </a:r>
            <a:r>
              <a:rPr sz="1850" b="1" spc="75" dirty="0">
                <a:latin typeface="Times New Roman"/>
                <a:cs typeface="Times New Roman"/>
              </a:rPr>
              <a:t>w</a:t>
            </a:r>
            <a:r>
              <a:rPr sz="2775" b="1" baseline="12012" dirty="0">
                <a:latin typeface="Times New Roman"/>
                <a:cs typeface="Times New Roman"/>
              </a:rPr>
              <a:t>,</a:t>
            </a:r>
            <a:r>
              <a:rPr sz="2775" b="1" spc="-254" baseline="12012" dirty="0">
                <a:latin typeface="Times New Roman"/>
                <a:cs typeface="Times New Roman"/>
              </a:rPr>
              <a:t> </a:t>
            </a:r>
            <a:r>
              <a:rPr sz="1850" b="1" spc="-30" dirty="0">
                <a:latin typeface="Times New Roman"/>
                <a:cs typeface="Times New Roman"/>
              </a:rPr>
              <a:t>(</a:t>
            </a:r>
            <a:r>
              <a:rPr sz="1850" b="1" spc="-25" dirty="0">
                <a:latin typeface="Times New Roman"/>
                <a:cs typeface="Times New Roman"/>
              </a:rPr>
              <a:t>x</a:t>
            </a:r>
            <a:r>
              <a:rPr sz="2025" spc="22" baseline="-22633" dirty="0">
                <a:latin typeface="Times New Roman"/>
                <a:cs typeface="Times New Roman"/>
              </a:rPr>
              <a:t>1</a:t>
            </a:r>
            <a:r>
              <a:rPr sz="1850" b="1" dirty="0">
                <a:latin typeface="Times New Roman"/>
                <a:cs typeface="Times New Roman"/>
              </a:rPr>
              <a:t>−x</a:t>
            </a:r>
            <a:r>
              <a:rPr sz="2025" spc="22" baseline="-22633" dirty="0">
                <a:latin typeface="Times New Roman"/>
                <a:cs typeface="Times New Roman"/>
              </a:rPr>
              <a:t>2</a:t>
            </a:r>
            <a:r>
              <a:rPr sz="1850" b="1" spc="-220" dirty="0">
                <a:latin typeface="Times New Roman"/>
                <a:cs typeface="Times New Roman"/>
              </a:rPr>
              <a:t>)</a:t>
            </a:r>
            <a:r>
              <a:rPr sz="1850" b="1" dirty="0">
                <a:latin typeface="Times New Roman"/>
                <a:cs typeface="Times New Roman"/>
              </a:rPr>
              <a:t>&gt;</a:t>
            </a:r>
            <a:r>
              <a:rPr sz="1850" b="1" spc="-2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	2</a:t>
            </a:r>
            <a:endParaRPr sz="185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  <a:spcBef>
                <a:spcPts val="1390"/>
              </a:spcBef>
            </a:pPr>
            <a:r>
              <a:rPr sz="1850" dirty="0">
                <a:latin typeface="Times New Roman"/>
                <a:cs typeface="Times New Roman"/>
              </a:rPr>
              <a:t>=&gt;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93164" y="3982161"/>
            <a:ext cx="7175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50" b="1" dirty="0">
                <a:latin typeface="Times New Roman"/>
                <a:cs typeface="Times New Roman"/>
              </a:rPr>
              <a:t>,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22678" y="3631438"/>
            <a:ext cx="830580" cy="802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4165"/>
              </a:lnSpc>
              <a:spcBef>
                <a:spcPts val="100"/>
              </a:spcBef>
              <a:tabLst>
                <a:tab pos="767715" algn="l"/>
              </a:tabLst>
            </a:pPr>
            <a:r>
              <a:rPr sz="5550" baseline="-21021" dirty="0">
                <a:latin typeface="Times New Roman"/>
                <a:cs typeface="Times New Roman"/>
              </a:rPr>
              <a:t>&gt;</a:t>
            </a:r>
            <a:r>
              <a:rPr sz="3700" u="heavy" spc="7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5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	</a:t>
            </a:r>
            <a:endParaRPr sz="1850">
              <a:latin typeface="Times New Roman"/>
              <a:cs typeface="Times New Roman"/>
            </a:endParaRPr>
          </a:p>
          <a:p>
            <a:pPr marL="414655">
              <a:lnSpc>
                <a:spcPts val="1945"/>
              </a:lnSpc>
            </a:pPr>
            <a:r>
              <a:rPr sz="1850" b="1" dirty="0">
                <a:latin typeface="Times New Roman"/>
                <a:cs typeface="Times New Roman"/>
              </a:rPr>
              <a:t>||w||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043847" y="3323005"/>
            <a:ext cx="1562100" cy="1957705"/>
          </a:xfrm>
          <a:custGeom>
            <a:avLst/>
            <a:gdLst/>
            <a:ahLst/>
            <a:cxnLst/>
            <a:rect l="l" t="t" r="r" b="b"/>
            <a:pathLst>
              <a:path w="1562100" h="1957704">
                <a:moveTo>
                  <a:pt x="20827" y="0"/>
                </a:moveTo>
                <a:lnTo>
                  <a:pt x="833069" y="104139"/>
                </a:lnTo>
                <a:lnTo>
                  <a:pt x="1561985" y="1957704"/>
                </a:lnTo>
                <a:lnTo>
                  <a:pt x="229095" y="1770265"/>
                </a:lnTo>
                <a:lnTo>
                  <a:pt x="0" y="41656"/>
                </a:lnTo>
              </a:path>
            </a:pathLst>
          </a:custGeom>
          <a:ln w="7353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043195" y="2948139"/>
            <a:ext cx="916940" cy="1312545"/>
          </a:xfrm>
          <a:custGeom>
            <a:avLst/>
            <a:gdLst/>
            <a:ahLst/>
            <a:cxnLst/>
            <a:rect l="l" t="t" r="r" b="b"/>
            <a:pathLst>
              <a:path w="916939" h="1312545">
                <a:moveTo>
                  <a:pt x="208267" y="0"/>
                </a:moveTo>
                <a:lnTo>
                  <a:pt x="916368" y="916355"/>
                </a:lnTo>
                <a:lnTo>
                  <a:pt x="541489" y="1312075"/>
                </a:lnTo>
                <a:lnTo>
                  <a:pt x="0" y="437349"/>
                </a:lnTo>
                <a:lnTo>
                  <a:pt x="208267" y="0"/>
                </a:lnTo>
                <a:close/>
              </a:path>
            </a:pathLst>
          </a:custGeom>
          <a:ln w="7353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053471" y="3387978"/>
            <a:ext cx="991869" cy="478155"/>
          </a:xfrm>
          <a:custGeom>
            <a:avLst/>
            <a:gdLst/>
            <a:ahLst/>
            <a:cxnLst/>
            <a:rect l="l" t="t" r="r" b="b"/>
            <a:pathLst>
              <a:path w="991870" h="478154">
                <a:moveTo>
                  <a:pt x="991870" y="0"/>
                </a:moveTo>
                <a:lnTo>
                  <a:pt x="0" y="477558"/>
                </a:lnTo>
              </a:path>
            </a:pathLst>
          </a:custGeom>
          <a:ln w="7353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354910" y="3955706"/>
            <a:ext cx="73025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50" i="1" spc="5" dirty="0">
                <a:latin typeface="Times New Roman"/>
                <a:cs typeface="Times New Roman"/>
              </a:rPr>
              <a:t>y</a:t>
            </a:r>
            <a:r>
              <a:rPr sz="2025" i="1" spc="7" baseline="-22633" dirty="0">
                <a:latin typeface="Times New Roman"/>
                <a:cs typeface="Times New Roman"/>
              </a:rPr>
              <a:t>i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−1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706804" y="3162236"/>
            <a:ext cx="70485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50" i="1" spc="5" dirty="0">
                <a:latin typeface="Times New Roman"/>
                <a:cs typeface="Times New Roman"/>
              </a:rPr>
              <a:t>y</a:t>
            </a:r>
            <a:r>
              <a:rPr sz="2025" i="1" spc="7" baseline="-22633" dirty="0">
                <a:latin typeface="Times New Roman"/>
                <a:cs typeface="Times New Roman"/>
              </a:rPr>
              <a:t>i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+1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77629" y="3216732"/>
            <a:ext cx="201930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35" dirty="0">
                <a:latin typeface="Wingdings"/>
                <a:cs typeface="Wingdings"/>
              </a:rPr>
              <a:t>❍</a:t>
            </a:r>
            <a:endParaRPr sz="1350">
              <a:latin typeface="Wingdings"/>
              <a:cs typeface="Wingding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89121" y="3252203"/>
            <a:ext cx="438784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75" b="1" baseline="-27027" dirty="0">
                <a:latin typeface="Times New Roman"/>
                <a:cs typeface="Times New Roman"/>
              </a:rPr>
              <a:t>x</a:t>
            </a:r>
            <a:r>
              <a:rPr sz="2775" b="1" spc="15" baseline="-27027" dirty="0">
                <a:latin typeface="Times New Roman"/>
                <a:cs typeface="Times New Roman"/>
              </a:rPr>
              <a:t> </a:t>
            </a:r>
            <a:r>
              <a:rPr sz="1350" spc="35" dirty="0">
                <a:latin typeface="Wingdings"/>
                <a:cs typeface="Wingdings"/>
              </a:rPr>
              <a:t>❍</a:t>
            </a:r>
            <a:endParaRPr sz="1350">
              <a:latin typeface="Wingdings"/>
              <a:cs typeface="Wingding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918050" y="4750987"/>
            <a:ext cx="201930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35" dirty="0">
                <a:latin typeface="Wingdings"/>
                <a:cs typeface="Wingdings"/>
              </a:rPr>
              <a:t>❍</a:t>
            </a:r>
            <a:endParaRPr sz="1350">
              <a:latin typeface="Wingdings"/>
              <a:cs typeface="Wingding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25531" y="5163679"/>
            <a:ext cx="201930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35" dirty="0">
                <a:latin typeface="Wingdings"/>
                <a:cs typeface="Wingdings"/>
              </a:rPr>
              <a:t>❍</a:t>
            </a:r>
            <a:endParaRPr sz="1350">
              <a:latin typeface="Wingdings"/>
              <a:cs typeface="Wingding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190702" y="4956707"/>
            <a:ext cx="201930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35" dirty="0">
                <a:latin typeface="Wingdings"/>
                <a:cs typeface="Wingdings"/>
              </a:rPr>
              <a:t>❍</a:t>
            </a:r>
            <a:endParaRPr sz="1350">
              <a:latin typeface="Wingdings"/>
              <a:cs typeface="Wingding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82948" y="2822959"/>
            <a:ext cx="201930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35" dirty="0">
                <a:latin typeface="Wingdings"/>
                <a:cs typeface="Wingdings"/>
              </a:rPr>
              <a:t>◆</a:t>
            </a:r>
            <a:endParaRPr sz="1350">
              <a:latin typeface="Wingdings"/>
              <a:cs typeface="Wingding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950611" y="3200804"/>
            <a:ext cx="48577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03835">
              <a:lnSpc>
                <a:spcPct val="100000"/>
              </a:lnSpc>
              <a:spcBef>
                <a:spcPts val="100"/>
              </a:spcBef>
              <a:buSzPct val="72972"/>
              <a:buFont typeface="Wingdings"/>
              <a:buChar char="◆"/>
              <a:tabLst>
                <a:tab pos="241935" algn="l"/>
              </a:tabLst>
            </a:pPr>
            <a:r>
              <a:rPr sz="2775" b="1" spc="7" baseline="-3003" dirty="0">
                <a:latin typeface="Times New Roman"/>
                <a:cs typeface="Times New Roman"/>
              </a:rPr>
              <a:t>x</a:t>
            </a:r>
            <a:r>
              <a:rPr sz="2025" spc="7" baseline="-28806" dirty="0">
                <a:latin typeface="Times New Roman"/>
                <a:cs typeface="Times New Roman"/>
              </a:rPr>
              <a:t>1</a:t>
            </a:r>
            <a:endParaRPr sz="2025" baseline="-28806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892386" y="3729790"/>
            <a:ext cx="176530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350" spc="35" dirty="0">
                <a:latin typeface="Wingdings"/>
                <a:cs typeface="Wingdings"/>
              </a:rPr>
              <a:t>◆</a:t>
            </a:r>
            <a:endParaRPr sz="1350">
              <a:latin typeface="Wingdings"/>
              <a:cs typeface="Wingding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497638" y="4148566"/>
            <a:ext cx="201930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35" dirty="0">
                <a:latin typeface="Wingdings"/>
                <a:cs typeface="Wingdings"/>
              </a:rPr>
              <a:t>◆</a:t>
            </a:r>
            <a:endParaRPr sz="135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1046556"/>
            <a:ext cx="753300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16	Linear Support </a:t>
            </a:r>
            <a:r>
              <a:rPr spc="-40" dirty="0"/>
              <a:t>Vector </a:t>
            </a:r>
            <a:r>
              <a:rPr spc="10" dirty="0"/>
              <a:t>Machines </a:t>
            </a:r>
            <a:r>
              <a:rPr spc="5" dirty="0"/>
              <a:t>(at</a:t>
            </a:r>
            <a:r>
              <a:rPr spc="30" dirty="0"/>
              <a:t> </a:t>
            </a:r>
            <a:r>
              <a:rPr spc="5" dirty="0"/>
              <a:t>last!)</a:t>
            </a:r>
          </a:p>
        </p:txBody>
      </p:sp>
      <p:sp>
        <p:nvSpPr>
          <p:cNvPr id="3" name="object 3"/>
          <p:cNvSpPr/>
          <p:nvPr/>
        </p:nvSpPr>
        <p:spPr>
          <a:xfrm>
            <a:off x="3499713" y="3798722"/>
            <a:ext cx="231775" cy="0"/>
          </a:xfrm>
          <a:custGeom>
            <a:avLst/>
            <a:gdLst/>
            <a:ahLst/>
            <a:cxnLst/>
            <a:rect l="l" t="t" r="r" b="b"/>
            <a:pathLst>
              <a:path w="231775">
                <a:moveTo>
                  <a:pt x="0" y="0"/>
                </a:moveTo>
                <a:lnTo>
                  <a:pt x="231647" y="0"/>
                </a:lnTo>
              </a:path>
            </a:pathLst>
          </a:custGeom>
          <a:ln w="10667">
            <a:solidFill>
              <a:srgbClr val="0000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87165" y="3368198"/>
            <a:ext cx="255904" cy="74168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455"/>
              </a:spcBef>
            </a:pPr>
            <a:r>
              <a:rPr sz="2050" spc="-11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50" i="1" spc="330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65045" y="1749712"/>
            <a:ext cx="7718425" cy="183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4320" marR="5080" indent="-262255">
              <a:lnSpc>
                <a:spcPct val="156600"/>
              </a:lnSpc>
              <a:spcBef>
                <a:spcPts val="95"/>
              </a:spcBef>
            </a:pPr>
            <a:r>
              <a:rPr sz="2050" dirty="0">
                <a:latin typeface="Times New Roman"/>
                <a:cs typeface="Times New Roman"/>
              </a:rPr>
              <a:t>So, </a:t>
            </a:r>
            <a:r>
              <a:rPr sz="2050" spc="5" dirty="0">
                <a:latin typeface="Times New Roman"/>
                <a:cs typeface="Times New Roman"/>
              </a:rPr>
              <a:t>we </a:t>
            </a:r>
            <a:r>
              <a:rPr sz="2050" spc="-5" dirty="0">
                <a:latin typeface="Times New Roman"/>
                <a:cs typeface="Times New Roman"/>
              </a:rPr>
              <a:t>would like </a:t>
            </a:r>
            <a:r>
              <a:rPr sz="2050" spc="5" dirty="0">
                <a:latin typeface="Times New Roman"/>
                <a:cs typeface="Times New Roman"/>
              </a:rPr>
              <a:t>to find </a:t>
            </a:r>
            <a:r>
              <a:rPr sz="2050" dirty="0">
                <a:latin typeface="Times New Roman"/>
                <a:cs typeface="Times New Roman"/>
              </a:rPr>
              <a:t>the function which minimizes </a:t>
            </a:r>
            <a:r>
              <a:rPr sz="2050" spc="5" dirty="0">
                <a:latin typeface="Times New Roman"/>
                <a:cs typeface="Times New Roman"/>
              </a:rPr>
              <a:t>an </a:t>
            </a:r>
            <a:r>
              <a:rPr sz="2050" spc="-10" dirty="0">
                <a:latin typeface="Times New Roman"/>
                <a:cs typeface="Times New Roman"/>
              </a:rPr>
              <a:t>objective </a:t>
            </a:r>
            <a:r>
              <a:rPr sz="2050" spc="-5" dirty="0">
                <a:latin typeface="Times New Roman"/>
                <a:cs typeface="Times New Roman"/>
              </a:rPr>
              <a:t>like:  </a:t>
            </a:r>
            <a:r>
              <a:rPr sz="2050" spc="-10" dirty="0">
                <a:solidFill>
                  <a:srgbClr val="0000FF"/>
                </a:solidFill>
                <a:latin typeface="Times New Roman"/>
                <a:cs typeface="Times New Roman"/>
              </a:rPr>
              <a:t>Training </a:t>
            </a:r>
            <a:r>
              <a:rPr sz="2050" dirty="0">
                <a:solidFill>
                  <a:srgbClr val="0000FF"/>
                </a:solidFill>
                <a:latin typeface="Times New Roman"/>
                <a:cs typeface="Times New Roman"/>
              </a:rPr>
              <a:t>Error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+ </a:t>
            </a:r>
            <a:r>
              <a:rPr sz="2050" dirty="0">
                <a:solidFill>
                  <a:srgbClr val="FF0000"/>
                </a:solidFill>
                <a:latin typeface="Times New Roman"/>
                <a:cs typeface="Times New Roman"/>
              </a:rPr>
              <a:t>Complexity</a:t>
            </a:r>
            <a:r>
              <a:rPr sz="205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solidFill>
                  <a:srgbClr val="FF0000"/>
                </a:solidFill>
                <a:latin typeface="Times New Roman"/>
                <a:cs typeface="Times New Roman"/>
              </a:rPr>
              <a:t>term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050" spc="-75" dirty="0">
                <a:solidFill>
                  <a:srgbClr val="231F20"/>
                </a:solidFill>
                <a:latin typeface="Times New Roman"/>
                <a:cs typeface="Times New Roman"/>
              </a:rPr>
              <a:t>We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write that</a:t>
            </a:r>
            <a:r>
              <a:rPr sz="2050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as:</a:t>
            </a:r>
            <a:endParaRPr sz="2050">
              <a:latin typeface="Times New Roman"/>
              <a:cs typeface="Times New Roman"/>
            </a:endParaRPr>
          </a:p>
          <a:p>
            <a:pPr marL="2135505">
              <a:lnSpc>
                <a:spcPct val="100000"/>
              </a:lnSpc>
              <a:spcBef>
                <a:spcPts val="960"/>
              </a:spcBef>
            </a:pPr>
            <a:r>
              <a:rPr sz="1450" i="1" spc="415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91965" y="3339808"/>
            <a:ext cx="40449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24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1778" y="3977843"/>
            <a:ext cx="36703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450" spc="270" dirty="0">
                <a:solidFill>
                  <a:srgbClr val="0000FF"/>
                </a:solidFill>
                <a:latin typeface="Times New Roman"/>
                <a:cs typeface="Times New Roman"/>
              </a:rPr>
              <a:t>=1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88714" y="3588220"/>
            <a:ext cx="370840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50" i="1" spc="130" dirty="0">
                <a:solidFill>
                  <a:srgbClr val="0000FF"/>
                </a:solidFill>
                <a:latin typeface="Times New Roman"/>
                <a:cs typeface="Times New Roman"/>
              </a:rPr>
              <a:t>£</a:t>
            </a:r>
            <a:r>
              <a:rPr sz="2050" spc="13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2050" i="1" spc="130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sz="2050" i="1" spc="-2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spc="18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2050" i="1" spc="180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2175" i="1" spc="270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050" i="1" spc="180" dirty="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sz="2050" i="1" spc="-16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145" dirty="0">
                <a:solidFill>
                  <a:srgbClr val="0000FF"/>
                </a:solidFill>
                <a:latin typeface="Times New Roman"/>
                <a:cs typeface="Times New Roman"/>
              </a:rPr>
              <a:t>α</a:t>
            </a:r>
            <a:r>
              <a:rPr sz="2050" spc="145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2050" i="1" spc="145" dirty="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sz="2050" i="1" spc="-1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160" dirty="0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sz="2175" i="1" spc="240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050" spc="160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205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2050" spc="-1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FF0000"/>
                </a:solidFill>
                <a:latin typeface="Times New Roman"/>
                <a:cs typeface="Times New Roman"/>
              </a:rPr>
              <a:t>Complexity</a:t>
            </a:r>
            <a:r>
              <a:rPr sz="20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solidFill>
                  <a:srgbClr val="FF0000"/>
                </a:solidFill>
                <a:latin typeface="Times New Roman"/>
                <a:cs typeface="Times New Roman"/>
              </a:rPr>
              <a:t>term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64950" y="4296307"/>
            <a:ext cx="7717155" cy="769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95"/>
              </a:spcBef>
            </a:pP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For now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we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will choose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the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set of hyperplanes (we will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extend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this later), 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so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440" dirty="0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sz="2050" i="1" spc="-29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16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050" spc="16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205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114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14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2050" i="1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-660" dirty="0">
                <a:solidFill>
                  <a:srgbClr val="231F20"/>
                </a:solidFill>
                <a:latin typeface="Menlo"/>
                <a:cs typeface="Menlo"/>
              </a:rPr>
              <a:t>·</a:t>
            </a:r>
            <a:r>
              <a:rPr sz="2050" i="1" spc="-780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i="1" spc="41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050" spc="415" dirty="0">
                <a:solidFill>
                  <a:srgbClr val="231F20"/>
                </a:solidFill>
                <a:latin typeface="Arial"/>
                <a:cs typeface="Arial"/>
              </a:rPr>
              <a:t>)+</a:t>
            </a:r>
            <a:r>
              <a:rPr sz="2050" spc="-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-70" dirty="0">
                <a:solidFill>
                  <a:srgbClr val="231F20"/>
                </a:solidFill>
                <a:latin typeface="Times New Roman"/>
                <a:cs typeface="Times New Roman"/>
              </a:rPr>
              <a:t>b</a:t>
            </a:r>
            <a:r>
              <a:rPr sz="2050" spc="-7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38820" y="5295131"/>
            <a:ext cx="15684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-11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90085" y="5653239"/>
            <a:ext cx="255904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i="1" spc="330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90897" y="5222951"/>
            <a:ext cx="21209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415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89933" y="5223471"/>
            <a:ext cx="70929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1230"/>
              </a:lnSpc>
              <a:spcBef>
                <a:spcPts val="114"/>
              </a:spcBef>
              <a:tabLst>
                <a:tab pos="243840" algn="l"/>
              </a:tabLst>
            </a:pPr>
            <a:r>
              <a:rPr sz="2050" u="sng" dirty="0">
                <a:solidFill>
                  <a:srgbClr val="0000FF"/>
                </a:solidFill>
                <a:uFill>
                  <a:solidFill>
                    <a:srgbClr val="0000FE"/>
                  </a:solidFill>
                </a:uFill>
                <a:latin typeface="Times New Roman"/>
                <a:cs typeface="Times New Roman"/>
              </a:rPr>
              <a:t> 	</a:t>
            </a:r>
            <a:endParaRPr sz="2050">
              <a:latin typeface="Times New Roman"/>
              <a:cs typeface="Times New Roman"/>
            </a:endParaRPr>
          </a:p>
          <a:p>
            <a:pPr marL="317500">
              <a:lnSpc>
                <a:spcPts val="1230"/>
              </a:lnSpc>
            </a:pPr>
            <a:r>
              <a:rPr sz="2050" spc="24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14697" y="5861507"/>
            <a:ext cx="36703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450" spc="270" dirty="0">
                <a:solidFill>
                  <a:srgbClr val="0000FF"/>
                </a:solidFill>
                <a:latin typeface="Times New Roman"/>
                <a:cs typeface="Times New Roman"/>
              </a:rPr>
              <a:t>=1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63794" y="5590235"/>
            <a:ext cx="8667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79145" algn="l"/>
              </a:tabLst>
            </a:pPr>
            <a:r>
              <a:rPr sz="1450" i="1" spc="180" dirty="0">
                <a:solidFill>
                  <a:srgbClr val="0000FF"/>
                </a:solidFill>
                <a:latin typeface="Times New Roman"/>
                <a:cs typeface="Times New Roman"/>
              </a:rPr>
              <a:t>i	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18558" y="5471883"/>
            <a:ext cx="253428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903605" algn="l"/>
              </a:tabLst>
            </a:pPr>
            <a:r>
              <a:rPr sz="2050" i="1" spc="20" dirty="0">
                <a:solidFill>
                  <a:srgbClr val="0000FF"/>
                </a:solidFill>
                <a:latin typeface="Times New Roman"/>
                <a:cs typeface="Times New Roman"/>
              </a:rPr>
              <a:t>£</a:t>
            </a:r>
            <a:r>
              <a:rPr sz="2050" spc="2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2050" i="1" spc="20" dirty="0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sz="2050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-660" dirty="0">
                <a:solidFill>
                  <a:srgbClr val="0000FF"/>
                </a:solidFill>
                <a:latin typeface="Menlo"/>
                <a:cs typeface="Menlo"/>
              </a:rPr>
              <a:t>·</a:t>
            </a:r>
            <a:r>
              <a:rPr sz="2050" i="1" spc="-760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50" i="1" spc="270" dirty="0">
                <a:solidFill>
                  <a:srgbClr val="0000FF"/>
                </a:solidFill>
                <a:latin typeface="Times New Roman"/>
                <a:cs typeface="Times New Roman"/>
              </a:rPr>
              <a:t>x	</a:t>
            </a:r>
            <a:r>
              <a:rPr sz="2050" spc="409" dirty="0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sz="2050" spc="-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0000FF"/>
                </a:solidFill>
                <a:latin typeface="Times New Roman"/>
                <a:cs typeface="Times New Roman"/>
              </a:rPr>
              <a:t>b,</a:t>
            </a:r>
            <a:r>
              <a:rPr sz="2050" i="1" spc="-1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100" dirty="0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sz="2050" i="1" spc="1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spc="120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2050" spc="-1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2050" spc="-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-495" dirty="0">
                <a:solidFill>
                  <a:srgbClr val="FF0000"/>
                </a:solidFill>
                <a:latin typeface="Menlo"/>
                <a:cs typeface="Menlo"/>
              </a:rPr>
              <a:t>||</a:t>
            </a:r>
            <a:r>
              <a:rPr sz="2050" i="1" spc="-495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2050" i="1" spc="-495" dirty="0">
                <a:solidFill>
                  <a:srgbClr val="FF0000"/>
                </a:solidFill>
                <a:latin typeface="Menlo"/>
                <a:cs typeface="Menlo"/>
              </a:rPr>
              <a:t>||</a:t>
            </a:r>
            <a:endParaRPr sz="2050">
              <a:latin typeface="Menlo"/>
              <a:cs typeface="Menl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27061" y="5442407"/>
            <a:ext cx="1301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9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39645" y="6253695"/>
            <a:ext cx="304482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subject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to </a:t>
            </a:r>
            <a:r>
              <a:rPr sz="2050" spc="75" dirty="0">
                <a:solidFill>
                  <a:srgbClr val="231F20"/>
                </a:solidFill>
                <a:latin typeface="Arial"/>
                <a:cs typeface="Arial"/>
              </a:rPr>
              <a:t>min</a:t>
            </a:r>
            <a:r>
              <a:rPr sz="2175" i="1" spc="112" baseline="-11494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r>
              <a:rPr sz="2175" i="1" spc="120" baseline="-11494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-275" dirty="0">
                <a:solidFill>
                  <a:srgbClr val="231F20"/>
                </a:solidFill>
                <a:latin typeface="Menlo"/>
                <a:cs typeface="Menlo"/>
              </a:rPr>
              <a:t>|</a:t>
            </a:r>
            <a:r>
              <a:rPr sz="2050" i="1" spc="-275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2050" i="1" spc="-24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-660" dirty="0">
                <a:solidFill>
                  <a:srgbClr val="231F20"/>
                </a:solidFill>
                <a:latin typeface="Menlo"/>
                <a:cs typeface="Menlo"/>
              </a:rPr>
              <a:t>·</a:t>
            </a:r>
            <a:r>
              <a:rPr sz="2050" i="1" spc="-785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i="1" spc="-40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i="1" spc="-60" baseline="-11494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r>
              <a:rPr sz="2050" i="1" spc="-40" dirty="0">
                <a:solidFill>
                  <a:srgbClr val="231F20"/>
                </a:solidFill>
                <a:latin typeface="Menlo"/>
                <a:cs typeface="Menlo"/>
              </a:rPr>
              <a:t>|</a:t>
            </a:r>
            <a:r>
              <a:rPr sz="2050" i="1" spc="-675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20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-2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r>
              <a:rPr sz="2050" i="1" spc="-25" dirty="0">
                <a:solidFill>
                  <a:srgbClr val="231F20"/>
                </a:solidFill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875867"/>
            <a:ext cx="647255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17	Linear Support </a:t>
            </a:r>
            <a:r>
              <a:rPr spc="-40" dirty="0"/>
              <a:t>Vector </a:t>
            </a:r>
            <a:r>
              <a:rPr spc="10" dirty="0"/>
              <a:t>Machines</a:t>
            </a:r>
            <a:r>
              <a:rPr spc="5" dirty="0"/>
              <a:t> II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2345" y="1681129"/>
            <a:ext cx="7687945" cy="2052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17780">
              <a:lnSpc>
                <a:spcPct val="116599"/>
              </a:lnSpc>
              <a:spcBef>
                <a:spcPts val="95"/>
              </a:spcBef>
            </a:pPr>
            <a:r>
              <a:rPr sz="2050" dirty="0">
                <a:latin typeface="Times New Roman"/>
                <a:cs typeface="Times New Roman"/>
              </a:rPr>
              <a:t>That function before </a:t>
            </a:r>
            <a:r>
              <a:rPr sz="2050" spc="-5" dirty="0">
                <a:latin typeface="Times New Roman"/>
                <a:cs typeface="Times New Roman"/>
              </a:rPr>
              <a:t>was </a:t>
            </a:r>
            <a:r>
              <a:rPr sz="2050" spc="5" dirty="0">
                <a:latin typeface="Times New Roman"/>
                <a:cs typeface="Times New Roman"/>
              </a:rPr>
              <a:t>a </a:t>
            </a:r>
            <a:r>
              <a:rPr sz="2050" dirty="0">
                <a:latin typeface="Times New Roman"/>
                <a:cs typeface="Times New Roman"/>
              </a:rPr>
              <a:t>little </a:t>
            </a:r>
            <a:r>
              <a:rPr sz="2050" spc="-5" dirty="0">
                <a:latin typeface="Times New Roman"/>
                <a:cs typeface="Times New Roman"/>
              </a:rPr>
              <a:t>difficult </a:t>
            </a:r>
            <a:r>
              <a:rPr sz="2050" dirty="0">
                <a:latin typeface="Times New Roman"/>
                <a:cs typeface="Times New Roman"/>
              </a:rPr>
              <a:t>to minimize because of the step  function </a:t>
            </a:r>
            <a:r>
              <a:rPr sz="2050" spc="5" dirty="0">
                <a:latin typeface="Times New Roman"/>
                <a:cs typeface="Times New Roman"/>
              </a:rPr>
              <a:t>in </a:t>
            </a:r>
            <a:r>
              <a:rPr sz="2050" i="1" spc="45" dirty="0">
                <a:latin typeface="Times New Roman"/>
                <a:cs typeface="Times New Roman"/>
              </a:rPr>
              <a:t>£</a:t>
            </a:r>
            <a:r>
              <a:rPr sz="2050" spc="45" dirty="0">
                <a:latin typeface="Arial"/>
                <a:cs typeface="Arial"/>
              </a:rPr>
              <a:t>(</a:t>
            </a:r>
            <a:r>
              <a:rPr sz="2050" i="1" spc="45" dirty="0">
                <a:latin typeface="Times New Roman"/>
                <a:cs typeface="Times New Roman"/>
              </a:rPr>
              <a:t>y, </a:t>
            </a:r>
            <a:r>
              <a:rPr sz="2050" i="1" spc="-135" dirty="0">
                <a:latin typeface="Times New Roman"/>
                <a:cs typeface="Times New Roman"/>
              </a:rPr>
              <a:t>y</a:t>
            </a:r>
            <a:r>
              <a:rPr sz="2050" spc="-135" dirty="0">
                <a:latin typeface="Arial"/>
                <a:cs typeface="Arial"/>
              </a:rPr>
              <a:t>ˆ) </a:t>
            </a:r>
            <a:r>
              <a:rPr sz="2050" dirty="0">
                <a:latin typeface="Times New Roman"/>
                <a:cs typeface="Times New Roman"/>
              </a:rPr>
              <a:t>(either </a:t>
            </a:r>
            <a:r>
              <a:rPr sz="2050" spc="5" dirty="0">
                <a:latin typeface="Times New Roman"/>
                <a:cs typeface="Times New Roman"/>
              </a:rPr>
              <a:t>1 </a:t>
            </a:r>
            <a:r>
              <a:rPr sz="2050" dirty="0">
                <a:latin typeface="Times New Roman"/>
                <a:cs typeface="Times New Roman"/>
              </a:rPr>
              <a:t>or</a:t>
            </a:r>
            <a:r>
              <a:rPr sz="2050" spc="-114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0).</a:t>
            </a:r>
            <a:endParaRPr sz="2050">
              <a:latin typeface="Times New Roman"/>
              <a:cs typeface="Times New Roman"/>
            </a:endParaRPr>
          </a:p>
          <a:p>
            <a:pPr marL="25400" marR="222885">
              <a:lnSpc>
                <a:spcPct val="117100"/>
              </a:lnSpc>
              <a:spcBef>
                <a:spcPts val="790"/>
              </a:spcBef>
            </a:pPr>
            <a:r>
              <a:rPr sz="2050" spc="-20" dirty="0">
                <a:latin typeface="Times New Roman"/>
                <a:cs typeface="Times New Roman"/>
              </a:rPr>
              <a:t>Let’s </a:t>
            </a:r>
            <a:r>
              <a:rPr sz="2050" dirty="0">
                <a:latin typeface="Times New Roman"/>
                <a:cs typeface="Times New Roman"/>
              </a:rPr>
              <a:t>assume </a:t>
            </a:r>
            <a:r>
              <a:rPr sz="2050" spc="5" dirty="0">
                <a:latin typeface="Times New Roman"/>
                <a:cs typeface="Times New Roman"/>
              </a:rPr>
              <a:t>we </a:t>
            </a:r>
            <a:r>
              <a:rPr sz="2050" dirty="0">
                <a:latin typeface="Times New Roman"/>
                <a:cs typeface="Times New Roman"/>
              </a:rPr>
              <a:t>can separate the data </a:t>
            </a:r>
            <a:r>
              <a:rPr sz="2050" spc="-15" dirty="0">
                <a:latin typeface="Times New Roman"/>
                <a:cs typeface="Times New Roman"/>
              </a:rPr>
              <a:t>perfectly. </a:t>
            </a:r>
            <a:r>
              <a:rPr sz="2050" dirty="0">
                <a:latin typeface="Times New Roman"/>
                <a:cs typeface="Times New Roman"/>
              </a:rPr>
              <a:t>Then </a:t>
            </a:r>
            <a:r>
              <a:rPr sz="2050" spc="5" dirty="0">
                <a:latin typeface="Times New Roman"/>
                <a:cs typeface="Times New Roman"/>
              </a:rPr>
              <a:t>we </a:t>
            </a:r>
            <a:r>
              <a:rPr sz="2050" dirty="0">
                <a:latin typeface="Times New Roman"/>
                <a:cs typeface="Times New Roman"/>
              </a:rPr>
              <a:t>can optimize  </a:t>
            </a:r>
            <a:r>
              <a:rPr sz="2050" spc="5" dirty="0">
                <a:latin typeface="Times New Roman"/>
                <a:cs typeface="Times New Roman"/>
              </a:rPr>
              <a:t>the</a:t>
            </a:r>
            <a:r>
              <a:rPr sz="2050" spc="-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following:</a:t>
            </a:r>
            <a:endParaRPr sz="20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215"/>
              </a:spcBef>
              <a:tabLst>
                <a:tab pos="1977389" algn="l"/>
              </a:tabLst>
            </a:pPr>
            <a:r>
              <a:rPr sz="2050" dirty="0">
                <a:latin typeface="Times New Roman"/>
                <a:cs typeface="Times New Roman"/>
              </a:rPr>
              <a:t>Minimize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i="1" spc="-330" dirty="0">
                <a:solidFill>
                  <a:srgbClr val="FF0000"/>
                </a:solidFill>
                <a:latin typeface="Menlo"/>
                <a:cs typeface="Menlo"/>
              </a:rPr>
              <a:t>||</a:t>
            </a:r>
            <a:r>
              <a:rPr sz="2050" i="1" spc="-330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2050" i="1" spc="-330" dirty="0">
                <a:solidFill>
                  <a:srgbClr val="FF0000"/>
                </a:solidFill>
                <a:latin typeface="Menlo"/>
                <a:cs typeface="Menlo"/>
              </a:rPr>
              <a:t>||</a:t>
            </a:r>
            <a:r>
              <a:rPr sz="2175" spc="-494" baseline="2873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050" spc="-330" dirty="0">
                <a:solidFill>
                  <a:srgbClr val="231F20"/>
                </a:solidFill>
                <a:latin typeface="Times New Roman"/>
                <a:cs typeface="Times New Roman"/>
              </a:rPr>
              <a:t>,	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subject</a:t>
            </a:r>
            <a:r>
              <a:rPr sz="205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to: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00607" y="4072312"/>
            <a:ext cx="2094230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indent="203835">
              <a:lnSpc>
                <a:spcPct val="158500"/>
              </a:lnSpc>
              <a:spcBef>
                <a:spcPts val="95"/>
              </a:spcBef>
            </a:pPr>
            <a:r>
              <a:rPr sz="2050" spc="114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2050" i="1" spc="114" dirty="0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sz="2050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-660" dirty="0">
                <a:solidFill>
                  <a:srgbClr val="0000FF"/>
                </a:solidFill>
                <a:latin typeface="Menlo"/>
                <a:cs typeface="Menlo"/>
              </a:rPr>
              <a:t>·</a:t>
            </a:r>
            <a:r>
              <a:rPr sz="2050" i="1" spc="-795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50" i="1" spc="220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2175" i="1" spc="330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175" i="1" spc="284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spc="409" dirty="0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sz="2050" spc="-1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2050" spc="-10" dirty="0">
                <a:solidFill>
                  <a:srgbClr val="0000FF"/>
                </a:solidFill>
                <a:latin typeface="Arial"/>
                <a:cs typeface="Arial"/>
              </a:rPr>
              <a:t>) </a:t>
            </a:r>
            <a:r>
              <a:rPr sz="2050" i="1" spc="370" dirty="0">
                <a:solidFill>
                  <a:srgbClr val="0000FF"/>
                </a:solidFill>
                <a:latin typeface="Menlo"/>
                <a:cs typeface="Menlo"/>
              </a:rPr>
              <a:t>≥</a:t>
            </a:r>
            <a:r>
              <a:rPr sz="2050" i="1" spc="-675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50" spc="-25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050" i="1" spc="-25" dirty="0">
                <a:solidFill>
                  <a:srgbClr val="0000FF"/>
                </a:solidFill>
                <a:latin typeface="Times New Roman"/>
                <a:cs typeface="Times New Roman"/>
              </a:rPr>
              <a:t>,  </a:t>
            </a:r>
            <a:r>
              <a:rPr sz="2050" spc="114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2050" i="1" spc="114" dirty="0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sz="2050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-660" dirty="0">
                <a:solidFill>
                  <a:srgbClr val="0000FF"/>
                </a:solidFill>
                <a:latin typeface="Menlo"/>
                <a:cs typeface="Menlo"/>
              </a:rPr>
              <a:t>·</a:t>
            </a:r>
            <a:r>
              <a:rPr sz="2050" i="1" spc="-790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50" i="1" spc="220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2175" i="1" spc="330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175" i="1" spc="277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spc="409" dirty="0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sz="2050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2050" spc="-10" dirty="0">
                <a:solidFill>
                  <a:srgbClr val="0000FF"/>
                </a:solidFill>
                <a:latin typeface="Arial"/>
                <a:cs typeface="Arial"/>
              </a:rPr>
              <a:t>) </a:t>
            </a:r>
            <a:r>
              <a:rPr sz="2050" i="1" spc="370" dirty="0">
                <a:solidFill>
                  <a:srgbClr val="0000FF"/>
                </a:solidFill>
                <a:latin typeface="Menlo"/>
                <a:cs typeface="Menlo"/>
              </a:rPr>
              <a:t>≤</a:t>
            </a:r>
            <a:r>
              <a:rPr sz="2050" i="1" spc="-670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50" i="1" spc="105" dirty="0">
                <a:solidFill>
                  <a:srgbClr val="0000FF"/>
                </a:solidFill>
                <a:latin typeface="Menlo"/>
                <a:cs typeface="Menlo"/>
              </a:rPr>
              <a:t>−</a:t>
            </a:r>
            <a:r>
              <a:rPr sz="2050" spc="105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050" i="1" spc="105" dirty="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2237" y="4072288"/>
            <a:ext cx="1348105" cy="101600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35"/>
              </a:spcBef>
              <a:tabLst>
                <a:tab pos="395605" algn="l"/>
              </a:tabLst>
            </a:pPr>
            <a:r>
              <a:rPr sz="2050" spc="5" dirty="0">
                <a:solidFill>
                  <a:srgbClr val="0000FF"/>
                </a:solidFill>
                <a:latin typeface="Times New Roman"/>
                <a:cs typeface="Times New Roman"/>
              </a:rPr>
              <a:t>if	</a:t>
            </a:r>
            <a:r>
              <a:rPr sz="2050" i="1" spc="135" dirty="0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sz="2175" i="1" spc="202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i </a:t>
            </a:r>
            <a:r>
              <a:rPr sz="2050" spc="409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050" spc="-3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spc="-11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20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440"/>
              </a:spcBef>
              <a:tabLst>
                <a:tab pos="395605" algn="l"/>
              </a:tabLst>
            </a:pPr>
            <a:r>
              <a:rPr sz="2050" spc="5" dirty="0">
                <a:solidFill>
                  <a:srgbClr val="0000FF"/>
                </a:solidFill>
                <a:latin typeface="Times New Roman"/>
                <a:cs typeface="Times New Roman"/>
              </a:rPr>
              <a:t>if	</a:t>
            </a:r>
            <a:r>
              <a:rPr sz="2050" i="1" spc="135" dirty="0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sz="2175" i="1" spc="202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i </a:t>
            </a:r>
            <a:r>
              <a:rPr sz="2050" spc="409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050" spc="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i="1" spc="130" dirty="0">
                <a:solidFill>
                  <a:srgbClr val="0000FF"/>
                </a:solidFill>
                <a:latin typeface="Menlo"/>
                <a:cs typeface="Menlo"/>
              </a:rPr>
              <a:t>−</a:t>
            </a:r>
            <a:r>
              <a:rPr sz="2050" spc="13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2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6861" y="5243301"/>
            <a:ext cx="4966970" cy="1532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The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last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two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constraints can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be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compacted</a:t>
            </a:r>
            <a:r>
              <a:rPr sz="2050" spc="4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to:</a:t>
            </a:r>
            <a:endParaRPr sz="2050">
              <a:latin typeface="Times New Roman"/>
              <a:cs typeface="Times New Roman"/>
            </a:endParaRPr>
          </a:p>
          <a:p>
            <a:pPr marL="2958465">
              <a:lnSpc>
                <a:spcPct val="100000"/>
              </a:lnSpc>
              <a:spcBef>
                <a:spcPts val="1825"/>
              </a:spcBef>
            </a:pPr>
            <a:r>
              <a:rPr sz="2050" i="1" spc="155" dirty="0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sz="2175" i="1" spc="232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050" spc="155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2050" i="1" spc="155" dirty="0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sz="2050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-660" dirty="0">
                <a:solidFill>
                  <a:srgbClr val="0000FF"/>
                </a:solidFill>
                <a:latin typeface="Menlo"/>
                <a:cs typeface="Menlo"/>
              </a:rPr>
              <a:t>·</a:t>
            </a:r>
            <a:r>
              <a:rPr sz="2050" i="1" spc="-790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50" i="1" spc="220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2175" i="1" spc="330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175" i="1" spc="284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spc="409" dirty="0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sz="2050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2050" spc="-10" dirty="0">
                <a:solidFill>
                  <a:srgbClr val="0000FF"/>
                </a:solidFill>
                <a:latin typeface="Arial"/>
                <a:cs typeface="Arial"/>
              </a:rPr>
              <a:t>) </a:t>
            </a:r>
            <a:r>
              <a:rPr sz="2050" i="1" spc="370" dirty="0">
                <a:solidFill>
                  <a:srgbClr val="0000FF"/>
                </a:solidFill>
                <a:latin typeface="Menlo"/>
                <a:cs typeface="Menlo"/>
              </a:rPr>
              <a:t>≥</a:t>
            </a:r>
            <a:r>
              <a:rPr sz="2050" i="1" spc="-675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50" spc="-11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20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2640"/>
              </a:spcBef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This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is a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quadratic program.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875867"/>
            <a:ext cx="515874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18	</a:t>
            </a:r>
            <a:r>
              <a:rPr spc="15" dirty="0"/>
              <a:t>SVMs </a:t>
            </a:r>
            <a:r>
              <a:rPr spc="5" dirty="0"/>
              <a:t>: </a:t>
            </a:r>
            <a:r>
              <a:rPr spc="10" dirty="0"/>
              <a:t>non-separable</a:t>
            </a:r>
            <a:r>
              <a:rPr spc="100" dirty="0"/>
              <a:t> </a:t>
            </a:r>
            <a:r>
              <a:rPr spc="10" dirty="0"/>
              <a:t>case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8241" y="2642819"/>
            <a:ext cx="1301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9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5045" y="1579019"/>
            <a:ext cx="7197090" cy="1090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8800"/>
              </a:lnSpc>
              <a:spcBef>
                <a:spcPts val="95"/>
              </a:spcBef>
            </a:pPr>
            <a:r>
              <a:rPr sz="2050" spc="-80" dirty="0">
                <a:latin typeface="Times New Roman"/>
                <a:cs typeface="Times New Roman"/>
              </a:rPr>
              <a:t>To </a:t>
            </a:r>
            <a:r>
              <a:rPr sz="2050" dirty="0">
                <a:latin typeface="Times New Roman"/>
                <a:cs typeface="Times New Roman"/>
              </a:rPr>
              <a:t>deal with the non-separable case, one can </a:t>
            </a:r>
            <a:r>
              <a:rPr sz="2050" spc="-5" dirty="0">
                <a:latin typeface="Times New Roman"/>
                <a:cs typeface="Times New Roman"/>
              </a:rPr>
              <a:t>rewrite </a:t>
            </a:r>
            <a:r>
              <a:rPr sz="2050" dirty="0">
                <a:latin typeface="Times New Roman"/>
                <a:cs typeface="Times New Roman"/>
              </a:rPr>
              <a:t>the problem as:  Minimize:</a:t>
            </a:r>
            <a:endParaRPr sz="2050">
              <a:latin typeface="Times New Roman"/>
              <a:cs typeface="Times New Roman"/>
            </a:endParaRPr>
          </a:p>
          <a:p>
            <a:pPr marL="1530350" algn="ctr">
              <a:lnSpc>
                <a:spcPts val="1070"/>
              </a:lnSpc>
            </a:pPr>
            <a:r>
              <a:rPr sz="1450" i="1" spc="415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25565" y="2423883"/>
            <a:ext cx="40449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24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45378" y="3061919"/>
            <a:ext cx="36703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450" spc="270" dirty="0">
                <a:solidFill>
                  <a:srgbClr val="0000FF"/>
                </a:solidFill>
                <a:latin typeface="Times New Roman"/>
                <a:cs typeface="Times New Roman"/>
              </a:rPr>
              <a:t>=1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50625" y="2672314"/>
            <a:ext cx="1739264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610995" algn="l"/>
              </a:tabLst>
            </a:pPr>
            <a:r>
              <a:rPr sz="2050" i="1" spc="-660" dirty="0">
                <a:solidFill>
                  <a:srgbClr val="FF0000"/>
                </a:solidFill>
                <a:latin typeface="Menlo"/>
                <a:cs typeface="Menlo"/>
              </a:rPr>
              <a:t>||</a:t>
            </a:r>
            <a:r>
              <a:rPr sz="2050" i="1" spc="165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2050" i="1" spc="-660" dirty="0">
                <a:solidFill>
                  <a:srgbClr val="FF0000"/>
                </a:solidFill>
                <a:latin typeface="Menlo"/>
                <a:cs typeface="Menlo"/>
              </a:rPr>
              <a:t>||</a:t>
            </a:r>
            <a:r>
              <a:rPr sz="2050" i="1" spc="145" dirty="0">
                <a:solidFill>
                  <a:srgbClr val="FF0000"/>
                </a:solidFill>
                <a:latin typeface="Menlo"/>
                <a:cs typeface="Menlo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2050" spc="-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110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2050" i="1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050" i="1" spc="25" dirty="0">
                <a:solidFill>
                  <a:srgbClr val="0000FF"/>
                </a:solidFill>
                <a:latin typeface="Times New Roman"/>
                <a:cs typeface="Times New Roman"/>
              </a:rPr>
              <a:t>ξ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63538" y="2790647"/>
            <a:ext cx="9969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65045" y="3324568"/>
            <a:ext cx="111061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subject</a:t>
            </a:r>
            <a:r>
              <a:rPr sz="2050" spc="-5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to: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12653" y="4059135"/>
            <a:ext cx="76073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50" i="1" spc="95" dirty="0">
                <a:solidFill>
                  <a:srgbClr val="231F20"/>
                </a:solidFill>
                <a:latin typeface="Times New Roman"/>
                <a:cs typeface="Times New Roman"/>
              </a:rPr>
              <a:t>ξ</a:t>
            </a:r>
            <a:r>
              <a:rPr sz="2175" i="1" spc="142" baseline="-11494" dirty="0">
                <a:solidFill>
                  <a:srgbClr val="231F20"/>
                </a:solidFill>
                <a:latin typeface="Times New Roman"/>
                <a:cs typeface="Times New Roman"/>
              </a:rPr>
              <a:t>i </a:t>
            </a:r>
            <a:r>
              <a:rPr sz="2050" i="1" spc="370" dirty="0">
                <a:solidFill>
                  <a:srgbClr val="231F20"/>
                </a:solidFill>
                <a:latin typeface="Menlo"/>
                <a:cs typeface="Menlo"/>
              </a:rPr>
              <a:t>≥</a:t>
            </a:r>
            <a:r>
              <a:rPr sz="2050" i="1" spc="-960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spc="-110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9532" y="4059160"/>
            <a:ext cx="4857750" cy="90931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153285">
              <a:lnSpc>
                <a:spcPct val="100000"/>
              </a:lnSpc>
              <a:spcBef>
                <a:spcPts val="114"/>
              </a:spcBef>
            </a:pPr>
            <a:r>
              <a:rPr sz="2050" i="1" spc="155" dirty="0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sz="2175" i="1" spc="232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050" spc="155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2050" i="1" spc="155" dirty="0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sz="2050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-660" dirty="0">
                <a:solidFill>
                  <a:srgbClr val="0000FF"/>
                </a:solidFill>
                <a:latin typeface="Menlo"/>
                <a:cs typeface="Menlo"/>
              </a:rPr>
              <a:t>·</a:t>
            </a:r>
            <a:r>
              <a:rPr sz="2050" i="1" spc="-790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50" i="1" spc="220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2175" i="1" spc="330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175" i="1" spc="292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spc="409" dirty="0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sz="2050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2050" spc="-10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205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i="1" spc="370" dirty="0">
                <a:solidFill>
                  <a:srgbClr val="0000FF"/>
                </a:solidFill>
                <a:latin typeface="Menlo"/>
                <a:cs typeface="Menlo"/>
              </a:rPr>
              <a:t>≥</a:t>
            </a:r>
            <a:r>
              <a:rPr sz="2050" i="1" spc="-670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50" spc="-11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050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i="1" spc="370" dirty="0">
                <a:solidFill>
                  <a:srgbClr val="0000FF"/>
                </a:solidFill>
                <a:latin typeface="Menlo"/>
                <a:cs typeface="Menlo"/>
              </a:rPr>
              <a:t>−</a:t>
            </a:r>
            <a:r>
              <a:rPr sz="2050" i="1" spc="-785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50" i="1" spc="120" dirty="0">
                <a:solidFill>
                  <a:srgbClr val="0000FF"/>
                </a:solidFill>
                <a:latin typeface="Times New Roman"/>
                <a:cs typeface="Times New Roman"/>
              </a:rPr>
              <a:t>ξ</a:t>
            </a:r>
            <a:r>
              <a:rPr sz="2175" i="1" spc="179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050" i="1" spc="120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endParaRPr sz="20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014"/>
              </a:spcBef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This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is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just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the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same as the original</a:t>
            </a:r>
            <a:r>
              <a:rPr sz="2050" spc="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objective: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38776" y="5153375"/>
            <a:ext cx="15684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-11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90085" y="5509983"/>
            <a:ext cx="255904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i="1" spc="330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90897" y="5081219"/>
            <a:ext cx="21209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415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89933" y="5081739"/>
            <a:ext cx="70929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1230"/>
              </a:lnSpc>
              <a:spcBef>
                <a:spcPts val="114"/>
              </a:spcBef>
              <a:tabLst>
                <a:tab pos="243840" algn="l"/>
              </a:tabLst>
            </a:pPr>
            <a:r>
              <a:rPr sz="2050" u="sng" dirty="0">
                <a:solidFill>
                  <a:srgbClr val="0000FF"/>
                </a:solidFill>
                <a:uFill>
                  <a:solidFill>
                    <a:srgbClr val="0000FE"/>
                  </a:solidFill>
                </a:uFill>
                <a:latin typeface="Times New Roman"/>
                <a:cs typeface="Times New Roman"/>
              </a:rPr>
              <a:t> 	</a:t>
            </a:r>
            <a:endParaRPr sz="2050">
              <a:latin typeface="Times New Roman"/>
              <a:cs typeface="Times New Roman"/>
            </a:endParaRPr>
          </a:p>
          <a:p>
            <a:pPr marL="317500">
              <a:lnSpc>
                <a:spcPts val="1230"/>
              </a:lnSpc>
            </a:pPr>
            <a:r>
              <a:rPr sz="2050" spc="24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14697" y="5718251"/>
            <a:ext cx="36703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450" spc="270" dirty="0">
                <a:solidFill>
                  <a:srgbClr val="0000FF"/>
                </a:solidFill>
                <a:latin typeface="Times New Roman"/>
                <a:cs typeface="Times New Roman"/>
              </a:rPr>
              <a:t>=1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63794" y="5448503"/>
            <a:ext cx="8667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79145" algn="l"/>
              </a:tabLst>
            </a:pPr>
            <a:r>
              <a:rPr sz="1450" i="1" spc="180" dirty="0">
                <a:solidFill>
                  <a:srgbClr val="0000FF"/>
                </a:solidFill>
                <a:latin typeface="Times New Roman"/>
                <a:cs typeface="Times New Roman"/>
              </a:rPr>
              <a:t>i	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18558" y="5330151"/>
            <a:ext cx="253428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903605" algn="l"/>
              </a:tabLst>
            </a:pPr>
            <a:r>
              <a:rPr sz="2050" i="1" spc="20" dirty="0">
                <a:solidFill>
                  <a:srgbClr val="0000FF"/>
                </a:solidFill>
                <a:latin typeface="Times New Roman"/>
                <a:cs typeface="Times New Roman"/>
              </a:rPr>
              <a:t>£</a:t>
            </a:r>
            <a:r>
              <a:rPr sz="2050" spc="2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2050" i="1" spc="20" dirty="0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sz="2050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-660" dirty="0">
                <a:solidFill>
                  <a:srgbClr val="0000FF"/>
                </a:solidFill>
                <a:latin typeface="Menlo"/>
                <a:cs typeface="Menlo"/>
              </a:rPr>
              <a:t>·</a:t>
            </a:r>
            <a:r>
              <a:rPr sz="2050" i="1" spc="-760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50" i="1" spc="270" dirty="0">
                <a:solidFill>
                  <a:srgbClr val="0000FF"/>
                </a:solidFill>
                <a:latin typeface="Times New Roman"/>
                <a:cs typeface="Times New Roman"/>
              </a:rPr>
              <a:t>x	</a:t>
            </a:r>
            <a:r>
              <a:rPr sz="2050" spc="409" dirty="0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sz="2050" spc="-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0000FF"/>
                </a:solidFill>
                <a:latin typeface="Times New Roman"/>
                <a:cs typeface="Times New Roman"/>
              </a:rPr>
              <a:t>b,</a:t>
            </a:r>
            <a:r>
              <a:rPr sz="2050" i="1" spc="-1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100" dirty="0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sz="2050" i="1" spc="1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spc="120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2050" spc="-1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2050" spc="-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-495" dirty="0">
                <a:solidFill>
                  <a:srgbClr val="FF0000"/>
                </a:solidFill>
                <a:latin typeface="Menlo"/>
                <a:cs typeface="Menlo"/>
              </a:rPr>
              <a:t>||</a:t>
            </a:r>
            <a:r>
              <a:rPr sz="2050" i="1" spc="-495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2050" i="1" spc="-495" dirty="0">
                <a:solidFill>
                  <a:srgbClr val="FF0000"/>
                </a:solidFill>
                <a:latin typeface="Menlo"/>
                <a:cs typeface="Menlo"/>
              </a:rPr>
              <a:t>||</a:t>
            </a:r>
            <a:endParaRPr sz="2050">
              <a:latin typeface="Menlo"/>
              <a:cs typeface="Menl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27061" y="5300675"/>
            <a:ext cx="1301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9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65045" y="6012336"/>
            <a:ext cx="7256145" cy="75438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except </a:t>
            </a:r>
            <a:r>
              <a:rPr sz="2050" i="1" spc="-165" dirty="0">
                <a:solidFill>
                  <a:srgbClr val="231F20"/>
                </a:solidFill>
                <a:latin typeface="Times New Roman"/>
                <a:cs typeface="Times New Roman"/>
              </a:rPr>
              <a:t>£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is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no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longer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the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zero-one loss, 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but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is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called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2050" spc="-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”hinge-loss”: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050" i="1" spc="45" dirty="0">
                <a:solidFill>
                  <a:srgbClr val="231F20"/>
                </a:solidFill>
                <a:latin typeface="Times New Roman"/>
                <a:cs typeface="Times New Roman"/>
              </a:rPr>
              <a:t>£</a:t>
            </a:r>
            <a:r>
              <a:rPr sz="2050" spc="4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45" dirty="0">
                <a:solidFill>
                  <a:srgbClr val="231F20"/>
                </a:solidFill>
                <a:latin typeface="Times New Roman"/>
                <a:cs typeface="Times New Roman"/>
              </a:rPr>
              <a:t>y,</a:t>
            </a:r>
            <a:r>
              <a:rPr sz="2050" i="1" spc="-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-135" dirty="0">
                <a:solidFill>
                  <a:srgbClr val="231F20"/>
                </a:solidFill>
                <a:latin typeface="Times New Roman"/>
                <a:cs typeface="Times New Roman"/>
              </a:rPr>
              <a:t>y</a:t>
            </a:r>
            <a:r>
              <a:rPr sz="2050" spc="-135" dirty="0">
                <a:solidFill>
                  <a:srgbClr val="231F20"/>
                </a:solidFill>
                <a:latin typeface="Arial"/>
                <a:cs typeface="Arial"/>
              </a:rPr>
              <a:t>ˆ)</a:t>
            </a:r>
            <a:r>
              <a:rPr sz="205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205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srgbClr val="231F20"/>
                </a:solidFill>
                <a:latin typeface="Times New Roman"/>
                <a:cs typeface="Times New Roman"/>
              </a:rPr>
              <a:t>max</a:t>
            </a:r>
            <a:r>
              <a:rPr sz="2050" spc="10" dirty="0">
                <a:solidFill>
                  <a:srgbClr val="231F20"/>
                </a:solidFill>
                <a:latin typeface="Arial"/>
                <a:cs typeface="Arial"/>
              </a:rPr>
              <a:t>(0</a:t>
            </a:r>
            <a:r>
              <a:rPr sz="205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2050" i="1" spc="-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-110" dirty="0">
                <a:solidFill>
                  <a:srgbClr val="231F20"/>
                </a:solidFill>
                <a:latin typeface="Arial"/>
                <a:cs typeface="Arial"/>
              </a:rPr>
              <a:t>1 </a:t>
            </a:r>
            <a:r>
              <a:rPr sz="2050" i="1" spc="370" dirty="0">
                <a:solidFill>
                  <a:srgbClr val="231F20"/>
                </a:solidFill>
                <a:latin typeface="Menlo"/>
                <a:cs typeface="Menlo"/>
              </a:rPr>
              <a:t>−</a:t>
            </a:r>
            <a:r>
              <a:rPr sz="2050" i="1" spc="-770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i="1" spc="-45" dirty="0">
                <a:solidFill>
                  <a:srgbClr val="231F20"/>
                </a:solidFill>
                <a:latin typeface="Times New Roman"/>
                <a:cs typeface="Times New Roman"/>
              </a:rPr>
              <a:t>yy</a:t>
            </a:r>
            <a:r>
              <a:rPr sz="2050" spc="-45" dirty="0">
                <a:solidFill>
                  <a:srgbClr val="231F20"/>
                </a:solidFill>
                <a:latin typeface="Arial"/>
                <a:cs typeface="Arial"/>
              </a:rPr>
              <a:t>ˆ)</a:t>
            </a:r>
            <a:r>
              <a:rPr sz="2050" spc="-45" dirty="0">
                <a:solidFill>
                  <a:srgbClr val="231F20"/>
                </a:solidFill>
                <a:latin typeface="Times New Roman"/>
                <a:cs typeface="Times New Roman"/>
              </a:rPr>
              <a:t>.</a:t>
            </a:r>
            <a:r>
              <a:rPr sz="2050" spc="1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This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is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still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 a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quadratic</a:t>
            </a:r>
            <a:r>
              <a:rPr sz="205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program!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70463" y="4657293"/>
            <a:ext cx="388620" cy="527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300" spc="125" dirty="0">
                <a:latin typeface="Symbol"/>
                <a:cs typeface="Symbol"/>
              </a:rPr>
              <a:t>ξ</a:t>
            </a:r>
            <a:r>
              <a:rPr sz="3825" spc="187" baseline="-26143" dirty="0">
                <a:latin typeface="Helvetica"/>
                <a:cs typeface="Helvetica"/>
              </a:rPr>
              <a:t>i</a:t>
            </a:r>
            <a:endParaRPr sz="3825" baseline="-26143">
              <a:latin typeface="Helvetica"/>
              <a:cs typeface="Helvetic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020108" y="4162602"/>
            <a:ext cx="418465" cy="418465"/>
          </a:xfrm>
          <a:custGeom>
            <a:avLst/>
            <a:gdLst/>
            <a:ahLst/>
            <a:cxnLst/>
            <a:rect l="l" t="t" r="r" b="b"/>
            <a:pathLst>
              <a:path w="418464" h="418464">
                <a:moveTo>
                  <a:pt x="417982" y="208991"/>
                </a:moveTo>
                <a:lnTo>
                  <a:pt x="412459" y="256893"/>
                </a:lnTo>
                <a:lnTo>
                  <a:pt x="396730" y="300875"/>
                </a:lnTo>
                <a:lnTo>
                  <a:pt x="372051" y="339681"/>
                </a:lnTo>
                <a:lnTo>
                  <a:pt x="339681" y="372051"/>
                </a:lnTo>
                <a:lnTo>
                  <a:pt x="300875" y="396730"/>
                </a:lnTo>
                <a:lnTo>
                  <a:pt x="256893" y="412459"/>
                </a:lnTo>
                <a:lnTo>
                  <a:pt x="208991" y="417982"/>
                </a:lnTo>
                <a:lnTo>
                  <a:pt x="161089" y="412459"/>
                </a:lnTo>
                <a:lnTo>
                  <a:pt x="117106" y="396730"/>
                </a:lnTo>
                <a:lnTo>
                  <a:pt x="78301" y="372051"/>
                </a:lnTo>
                <a:lnTo>
                  <a:pt x="45930" y="339681"/>
                </a:lnTo>
                <a:lnTo>
                  <a:pt x="21251" y="300875"/>
                </a:lnTo>
                <a:lnTo>
                  <a:pt x="5522" y="256893"/>
                </a:lnTo>
                <a:lnTo>
                  <a:pt x="0" y="208991"/>
                </a:lnTo>
                <a:lnTo>
                  <a:pt x="5522" y="161089"/>
                </a:lnTo>
                <a:lnTo>
                  <a:pt x="21251" y="117106"/>
                </a:lnTo>
                <a:lnTo>
                  <a:pt x="45930" y="78301"/>
                </a:lnTo>
                <a:lnTo>
                  <a:pt x="78301" y="45930"/>
                </a:lnTo>
                <a:lnTo>
                  <a:pt x="117106" y="21251"/>
                </a:lnTo>
                <a:lnTo>
                  <a:pt x="161089" y="5522"/>
                </a:lnTo>
                <a:lnTo>
                  <a:pt x="208991" y="0"/>
                </a:lnTo>
                <a:lnTo>
                  <a:pt x="256893" y="5522"/>
                </a:lnTo>
                <a:lnTo>
                  <a:pt x="300875" y="21251"/>
                </a:lnTo>
                <a:lnTo>
                  <a:pt x="339681" y="45930"/>
                </a:lnTo>
                <a:lnTo>
                  <a:pt x="372051" y="78301"/>
                </a:lnTo>
                <a:lnTo>
                  <a:pt x="396730" y="117106"/>
                </a:lnTo>
                <a:lnTo>
                  <a:pt x="412459" y="161089"/>
                </a:lnTo>
                <a:lnTo>
                  <a:pt x="417982" y="208991"/>
                </a:lnTo>
              </a:path>
            </a:pathLst>
          </a:custGeom>
          <a:ln w="149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95040" y="4788966"/>
            <a:ext cx="418465" cy="418465"/>
          </a:xfrm>
          <a:custGeom>
            <a:avLst/>
            <a:gdLst/>
            <a:ahLst/>
            <a:cxnLst/>
            <a:rect l="l" t="t" r="r" b="b"/>
            <a:pathLst>
              <a:path w="418464" h="418464">
                <a:moveTo>
                  <a:pt x="417982" y="208991"/>
                </a:moveTo>
                <a:lnTo>
                  <a:pt x="412459" y="256893"/>
                </a:lnTo>
                <a:lnTo>
                  <a:pt x="396730" y="300875"/>
                </a:lnTo>
                <a:lnTo>
                  <a:pt x="372051" y="339681"/>
                </a:lnTo>
                <a:lnTo>
                  <a:pt x="339681" y="372051"/>
                </a:lnTo>
                <a:lnTo>
                  <a:pt x="300875" y="396730"/>
                </a:lnTo>
                <a:lnTo>
                  <a:pt x="256893" y="412459"/>
                </a:lnTo>
                <a:lnTo>
                  <a:pt x="208991" y="417982"/>
                </a:lnTo>
                <a:lnTo>
                  <a:pt x="161089" y="412459"/>
                </a:lnTo>
                <a:lnTo>
                  <a:pt x="117106" y="396730"/>
                </a:lnTo>
                <a:lnTo>
                  <a:pt x="78301" y="372051"/>
                </a:lnTo>
                <a:lnTo>
                  <a:pt x="45930" y="339681"/>
                </a:lnTo>
                <a:lnTo>
                  <a:pt x="21251" y="300875"/>
                </a:lnTo>
                <a:lnTo>
                  <a:pt x="5522" y="256893"/>
                </a:lnTo>
                <a:lnTo>
                  <a:pt x="0" y="208991"/>
                </a:lnTo>
                <a:lnTo>
                  <a:pt x="5522" y="161089"/>
                </a:lnTo>
                <a:lnTo>
                  <a:pt x="21251" y="117106"/>
                </a:lnTo>
                <a:lnTo>
                  <a:pt x="45930" y="78301"/>
                </a:lnTo>
                <a:lnTo>
                  <a:pt x="78301" y="45930"/>
                </a:lnTo>
                <a:lnTo>
                  <a:pt x="117106" y="21251"/>
                </a:lnTo>
                <a:lnTo>
                  <a:pt x="161089" y="5522"/>
                </a:lnTo>
                <a:lnTo>
                  <a:pt x="208991" y="0"/>
                </a:lnTo>
                <a:lnTo>
                  <a:pt x="256893" y="5522"/>
                </a:lnTo>
                <a:lnTo>
                  <a:pt x="300875" y="21251"/>
                </a:lnTo>
                <a:lnTo>
                  <a:pt x="339681" y="45930"/>
                </a:lnTo>
                <a:lnTo>
                  <a:pt x="372051" y="78301"/>
                </a:lnTo>
                <a:lnTo>
                  <a:pt x="396730" y="117106"/>
                </a:lnTo>
                <a:lnTo>
                  <a:pt x="412459" y="161089"/>
                </a:lnTo>
                <a:lnTo>
                  <a:pt x="417982" y="208991"/>
                </a:lnTo>
              </a:path>
            </a:pathLst>
          </a:custGeom>
          <a:ln w="149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14924" y="5207304"/>
            <a:ext cx="418465" cy="418465"/>
          </a:xfrm>
          <a:custGeom>
            <a:avLst/>
            <a:gdLst/>
            <a:ahLst/>
            <a:cxnLst/>
            <a:rect l="l" t="t" r="r" b="b"/>
            <a:pathLst>
              <a:path w="418464" h="418464">
                <a:moveTo>
                  <a:pt x="417982" y="208991"/>
                </a:moveTo>
                <a:lnTo>
                  <a:pt x="412459" y="256893"/>
                </a:lnTo>
                <a:lnTo>
                  <a:pt x="396730" y="300875"/>
                </a:lnTo>
                <a:lnTo>
                  <a:pt x="372051" y="339681"/>
                </a:lnTo>
                <a:lnTo>
                  <a:pt x="339681" y="372051"/>
                </a:lnTo>
                <a:lnTo>
                  <a:pt x="300875" y="396730"/>
                </a:lnTo>
                <a:lnTo>
                  <a:pt x="256893" y="412459"/>
                </a:lnTo>
                <a:lnTo>
                  <a:pt x="208991" y="417982"/>
                </a:lnTo>
                <a:lnTo>
                  <a:pt x="161089" y="412459"/>
                </a:lnTo>
                <a:lnTo>
                  <a:pt x="117106" y="396730"/>
                </a:lnTo>
                <a:lnTo>
                  <a:pt x="78301" y="372051"/>
                </a:lnTo>
                <a:lnTo>
                  <a:pt x="45930" y="339681"/>
                </a:lnTo>
                <a:lnTo>
                  <a:pt x="21251" y="300875"/>
                </a:lnTo>
                <a:lnTo>
                  <a:pt x="5522" y="256893"/>
                </a:lnTo>
                <a:lnTo>
                  <a:pt x="0" y="208991"/>
                </a:lnTo>
                <a:lnTo>
                  <a:pt x="5522" y="161089"/>
                </a:lnTo>
                <a:lnTo>
                  <a:pt x="21251" y="117106"/>
                </a:lnTo>
                <a:lnTo>
                  <a:pt x="45930" y="78301"/>
                </a:lnTo>
                <a:lnTo>
                  <a:pt x="78301" y="45930"/>
                </a:lnTo>
                <a:lnTo>
                  <a:pt x="117106" y="21251"/>
                </a:lnTo>
                <a:lnTo>
                  <a:pt x="161089" y="5522"/>
                </a:lnTo>
                <a:lnTo>
                  <a:pt x="208991" y="0"/>
                </a:lnTo>
                <a:lnTo>
                  <a:pt x="256893" y="5522"/>
                </a:lnTo>
                <a:lnTo>
                  <a:pt x="300875" y="21251"/>
                </a:lnTo>
                <a:lnTo>
                  <a:pt x="339681" y="45930"/>
                </a:lnTo>
                <a:lnTo>
                  <a:pt x="372051" y="78301"/>
                </a:lnTo>
                <a:lnTo>
                  <a:pt x="396730" y="117106"/>
                </a:lnTo>
                <a:lnTo>
                  <a:pt x="412459" y="161089"/>
                </a:lnTo>
                <a:lnTo>
                  <a:pt x="417982" y="208991"/>
                </a:lnTo>
              </a:path>
            </a:pathLst>
          </a:custGeom>
          <a:ln w="149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59626" y="4192320"/>
            <a:ext cx="418465" cy="418465"/>
          </a:xfrm>
          <a:custGeom>
            <a:avLst/>
            <a:gdLst/>
            <a:ahLst/>
            <a:cxnLst/>
            <a:rect l="l" t="t" r="r" b="b"/>
            <a:pathLst>
              <a:path w="418465" h="418464">
                <a:moveTo>
                  <a:pt x="417982" y="208991"/>
                </a:moveTo>
                <a:lnTo>
                  <a:pt x="412459" y="256893"/>
                </a:lnTo>
                <a:lnTo>
                  <a:pt x="396730" y="300875"/>
                </a:lnTo>
                <a:lnTo>
                  <a:pt x="372051" y="339681"/>
                </a:lnTo>
                <a:lnTo>
                  <a:pt x="339681" y="372051"/>
                </a:lnTo>
                <a:lnTo>
                  <a:pt x="300875" y="396730"/>
                </a:lnTo>
                <a:lnTo>
                  <a:pt x="256893" y="412459"/>
                </a:lnTo>
                <a:lnTo>
                  <a:pt x="208991" y="417982"/>
                </a:lnTo>
                <a:lnTo>
                  <a:pt x="161089" y="412459"/>
                </a:lnTo>
                <a:lnTo>
                  <a:pt x="117106" y="396730"/>
                </a:lnTo>
                <a:lnTo>
                  <a:pt x="78301" y="372051"/>
                </a:lnTo>
                <a:lnTo>
                  <a:pt x="45930" y="339681"/>
                </a:lnTo>
                <a:lnTo>
                  <a:pt x="21251" y="300875"/>
                </a:lnTo>
                <a:lnTo>
                  <a:pt x="5522" y="256893"/>
                </a:lnTo>
                <a:lnTo>
                  <a:pt x="0" y="208991"/>
                </a:lnTo>
                <a:lnTo>
                  <a:pt x="5522" y="161089"/>
                </a:lnTo>
                <a:lnTo>
                  <a:pt x="21251" y="117106"/>
                </a:lnTo>
                <a:lnTo>
                  <a:pt x="45930" y="78301"/>
                </a:lnTo>
                <a:lnTo>
                  <a:pt x="78301" y="45930"/>
                </a:lnTo>
                <a:lnTo>
                  <a:pt x="117106" y="21251"/>
                </a:lnTo>
                <a:lnTo>
                  <a:pt x="161089" y="5522"/>
                </a:lnTo>
                <a:lnTo>
                  <a:pt x="208991" y="0"/>
                </a:lnTo>
                <a:lnTo>
                  <a:pt x="256893" y="5522"/>
                </a:lnTo>
                <a:lnTo>
                  <a:pt x="300875" y="21251"/>
                </a:lnTo>
                <a:lnTo>
                  <a:pt x="339681" y="45930"/>
                </a:lnTo>
                <a:lnTo>
                  <a:pt x="372051" y="78301"/>
                </a:lnTo>
                <a:lnTo>
                  <a:pt x="396730" y="117106"/>
                </a:lnTo>
                <a:lnTo>
                  <a:pt x="412459" y="161089"/>
                </a:lnTo>
                <a:lnTo>
                  <a:pt x="417982" y="208991"/>
                </a:lnTo>
              </a:path>
            </a:pathLst>
          </a:custGeom>
          <a:ln w="149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53680" y="5057952"/>
            <a:ext cx="418465" cy="418465"/>
          </a:xfrm>
          <a:custGeom>
            <a:avLst/>
            <a:gdLst/>
            <a:ahLst/>
            <a:cxnLst/>
            <a:rect l="l" t="t" r="r" b="b"/>
            <a:pathLst>
              <a:path w="418465" h="418464">
                <a:moveTo>
                  <a:pt x="417982" y="208991"/>
                </a:moveTo>
                <a:lnTo>
                  <a:pt x="412459" y="256893"/>
                </a:lnTo>
                <a:lnTo>
                  <a:pt x="396730" y="300875"/>
                </a:lnTo>
                <a:lnTo>
                  <a:pt x="372051" y="339681"/>
                </a:lnTo>
                <a:lnTo>
                  <a:pt x="339681" y="372051"/>
                </a:lnTo>
                <a:lnTo>
                  <a:pt x="300875" y="396730"/>
                </a:lnTo>
                <a:lnTo>
                  <a:pt x="256893" y="412459"/>
                </a:lnTo>
                <a:lnTo>
                  <a:pt x="208991" y="417982"/>
                </a:lnTo>
                <a:lnTo>
                  <a:pt x="161089" y="412459"/>
                </a:lnTo>
                <a:lnTo>
                  <a:pt x="117106" y="396730"/>
                </a:lnTo>
                <a:lnTo>
                  <a:pt x="78301" y="372051"/>
                </a:lnTo>
                <a:lnTo>
                  <a:pt x="45930" y="339681"/>
                </a:lnTo>
                <a:lnTo>
                  <a:pt x="21251" y="300875"/>
                </a:lnTo>
                <a:lnTo>
                  <a:pt x="5522" y="256893"/>
                </a:lnTo>
                <a:lnTo>
                  <a:pt x="0" y="208991"/>
                </a:lnTo>
                <a:lnTo>
                  <a:pt x="5522" y="161089"/>
                </a:lnTo>
                <a:lnTo>
                  <a:pt x="21251" y="117106"/>
                </a:lnTo>
                <a:lnTo>
                  <a:pt x="45930" y="78301"/>
                </a:lnTo>
                <a:lnTo>
                  <a:pt x="78301" y="45930"/>
                </a:lnTo>
                <a:lnTo>
                  <a:pt x="117106" y="21251"/>
                </a:lnTo>
                <a:lnTo>
                  <a:pt x="161089" y="5522"/>
                </a:lnTo>
                <a:lnTo>
                  <a:pt x="208991" y="0"/>
                </a:lnTo>
                <a:lnTo>
                  <a:pt x="256893" y="5522"/>
                </a:lnTo>
                <a:lnTo>
                  <a:pt x="300875" y="21251"/>
                </a:lnTo>
                <a:lnTo>
                  <a:pt x="339681" y="45930"/>
                </a:lnTo>
                <a:lnTo>
                  <a:pt x="372051" y="78301"/>
                </a:lnTo>
                <a:lnTo>
                  <a:pt x="396730" y="117106"/>
                </a:lnTo>
                <a:lnTo>
                  <a:pt x="412459" y="161089"/>
                </a:lnTo>
                <a:lnTo>
                  <a:pt x="417982" y="208991"/>
                </a:lnTo>
              </a:path>
            </a:pathLst>
          </a:custGeom>
          <a:ln w="149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14924" y="1774494"/>
            <a:ext cx="418465" cy="418465"/>
          </a:xfrm>
          <a:custGeom>
            <a:avLst/>
            <a:gdLst/>
            <a:ahLst/>
            <a:cxnLst/>
            <a:rect l="l" t="t" r="r" b="b"/>
            <a:pathLst>
              <a:path w="418464" h="418464">
                <a:moveTo>
                  <a:pt x="417982" y="208991"/>
                </a:moveTo>
                <a:lnTo>
                  <a:pt x="412459" y="256893"/>
                </a:lnTo>
                <a:lnTo>
                  <a:pt x="396730" y="300875"/>
                </a:lnTo>
                <a:lnTo>
                  <a:pt x="372051" y="339681"/>
                </a:lnTo>
                <a:lnTo>
                  <a:pt x="339681" y="372051"/>
                </a:lnTo>
                <a:lnTo>
                  <a:pt x="300875" y="396730"/>
                </a:lnTo>
                <a:lnTo>
                  <a:pt x="256893" y="412459"/>
                </a:lnTo>
                <a:lnTo>
                  <a:pt x="208991" y="417982"/>
                </a:lnTo>
                <a:lnTo>
                  <a:pt x="161089" y="412459"/>
                </a:lnTo>
                <a:lnTo>
                  <a:pt x="117106" y="396730"/>
                </a:lnTo>
                <a:lnTo>
                  <a:pt x="78301" y="372051"/>
                </a:lnTo>
                <a:lnTo>
                  <a:pt x="45930" y="339681"/>
                </a:lnTo>
                <a:lnTo>
                  <a:pt x="21251" y="300875"/>
                </a:lnTo>
                <a:lnTo>
                  <a:pt x="5522" y="256893"/>
                </a:lnTo>
                <a:lnTo>
                  <a:pt x="0" y="208991"/>
                </a:lnTo>
                <a:lnTo>
                  <a:pt x="5522" y="161089"/>
                </a:lnTo>
                <a:lnTo>
                  <a:pt x="21251" y="117106"/>
                </a:lnTo>
                <a:lnTo>
                  <a:pt x="45930" y="78301"/>
                </a:lnTo>
                <a:lnTo>
                  <a:pt x="78301" y="45930"/>
                </a:lnTo>
                <a:lnTo>
                  <a:pt x="117106" y="21251"/>
                </a:lnTo>
                <a:lnTo>
                  <a:pt x="161089" y="5522"/>
                </a:lnTo>
                <a:lnTo>
                  <a:pt x="208991" y="0"/>
                </a:lnTo>
                <a:lnTo>
                  <a:pt x="256893" y="5522"/>
                </a:lnTo>
                <a:lnTo>
                  <a:pt x="300875" y="21251"/>
                </a:lnTo>
                <a:lnTo>
                  <a:pt x="339681" y="45930"/>
                </a:lnTo>
                <a:lnTo>
                  <a:pt x="372051" y="78301"/>
                </a:lnTo>
                <a:lnTo>
                  <a:pt x="396730" y="117106"/>
                </a:lnTo>
                <a:lnTo>
                  <a:pt x="412459" y="161089"/>
                </a:lnTo>
                <a:lnTo>
                  <a:pt x="417982" y="208991"/>
                </a:lnTo>
              </a:path>
            </a:pathLst>
          </a:custGeom>
          <a:ln w="298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74110" y="2132634"/>
            <a:ext cx="418465" cy="418465"/>
          </a:xfrm>
          <a:custGeom>
            <a:avLst/>
            <a:gdLst/>
            <a:ahLst/>
            <a:cxnLst/>
            <a:rect l="l" t="t" r="r" b="b"/>
            <a:pathLst>
              <a:path w="418464" h="418464">
                <a:moveTo>
                  <a:pt x="417982" y="208991"/>
                </a:moveTo>
                <a:lnTo>
                  <a:pt x="412459" y="256893"/>
                </a:lnTo>
                <a:lnTo>
                  <a:pt x="396730" y="300875"/>
                </a:lnTo>
                <a:lnTo>
                  <a:pt x="372051" y="339681"/>
                </a:lnTo>
                <a:lnTo>
                  <a:pt x="339681" y="372051"/>
                </a:lnTo>
                <a:lnTo>
                  <a:pt x="300875" y="396730"/>
                </a:lnTo>
                <a:lnTo>
                  <a:pt x="256893" y="412459"/>
                </a:lnTo>
                <a:lnTo>
                  <a:pt x="208991" y="417982"/>
                </a:lnTo>
                <a:lnTo>
                  <a:pt x="161089" y="412459"/>
                </a:lnTo>
                <a:lnTo>
                  <a:pt x="117106" y="396730"/>
                </a:lnTo>
                <a:lnTo>
                  <a:pt x="78301" y="372051"/>
                </a:lnTo>
                <a:lnTo>
                  <a:pt x="45930" y="339681"/>
                </a:lnTo>
                <a:lnTo>
                  <a:pt x="21251" y="300875"/>
                </a:lnTo>
                <a:lnTo>
                  <a:pt x="5522" y="256893"/>
                </a:lnTo>
                <a:lnTo>
                  <a:pt x="0" y="208991"/>
                </a:lnTo>
                <a:lnTo>
                  <a:pt x="5522" y="161089"/>
                </a:lnTo>
                <a:lnTo>
                  <a:pt x="21251" y="117106"/>
                </a:lnTo>
                <a:lnTo>
                  <a:pt x="45930" y="78301"/>
                </a:lnTo>
                <a:lnTo>
                  <a:pt x="78301" y="45930"/>
                </a:lnTo>
                <a:lnTo>
                  <a:pt x="117106" y="21251"/>
                </a:lnTo>
                <a:lnTo>
                  <a:pt x="161089" y="5522"/>
                </a:lnTo>
                <a:lnTo>
                  <a:pt x="208991" y="0"/>
                </a:lnTo>
                <a:lnTo>
                  <a:pt x="256893" y="5522"/>
                </a:lnTo>
                <a:lnTo>
                  <a:pt x="300875" y="21251"/>
                </a:lnTo>
                <a:lnTo>
                  <a:pt x="339681" y="45930"/>
                </a:lnTo>
                <a:lnTo>
                  <a:pt x="372051" y="78301"/>
                </a:lnTo>
                <a:lnTo>
                  <a:pt x="396730" y="117106"/>
                </a:lnTo>
                <a:lnTo>
                  <a:pt x="412459" y="161089"/>
                </a:lnTo>
                <a:lnTo>
                  <a:pt x="417982" y="208991"/>
                </a:lnTo>
              </a:path>
            </a:pathLst>
          </a:custGeom>
          <a:ln w="1492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87798" y="1923084"/>
            <a:ext cx="418465" cy="418465"/>
          </a:xfrm>
          <a:custGeom>
            <a:avLst/>
            <a:gdLst/>
            <a:ahLst/>
            <a:cxnLst/>
            <a:rect l="l" t="t" r="r" b="b"/>
            <a:pathLst>
              <a:path w="418464" h="418464">
                <a:moveTo>
                  <a:pt x="417982" y="208991"/>
                </a:moveTo>
                <a:lnTo>
                  <a:pt x="412459" y="256893"/>
                </a:lnTo>
                <a:lnTo>
                  <a:pt x="396730" y="300875"/>
                </a:lnTo>
                <a:lnTo>
                  <a:pt x="372051" y="339681"/>
                </a:lnTo>
                <a:lnTo>
                  <a:pt x="339681" y="372051"/>
                </a:lnTo>
                <a:lnTo>
                  <a:pt x="300875" y="396730"/>
                </a:lnTo>
                <a:lnTo>
                  <a:pt x="256893" y="412459"/>
                </a:lnTo>
                <a:lnTo>
                  <a:pt x="208991" y="417982"/>
                </a:lnTo>
                <a:lnTo>
                  <a:pt x="161089" y="412459"/>
                </a:lnTo>
                <a:lnTo>
                  <a:pt x="117106" y="396730"/>
                </a:lnTo>
                <a:lnTo>
                  <a:pt x="78301" y="372051"/>
                </a:lnTo>
                <a:lnTo>
                  <a:pt x="45930" y="339681"/>
                </a:lnTo>
                <a:lnTo>
                  <a:pt x="21251" y="300875"/>
                </a:lnTo>
                <a:lnTo>
                  <a:pt x="5522" y="256893"/>
                </a:lnTo>
                <a:lnTo>
                  <a:pt x="0" y="208991"/>
                </a:lnTo>
                <a:lnTo>
                  <a:pt x="5522" y="161089"/>
                </a:lnTo>
                <a:lnTo>
                  <a:pt x="21251" y="117106"/>
                </a:lnTo>
                <a:lnTo>
                  <a:pt x="45930" y="78301"/>
                </a:lnTo>
                <a:lnTo>
                  <a:pt x="78301" y="45930"/>
                </a:lnTo>
                <a:lnTo>
                  <a:pt x="117106" y="21251"/>
                </a:lnTo>
                <a:lnTo>
                  <a:pt x="161089" y="5522"/>
                </a:lnTo>
                <a:lnTo>
                  <a:pt x="208991" y="0"/>
                </a:lnTo>
                <a:lnTo>
                  <a:pt x="256893" y="5522"/>
                </a:lnTo>
                <a:lnTo>
                  <a:pt x="300875" y="21251"/>
                </a:lnTo>
                <a:lnTo>
                  <a:pt x="339681" y="45930"/>
                </a:lnTo>
                <a:lnTo>
                  <a:pt x="372051" y="78301"/>
                </a:lnTo>
                <a:lnTo>
                  <a:pt x="396730" y="117106"/>
                </a:lnTo>
                <a:lnTo>
                  <a:pt x="412459" y="161089"/>
                </a:lnTo>
                <a:lnTo>
                  <a:pt x="417982" y="208991"/>
                </a:lnTo>
              </a:path>
            </a:pathLst>
          </a:custGeom>
          <a:ln w="1492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35092" y="2699562"/>
            <a:ext cx="418465" cy="418465"/>
          </a:xfrm>
          <a:custGeom>
            <a:avLst/>
            <a:gdLst/>
            <a:ahLst/>
            <a:cxnLst/>
            <a:rect l="l" t="t" r="r" b="b"/>
            <a:pathLst>
              <a:path w="418464" h="418464">
                <a:moveTo>
                  <a:pt x="417982" y="208991"/>
                </a:moveTo>
                <a:lnTo>
                  <a:pt x="412459" y="256893"/>
                </a:lnTo>
                <a:lnTo>
                  <a:pt x="396730" y="300875"/>
                </a:lnTo>
                <a:lnTo>
                  <a:pt x="372051" y="339681"/>
                </a:lnTo>
                <a:lnTo>
                  <a:pt x="339681" y="372051"/>
                </a:lnTo>
                <a:lnTo>
                  <a:pt x="300875" y="396730"/>
                </a:lnTo>
                <a:lnTo>
                  <a:pt x="256893" y="412459"/>
                </a:lnTo>
                <a:lnTo>
                  <a:pt x="208991" y="417982"/>
                </a:lnTo>
                <a:lnTo>
                  <a:pt x="161089" y="412459"/>
                </a:lnTo>
                <a:lnTo>
                  <a:pt x="117106" y="396730"/>
                </a:lnTo>
                <a:lnTo>
                  <a:pt x="78301" y="372051"/>
                </a:lnTo>
                <a:lnTo>
                  <a:pt x="45930" y="339681"/>
                </a:lnTo>
                <a:lnTo>
                  <a:pt x="21251" y="300875"/>
                </a:lnTo>
                <a:lnTo>
                  <a:pt x="5522" y="256893"/>
                </a:lnTo>
                <a:lnTo>
                  <a:pt x="0" y="208991"/>
                </a:lnTo>
                <a:lnTo>
                  <a:pt x="5522" y="161089"/>
                </a:lnTo>
                <a:lnTo>
                  <a:pt x="21251" y="117106"/>
                </a:lnTo>
                <a:lnTo>
                  <a:pt x="45930" y="78301"/>
                </a:lnTo>
                <a:lnTo>
                  <a:pt x="78301" y="45930"/>
                </a:lnTo>
                <a:lnTo>
                  <a:pt x="117106" y="21251"/>
                </a:lnTo>
                <a:lnTo>
                  <a:pt x="161089" y="5522"/>
                </a:lnTo>
                <a:lnTo>
                  <a:pt x="208991" y="0"/>
                </a:lnTo>
                <a:lnTo>
                  <a:pt x="256893" y="5522"/>
                </a:lnTo>
                <a:lnTo>
                  <a:pt x="300875" y="21251"/>
                </a:lnTo>
                <a:lnTo>
                  <a:pt x="339681" y="45930"/>
                </a:lnTo>
                <a:lnTo>
                  <a:pt x="372051" y="78301"/>
                </a:lnTo>
                <a:lnTo>
                  <a:pt x="396730" y="117106"/>
                </a:lnTo>
                <a:lnTo>
                  <a:pt x="412459" y="161089"/>
                </a:lnTo>
                <a:lnTo>
                  <a:pt x="417982" y="208991"/>
                </a:lnTo>
              </a:path>
            </a:pathLst>
          </a:custGeom>
          <a:ln w="1492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31204" y="2102154"/>
            <a:ext cx="418465" cy="418465"/>
          </a:xfrm>
          <a:custGeom>
            <a:avLst/>
            <a:gdLst/>
            <a:ahLst/>
            <a:cxnLst/>
            <a:rect l="l" t="t" r="r" b="b"/>
            <a:pathLst>
              <a:path w="418464" h="418464">
                <a:moveTo>
                  <a:pt x="417982" y="208991"/>
                </a:moveTo>
                <a:lnTo>
                  <a:pt x="412459" y="256893"/>
                </a:lnTo>
                <a:lnTo>
                  <a:pt x="396730" y="300875"/>
                </a:lnTo>
                <a:lnTo>
                  <a:pt x="372051" y="339681"/>
                </a:lnTo>
                <a:lnTo>
                  <a:pt x="339681" y="372051"/>
                </a:lnTo>
                <a:lnTo>
                  <a:pt x="300875" y="396730"/>
                </a:lnTo>
                <a:lnTo>
                  <a:pt x="256893" y="412459"/>
                </a:lnTo>
                <a:lnTo>
                  <a:pt x="208991" y="417982"/>
                </a:lnTo>
                <a:lnTo>
                  <a:pt x="161089" y="412459"/>
                </a:lnTo>
                <a:lnTo>
                  <a:pt x="117106" y="396730"/>
                </a:lnTo>
                <a:lnTo>
                  <a:pt x="78301" y="372051"/>
                </a:lnTo>
                <a:lnTo>
                  <a:pt x="45930" y="339681"/>
                </a:lnTo>
                <a:lnTo>
                  <a:pt x="21251" y="300875"/>
                </a:lnTo>
                <a:lnTo>
                  <a:pt x="5522" y="256893"/>
                </a:lnTo>
                <a:lnTo>
                  <a:pt x="0" y="208991"/>
                </a:lnTo>
                <a:lnTo>
                  <a:pt x="5522" y="161089"/>
                </a:lnTo>
                <a:lnTo>
                  <a:pt x="21251" y="117106"/>
                </a:lnTo>
                <a:lnTo>
                  <a:pt x="45930" y="78301"/>
                </a:lnTo>
                <a:lnTo>
                  <a:pt x="78301" y="45930"/>
                </a:lnTo>
                <a:lnTo>
                  <a:pt x="117106" y="21251"/>
                </a:lnTo>
                <a:lnTo>
                  <a:pt x="161089" y="5522"/>
                </a:lnTo>
                <a:lnTo>
                  <a:pt x="208991" y="0"/>
                </a:lnTo>
                <a:lnTo>
                  <a:pt x="256893" y="5522"/>
                </a:lnTo>
                <a:lnTo>
                  <a:pt x="300875" y="21251"/>
                </a:lnTo>
                <a:lnTo>
                  <a:pt x="339681" y="45930"/>
                </a:lnTo>
                <a:lnTo>
                  <a:pt x="372051" y="78301"/>
                </a:lnTo>
                <a:lnTo>
                  <a:pt x="396730" y="117106"/>
                </a:lnTo>
                <a:lnTo>
                  <a:pt x="412459" y="161089"/>
                </a:lnTo>
                <a:lnTo>
                  <a:pt x="417982" y="208991"/>
                </a:lnTo>
              </a:path>
            </a:pathLst>
          </a:custGeom>
          <a:ln w="1492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304328" y="2102154"/>
            <a:ext cx="418465" cy="418465"/>
          </a:xfrm>
          <a:custGeom>
            <a:avLst/>
            <a:gdLst/>
            <a:ahLst/>
            <a:cxnLst/>
            <a:rect l="l" t="t" r="r" b="b"/>
            <a:pathLst>
              <a:path w="418465" h="418464">
                <a:moveTo>
                  <a:pt x="417982" y="208991"/>
                </a:moveTo>
                <a:lnTo>
                  <a:pt x="412459" y="256893"/>
                </a:lnTo>
                <a:lnTo>
                  <a:pt x="396730" y="300875"/>
                </a:lnTo>
                <a:lnTo>
                  <a:pt x="372051" y="339681"/>
                </a:lnTo>
                <a:lnTo>
                  <a:pt x="339681" y="372051"/>
                </a:lnTo>
                <a:lnTo>
                  <a:pt x="300875" y="396730"/>
                </a:lnTo>
                <a:lnTo>
                  <a:pt x="256893" y="412459"/>
                </a:lnTo>
                <a:lnTo>
                  <a:pt x="208991" y="417982"/>
                </a:lnTo>
                <a:lnTo>
                  <a:pt x="161089" y="412459"/>
                </a:lnTo>
                <a:lnTo>
                  <a:pt x="117106" y="396730"/>
                </a:lnTo>
                <a:lnTo>
                  <a:pt x="78301" y="372051"/>
                </a:lnTo>
                <a:lnTo>
                  <a:pt x="45930" y="339681"/>
                </a:lnTo>
                <a:lnTo>
                  <a:pt x="21251" y="300875"/>
                </a:lnTo>
                <a:lnTo>
                  <a:pt x="5522" y="256893"/>
                </a:lnTo>
                <a:lnTo>
                  <a:pt x="0" y="208991"/>
                </a:lnTo>
                <a:lnTo>
                  <a:pt x="5522" y="161089"/>
                </a:lnTo>
                <a:lnTo>
                  <a:pt x="21251" y="117106"/>
                </a:lnTo>
                <a:lnTo>
                  <a:pt x="45930" y="78301"/>
                </a:lnTo>
                <a:lnTo>
                  <a:pt x="78301" y="45930"/>
                </a:lnTo>
                <a:lnTo>
                  <a:pt x="117106" y="21251"/>
                </a:lnTo>
                <a:lnTo>
                  <a:pt x="161089" y="5522"/>
                </a:lnTo>
                <a:lnTo>
                  <a:pt x="208991" y="0"/>
                </a:lnTo>
                <a:lnTo>
                  <a:pt x="256893" y="5522"/>
                </a:lnTo>
                <a:lnTo>
                  <a:pt x="300875" y="21251"/>
                </a:lnTo>
                <a:lnTo>
                  <a:pt x="339681" y="45930"/>
                </a:lnTo>
                <a:lnTo>
                  <a:pt x="372051" y="78301"/>
                </a:lnTo>
                <a:lnTo>
                  <a:pt x="396730" y="117106"/>
                </a:lnTo>
                <a:lnTo>
                  <a:pt x="412459" y="161089"/>
                </a:lnTo>
                <a:lnTo>
                  <a:pt x="417982" y="208991"/>
                </a:lnTo>
              </a:path>
            </a:pathLst>
          </a:custGeom>
          <a:ln w="1492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59626" y="5237022"/>
            <a:ext cx="418465" cy="418465"/>
          </a:xfrm>
          <a:custGeom>
            <a:avLst/>
            <a:gdLst/>
            <a:ahLst/>
            <a:cxnLst/>
            <a:rect l="l" t="t" r="r" b="b"/>
            <a:pathLst>
              <a:path w="418465" h="418464">
                <a:moveTo>
                  <a:pt x="417982" y="208991"/>
                </a:moveTo>
                <a:lnTo>
                  <a:pt x="412459" y="256893"/>
                </a:lnTo>
                <a:lnTo>
                  <a:pt x="396730" y="300875"/>
                </a:lnTo>
                <a:lnTo>
                  <a:pt x="372051" y="339681"/>
                </a:lnTo>
                <a:lnTo>
                  <a:pt x="339681" y="372051"/>
                </a:lnTo>
                <a:lnTo>
                  <a:pt x="300875" y="396730"/>
                </a:lnTo>
                <a:lnTo>
                  <a:pt x="256893" y="412459"/>
                </a:lnTo>
                <a:lnTo>
                  <a:pt x="208991" y="417982"/>
                </a:lnTo>
                <a:lnTo>
                  <a:pt x="161089" y="412459"/>
                </a:lnTo>
                <a:lnTo>
                  <a:pt x="117106" y="396730"/>
                </a:lnTo>
                <a:lnTo>
                  <a:pt x="78301" y="372051"/>
                </a:lnTo>
                <a:lnTo>
                  <a:pt x="45930" y="339681"/>
                </a:lnTo>
                <a:lnTo>
                  <a:pt x="21251" y="300875"/>
                </a:lnTo>
                <a:lnTo>
                  <a:pt x="5522" y="256893"/>
                </a:lnTo>
                <a:lnTo>
                  <a:pt x="0" y="208991"/>
                </a:lnTo>
                <a:lnTo>
                  <a:pt x="5522" y="161089"/>
                </a:lnTo>
                <a:lnTo>
                  <a:pt x="21251" y="117106"/>
                </a:lnTo>
                <a:lnTo>
                  <a:pt x="45930" y="78301"/>
                </a:lnTo>
                <a:lnTo>
                  <a:pt x="78301" y="45930"/>
                </a:lnTo>
                <a:lnTo>
                  <a:pt x="117106" y="21251"/>
                </a:lnTo>
                <a:lnTo>
                  <a:pt x="161089" y="5522"/>
                </a:lnTo>
                <a:lnTo>
                  <a:pt x="208991" y="0"/>
                </a:lnTo>
                <a:lnTo>
                  <a:pt x="256893" y="5522"/>
                </a:lnTo>
                <a:lnTo>
                  <a:pt x="300875" y="21251"/>
                </a:lnTo>
                <a:lnTo>
                  <a:pt x="339681" y="45930"/>
                </a:lnTo>
                <a:lnTo>
                  <a:pt x="372051" y="78301"/>
                </a:lnTo>
                <a:lnTo>
                  <a:pt x="396730" y="117106"/>
                </a:lnTo>
                <a:lnTo>
                  <a:pt x="412459" y="161089"/>
                </a:lnTo>
                <a:lnTo>
                  <a:pt x="417982" y="208991"/>
                </a:lnTo>
              </a:path>
            </a:pathLst>
          </a:custGeom>
          <a:ln w="2985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647234" y="5685078"/>
            <a:ext cx="418465" cy="418465"/>
          </a:xfrm>
          <a:custGeom>
            <a:avLst/>
            <a:gdLst/>
            <a:ahLst/>
            <a:cxnLst/>
            <a:rect l="l" t="t" r="r" b="b"/>
            <a:pathLst>
              <a:path w="418464" h="418464">
                <a:moveTo>
                  <a:pt x="417982" y="208991"/>
                </a:moveTo>
                <a:lnTo>
                  <a:pt x="412459" y="256893"/>
                </a:lnTo>
                <a:lnTo>
                  <a:pt x="396730" y="300875"/>
                </a:lnTo>
                <a:lnTo>
                  <a:pt x="372051" y="339681"/>
                </a:lnTo>
                <a:lnTo>
                  <a:pt x="339681" y="372051"/>
                </a:lnTo>
                <a:lnTo>
                  <a:pt x="300875" y="396730"/>
                </a:lnTo>
                <a:lnTo>
                  <a:pt x="256893" y="412459"/>
                </a:lnTo>
                <a:lnTo>
                  <a:pt x="208991" y="417982"/>
                </a:lnTo>
                <a:lnTo>
                  <a:pt x="161089" y="412459"/>
                </a:lnTo>
                <a:lnTo>
                  <a:pt x="117106" y="396730"/>
                </a:lnTo>
                <a:lnTo>
                  <a:pt x="78301" y="372051"/>
                </a:lnTo>
                <a:lnTo>
                  <a:pt x="45930" y="339681"/>
                </a:lnTo>
                <a:lnTo>
                  <a:pt x="21251" y="300875"/>
                </a:lnTo>
                <a:lnTo>
                  <a:pt x="5522" y="256893"/>
                </a:lnTo>
                <a:lnTo>
                  <a:pt x="0" y="208991"/>
                </a:lnTo>
                <a:lnTo>
                  <a:pt x="5522" y="161089"/>
                </a:lnTo>
                <a:lnTo>
                  <a:pt x="21251" y="117106"/>
                </a:lnTo>
                <a:lnTo>
                  <a:pt x="45930" y="78301"/>
                </a:lnTo>
                <a:lnTo>
                  <a:pt x="78301" y="45930"/>
                </a:lnTo>
                <a:lnTo>
                  <a:pt x="117106" y="21251"/>
                </a:lnTo>
                <a:lnTo>
                  <a:pt x="161089" y="5522"/>
                </a:lnTo>
                <a:lnTo>
                  <a:pt x="208991" y="0"/>
                </a:lnTo>
                <a:lnTo>
                  <a:pt x="256893" y="5522"/>
                </a:lnTo>
                <a:lnTo>
                  <a:pt x="300875" y="21251"/>
                </a:lnTo>
                <a:lnTo>
                  <a:pt x="339681" y="45930"/>
                </a:lnTo>
                <a:lnTo>
                  <a:pt x="372051" y="78301"/>
                </a:lnTo>
                <a:lnTo>
                  <a:pt x="396730" y="117106"/>
                </a:lnTo>
                <a:lnTo>
                  <a:pt x="412459" y="161089"/>
                </a:lnTo>
                <a:lnTo>
                  <a:pt x="417982" y="208991"/>
                </a:lnTo>
              </a:path>
            </a:pathLst>
          </a:custGeom>
          <a:ln w="2985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47048" y="3625024"/>
            <a:ext cx="5971540" cy="0"/>
          </a:xfrm>
          <a:custGeom>
            <a:avLst/>
            <a:gdLst/>
            <a:ahLst/>
            <a:cxnLst/>
            <a:rect l="l" t="t" r="r" b="b"/>
            <a:pathLst>
              <a:path w="5971540">
                <a:moveTo>
                  <a:pt x="0" y="0"/>
                </a:moveTo>
                <a:lnTo>
                  <a:pt x="5971235" y="0"/>
                </a:lnTo>
              </a:path>
            </a:pathLst>
          </a:custGeom>
          <a:ln w="149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676905" y="4162425"/>
            <a:ext cx="5971540" cy="0"/>
          </a:xfrm>
          <a:custGeom>
            <a:avLst/>
            <a:gdLst/>
            <a:ahLst/>
            <a:cxnLst/>
            <a:rect l="l" t="t" r="r" b="b"/>
            <a:pathLst>
              <a:path w="5971540">
                <a:moveTo>
                  <a:pt x="0" y="0"/>
                </a:moveTo>
                <a:lnTo>
                  <a:pt x="5971235" y="0"/>
                </a:lnTo>
              </a:path>
            </a:pathLst>
          </a:custGeom>
          <a:ln w="1492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676905" y="3117469"/>
            <a:ext cx="5971540" cy="0"/>
          </a:xfrm>
          <a:custGeom>
            <a:avLst/>
            <a:gdLst/>
            <a:ahLst/>
            <a:cxnLst/>
            <a:rect l="l" t="t" r="r" b="b"/>
            <a:pathLst>
              <a:path w="5971540">
                <a:moveTo>
                  <a:pt x="0" y="0"/>
                </a:moveTo>
                <a:lnTo>
                  <a:pt x="5971235" y="0"/>
                </a:lnTo>
              </a:path>
            </a:pathLst>
          </a:custGeom>
          <a:ln w="1492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826546" y="3177171"/>
            <a:ext cx="120014" cy="239395"/>
          </a:xfrm>
          <a:custGeom>
            <a:avLst/>
            <a:gdLst/>
            <a:ahLst/>
            <a:cxnLst/>
            <a:rect l="l" t="t" r="r" b="b"/>
            <a:pathLst>
              <a:path w="120014" h="239395">
                <a:moveTo>
                  <a:pt x="0" y="238848"/>
                </a:moveTo>
                <a:lnTo>
                  <a:pt x="59715" y="0"/>
                </a:lnTo>
                <a:lnTo>
                  <a:pt x="119430" y="238848"/>
                </a:lnTo>
              </a:path>
            </a:pathLst>
          </a:custGeom>
          <a:ln w="149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86261" y="3177171"/>
            <a:ext cx="0" cy="2448560"/>
          </a:xfrm>
          <a:custGeom>
            <a:avLst/>
            <a:gdLst/>
            <a:ahLst/>
            <a:cxnLst/>
            <a:rect l="l" t="t" r="r" b="b"/>
            <a:pathLst>
              <a:path h="2448560">
                <a:moveTo>
                  <a:pt x="0" y="0"/>
                </a:moveTo>
                <a:lnTo>
                  <a:pt x="0" y="2448204"/>
                </a:lnTo>
              </a:path>
            </a:pathLst>
          </a:custGeom>
          <a:ln w="149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26546" y="5386527"/>
            <a:ext cx="120014" cy="239395"/>
          </a:xfrm>
          <a:custGeom>
            <a:avLst/>
            <a:gdLst/>
            <a:ahLst/>
            <a:cxnLst/>
            <a:rect l="l" t="t" r="r" b="b"/>
            <a:pathLst>
              <a:path w="120014" h="239395">
                <a:moveTo>
                  <a:pt x="119430" y="0"/>
                </a:moveTo>
                <a:lnTo>
                  <a:pt x="59715" y="238848"/>
                </a:lnTo>
                <a:lnTo>
                  <a:pt x="0" y="0"/>
                </a:lnTo>
              </a:path>
            </a:pathLst>
          </a:custGeom>
          <a:ln w="149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976198" y="3625024"/>
            <a:ext cx="120014" cy="239395"/>
          </a:xfrm>
          <a:custGeom>
            <a:avLst/>
            <a:gdLst/>
            <a:ahLst/>
            <a:cxnLst/>
            <a:rect l="l" t="t" r="r" b="b"/>
            <a:pathLst>
              <a:path w="120015" h="239395">
                <a:moveTo>
                  <a:pt x="0" y="238848"/>
                </a:moveTo>
                <a:lnTo>
                  <a:pt x="59702" y="0"/>
                </a:lnTo>
                <a:lnTo>
                  <a:pt x="119418" y="238848"/>
                </a:lnTo>
              </a:path>
            </a:pathLst>
          </a:custGeom>
          <a:ln w="149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35901" y="3625024"/>
            <a:ext cx="0" cy="537845"/>
          </a:xfrm>
          <a:custGeom>
            <a:avLst/>
            <a:gdLst/>
            <a:ahLst/>
            <a:cxnLst/>
            <a:rect l="l" t="t" r="r" b="b"/>
            <a:pathLst>
              <a:path h="537845">
                <a:moveTo>
                  <a:pt x="0" y="0"/>
                </a:moveTo>
                <a:lnTo>
                  <a:pt x="0" y="537400"/>
                </a:lnTo>
              </a:path>
            </a:pathLst>
          </a:custGeom>
          <a:ln w="149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976198" y="3923576"/>
            <a:ext cx="120014" cy="239395"/>
          </a:xfrm>
          <a:custGeom>
            <a:avLst/>
            <a:gdLst/>
            <a:ahLst/>
            <a:cxnLst/>
            <a:rect l="l" t="t" r="r" b="b"/>
            <a:pathLst>
              <a:path w="120015" h="239395">
                <a:moveTo>
                  <a:pt x="119418" y="0"/>
                </a:moveTo>
                <a:lnTo>
                  <a:pt x="59702" y="238848"/>
                </a:lnTo>
                <a:lnTo>
                  <a:pt x="0" y="0"/>
                </a:lnTo>
              </a:path>
            </a:pathLst>
          </a:custGeom>
          <a:ln w="149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172125" y="2656916"/>
            <a:ext cx="144780" cy="455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5" dirty="0">
                <a:latin typeface="Times New Roman"/>
                <a:cs typeface="Times New Roman"/>
              </a:rPr>
              <a:t>-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66379" y="4149760"/>
            <a:ext cx="227965" cy="455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10" dirty="0"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27131" y="4149760"/>
            <a:ext cx="227965" cy="455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10" dirty="0"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21385" y="5194754"/>
            <a:ext cx="227965" cy="455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10" dirty="0"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60633" y="5045459"/>
            <a:ext cx="227965" cy="455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10" dirty="0"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31432" y="4746904"/>
            <a:ext cx="227965" cy="455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10" dirty="0"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80727" y="2059807"/>
            <a:ext cx="144780" cy="455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5" dirty="0">
                <a:latin typeface="Times New Roman"/>
                <a:cs typeface="Times New Roman"/>
              </a:rPr>
              <a:t>-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24276" y="1910512"/>
            <a:ext cx="144780" cy="455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5" dirty="0">
                <a:latin typeface="Times New Roman"/>
                <a:cs typeface="Times New Roman"/>
              </a:rPr>
              <a:t>-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67824" y="2059807"/>
            <a:ext cx="144780" cy="455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5" dirty="0">
                <a:latin typeface="Times New Roman"/>
                <a:cs typeface="Times New Roman"/>
              </a:rPr>
              <a:t>-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11377" y="2059807"/>
            <a:ext cx="144780" cy="455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5" dirty="0">
                <a:latin typeface="Times New Roman"/>
                <a:cs typeface="Times New Roman"/>
              </a:rPr>
              <a:t>-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66379" y="5194754"/>
            <a:ext cx="144780" cy="455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5" dirty="0">
                <a:latin typeface="Times New Roman"/>
                <a:cs typeface="Times New Roman"/>
              </a:rPr>
              <a:t>-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21385" y="1761252"/>
            <a:ext cx="227965" cy="455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10" dirty="0">
                <a:latin typeface="Times New Roman"/>
                <a:cs typeface="Times New Roman"/>
              </a:rPr>
              <a:t>+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54121" y="5642604"/>
            <a:ext cx="144780" cy="455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spc="5" dirty="0">
                <a:latin typeface="Times New Roman"/>
                <a:cs typeface="Times New Roman"/>
              </a:rPr>
              <a:t>-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02347" y="3701884"/>
            <a:ext cx="93853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dirty="0">
                <a:latin typeface="Helvetica"/>
                <a:cs typeface="Helvetica"/>
              </a:rPr>
              <a:t>margin</a:t>
            </a:r>
            <a:endParaRPr sz="235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19	Support </a:t>
            </a:r>
            <a:r>
              <a:rPr spc="-40" dirty="0"/>
              <a:t>Vector </a:t>
            </a:r>
            <a:r>
              <a:rPr spc="10" dirty="0"/>
              <a:t>Machines </a:t>
            </a:r>
            <a:r>
              <a:rPr spc="5" dirty="0"/>
              <a:t>-</a:t>
            </a:r>
            <a:r>
              <a:rPr spc="-5" dirty="0"/>
              <a:t> </a:t>
            </a:r>
            <a:r>
              <a:rPr spc="10" dirty="0"/>
              <a:t>Primal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5357" y="1553101"/>
            <a:ext cx="4890135" cy="81851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74320" indent="-262255">
              <a:lnSpc>
                <a:spcPct val="100000"/>
              </a:lnSpc>
              <a:spcBef>
                <a:spcPts val="755"/>
              </a:spcBef>
              <a:buClr>
                <a:srgbClr val="231F20"/>
              </a:buClr>
              <a:buFont typeface="Menlo"/>
              <a:buChar char="•"/>
              <a:tabLst>
                <a:tab pos="274955" algn="l"/>
              </a:tabLst>
            </a:pPr>
            <a:r>
              <a:rPr sz="2050" b="1" dirty="0">
                <a:solidFill>
                  <a:srgbClr val="0000FF"/>
                </a:solidFill>
                <a:latin typeface="Times New Roman"/>
                <a:cs typeface="Times New Roman"/>
              </a:rPr>
              <a:t>Decision</a:t>
            </a:r>
            <a:r>
              <a:rPr sz="2050" b="1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b="1" dirty="0">
                <a:solidFill>
                  <a:srgbClr val="0000FF"/>
                </a:solidFill>
                <a:latin typeface="Times New Roman"/>
                <a:cs typeface="Times New Roman"/>
              </a:rPr>
              <a:t>function:</a:t>
            </a:r>
            <a:endParaRPr sz="2050">
              <a:latin typeface="Times New Roman"/>
              <a:cs typeface="Times New Roman"/>
            </a:endParaRPr>
          </a:p>
          <a:p>
            <a:pPr marL="2971800">
              <a:lnSpc>
                <a:spcPct val="100000"/>
              </a:lnSpc>
              <a:spcBef>
                <a:spcPts val="660"/>
              </a:spcBef>
            </a:pPr>
            <a:r>
              <a:rPr sz="2050" i="1" spc="440" dirty="0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sz="2050" i="1" spc="-3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13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b="1" i="1" spc="130" dirty="0">
                <a:solidFill>
                  <a:srgbClr val="231F20"/>
                </a:solidFill>
                <a:latin typeface="Georgia-BoldItalic"/>
                <a:cs typeface="Georgia-BoldItalic"/>
              </a:rPr>
              <a:t>x</a:t>
            </a:r>
            <a:r>
              <a:rPr sz="2050" spc="13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205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b="1" i="1" spc="-200" dirty="0">
                <a:solidFill>
                  <a:srgbClr val="231F20"/>
                </a:solidFill>
                <a:latin typeface="Georgia-BoldItalic"/>
                <a:cs typeface="Georgia-BoldItalic"/>
              </a:rPr>
              <a:t>w</a:t>
            </a:r>
            <a:r>
              <a:rPr sz="2050" b="1" i="1" spc="-25" dirty="0">
                <a:solidFill>
                  <a:srgbClr val="231F20"/>
                </a:solidFill>
                <a:latin typeface="Georgia-BoldItalic"/>
                <a:cs typeface="Georgia-BoldItalic"/>
              </a:rPr>
              <a:t> </a:t>
            </a:r>
            <a:r>
              <a:rPr sz="2050" i="1" spc="-660" dirty="0">
                <a:solidFill>
                  <a:srgbClr val="231F20"/>
                </a:solidFill>
                <a:latin typeface="Menlo"/>
                <a:cs typeface="Menlo"/>
              </a:rPr>
              <a:t>·</a:t>
            </a:r>
            <a:r>
              <a:rPr sz="2050" i="1" spc="-790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b="1" i="1" spc="165" dirty="0">
                <a:solidFill>
                  <a:srgbClr val="231F20"/>
                </a:solidFill>
                <a:latin typeface="Georgia-BoldItalic"/>
                <a:cs typeface="Georgia-BoldItalic"/>
              </a:rPr>
              <a:t>x</a:t>
            </a:r>
            <a:r>
              <a:rPr sz="2050" b="1" i="1" spc="-70" dirty="0">
                <a:solidFill>
                  <a:srgbClr val="231F20"/>
                </a:solidFill>
                <a:latin typeface="Georgia-BoldItalic"/>
                <a:cs typeface="Georgia-BoldItalic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2050" spc="-1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-140" dirty="0">
                <a:solidFill>
                  <a:srgbClr val="231F20"/>
                </a:solidFill>
                <a:latin typeface="Times New Roman"/>
                <a:cs typeface="Times New Roman"/>
              </a:rPr>
              <a:t>b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5331" y="2579347"/>
            <a:ext cx="2545080" cy="9398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74320" indent="-262255">
              <a:lnSpc>
                <a:spcPct val="100000"/>
              </a:lnSpc>
              <a:spcBef>
                <a:spcPts val="114"/>
              </a:spcBef>
              <a:buClr>
                <a:srgbClr val="231F20"/>
              </a:buClr>
              <a:buFont typeface="Menlo"/>
              <a:buChar char="•"/>
              <a:tabLst>
                <a:tab pos="274955" algn="l"/>
              </a:tabLst>
            </a:pPr>
            <a:r>
              <a:rPr sz="2050" b="1" dirty="0">
                <a:solidFill>
                  <a:srgbClr val="0000FF"/>
                </a:solidFill>
                <a:latin typeface="Times New Roman"/>
                <a:cs typeface="Times New Roman"/>
              </a:rPr>
              <a:t>Primal</a:t>
            </a:r>
            <a:r>
              <a:rPr sz="205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formulation:</a:t>
            </a:r>
            <a:endParaRPr sz="2050">
              <a:latin typeface="Times New Roman"/>
              <a:cs typeface="Times New Roman"/>
            </a:endParaRPr>
          </a:p>
          <a:p>
            <a:pPr marL="731520">
              <a:lnSpc>
                <a:spcPct val="100000"/>
              </a:lnSpc>
              <a:spcBef>
                <a:spcPts val="2255"/>
              </a:spcBef>
            </a:pPr>
            <a:r>
              <a:rPr sz="2050" spc="40" dirty="0">
                <a:solidFill>
                  <a:srgbClr val="231F20"/>
                </a:solidFill>
                <a:latin typeface="Arial"/>
                <a:cs typeface="Arial"/>
              </a:rPr>
              <a:t>min </a:t>
            </a:r>
            <a:r>
              <a:rPr sz="2050" i="1" spc="70" dirty="0">
                <a:solidFill>
                  <a:srgbClr val="231F20"/>
                </a:solidFill>
                <a:latin typeface="Times New Roman"/>
                <a:cs typeface="Times New Roman"/>
              </a:rPr>
              <a:t>P</a:t>
            </a:r>
            <a:r>
              <a:rPr sz="2050" i="1" spc="-3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b="1" i="1" spc="10" dirty="0">
                <a:solidFill>
                  <a:srgbClr val="231F20"/>
                </a:solidFill>
                <a:latin typeface="Georgia-BoldItalic"/>
                <a:cs typeface="Georgia-BoldItalic"/>
              </a:rPr>
              <a:t>w</a:t>
            </a:r>
            <a:r>
              <a:rPr sz="205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, </a:t>
            </a:r>
            <a:r>
              <a:rPr sz="2050" i="1" spc="-10" dirty="0">
                <a:solidFill>
                  <a:srgbClr val="231F20"/>
                </a:solidFill>
                <a:latin typeface="Times New Roman"/>
                <a:cs typeface="Times New Roman"/>
              </a:rPr>
              <a:t>b</a:t>
            </a:r>
            <a:r>
              <a:rPr sz="2050" spc="-10" dirty="0">
                <a:solidFill>
                  <a:srgbClr val="231F20"/>
                </a:solidFill>
                <a:latin typeface="Arial"/>
                <a:cs typeface="Arial"/>
              </a:rPr>
              <a:t>)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endParaRPr sz="2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29508" y="3001503"/>
            <a:ext cx="15684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-110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20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42001" y="3387242"/>
            <a:ext cx="132715" cy="0"/>
          </a:xfrm>
          <a:custGeom>
            <a:avLst/>
            <a:gdLst/>
            <a:ahLst/>
            <a:cxnLst/>
            <a:rect l="l" t="t" r="r" b="b"/>
            <a:pathLst>
              <a:path w="132714">
                <a:moveTo>
                  <a:pt x="0" y="0"/>
                </a:moveTo>
                <a:lnTo>
                  <a:pt x="132587" y="0"/>
                </a:lnTo>
              </a:path>
            </a:pathLst>
          </a:custGeom>
          <a:ln w="10667">
            <a:solidFill>
              <a:srgbClr val="221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04053" y="3148787"/>
            <a:ext cx="874394" cy="370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0480" algn="r">
              <a:lnSpc>
                <a:spcPts val="994"/>
              </a:lnSpc>
              <a:spcBef>
                <a:spcPts val="95"/>
              </a:spcBef>
            </a:pPr>
            <a:r>
              <a:rPr sz="1450" spc="95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  <a:p>
            <a:pPr marL="38100">
              <a:lnSpc>
                <a:spcPts val="1714"/>
              </a:lnSpc>
            </a:pPr>
            <a:r>
              <a:rPr sz="3075" spc="-165" baseline="-37940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3075" spc="-30" baseline="-379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-185" dirty="0">
                <a:solidFill>
                  <a:srgbClr val="231F20"/>
                </a:solidFill>
                <a:latin typeface="Menlo"/>
                <a:cs typeface="Menlo"/>
              </a:rPr>
              <a:t>l</a:t>
            </a:r>
            <a:r>
              <a:rPr sz="2050" b="1" i="1" spc="-185" dirty="0">
                <a:solidFill>
                  <a:srgbClr val="231F20"/>
                </a:solidFill>
                <a:latin typeface="Georgia-BoldItalic"/>
                <a:cs typeface="Georgia-BoldItalic"/>
              </a:rPr>
              <a:t>w</a:t>
            </a:r>
            <a:r>
              <a:rPr sz="2050" i="1" u="heavy" spc="-18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Menlo"/>
                <a:cs typeface="Menlo"/>
              </a:rPr>
              <a:t>l</a:t>
            </a:r>
            <a:endParaRPr sz="2050">
              <a:latin typeface="Menlo"/>
              <a:cs typeface="Menl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27345" y="3727094"/>
            <a:ext cx="186055" cy="0"/>
          </a:xfrm>
          <a:custGeom>
            <a:avLst/>
            <a:gdLst/>
            <a:ahLst/>
            <a:cxnLst/>
            <a:rect l="l" t="t" r="r" b="b"/>
            <a:pathLst>
              <a:path w="186054">
                <a:moveTo>
                  <a:pt x="0" y="0"/>
                </a:moveTo>
                <a:lnTo>
                  <a:pt x="185928" y="0"/>
                </a:lnTo>
              </a:path>
            </a:pathLst>
          </a:custGeom>
          <a:ln w="32003">
            <a:solidFill>
              <a:srgbClr val="221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997450" y="3467823"/>
            <a:ext cx="85471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15595" algn="l"/>
                <a:tab pos="735965" algn="l"/>
              </a:tabLst>
            </a:pPr>
            <a:r>
              <a:rPr sz="2050" spc="-245" dirty="0">
                <a:solidFill>
                  <a:srgbClr val="231F20"/>
                </a:solidFill>
                <a:latin typeface="Arial"/>
                <a:cs typeface="Arial"/>
              </a:rPr>
              <a:t>'-	</a:t>
            </a:r>
            <a:r>
              <a:rPr sz="2050" spc="-575" dirty="0">
                <a:solidFill>
                  <a:srgbClr val="231F20"/>
                </a:solidFill>
                <a:latin typeface="Arial"/>
                <a:cs typeface="Arial"/>
              </a:rPr>
              <a:t>...</a:t>
            </a:r>
            <a:r>
              <a:rPr sz="2050" spc="-1545" dirty="0">
                <a:solidFill>
                  <a:srgbClr val="231F20"/>
                </a:solidFill>
                <a:latin typeface="Arial"/>
                <a:cs typeface="Arial"/>
              </a:rPr>
              <a:t>뺭흰</a:t>
            </a:r>
            <a:r>
              <a:rPr sz="2050" spc="-2055" dirty="0">
                <a:solidFill>
                  <a:srgbClr val="231F20"/>
                </a:solidFill>
                <a:latin typeface="Arial"/>
                <a:cs typeface="Arial"/>
              </a:rPr>
              <a:t>怀</a:t>
            </a:r>
            <a:r>
              <a:rPr sz="2050" spc="-1545" dirty="0">
                <a:solidFill>
                  <a:srgbClr val="231F20"/>
                </a:solidFill>
                <a:latin typeface="Arial"/>
                <a:cs typeface="Arial"/>
              </a:rPr>
              <a:t>ឰ</a:t>
            </a:r>
            <a:r>
              <a:rPr sz="2050" spc="-2055" dirty="0">
                <a:solidFill>
                  <a:srgbClr val="231F20"/>
                </a:solidFill>
                <a:latin typeface="Arial"/>
                <a:cs typeface="Arial"/>
              </a:rPr>
              <a:t>怀</a:t>
            </a:r>
            <a:r>
              <a:rPr sz="2050" spc="-110" dirty="0">
                <a:solidFill>
                  <a:srgbClr val="231F20"/>
                </a:solidFill>
                <a:latin typeface="Arial"/>
                <a:cs typeface="Arial"/>
              </a:rPr>
              <a:t>,.	</a:t>
            </a:r>
            <a:r>
              <a:rPr sz="2050" spc="-400" dirty="0">
                <a:solidFill>
                  <a:srgbClr val="231F20"/>
                </a:solidFill>
                <a:latin typeface="Arial"/>
                <a:cs typeface="Arial"/>
              </a:rPr>
              <a:t>.,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9062" y="3769580"/>
            <a:ext cx="186182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maximize</a:t>
            </a:r>
            <a:r>
              <a:rPr sz="2050" spc="-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margin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42673" y="2928314"/>
            <a:ext cx="40449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24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95057" y="3566363"/>
            <a:ext cx="9969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84261" y="3296615"/>
            <a:ext cx="46291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5285" algn="l"/>
              </a:tabLst>
            </a:pPr>
            <a:r>
              <a:rPr sz="1450" spc="95" dirty="0">
                <a:solidFill>
                  <a:srgbClr val="231F20"/>
                </a:solidFill>
                <a:latin typeface="Times New Roman"/>
                <a:cs typeface="Times New Roman"/>
              </a:rPr>
              <a:t>1	</a:t>
            </a: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09330" y="3296615"/>
            <a:ext cx="9969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82766" y="3178243"/>
            <a:ext cx="260413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22275" algn="l"/>
                <a:tab pos="1096010" algn="l"/>
                <a:tab pos="1807845" algn="l"/>
              </a:tabLst>
            </a:pP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+	</a:t>
            </a:r>
            <a:r>
              <a:rPr sz="2050" i="1" spc="110" dirty="0">
                <a:solidFill>
                  <a:srgbClr val="231F20"/>
                </a:solidFill>
                <a:latin typeface="Times New Roman"/>
                <a:cs typeface="Times New Roman"/>
              </a:rPr>
              <a:t>C	</a:t>
            </a:r>
            <a:r>
              <a:rPr sz="2050" i="1" spc="235" dirty="0">
                <a:solidFill>
                  <a:srgbClr val="231F20"/>
                </a:solidFill>
                <a:latin typeface="Times New Roman"/>
                <a:cs typeface="Times New Roman"/>
              </a:rPr>
              <a:t>H</a:t>
            </a:r>
            <a:r>
              <a:rPr sz="2050" i="1" spc="409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Arial"/>
                <a:cs typeface="Arial"/>
              </a:rPr>
              <a:t>[</a:t>
            </a:r>
            <a:r>
              <a:rPr sz="2050" spc="-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y	</a:t>
            </a:r>
            <a:r>
              <a:rPr sz="2050" i="1" spc="440" dirty="0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sz="2050" i="1" spc="-3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14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b="1" i="1" spc="140" dirty="0">
                <a:solidFill>
                  <a:srgbClr val="231F20"/>
                </a:solidFill>
                <a:latin typeface="Georgia-BoldItalic"/>
                <a:cs typeface="Georgia-BoldItalic"/>
              </a:rPr>
              <a:t>x </a:t>
            </a:r>
            <a:r>
              <a:rPr sz="2050" spc="235" dirty="0">
                <a:solidFill>
                  <a:srgbClr val="231F20"/>
                </a:solidFill>
                <a:latin typeface="Arial"/>
                <a:cs typeface="Arial"/>
              </a:rPr>
              <a:t>)]</a:t>
            </a:r>
            <a:r>
              <a:rPr sz="2050" spc="-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922617" y="3884066"/>
            <a:ext cx="826135" cy="0"/>
          </a:xfrm>
          <a:custGeom>
            <a:avLst/>
            <a:gdLst/>
            <a:ahLst/>
            <a:cxnLst/>
            <a:rect l="l" t="t" r="r" b="b"/>
            <a:pathLst>
              <a:path w="826134">
                <a:moveTo>
                  <a:pt x="0" y="0"/>
                </a:moveTo>
                <a:lnTo>
                  <a:pt x="826008" y="0"/>
                </a:lnTo>
              </a:path>
            </a:pathLst>
          </a:custGeom>
          <a:ln w="32003">
            <a:solidFill>
              <a:srgbClr val="221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983321" y="3884066"/>
            <a:ext cx="826135" cy="0"/>
          </a:xfrm>
          <a:custGeom>
            <a:avLst/>
            <a:gdLst/>
            <a:ahLst/>
            <a:cxnLst/>
            <a:rect l="l" t="t" r="r" b="b"/>
            <a:pathLst>
              <a:path w="826134">
                <a:moveTo>
                  <a:pt x="0" y="0"/>
                </a:moveTo>
                <a:lnTo>
                  <a:pt x="826008" y="0"/>
                </a:lnTo>
              </a:path>
            </a:pathLst>
          </a:custGeom>
          <a:ln w="32003">
            <a:solidFill>
              <a:srgbClr val="221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605720" y="3925030"/>
            <a:ext cx="252031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50" spc="-140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3075" spc="-209" baseline="63685" dirty="0">
                <a:solidFill>
                  <a:srgbClr val="231F20"/>
                </a:solidFill>
                <a:latin typeface="Arial"/>
                <a:cs typeface="Arial"/>
              </a:rPr>
              <a:t>'-</a:t>
            </a:r>
            <a:r>
              <a:rPr sz="2050" spc="-140" dirty="0">
                <a:solidFill>
                  <a:srgbClr val="231F20"/>
                </a:solidFill>
                <a:latin typeface="Times New Roman"/>
                <a:cs typeface="Times New Roman"/>
              </a:rPr>
              <a:t>inimize </a:t>
            </a:r>
            <a:r>
              <a:rPr sz="2050" spc="-475" dirty="0">
                <a:solidFill>
                  <a:srgbClr val="231F20"/>
                </a:solidFill>
                <a:latin typeface="Times New Roman"/>
                <a:cs typeface="Times New Roman"/>
              </a:rPr>
              <a:t>t</a:t>
            </a:r>
            <a:r>
              <a:rPr sz="3075" spc="-712" baseline="63685" dirty="0">
                <a:solidFill>
                  <a:srgbClr val="231F20"/>
                </a:solidFill>
                <a:latin typeface="Arial"/>
                <a:cs typeface="Arial"/>
              </a:rPr>
              <a:t>... </a:t>
            </a:r>
            <a:r>
              <a:rPr sz="3075" spc="-2317" baseline="63685" dirty="0">
                <a:solidFill>
                  <a:srgbClr val="231F20"/>
                </a:solidFill>
                <a:latin typeface="Arial"/>
                <a:cs typeface="Arial"/>
              </a:rPr>
              <a:t>뺭흰</a:t>
            </a:r>
            <a:r>
              <a:rPr sz="3075" spc="-3082" baseline="63685" dirty="0">
                <a:solidFill>
                  <a:srgbClr val="231F20"/>
                </a:solidFill>
                <a:latin typeface="Arial"/>
                <a:cs typeface="Arial"/>
              </a:rPr>
              <a:t>怀</a:t>
            </a:r>
            <a:r>
              <a:rPr sz="3075" spc="-2317" baseline="63685" dirty="0">
                <a:solidFill>
                  <a:srgbClr val="231F20"/>
                </a:solidFill>
                <a:latin typeface="Arial"/>
                <a:cs typeface="Arial"/>
              </a:rPr>
              <a:t>ឰ</a:t>
            </a:r>
            <a:r>
              <a:rPr sz="3075" spc="-3082" baseline="63685" dirty="0">
                <a:solidFill>
                  <a:srgbClr val="231F20"/>
                </a:solidFill>
                <a:latin typeface="Arial"/>
                <a:cs typeface="Arial"/>
              </a:rPr>
              <a:t>怀</a:t>
            </a:r>
            <a:r>
              <a:rPr sz="2050" spc="-135" dirty="0">
                <a:solidFill>
                  <a:srgbClr val="231F20"/>
                </a:solidFill>
                <a:latin typeface="Times New Roman"/>
                <a:cs typeface="Times New Roman"/>
              </a:rPr>
              <a:t>ra</a:t>
            </a:r>
            <a:r>
              <a:rPr sz="3075" spc="-202" baseline="63685" dirty="0">
                <a:solidFill>
                  <a:srgbClr val="231F20"/>
                </a:solidFill>
                <a:latin typeface="Arial"/>
                <a:cs typeface="Arial"/>
              </a:rPr>
              <a:t>,.</a:t>
            </a:r>
            <a:r>
              <a:rPr sz="2050" spc="-135" dirty="0">
                <a:solidFill>
                  <a:srgbClr val="231F20"/>
                </a:solidFill>
                <a:latin typeface="Times New Roman"/>
                <a:cs typeface="Times New Roman"/>
              </a:rPr>
              <a:t>ining</a:t>
            </a:r>
            <a:r>
              <a:rPr sz="2050" spc="-3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-229" dirty="0">
                <a:solidFill>
                  <a:srgbClr val="231F20"/>
                </a:solidFill>
                <a:latin typeface="Times New Roman"/>
                <a:cs typeface="Times New Roman"/>
              </a:rPr>
              <a:t>err</a:t>
            </a:r>
            <a:r>
              <a:rPr sz="3075" spc="-345" baseline="63685" dirty="0">
                <a:solidFill>
                  <a:srgbClr val="231F20"/>
                </a:solidFill>
                <a:latin typeface="Arial"/>
                <a:cs typeface="Arial"/>
              </a:rPr>
              <a:t>.,</a:t>
            </a:r>
            <a:r>
              <a:rPr sz="2050" spc="-229" dirty="0">
                <a:solidFill>
                  <a:srgbClr val="231F20"/>
                </a:solidFill>
                <a:latin typeface="Times New Roman"/>
                <a:cs typeface="Times New Roman"/>
              </a:rPr>
              <a:t>or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122199" y="5009705"/>
            <a:ext cx="1440180" cy="1309370"/>
          </a:xfrm>
          <a:custGeom>
            <a:avLst/>
            <a:gdLst/>
            <a:ahLst/>
            <a:cxnLst/>
            <a:rect l="l" t="t" r="r" b="b"/>
            <a:pathLst>
              <a:path w="1440179" h="1309370">
                <a:moveTo>
                  <a:pt x="1439837" y="1308938"/>
                </a:moveTo>
                <a:lnTo>
                  <a:pt x="0" y="0"/>
                </a:lnTo>
              </a:path>
            </a:pathLst>
          </a:custGeom>
          <a:ln w="26174">
            <a:solidFill>
              <a:srgbClr val="D1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22199" y="6318643"/>
            <a:ext cx="2861310" cy="0"/>
          </a:xfrm>
          <a:custGeom>
            <a:avLst/>
            <a:gdLst/>
            <a:ahLst/>
            <a:cxnLst/>
            <a:rect l="l" t="t" r="r" b="b"/>
            <a:pathLst>
              <a:path w="2861309">
                <a:moveTo>
                  <a:pt x="0" y="0"/>
                </a:moveTo>
                <a:lnTo>
                  <a:pt x="2861055" y="0"/>
                </a:lnTo>
              </a:path>
            </a:pathLst>
          </a:custGeom>
          <a:ln w="43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913444" y="6301194"/>
            <a:ext cx="69850" cy="34925"/>
          </a:xfrm>
          <a:custGeom>
            <a:avLst/>
            <a:gdLst/>
            <a:ahLst/>
            <a:cxnLst/>
            <a:rect l="l" t="t" r="r" b="b"/>
            <a:pathLst>
              <a:path w="69850" h="34925">
                <a:moveTo>
                  <a:pt x="69811" y="17449"/>
                </a:moveTo>
                <a:lnTo>
                  <a:pt x="0" y="0"/>
                </a:lnTo>
                <a:lnTo>
                  <a:pt x="0" y="34899"/>
                </a:lnTo>
                <a:lnTo>
                  <a:pt x="69811" y="174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913444" y="6301194"/>
            <a:ext cx="69850" cy="34925"/>
          </a:xfrm>
          <a:custGeom>
            <a:avLst/>
            <a:gdLst/>
            <a:ahLst/>
            <a:cxnLst/>
            <a:rect l="l" t="t" r="r" b="b"/>
            <a:pathLst>
              <a:path w="69850" h="34925">
                <a:moveTo>
                  <a:pt x="0" y="34899"/>
                </a:moveTo>
                <a:lnTo>
                  <a:pt x="69811" y="17449"/>
                </a:lnTo>
                <a:lnTo>
                  <a:pt x="0" y="0"/>
                </a:lnTo>
                <a:lnTo>
                  <a:pt x="0" y="34899"/>
                </a:lnTo>
                <a:close/>
              </a:path>
            </a:pathLst>
          </a:custGeom>
          <a:ln w="43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98067" y="4897424"/>
            <a:ext cx="4445" cy="69850"/>
          </a:xfrm>
          <a:custGeom>
            <a:avLst/>
            <a:gdLst/>
            <a:ahLst/>
            <a:cxnLst/>
            <a:rect l="l" t="t" r="r" b="b"/>
            <a:pathLst>
              <a:path w="4445" h="69850">
                <a:moveTo>
                  <a:pt x="4368" y="69811"/>
                </a:moveTo>
                <a:lnTo>
                  <a:pt x="4368" y="8739"/>
                </a:lnTo>
                <a:lnTo>
                  <a:pt x="2184" y="0"/>
                </a:lnTo>
                <a:lnTo>
                  <a:pt x="0" y="8739"/>
                </a:lnTo>
                <a:lnTo>
                  <a:pt x="0" y="69811"/>
                </a:lnTo>
                <a:lnTo>
                  <a:pt x="4368" y="698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82801" y="4897424"/>
            <a:ext cx="34925" cy="69850"/>
          </a:xfrm>
          <a:custGeom>
            <a:avLst/>
            <a:gdLst/>
            <a:ahLst/>
            <a:cxnLst/>
            <a:rect l="l" t="t" r="r" b="b"/>
            <a:pathLst>
              <a:path w="34925" h="69850">
                <a:moveTo>
                  <a:pt x="34899" y="69811"/>
                </a:moveTo>
                <a:lnTo>
                  <a:pt x="17449" y="0"/>
                </a:lnTo>
                <a:lnTo>
                  <a:pt x="0" y="69811"/>
                </a:lnTo>
                <a:lnTo>
                  <a:pt x="34899" y="698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282801" y="4897424"/>
            <a:ext cx="34925" cy="69850"/>
          </a:xfrm>
          <a:custGeom>
            <a:avLst/>
            <a:gdLst/>
            <a:ahLst/>
            <a:cxnLst/>
            <a:rect l="l" t="t" r="r" b="b"/>
            <a:pathLst>
              <a:path w="34925" h="69850">
                <a:moveTo>
                  <a:pt x="34899" y="69811"/>
                </a:moveTo>
                <a:lnTo>
                  <a:pt x="17449" y="0"/>
                </a:lnTo>
                <a:lnTo>
                  <a:pt x="0" y="69811"/>
                </a:lnTo>
                <a:lnTo>
                  <a:pt x="34899" y="69811"/>
                </a:lnTo>
                <a:close/>
              </a:path>
            </a:pathLst>
          </a:custGeom>
          <a:ln w="43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562036" y="6318643"/>
            <a:ext cx="1309370" cy="0"/>
          </a:xfrm>
          <a:custGeom>
            <a:avLst/>
            <a:gdLst/>
            <a:ahLst/>
            <a:cxnLst/>
            <a:rect l="l" t="t" r="r" b="b"/>
            <a:pathLst>
              <a:path w="1309370">
                <a:moveTo>
                  <a:pt x="1308938" y="0"/>
                </a:moveTo>
                <a:lnTo>
                  <a:pt x="0" y="0"/>
                </a:lnTo>
              </a:path>
            </a:pathLst>
          </a:custGeom>
          <a:ln w="26174">
            <a:solidFill>
              <a:srgbClr val="D1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562036" y="6266281"/>
            <a:ext cx="0" cy="104775"/>
          </a:xfrm>
          <a:custGeom>
            <a:avLst/>
            <a:gdLst/>
            <a:ahLst/>
            <a:cxnLst/>
            <a:rect l="l" t="t" r="r" b="b"/>
            <a:pathLst>
              <a:path h="104775">
                <a:moveTo>
                  <a:pt x="0" y="0"/>
                </a:moveTo>
                <a:lnTo>
                  <a:pt x="0" y="104724"/>
                </a:lnTo>
              </a:path>
            </a:pathLst>
          </a:custGeom>
          <a:ln w="43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247890" y="6083033"/>
            <a:ext cx="104775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711" y="0"/>
                </a:lnTo>
              </a:path>
            </a:pathLst>
          </a:custGeom>
          <a:ln w="43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200290" y="6308559"/>
            <a:ext cx="81280" cy="158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b="1" spc="10" dirty="0">
                <a:latin typeface="Times New Roman"/>
                <a:cs typeface="Times New Roman"/>
              </a:rPr>
              <a:t>0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875724" y="6306527"/>
            <a:ext cx="91440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b="1" spc="5" dirty="0">
                <a:latin typeface="Times New Roman"/>
                <a:cs typeface="Times New Roman"/>
              </a:rPr>
              <a:t>z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99241" y="4372948"/>
            <a:ext cx="6858000" cy="140144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20"/>
              </a:spcBef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Ideally </a:t>
            </a:r>
            <a:r>
              <a:rPr sz="20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H</a:t>
            </a:r>
            <a:r>
              <a:rPr sz="2175" spc="240" baseline="-11494" dirty="0">
                <a:solidFill>
                  <a:srgbClr val="231F20"/>
                </a:solidFill>
                <a:latin typeface="Times New Roman"/>
                <a:cs typeface="Times New Roman"/>
              </a:rPr>
              <a:t>1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would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count the number of errors, approximate</a:t>
            </a:r>
            <a:r>
              <a:rPr sz="2050" spc="2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with:</a:t>
            </a:r>
            <a:endParaRPr sz="2050">
              <a:latin typeface="Times New Roman"/>
              <a:cs typeface="Times New Roman"/>
            </a:endParaRPr>
          </a:p>
          <a:p>
            <a:pPr marR="1807845" algn="r">
              <a:lnSpc>
                <a:spcPct val="100000"/>
              </a:lnSpc>
              <a:spcBef>
                <a:spcPts val="300"/>
              </a:spcBef>
            </a:pPr>
            <a:r>
              <a:rPr sz="1150" b="1" spc="-5" dirty="0">
                <a:latin typeface="Times New Roman"/>
                <a:cs typeface="Times New Roman"/>
              </a:rPr>
              <a:t>H</a:t>
            </a:r>
            <a:r>
              <a:rPr sz="1275" spc="-187" baseline="-22875" dirty="0">
                <a:latin typeface="Times New Roman"/>
                <a:cs typeface="Times New Roman"/>
              </a:rPr>
              <a:t>1</a:t>
            </a:r>
            <a:r>
              <a:rPr sz="1150" b="1" spc="5" dirty="0">
                <a:latin typeface="Times New Roman"/>
                <a:cs typeface="Times New Roman"/>
              </a:rPr>
              <a:t>(z)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2050" dirty="0">
                <a:solidFill>
                  <a:srgbClr val="B24C19"/>
                </a:solidFill>
                <a:latin typeface="Times New Roman"/>
                <a:cs typeface="Times New Roman"/>
              </a:rPr>
              <a:t>Hinge</a:t>
            </a:r>
            <a:r>
              <a:rPr sz="2050" spc="5" dirty="0">
                <a:solidFill>
                  <a:srgbClr val="B24C19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B24C19"/>
                </a:solidFill>
                <a:latin typeface="Times New Roman"/>
                <a:cs typeface="Times New Roman"/>
              </a:rPr>
              <a:t>Loss</a:t>
            </a:r>
            <a:r>
              <a:rPr sz="2050" spc="10" dirty="0">
                <a:solidFill>
                  <a:srgbClr val="B24C19"/>
                </a:solidFill>
                <a:latin typeface="Times New Roman"/>
                <a:cs typeface="Times New Roman"/>
              </a:rPr>
              <a:t> </a:t>
            </a:r>
            <a:r>
              <a:rPr sz="2050" i="1" spc="185" dirty="0">
                <a:solidFill>
                  <a:srgbClr val="231F20"/>
                </a:solidFill>
                <a:latin typeface="Times New Roman"/>
                <a:cs typeface="Times New Roman"/>
              </a:rPr>
              <a:t>H</a:t>
            </a:r>
            <a:r>
              <a:rPr sz="2175" spc="277" baseline="-11494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2050" spc="18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85" dirty="0">
                <a:solidFill>
                  <a:srgbClr val="231F20"/>
                </a:solidFill>
                <a:latin typeface="Times New Roman"/>
                <a:cs typeface="Times New Roman"/>
              </a:rPr>
              <a:t>z</a:t>
            </a:r>
            <a:r>
              <a:rPr sz="2050" spc="18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205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srgbClr val="231F20"/>
                </a:solidFill>
                <a:latin typeface="Times New Roman"/>
                <a:cs typeface="Times New Roman"/>
              </a:rPr>
              <a:t>max</a:t>
            </a:r>
            <a:r>
              <a:rPr sz="2050" spc="10" dirty="0">
                <a:solidFill>
                  <a:srgbClr val="231F20"/>
                </a:solidFill>
                <a:latin typeface="Arial"/>
                <a:cs typeface="Arial"/>
              </a:rPr>
              <a:t>(0</a:t>
            </a:r>
            <a:r>
              <a:rPr sz="205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2050" i="1" spc="-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-110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r>
              <a:rPr sz="2050" spc="-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370" dirty="0">
                <a:solidFill>
                  <a:srgbClr val="231F20"/>
                </a:solidFill>
                <a:latin typeface="Menlo"/>
                <a:cs typeface="Menlo"/>
              </a:rPr>
              <a:t>−</a:t>
            </a:r>
            <a:r>
              <a:rPr sz="2050" i="1" spc="-780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i="1" spc="185" dirty="0">
                <a:solidFill>
                  <a:srgbClr val="231F20"/>
                </a:solidFill>
                <a:latin typeface="Times New Roman"/>
                <a:cs typeface="Times New Roman"/>
              </a:rPr>
              <a:t>z</a:t>
            </a:r>
            <a:r>
              <a:rPr sz="2050" spc="18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875867"/>
            <a:ext cx="454977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20	</a:t>
            </a:r>
            <a:r>
              <a:rPr spc="15" dirty="0"/>
              <a:t>SVMs </a:t>
            </a:r>
            <a:r>
              <a:rPr spc="5" dirty="0"/>
              <a:t>: </a:t>
            </a:r>
            <a:r>
              <a:rPr spc="10" dirty="0"/>
              <a:t>non-linear</a:t>
            </a:r>
            <a:r>
              <a:rPr spc="90" dirty="0"/>
              <a:t> </a:t>
            </a:r>
            <a:r>
              <a:rPr spc="10" dirty="0"/>
              <a:t>case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65019" y="1577483"/>
            <a:ext cx="7677784" cy="333121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2050" dirty="0">
                <a:latin typeface="Times New Roman"/>
                <a:cs typeface="Times New Roman"/>
              </a:rPr>
              <a:t>Linear classifiers </a:t>
            </a:r>
            <a:r>
              <a:rPr sz="2050" spc="-5" dirty="0">
                <a:latin typeface="Times New Roman"/>
                <a:cs typeface="Times New Roman"/>
              </a:rPr>
              <a:t>aren’t complex </a:t>
            </a:r>
            <a:r>
              <a:rPr sz="2050" dirty="0">
                <a:latin typeface="Times New Roman"/>
                <a:cs typeface="Times New Roman"/>
              </a:rPr>
              <a:t>enough sometimes. </a:t>
            </a:r>
            <a:r>
              <a:rPr sz="2050" spc="10" dirty="0">
                <a:latin typeface="Times New Roman"/>
                <a:cs typeface="Times New Roman"/>
              </a:rPr>
              <a:t>SVM</a:t>
            </a:r>
            <a:r>
              <a:rPr sz="2050" spc="229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solution:</a:t>
            </a:r>
            <a:endParaRPr sz="2050">
              <a:latin typeface="Times New Roman"/>
              <a:cs typeface="Times New Roman"/>
            </a:endParaRPr>
          </a:p>
          <a:p>
            <a:pPr marL="12700" marR="5080">
              <a:lnSpc>
                <a:spcPct val="115599"/>
              </a:lnSpc>
              <a:spcBef>
                <a:spcPts val="745"/>
              </a:spcBef>
            </a:pPr>
            <a:r>
              <a:rPr sz="205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Map </a:t>
            </a:r>
            <a:r>
              <a:rPr sz="2050" i="1" dirty="0">
                <a:solidFill>
                  <a:srgbClr val="0000FF"/>
                </a:solidFill>
                <a:latin typeface="Times New Roman"/>
                <a:cs typeface="Times New Roman"/>
              </a:rPr>
              <a:t>data into </a:t>
            </a:r>
            <a:r>
              <a:rPr sz="205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a </a:t>
            </a:r>
            <a:r>
              <a:rPr sz="205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richer </a:t>
            </a:r>
            <a:r>
              <a:rPr sz="2050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feature </a:t>
            </a:r>
            <a:r>
              <a:rPr sz="2050" i="1" dirty="0">
                <a:solidFill>
                  <a:srgbClr val="0000FF"/>
                </a:solidFill>
                <a:latin typeface="Times New Roman"/>
                <a:cs typeface="Times New Roman"/>
              </a:rPr>
              <a:t>space including nonlinear </a:t>
            </a:r>
            <a:r>
              <a:rPr sz="2050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features, </a:t>
            </a:r>
            <a:r>
              <a:rPr sz="2050" i="1" dirty="0">
                <a:solidFill>
                  <a:srgbClr val="0000FF"/>
                </a:solidFill>
                <a:latin typeface="Times New Roman"/>
                <a:cs typeface="Times New Roman"/>
              </a:rPr>
              <a:t>then  construct </a:t>
            </a:r>
            <a:r>
              <a:rPr sz="205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a </a:t>
            </a:r>
            <a:r>
              <a:rPr sz="2050" i="1" dirty="0">
                <a:solidFill>
                  <a:srgbClr val="0000FF"/>
                </a:solidFill>
                <a:latin typeface="Times New Roman"/>
                <a:cs typeface="Times New Roman"/>
              </a:rPr>
              <a:t>hyperplane in that space </a:t>
            </a:r>
            <a:r>
              <a:rPr sz="205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so </a:t>
            </a:r>
            <a:r>
              <a:rPr sz="2050" i="1" dirty="0">
                <a:solidFill>
                  <a:srgbClr val="0000FF"/>
                </a:solidFill>
                <a:latin typeface="Times New Roman"/>
                <a:cs typeface="Times New Roman"/>
              </a:rPr>
              <a:t>all other equations </a:t>
            </a:r>
            <a:r>
              <a:rPr sz="2050" i="1" spc="-20" dirty="0">
                <a:solidFill>
                  <a:srgbClr val="0000FF"/>
                </a:solidFill>
                <a:latin typeface="Times New Roman"/>
                <a:cs typeface="Times New Roman"/>
              </a:rPr>
              <a:t>are </a:t>
            </a:r>
            <a:r>
              <a:rPr sz="205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050" i="1" spc="1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dirty="0">
                <a:solidFill>
                  <a:srgbClr val="0000FF"/>
                </a:solidFill>
                <a:latin typeface="Times New Roman"/>
                <a:cs typeface="Times New Roman"/>
              </a:rPr>
              <a:t>same!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2050" spc="-20" dirty="0">
                <a:solidFill>
                  <a:srgbClr val="231F20"/>
                </a:solidFill>
                <a:latin typeface="Times New Roman"/>
                <a:cs typeface="Times New Roman"/>
              </a:rPr>
              <a:t>Formally,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preprocess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the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data</a:t>
            </a:r>
            <a:r>
              <a:rPr sz="2050" spc="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with:</a:t>
            </a:r>
            <a:endParaRPr sz="2050">
              <a:latin typeface="Times New Roman"/>
              <a:cs typeface="Times New Roman"/>
            </a:endParaRPr>
          </a:p>
          <a:p>
            <a:pPr marL="118745" algn="ctr">
              <a:lnSpc>
                <a:spcPct val="100000"/>
              </a:lnSpc>
              <a:spcBef>
                <a:spcPts val="1689"/>
              </a:spcBef>
            </a:pPr>
            <a:r>
              <a:rPr sz="2050" i="1" spc="270" dirty="0">
                <a:solidFill>
                  <a:srgbClr val="231F20"/>
                </a:solidFill>
                <a:latin typeface="Times New Roman"/>
                <a:cs typeface="Times New Roman"/>
              </a:rPr>
              <a:t>x </a:t>
            </a:r>
            <a:r>
              <a:rPr sz="2050" i="1" spc="-204" dirty="0">
                <a:solidFill>
                  <a:srgbClr val="231F20"/>
                </a:solidFill>
                <a:latin typeface="Menlo"/>
                <a:cs typeface="Menlo"/>
              </a:rPr>
              <a:t>1→</a:t>
            </a:r>
            <a:r>
              <a:rPr sz="2050" i="1" spc="-875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spc="85" dirty="0">
                <a:solidFill>
                  <a:srgbClr val="231F20"/>
                </a:solidFill>
                <a:latin typeface="Arial"/>
                <a:cs typeface="Arial"/>
              </a:rPr>
              <a:t>Φ(</a:t>
            </a:r>
            <a:r>
              <a:rPr sz="2050" i="1" spc="8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050" spc="8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and then learn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the map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from </a:t>
            </a:r>
            <a:r>
              <a:rPr sz="2050" spc="85" dirty="0">
                <a:solidFill>
                  <a:srgbClr val="231F20"/>
                </a:solidFill>
                <a:latin typeface="Arial"/>
                <a:cs typeface="Arial"/>
              </a:rPr>
              <a:t>Φ(</a:t>
            </a:r>
            <a:r>
              <a:rPr sz="2050" i="1" spc="8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050" spc="85" dirty="0">
                <a:solidFill>
                  <a:srgbClr val="231F20"/>
                </a:solidFill>
                <a:latin typeface="Arial"/>
                <a:cs typeface="Arial"/>
              </a:rPr>
              <a:t>)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to</a:t>
            </a:r>
            <a:r>
              <a:rPr sz="2050" spc="-8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85" dirty="0">
                <a:solidFill>
                  <a:srgbClr val="231F20"/>
                </a:solidFill>
                <a:latin typeface="Times New Roman"/>
                <a:cs typeface="Times New Roman"/>
              </a:rPr>
              <a:t>y</a:t>
            </a:r>
            <a:r>
              <a:rPr sz="2050" spc="8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endParaRPr sz="2050">
              <a:latin typeface="Times New Roman"/>
              <a:cs typeface="Times New Roman"/>
            </a:endParaRPr>
          </a:p>
          <a:p>
            <a:pPr marL="120650" algn="ctr">
              <a:lnSpc>
                <a:spcPct val="100000"/>
              </a:lnSpc>
              <a:spcBef>
                <a:spcPts val="1680"/>
              </a:spcBef>
            </a:pPr>
            <a:r>
              <a:rPr sz="2050" i="1" spc="440" dirty="0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sz="2050" i="1" spc="-2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16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050" spc="16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205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110" dirty="0">
                <a:solidFill>
                  <a:srgbClr val="231F20"/>
                </a:solidFill>
                <a:latin typeface="Times New Roman"/>
                <a:cs typeface="Times New Roman"/>
              </a:rPr>
              <a:t>w</a:t>
            </a:r>
            <a:r>
              <a:rPr sz="205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-660" dirty="0">
                <a:solidFill>
                  <a:srgbClr val="231F20"/>
                </a:solidFill>
                <a:latin typeface="Menlo"/>
                <a:cs typeface="Menlo"/>
              </a:rPr>
              <a:t>·</a:t>
            </a:r>
            <a:r>
              <a:rPr sz="2050" i="1" spc="-780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spc="245" dirty="0">
                <a:solidFill>
                  <a:srgbClr val="231F20"/>
                </a:solidFill>
                <a:latin typeface="Arial"/>
                <a:cs typeface="Arial"/>
              </a:rPr>
              <a:t>Φ(</a:t>
            </a:r>
            <a:r>
              <a:rPr sz="2050" i="1" spc="24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050" spc="245" dirty="0">
                <a:solidFill>
                  <a:srgbClr val="231F20"/>
                </a:solidFill>
                <a:latin typeface="Arial"/>
                <a:cs typeface="Arial"/>
              </a:rPr>
              <a:t>)+</a:t>
            </a:r>
            <a:r>
              <a:rPr sz="2050" spc="-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-40" dirty="0">
                <a:solidFill>
                  <a:srgbClr val="231F20"/>
                </a:solidFill>
                <a:latin typeface="Times New Roman"/>
                <a:cs typeface="Times New Roman"/>
              </a:rPr>
              <a:t>b.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85299" y="6421450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0" y="0"/>
                </a:moveTo>
                <a:lnTo>
                  <a:pt x="68567" y="68567"/>
                </a:lnTo>
              </a:path>
            </a:pathLst>
          </a:custGeom>
          <a:ln w="20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85299" y="6421450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0" y="68567"/>
                </a:moveTo>
                <a:lnTo>
                  <a:pt x="68567" y="0"/>
                </a:lnTo>
              </a:path>
            </a:pathLst>
          </a:custGeom>
          <a:ln w="20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85299" y="5804318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0" y="0"/>
                </a:moveTo>
                <a:lnTo>
                  <a:pt x="68567" y="68567"/>
                </a:lnTo>
              </a:path>
            </a:pathLst>
          </a:custGeom>
          <a:ln w="20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85299" y="5804318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0" y="68567"/>
                </a:moveTo>
                <a:lnTo>
                  <a:pt x="68567" y="0"/>
                </a:lnTo>
              </a:path>
            </a:pathLst>
          </a:custGeom>
          <a:ln w="20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93858" y="6112878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0" y="0"/>
                </a:moveTo>
                <a:lnTo>
                  <a:pt x="68567" y="68579"/>
                </a:lnTo>
              </a:path>
            </a:pathLst>
          </a:custGeom>
          <a:ln w="20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3858" y="6112878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0" y="68579"/>
                </a:moveTo>
                <a:lnTo>
                  <a:pt x="68567" y="0"/>
                </a:lnTo>
              </a:path>
            </a:pathLst>
          </a:custGeom>
          <a:ln w="20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76727" y="6112878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80" h="68579">
                <a:moveTo>
                  <a:pt x="0" y="0"/>
                </a:moveTo>
                <a:lnTo>
                  <a:pt x="68567" y="68579"/>
                </a:lnTo>
              </a:path>
            </a:pathLst>
          </a:custGeom>
          <a:ln w="20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76727" y="6112878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80" h="68579">
                <a:moveTo>
                  <a:pt x="0" y="68579"/>
                </a:moveTo>
                <a:lnTo>
                  <a:pt x="68567" y="0"/>
                </a:lnTo>
              </a:path>
            </a:pathLst>
          </a:custGeom>
          <a:ln w="20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77933" y="5528119"/>
            <a:ext cx="72008" cy="72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22941" y="5528119"/>
            <a:ext cx="72009" cy="72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00893" y="6111811"/>
            <a:ext cx="72008" cy="72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3733" y="6488239"/>
            <a:ext cx="72008" cy="72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689413" y="6693979"/>
            <a:ext cx="72009" cy="72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11461" y="6693979"/>
            <a:ext cx="72008" cy="72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03613" y="6488239"/>
            <a:ext cx="72008" cy="72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866453" y="6111811"/>
            <a:ext cx="72008" cy="72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968561" y="5768911"/>
            <a:ext cx="72008" cy="72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97261" y="5768911"/>
            <a:ext cx="72008" cy="72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85190" y="6078601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0" y="0"/>
                </a:moveTo>
                <a:lnTo>
                  <a:pt x="68567" y="68567"/>
                </a:lnTo>
              </a:path>
            </a:pathLst>
          </a:custGeom>
          <a:ln w="20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85190" y="6078601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0" y="68567"/>
                </a:moveTo>
                <a:lnTo>
                  <a:pt x="68567" y="0"/>
                </a:lnTo>
              </a:path>
            </a:pathLst>
          </a:custGeom>
          <a:ln w="20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879488" y="5770041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0" y="0"/>
                </a:moveTo>
                <a:lnTo>
                  <a:pt x="68567" y="68567"/>
                </a:lnTo>
              </a:path>
            </a:pathLst>
          </a:custGeom>
          <a:ln w="20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879488" y="5770041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0" y="68567"/>
                </a:moveTo>
                <a:lnTo>
                  <a:pt x="68567" y="0"/>
                </a:lnTo>
              </a:path>
            </a:pathLst>
          </a:custGeom>
          <a:ln w="20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428039" y="6078601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0" y="0"/>
                </a:moveTo>
                <a:lnTo>
                  <a:pt x="68567" y="68567"/>
                </a:lnTo>
              </a:path>
            </a:pathLst>
          </a:custGeom>
          <a:ln w="20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428039" y="6078601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0" y="68567"/>
                </a:moveTo>
                <a:lnTo>
                  <a:pt x="68567" y="0"/>
                </a:lnTo>
              </a:path>
            </a:pathLst>
          </a:custGeom>
          <a:ln w="20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222325" y="5735751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0" y="0"/>
                </a:moveTo>
                <a:lnTo>
                  <a:pt x="68579" y="68567"/>
                </a:lnTo>
              </a:path>
            </a:pathLst>
          </a:custGeom>
          <a:ln w="20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222325" y="5735751"/>
            <a:ext cx="68580" cy="68580"/>
          </a:xfrm>
          <a:custGeom>
            <a:avLst/>
            <a:gdLst/>
            <a:ahLst/>
            <a:cxnLst/>
            <a:rect l="l" t="t" r="r" b="b"/>
            <a:pathLst>
              <a:path w="68579" h="68579">
                <a:moveTo>
                  <a:pt x="0" y="68567"/>
                </a:moveTo>
                <a:lnTo>
                  <a:pt x="68579" y="0"/>
                </a:lnTo>
              </a:path>
            </a:pathLst>
          </a:custGeom>
          <a:ln w="20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737451" y="5701436"/>
            <a:ext cx="930910" cy="643890"/>
          </a:xfrm>
          <a:custGeom>
            <a:avLst/>
            <a:gdLst/>
            <a:ahLst/>
            <a:cxnLst/>
            <a:rect l="l" t="t" r="r" b="b"/>
            <a:pathLst>
              <a:path w="930909" h="643889">
                <a:moveTo>
                  <a:pt x="4876" y="0"/>
                </a:moveTo>
                <a:lnTo>
                  <a:pt x="2743" y="18511"/>
                </a:lnTo>
                <a:lnTo>
                  <a:pt x="1219" y="37077"/>
                </a:lnTo>
                <a:lnTo>
                  <a:pt x="304" y="55681"/>
                </a:lnTo>
                <a:lnTo>
                  <a:pt x="0" y="74307"/>
                </a:lnTo>
                <a:lnTo>
                  <a:pt x="2091" y="123407"/>
                </a:lnTo>
                <a:lnTo>
                  <a:pt x="8249" y="171351"/>
                </a:lnTo>
                <a:lnTo>
                  <a:pt x="18305" y="217969"/>
                </a:lnTo>
                <a:lnTo>
                  <a:pt x="32085" y="263088"/>
                </a:lnTo>
                <a:lnTo>
                  <a:pt x="49419" y="306539"/>
                </a:lnTo>
                <a:lnTo>
                  <a:pt x="70136" y="348148"/>
                </a:lnTo>
                <a:lnTo>
                  <a:pt x="94064" y="387746"/>
                </a:lnTo>
                <a:lnTo>
                  <a:pt x="121032" y="425160"/>
                </a:lnTo>
                <a:lnTo>
                  <a:pt x="150869" y="460220"/>
                </a:lnTo>
                <a:lnTo>
                  <a:pt x="183403" y="492753"/>
                </a:lnTo>
                <a:lnTo>
                  <a:pt x="218462" y="522590"/>
                </a:lnTo>
                <a:lnTo>
                  <a:pt x="255877" y="549558"/>
                </a:lnTo>
                <a:lnTo>
                  <a:pt x="295474" y="573486"/>
                </a:lnTo>
                <a:lnTo>
                  <a:pt x="337084" y="594203"/>
                </a:lnTo>
                <a:lnTo>
                  <a:pt x="380534" y="611537"/>
                </a:lnTo>
                <a:lnTo>
                  <a:pt x="425654" y="625318"/>
                </a:lnTo>
                <a:lnTo>
                  <a:pt x="472271" y="635373"/>
                </a:lnTo>
                <a:lnTo>
                  <a:pt x="520215" y="641532"/>
                </a:lnTo>
                <a:lnTo>
                  <a:pt x="569315" y="643623"/>
                </a:lnTo>
                <a:lnTo>
                  <a:pt x="618502" y="641494"/>
                </a:lnTo>
                <a:lnTo>
                  <a:pt x="667053" y="635170"/>
                </a:lnTo>
                <a:lnTo>
                  <a:pt x="714711" y="624741"/>
                </a:lnTo>
                <a:lnTo>
                  <a:pt x="761222" y="610300"/>
                </a:lnTo>
                <a:lnTo>
                  <a:pt x="806328" y="591937"/>
                </a:lnTo>
                <a:lnTo>
                  <a:pt x="849775" y="569744"/>
                </a:lnTo>
                <a:lnTo>
                  <a:pt x="891307" y="543813"/>
                </a:lnTo>
                <a:lnTo>
                  <a:pt x="930668" y="514235"/>
                </a:lnTo>
              </a:path>
            </a:pathLst>
          </a:custGeom>
          <a:ln w="3429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18579" y="5617717"/>
            <a:ext cx="1264920" cy="1264920"/>
          </a:xfrm>
          <a:custGeom>
            <a:avLst/>
            <a:gdLst/>
            <a:ahLst/>
            <a:cxnLst/>
            <a:rect l="l" t="t" r="r" b="b"/>
            <a:pathLst>
              <a:path w="1264920" h="1264920">
                <a:moveTo>
                  <a:pt x="1264412" y="632206"/>
                </a:moveTo>
                <a:lnTo>
                  <a:pt x="1262676" y="679366"/>
                </a:lnTo>
                <a:lnTo>
                  <a:pt x="1257553" y="725589"/>
                </a:lnTo>
                <a:lnTo>
                  <a:pt x="1249163" y="770752"/>
                </a:lnTo>
                <a:lnTo>
                  <a:pt x="1237630" y="814731"/>
                </a:lnTo>
                <a:lnTo>
                  <a:pt x="1223077" y="857406"/>
                </a:lnTo>
                <a:lnTo>
                  <a:pt x="1205624" y="898652"/>
                </a:lnTo>
                <a:lnTo>
                  <a:pt x="1185396" y="938348"/>
                </a:lnTo>
                <a:lnTo>
                  <a:pt x="1162515" y="976371"/>
                </a:lnTo>
                <a:lnTo>
                  <a:pt x="1137103" y="1012599"/>
                </a:lnTo>
                <a:lnTo>
                  <a:pt x="1109283" y="1046908"/>
                </a:lnTo>
                <a:lnTo>
                  <a:pt x="1079177" y="1079177"/>
                </a:lnTo>
                <a:lnTo>
                  <a:pt x="1046908" y="1109283"/>
                </a:lnTo>
                <a:lnTo>
                  <a:pt x="1012599" y="1137103"/>
                </a:lnTo>
                <a:lnTo>
                  <a:pt x="976371" y="1162515"/>
                </a:lnTo>
                <a:lnTo>
                  <a:pt x="938348" y="1185396"/>
                </a:lnTo>
                <a:lnTo>
                  <a:pt x="898652" y="1205624"/>
                </a:lnTo>
                <a:lnTo>
                  <a:pt x="857406" y="1223077"/>
                </a:lnTo>
                <a:lnTo>
                  <a:pt x="814731" y="1237630"/>
                </a:lnTo>
                <a:lnTo>
                  <a:pt x="770752" y="1249163"/>
                </a:lnTo>
                <a:lnTo>
                  <a:pt x="725589" y="1257553"/>
                </a:lnTo>
                <a:lnTo>
                  <a:pt x="679366" y="1262676"/>
                </a:lnTo>
                <a:lnTo>
                  <a:pt x="632205" y="1264412"/>
                </a:lnTo>
                <a:lnTo>
                  <a:pt x="585045" y="1262676"/>
                </a:lnTo>
                <a:lnTo>
                  <a:pt x="538822" y="1257553"/>
                </a:lnTo>
                <a:lnTo>
                  <a:pt x="493659" y="1249163"/>
                </a:lnTo>
                <a:lnTo>
                  <a:pt x="449680" y="1237630"/>
                </a:lnTo>
                <a:lnTo>
                  <a:pt x="407005" y="1223077"/>
                </a:lnTo>
                <a:lnTo>
                  <a:pt x="365759" y="1205624"/>
                </a:lnTo>
                <a:lnTo>
                  <a:pt x="326063" y="1185396"/>
                </a:lnTo>
                <a:lnTo>
                  <a:pt x="288040" y="1162515"/>
                </a:lnTo>
                <a:lnTo>
                  <a:pt x="251812" y="1137103"/>
                </a:lnTo>
                <a:lnTo>
                  <a:pt x="217503" y="1109283"/>
                </a:lnTo>
                <a:lnTo>
                  <a:pt x="185234" y="1079177"/>
                </a:lnTo>
                <a:lnTo>
                  <a:pt x="155128" y="1046908"/>
                </a:lnTo>
                <a:lnTo>
                  <a:pt x="127308" y="1012599"/>
                </a:lnTo>
                <a:lnTo>
                  <a:pt x="101896" y="976371"/>
                </a:lnTo>
                <a:lnTo>
                  <a:pt x="79015" y="938348"/>
                </a:lnTo>
                <a:lnTo>
                  <a:pt x="58787" y="898652"/>
                </a:lnTo>
                <a:lnTo>
                  <a:pt x="41334" y="857406"/>
                </a:lnTo>
                <a:lnTo>
                  <a:pt x="26781" y="814731"/>
                </a:lnTo>
                <a:lnTo>
                  <a:pt x="15248" y="770752"/>
                </a:lnTo>
                <a:lnTo>
                  <a:pt x="6858" y="725589"/>
                </a:lnTo>
                <a:lnTo>
                  <a:pt x="1735" y="679366"/>
                </a:lnTo>
                <a:lnTo>
                  <a:pt x="0" y="632206"/>
                </a:lnTo>
                <a:lnTo>
                  <a:pt x="1735" y="585045"/>
                </a:lnTo>
                <a:lnTo>
                  <a:pt x="6858" y="538822"/>
                </a:lnTo>
                <a:lnTo>
                  <a:pt x="15248" y="493659"/>
                </a:lnTo>
                <a:lnTo>
                  <a:pt x="26781" y="449680"/>
                </a:lnTo>
                <a:lnTo>
                  <a:pt x="41334" y="407005"/>
                </a:lnTo>
                <a:lnTo>
                  <a:pt x="58787" y="365759"/>
                </a:lnTo>
                <a:lnTo>
                  <a:pt x="79015" y="326063"/>
                </a:lnTo>
                <a:lnTo>
                  <a:pt x="101896" y="288040"/>
                </a:lnTo>
                <a:lnTo>
                  <a:pt x="127308" y="251812"/>
                </a:lnTo>
                <a:lnTo>
                  <a:pt x="155128" y="217503"/>
                </a:lnTo>
                <a:lnTo>
                  <a:pt x="185234" y="185234"/>
                </a:lnTo>
                <a:lnTo>
                  <a:pt x="217503" y="155128"/>
                </a:lnTo>
                <a:lnTo>
                  <a:pt x="251812" y="127308"/>
                </a:lnTo>
                <a:lnTo>
                  <a:pt x="288040" y="101896"/>
                </a:lnTo>
                <a:lnTo>
                  <a:pt x="326063" y="79015"/>
                </a:lnTo>
                <a:lnTo>
                  <a:pt x="365759" y="58787"/>
                </a:lnTo>
                <a:lnTo>
                  <a:pt x="407005" y="41334"/>
                </a:lnTo>
                <a:lnTo>
                  <a:pt x="449680" y="26781"/>
                </a:lnTo>
                <a:lnTo>
                  <a:pt x="493659" y="15248"/>
                </a:lnTo>
                <a:lnTo>
                  <a:pt x="538822" y="6858"/>
                </a:lnTo>
                <a:lnTo>
                  <a:pt x="585045" y="1735"/>
                </a:lnTo>
                <a:lnTo>
                  <a:pt x="632205" y="0"/>
                </a:lnTo>
                <a:lnTo>
                  <a:pt x="679366" y="1735"/>
                </a:lnTo>
                <a:lnTo>
                  <a:pt x="725589" y="6858"/>
                </a:lnTo>
                <a:lnTo>
                  <a:pt x="770752" y="15248"/>
                </a:lnTo>
                <a:lnTo>
                  <a:pt x="814731" y="26781"/>
                </a:lnTo>
                <a:lnTo>
                  <a:pt x="857406" y="41334"/>
                </a:lnTo>
                <a:lnTo>
                  <a:pt x="898652" y="58787"/>
                </a:lnTo>
                <a:lnTo>
                  <a:pt x="938348" y="79015"/>
                </a:lnTo>
                <a:lnTo>
                  <a:pt x="976371" y="101896"/>
                </a:lnTo>
                <a:lnTo>
                  <a:pt x="1012599" y="127308"/>
                </a:lnTo>
                <a:lnTo>
                  <a:pt x="1046908" y="155128"/>
                </a:lnTo>
                <a:lnTo>
                  <a:pt x="1079177" y="185234"/>
                </a:lnTo>
                <a:lnTo>
                  <a:pt x="1109283" y="217503"/>
                </a:lnTo>
                <a:lnTo>
                  <a:pt x="1137103" y="251812"/>
                </a:lnTo>
                <a:lnTo>
                  <a:pt x="1162515" y="288040"/>
                </a:lnTo>
                <a:lnTo>
                  <a:pt x="1185396" y="326063"/>
                </a:lnTo>
                <a:lnTo>
                  <a:pt x="1205624" y="365759"/>
                </a:lnTo>
                <a:lnTo>
                  <a:pt x="1223077" y="407005"/>
                </a:lnTo>
                <a:lnTo>
                  <a:pt x="1237630" y="449680"/>
                </a:lnTo>
                <a:lnTo>
                  <a:pt x="1249163" y="493659"/>
                </a:lnTo>
                <a:lnTo>
                  <a:pt x="1257553" y="538822"/>
                </a:lnTo>
                <a:lnTo>
                  <a:pt x="1262676" y="585045"/>
                </a:lnTo>
                <a:lnTo>
                  <a:pt x="1264412" y="632206"/>
                </a:lnTo>
                <a:close/>
              </a:path>
            </a:pathLst>
          </a:custGeom>
          <a:ln w="3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569773" y="5939599"/>
            <a:ext cx="72008" cy="720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671881" y="6145339"/>
            <a:ext cx="72008" cy="720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877621" y="6351079"/>
            <a:ext cx="72009" cy="72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186993" y="6419659"/>
            <a:ext cx="72009" cy="72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529893" y="6386131"/>
            <a:ext cx="72009" cy="72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885230" y="5118620"/>
            <a:ext cx="2571750" cy="1645920"/>
          </a:xfrm>
          <a:custGeom>
            <a:avLst/>
            <a:gdLst/>
            <a:ahLst/>
            <a:cxnLst/>
            <a:rect l="l" t="t" r="r" b="b"/>
            <a:pathLst>
              <a:path w="2571750" h="1645920">
                <a:moveTo>
                  <a:pt x="754252" y="0"/>
                </a:moveTo>
                <a:lnTo>
                  <a:pt x="2571343" y="582841"/>
                </a:lnTo>
                <a:lnTo>
                  <a:pt x="2194217" y="1645678"/>
                </a:lnTo>
                <a:lnTo>
                  <a:pt x="0" y="617131"/>
                </a:lnTo>
                <a:lnTo>
                  <a:pt x="754252" y="0"/>
                </a:lnTo>
                <a:close/>
              </a:path>
            </a:pathLst>
          </a:custGeom>
          <a:ln w="3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616691" y="6112878"/>
            <a:ext cx="925830" cy="0"/>
          </a:xfrm>
          <a:custGeom>
            <a:avLst/>
            <a:gdLst/>
            <a:ahLst/>
            <a:cxnLst/>
            <a:rect l="l" t="t" r="r" b="b"/>
            <a:pathLst>
              <a:path w="925829">
                <a:moveTo>
                  <a:pt x="0" y="0"/>
                </a:moveTo>
                <a:lnTo>
                  <a:pt x="925690" y="0"/>
                </a:lnTo>
              </a:path>
            </a:pathLst>
          </a:custGeom>
          <a:ln w="137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333923" y="6064884"/>
            <a:ext cx="178282" cy="95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1518996"/>
            <a:ext cx="543306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21	</a:t>
            </a:r>
            <a:r>
              <a:rPr spc="15" dirty="0"/>
              <a:t>SVMs </a:t>
            </a:r>
            <a:r>
              <a:rPr spc="5" dirty="0"/>
              <a:t>: </a:t>
            </a:r>
            <a:r>
              <a:rPr spc="10" dirty="0"/>
              <a:t>polynomial</a:t>
            </a:r>
            <a:r>
              <a:rPr spc="114" dirty="0"/>
              <a:t> </a:t>
            </a:r>
            <a:r>
              <a:rPr spc="10" dirty="0"/>
              <a:t>mapping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98897" y="2396451"/>
            <a:ext cx="151765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50" spc="-145" dirty="0">
                <a:solidFill>
                  <a:srgbClr val="231F20"/>
                </a:solidFill>
                <a:latin typeface="Arial"/>
                <a:cs typeface="Arial"/>
              </a:rPr>
              <a:t>Φ </a:t>
            </a:r>
            <a:r>
              <a:rPr sz="2050" dirty="0">
                <a:solidFill>
                  <a:srgbClr val="231F20"/>
                </a:solidFill>
                <a:latin typeface="Arial"/>
                <a:cs typeface="Arial"/>
              </a:rPr>
              <a:t>: </a:t>
            </a:r>
            <a:r>
              <a:rPr sz="2050" i="1" spc="210" dirty="0">
                <a:solidFill>
                  <a:srgbClr val="231F20"/>
                </a:solidFill>
                <a:latin typeface="Times New Roman"/>
                <a:cs typeface="Times New Roman"/>
              </a:rPr>
              <a:t>R</a:t>
            </a:r>
            <a:r>
              <a:rPr sz="2175" spc="315" baseline="28735" dirty="0">
                <a:solidFill>
                  <a:srgbClr val="231F20"/>
                </a:solidFill>
                <a:latin typeface="Times New Roman"/>
                <a:cs typeface="Times New Roman"/>
              </a:rPr>
              <a:t>2 </a:t>
            </a:r>
            <a:r>
              <a:rPr sz="2050" i="1" spc="830" dirty="0">
                <a:solidFill>
                  <a:srgbClr val="231F20"/>
                </a:solidFill>
                <a:latin typeface="Menlo"/>
                <a:cs typeface="Menlo"/>
              </a:rPr>
              <a:t>→</a:t>
            </a:r>
            <a:r>
              <a:rPr sz="2050" i="1" spc="-905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i="1" spc="210" dirty="0">
                <a:solidFill>
                  <a:srgbClr val="231F20"/>
                </a:solidFill>
                <a:latin typeface="Times New Roman"/>
                <a:cs typeface="Times New Roman"/>
              </a:rPr>
              <a:t>R</a:t>
            </a:r>
            <a:r>
              <a:rPr sz="2175" spc="315" baseline="28735" dirty="0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2175" baseline="28735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68185" y="2379166"/>
            <a:ext cx="12763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u="sng" spc="-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50" u="sng" spc="7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Times New Roman"/>
                <a:cs typeface="Times New Roman"/>
              </a:rPr>
              <a:t> 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50870" y="2766783"/>
            <a:ext cx="93281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50" spc="16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spc="240" baseline="-11494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r>
              <a:rPr sz="20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2050" i="1" spc="-204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190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spc="284" baseline="-11494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2050" spc="19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5217" y="2885135"/>
            <a:ext cx="84328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8935" algn="l"/>
                <a:tab pos="725805" algn="l"/>
              </a:tabLst>
            </a:pPr>
            <a:r>
              <a:rPr sz="1450" spc="95" dirty="0">
                <a:solidFill>
                  <a:srgbClr val="231F20"/>
                </a:solidFill>
                <a:latin typeface="Times New Roman"/>
                <a:cs typeface="Times New Roman"/>
              </a:rPr>
              <a:t>1	2	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5920" y="2766783"/>
            <a:ext cx="204216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i="1" spc="-204" dirty="0">
                <a:solidFill>
                  <a:srgbClr val="231F20"/>
                </a:solidFill>
                <a:latin typeface="Menlo"/>
                <a:cs typeface="Menlo"/>
              </a:rPr>
              <a:t>1→ </a:t>
            </a:r>
            <a:r>
              <a:rPr sz="2050" spc="14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40" dirty="0">
                <a:solidFill>
                  <a:srgbClr val="231F20"/>
                </a:solidFill>
                <a:latin typeface="Times New Roman"/>
                <a:cs typeface="Times New Roman"/>
              </a:rPr>
              <a:t>z </a:t>
            </a:r>
            <a:r>
              <a:rPr sz="2050" i="1" spc="60" dirty="0">
                <a:solidFill>
                  <a:srgbClr val="231F20"/>
                </a:solidFill>
                <a:latin typeface="Times New Roman"/>
                <a:cs typeface="Times New Roman"/>
              </a:rPr>
              <a:t>, </a:t>
            </a:r>
            <a:r>
              <a:rPr sz="20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z </a:t>
            </a:r>
            <a:r>
              <a:rPr sz="2050" i="1" spc="60" dirty="0">
                <a:solidFill>
                  <a:srgbClr val="231F20"/>
                </a:solidFill>
                <a:latin typeface="Times New Roman"/>
                <a:cs typeface="Times New Roman"/>
              </a:rPr>
              <a:t>, </a:t>
            </a:r>
            <a:r>
              <a:rPr sz="2050" i="1" spc="160" dirty="0">
                <a:solidFill>
                  <a:srgbClr val="231F20"/>
                </a:solidFill>
                <a:latin typeface="Times New Roman"/>
                <a:cs typeface="Times New Roman"/>
              </a:rPr>
              <a:t>z </a:t>
            </a:r>
            <a:r>
              <a:rPr sz="2050" spc="120" dirty="0">
                <a:solidFill>
                  <a:srgbClr val="231F20"/>
                </a:solidFill>
                <a:latin typeface="Arial"/>
                <a:cs typeface="Arial"/>
              </a:rPr>
              <a:t>) </a:t>
            </a:r>
            <a:r>
              <a:rPr sz="2050" spc="204" dirty="0">
                <a:solidFill>
                  <a:srgbClr val="231F20"/>
                </a:solidFill>
                <a:latin typeface="Arial"/>
                <a:cs typeface="Arial"/>
              </a:rPr>
              <a:t>:=</a:t>
            </a:r>
            <a:r>
              <a:rPr sz="2050" spc="-3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12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1514" y="2751022"/>
            <a:ext cx="1301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95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1514" y="2911038"/>
            <a:ext cx="1301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95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7739" y="2542756"/>
            <a:ext cx="28829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14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22194" y="2766783"/>
            <a:ext cx="115697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58495" algn="l"/>
              </a:tabLst>
            </a:pPr>
            <a:r>
              <a:rPr sz="2050" i="1" spc="270" dirty="0">
                <a:solidFill>
                  <a:srgbClr val="231F20"/>
                </a:solidFill>
                <a:latin typeface="Times New Roman"/>
                <a:cs typeface="Times New Roman"/>
              </a:rPr>
              <a:t>x </a:t>
            </a:r>
            <a:r>
              <a:rPr sz="2050" i="1" spc="-1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60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2050" i="1" dirty="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sz="2050" spc="40" dirty="0">
                <a:solidFill>
                  <a:srgbClr val="231F20"/>
                </a:solidFill>
                <a:latin typeface="Arial"/>
                <a:cs typeface="Arial"/>
              </a:rPr>
              <a:t>(2</a:t>
            </a:r>
            <a:r>
              <a:rPr sz="2050" spc="3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i="1" spc="270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52969" y="2885135"/>
            <a:ext cx="39814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0670" algn="l"/>
              </a:tabLst>
            </a:pPr>
            <a:r>
              <a:rPr sz="1450" spc="95" dirty="0">
                <a:solidFill>
                  <a:srgbClr val="231F20"/>
                </a:solidFill>
                <a:latin typeface="Times New Roman"/>
                <a:cs typeface="Times New Roman"/>
              </a:rPr>
              <a:t>1	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06766" y="2751022"/>
            <a:ext cx="1301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95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06766" y="2911038"/>
            <a:ext cx="1301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95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71842" y="2766783"/>
            <a:ext cx="77978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i="1" spc="270" dirty="0">
                <a:solidFill>
                  <a:srgbClr val="231F20"/>
                </a:solidFill>
                <a:latin typeface="Times New Roman"/>
                <a:cs typeface="Times New Roman"/>
              </a:rPr>
              <a:t>x </a:t>
            </a:r>
            <a:r>
              <a:rPr sz="2050" i="1" spc="60" dirty="0">
                <a:solidFill>
                  <a:srgbClr val="231F20"/>
                </a:solidFill>
                <a:latin typeface="Times New Roman"/>
                <a:cs typeface="Times New Roman"/>
              </a:rPr>
              <a:t>, </a:t>
            </a:r>
            <a:r>
              <a:rPr sz="2050" i="1" spc="270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050" i="1" spc="2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12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65587" y="3513048"/>
            <a:ext cx="102870" cy="205104"/>
          </a:xfrm>
          <a:custGeom>
            <a:avLst/>
            <a:gdLst/>
            <a:ahLst/>
            <a:cxnLst/>
            <a:rect l="l" t="t" r="r" b="b"/>
            <a:pathLst>
              <a:path w="102870" h="205104">
                <a:moveTo>
                  <a:pt x="102285" y="204571"/>
                </a:moveTo>
                <a:lnTo>
                  <a:pt x="51142" y="0"/>
                </a:lnTo>
                <a:lnTo>
                  <a:pt x="0" y="204571"/>
                </a:lnTo>
                <a:lnTo>
                  <a:pt x="102285" y="2045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16730" y="3689718"/>
            <a:ext cx="0" cy="2389505"/>
          </a:xfrm>
          <a:custGeom>
            <a:avLst/>
            <a:gdLst/>
            <a:ahLst/>
            <a:cxnLst/>
            <a:rect l="l" t="t" r="r" b="b"/>
            <a:pathLst>
              <a:path h="2389504">
                <a:moveTo>
                  <a:pt x="0" y="2389378"/>
                </a:moveTo>
                <a:lnTo>
                  <a:pt x="0" y="0"/>
                </a:lnTo>
              </a:path>
            </a:pathLst>
          </a:custGeom>
          <a:ln w="92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213019" y="4736401"/>
            <a:ext cx="205104" cy="102870"/>
          </a:xfrm>
          <a:custGeom>
            <a:avLst/>
            <a:gdLst/>
            <a:ahLst/>
            <a:cxnLst/>
            <a:rect l="l" t="t" r="r" b="b"/>
            <a:pathLst>
              <a:path w="205104" h="102870">
                <a:moveTo>
                  <a:pt x="204571" y="51142"/>
                </a:moveTo>
                <a:lnTo>
                  <a:pt x="0" y="0"/>
                </a:lnTo>
                <a:lnTo>
                  <a:pt x="0" y="102285"/>
                </a:lnTo>
                <a:lnTo>
                  <a:pt x="204571" y="511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98826" y="4787544"/>
            <a:ext cx="2442210" cy="0"/>
          </a:xfrm>
          <a:custGeom>
            <a:avLst/>
            <a:gdLst/>
            <a:ahLst/>
            <a:cxnLst/>
            <a:rect l="l" t="t" r="r" b="b"/>
            <a:pathLst>
              <a:path w="2442210">
                <a:moveTo>
                  <a:pt x="0" y="0"/>
                </a:moveTo>
                <a:lnTo>
                  <a:pt x="2442095" y="0"/>
                </a:lnTo>
              </a:path>
            </a:pathLst>
          </a:custGeom>
          <a:ln w="92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831158" y="4452429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FF0000"/>
                </a:solidFill>
                <a:latin typeface="Wingdings"/>
                <a:cs typeface="Wingdings"/>
              </a:rPr>
              <a:t>❍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45083" y="4609012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FF0000"/>
                </a:solidFill>
                <a:latin typeface="Wingdings"/>
                <a:cs typeface="Wingdings"/>
              </a:rPr>
              <a:t>❍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09466" y="4846236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FF0000"/>
                </a:solidFill>
                <a:latin typeface="Wingdings"/>
                <a:cs typeface="Wingdings"/>
              </a:rPr>
              <a:t>❍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52113" y="4582657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FF0000"/>
                </a:solidFill>
                <a:latin typeface="Wingdings"/>
                <a:cs typeface="Wingdings"/>
              </a:rPr>
              <a:t>❍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88533" y="4345444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FF0000"/>
                </a:solidFill>
                <a:latin typeface="Wingdings"/>
                <a:cs typeface="Wingdings"/>
              </a:rPr>
              <a:t>❍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40441" y="5057104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FF0000"/>
                </a:solidFill>
                <a:latin typeface="Wingdings"/>
                <a:cs typeface="Wingdings"/>
              </a:rPr>
              <a:t>❍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25571" y="4260481"/>
            <a:ext cx="1581785" cy="1054735"/>
          </a:xfrm>
          <a:custGeom>
            <a:avLst/>
            <a:gdLst/>
            <a:ahLst/>
            <a:cxnLst/>
            <a:rect l="l" t="t" r="r" b="b"/>
            <a:pathLst>
              <a:path w="1581785" h="1054735">
                <a:moveTo>
                  <a:pt x="1581505" y="527164"/>
                </a:moveTo>
                <a:lnTo>
                  <a:pt x="1573648" y="452615"/>
                </a:lnTo>
                <a:lnTo>
                  <a:pt x="1550792" y="381269"/>
                </a:lnTo>
                <a:lnTo>
                  <a:pt x="1534075" y="347021"/>
                </a:lnTo>
                <a:lnTo>
                  <a:pt x="1514010" y="313841"/>
                </a:lnTo>
                <a:lnTo>
                  <a:pt x="1490732" y="281820"/>
                </a:lnTo>
                <a:lnTo>
                  <a:pt x="1464375" y="251047"/>
                </a:lnTo>
                <a:lnTo>
                  <a:pt x="1435074" y="221611"/>
                </a:lnTo>
                <a:lnTo>
                  <a:pt x="1402961" y="193602"/>
                </a:lnTo>
                <a:lnTo>
                  <a:pt x="1368172" y="167109"/>
                </a:lnTo>
                <a:lnTo>
                  <a:pt x="1330841" y="142221"/>
                </a:lnTo>
                <a:lnTo>
                  <a:pt x="1291101" y="119028"/>
                </a:lnTo>
                <a:lnTo>
                  <a:pt x="1249087" y="97620"/>
                </a:lnTo>
                <a:lnTo>
                  <a:pt x="1204932" y="78086"/>
                </a:lnTo>
                <a:lnTo>
                  <a:pt x="1158772" y="60515"/>
                </a:lnTo>
                <a:lnTo>
                  <a:pt x="1110740" y="44996"/>
                </a:lnTo>
                <a:lnTo>
                  <a:pt x="1060971" y="31620"/>
                </a:lnTo>
                <a:lnTo>
                  <a:pt x="1009597" y="20475"/>
                </a:lnTo>
                <a:lnTo>
                  <a:pt x="956755" y="11651"/>
                </a:lnTo>
                <a:lnTo>
                  <a:pt x="902577" y="5238"/>
                </a:lnTo>
                <a:lnTo>
                  <a:pt x="847198" y="1324"/>
                </a:lnTo>
                <a:lnTo>
                  <a:pt x="790752" y="0"/>
                </a:lnTo>
                <a:lnTo>
                  <a:pt x="734308" y="1324"/>
                </a:lnTo>
                <a:lnTo>
                  <a:pt x="678930" y="5238"/>
                </a:lnTo>
                <a:lnTo>
                  <a:pt x="624753" y="11651"/>
                </a:lnTo>
                <a:lnTo>
                  <a:pt x="571912" y="20475"/>
                </a:lnTo>
                <a:lnTo>
                  <a:pt x="520539" y="31620"/>
                </a:lnTo>
                <a:lnTo>
                  <a:pt x="470770" y="44996"/>
                </a:lnTo>
                <a:lnTo>
                  <a:pt x="422738" y="60515"/>
                </a:lnTo>
                <a:lnTo>
                  <a:pt x="376578" y="78086"/>
                </a:lnTo>
                <a:lnTo>
                  <a:pt x="332424" y="97620"/>
                </a:lnTo>
                <a:lnTo>
                  <a:pt x="290409" y="119028"/>
                </a:lnTo>
                <a:lnTo>
                  <a:pt x="250669" y="142221"/>
                </a:lnTo>
                <a:lnTo>
                  <a:pt x="213337" y="167109"/>
                </a:lnTo>
                <a:lnTo>
                  <a:pt x="178547" y="193602"/>
                </a:lnTo>
                <a:lnTo>
                  <a:pt x="146434" y="221611"/>
                </a:lnTo>
                <a:lnTo>
                  <a:pt x="117132" y="251047"/>
                </a:lnTo>
                <a:lnTo>
                  <a:pt x="90775" y="281820"/>
                </a:lnTo>
                <a:lnTo>
                  <a:pt x="67496" y="313841"/>
                </a:lnTo>
                <a:lnTo>
                  <a:pt x="47431" y="347021"/>
                </a:lnTo>
                <a:lnTo>
                  <a:pt x="30714" y="381269"/>
                </a:lnTo>
                <a:lnTo>
                  <a:pt x="7857" y="452615"/>
                </a:lnTo>
                <a:lnTo>
                  <a:pt x="0" y="527164"/>
                </a:lnTo>
                <a:lnTo>
                  <a:pt x="1986" y="564794"/>
                </a:lnTo>
                <a:lnTo>
                  <a:pt x="17477" y="637831"/>
                </a:lnTo>
                <a:lnTo>
                  <a:pt x="47431" y="707307"/>
                </a:lnTo>
                <a:lnTo>
                  <a:pt x="67496" y="740487"/>
                </a:lnTo>
                <a:lnTo>
                  <a:pt x="90775" y="772508"/>
                </a:lnTo>
                <a:lnTo>
                  <a:pt x="117132" y="803281"/>
                </a:lnTo>
                <a:lnTo>
                  <a:pt x="146434" y="832717"/>
                </a:lnTo>
                <a:lnTo>
                  <a:pt x="178547" y="860726"/>
                </a:lnTo>
                <a:lnTo>
                  <a:pt x="213337" y="887219"/>
                </a:lnTo>
                <a:lnTo>
                  <a:pt x="250669" y="912107"/>
                </a:lnTo>
                <a:lnTo>
                  <a:pt x="290409" y="935299"/>
                </a:lnTo>
                <a:lnTo>
                  <a:pt x="332424" y="956707"/>
                </a:lnTo>
                <a:lnTo>
                  <a:pt x="376578" y="976242"/>
                </a:lnTo>
                <a:lnTo>
                  <a:pt x="422738" y="993813"/>
                </a:lnTo>
                <a:lnTo>
                  <a:pt x="470770" y="1009331"/>
                </a:lnTo>
                <a:lnTo>
                  <a:pt x="520539" y="1022708"/>
                </a:lnTo>
                <a:lnTo>
                  <a:pt x="571912" y="1033853"/>
                </a:lnTo>
                <a:lnTo>
                  <a:pt x="624753" y="1042677"/>
                </a:lnTo>
                <a:lnTo>
                  <a:pt x="678930" y="1049090"/>
                </a:lnTo>
                <a:lnTo>
                  <a:pt x="734308" y="1053004"/>
                </a:lnTo>
                <a:lnTo>
                  <a:pt x="790752" y="1054328"/>
                </a:lnTo>
                <a:lnTo>
                  <a:pt x="847198" y="1053004"/>
                </a:lnTo>
                <a:lnTo>
                  <a:pt x="902577" y="1049090"/>
                </a:lnTo>
                <a:lnTo>
                  <a:pt x="956755" y="1042677"/>
                </a:lnTo>
                <a:lnTo>
                  <a:pt x="1009597" y="1033853"/>
                </a:lnTo>
                <a:lnTo>
                  <a:pt x="1060971" y="1022708"/>
                </a:lnTo>
                <a:lnTo>
                  <a:pt x="1110740" y="1009331"/>
                </a:lnTo>
                <a:lnTo>
                  <a:pt x="1158772" y="993813"/>
                </a:lnTo>
                <a:lnTo>
                  <a:pt x="1204932" y="976242"/>
                </a:lnTo>
                <a:lnTo>
                  <a:pt x="1249087" y="956707"/>
                </a:lnTo>
                <a:lnTo>
                  <a:pt x="1291101" y="935299"/>
                </a:lnTo>
                <a:lnTo>
                  <a:pt x="1330841" y="912107"/>
                </a:lnTo>
                <a:lnTo>
                  <a:pt x="1368172" y="887219"/>
                </a:lnTo>
                <a:lnTo>
                  <a:pt x="1402961" y="860726"/>
                </a:lnTo>
                <a:lnTo>
                  <a:pt x="1435074" y="832717"/>
                </a:lnTo>
                <a:lnTo>
                  <a:pt x="1464375" y="803281"/>
                </a:lnTo>
                <a:lnTo>
                  <a:pt x="1490732" y="772508"/>
                </a:lnTo>
                <a:lnTo>
                  <a:pt x="1514010" y="740487"/>
                </a:lnTo>
                <a:lnTo>
                  <a:pt x="1534075" y="707307"/>
                </a:lnTo>
                <a:lnTo>
                  <a:pt x="1550792" y="673059"/>
                </a:lnTo>
                <a:lnTo>
                  <a:pt x="1573648" y="601713"/>
                </a:lnTo>
                <a:lnTo>
                  <a:pt x="1581505" y="527164"/>
                </a:lnTo>
                <a:close/>
              </a:path>
            </a:pathLst>
          </a:custGeom>
          <a:ln w="4648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104030" y="4635360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FF0000"/>
                </a:solidFill>
                <a:latin typeface="Wingdings"/>
                <a:cs typeface="Wingdings"/>
              </a:rPr>
              <a:t>❍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25766" y="4951651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FF0000"/>
                </a:solidFill>
                <a:latin typeface="Wingdings"/>
                <a:cs typeface="Wingdings"/>
              </a:rPr>
              <a:t>❍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14061" y="3746608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86936" y="4398136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13291" y="5109796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23356" y="4951640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87739" y="5663311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31189" y="5399731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842057" y="5083440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21135" y="4371769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52122" y="4108189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99410" y="3712820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52936" y="5689667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366014" y="5716022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944289" y="4371758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524160" y="4002744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550515" y="3581019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000202" y="3765520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184715" y="5241575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67621" y="5742378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41265" y="3923677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655960" y="5320653"/>
            <a:ext cx="1371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25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850">
              <a:latin typeface="Wingdings"/>
              <a:cs typeface="Wingding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192483" y="4391799"/>
            <a:ext cx="12446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dirty="0">
                <a:latin typeface="Times New Roman"/>
                <a:cs typeface="Times New Roman"/>
              </a:rPr>
              <a:t>x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291569" y="4551730"/>
            <a:ext cx="90805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i="1" spc="10" dirty="0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209478" y="3388512"/>
            <a:ext cx="12446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dirty="0">
                <a:latin typeface="Times New Roman"/>
                <a:cs typeface="Times New Roman"/>
              </a:rPr>
              <a:t>x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308563" y="3548456"/>
            <a:ext cx="90805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i="1" spc="10" dirty="0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616204" y="4449510"/>
            <a:ext cx="173355" cy="3105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25"/>
              </a:lnSpc>
              <a:spcBef>
                <a:spcPts val="90"/>
              </a:spcBef>
            </a:pPr>
            <a:r>
              <a:rPr sz="950" spc="-10" dirty="0">
                <a:solidFill>
                  <a:srgbClr val="FF0000"/>
                </a:solidFill>
                <a:latin typeface="Wingdings"/>
                <a:cs typeface="Wingdings"/>
              </a:rPr>
              <a:t>❍</a:t>
            </a:r>
            <a:endParaRPr sz="950">
              <a:latin typeface="Wingdings"/>
              <a:cs typeface="Wingdings"/>
            </a:endParaRPr>
          </a:p>
          <a:p>
            <a:pPr marL="40640">
              <a:lnSpc>
                <a:spcPts val="1125"/>
              </a:lnSpc>
            </a:pPr>
            <a:r>
              <a:rPr sz="950" spc="-10" dirty="0">
                <a:solidFill>
                  <a:srgbClr val="FF0000"/>
                </a:solidFill>
                <a:latin typeface="Wingdings"/>
                <a:cs typeface="Wingdings"/>
              </a:rPr>
              <a:t>❍</a:t>
            </a:r>
            <a:endParaRPr sz="950">
              <a:latin typeface="Wingdings"/>
              <a:cs typeface="Wingding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996405" y="5127980"/>
            <a:ext cx="120014" cy="169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950" spc="-10" dirty="0">
                <a:solidFill>
                  <a:srgbClr val="FF0000"/>
                </a:solidFill>
                <a:latin typeface="Wingdings"/>
                <a:cs typeface="Wingdings"/>
              </a:rPr>
              <a:t>❍</a:t>
            </a:r>
            <a:endParaRPr sz="950">
              <a:latin typeface="Wingdings"/>
              <a:cs typeface="Wingding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662769" y="4203058"/>
            <a:ext cx="145415" cy="169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-10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950">
              <a:latin typeface="Wingdings"/>
              <a:cs typeface="Wingding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955427" y="4421256"/>
            <a:ext cx="145415" cy="169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-10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950">
              <a:latin typeface="Wingdings"/>
              <a:cs typeface="Wingding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407727" y="4053755"/>
            <a:ext cx="145415" cy="169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-10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950">
              <a:latin typeface="Wingdings"/>
              <a:cs typeface="Wingding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575238" y="4733899"/>
            <a:ext cx="622935" cy="478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77520" indent="-236854">
              <a:lnSpc>
                <a:spcPts val="1120"/>
              </a:lnSpc>
              <a:spcBef>
                <a:spcPts val="90"/>
              </a:spcBef>
              <a:buClr>
                <a:srgbClr val="FF0000"/>
              </a:buClr>
              <a:buChar char="❍"/>
              <a:tabLst>
                <a:tab pos="478155" algn="l"/>
              </a:tabLst>
            </a:pPr>
            <a:r>
              <a:rPr sz="950" spc="-10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950">
              <a:latin typeface="Wingdings"/>
              <a:cs typeface="Wingdings"/>
            </a:endParaRPr>
          </a:p>
          <a:p>
            <a:pPr marL="166370">
              <a:lnSpc>
                <a:spcPts val="1120"/>
              </a:lnSpc>
            </a:pPr>
            <a:r>
              <a:rPr sz="950" spc="-40" dirty="0">
                <a:solidFill>
                  <a:srgbClr val="FF0000"/>
                </a:solidFill>
                <a:latin typeface="Wingdings"/>
                <a:cs typeface="Wingdings"/>
              </a:rPr>
              <a:t>❍</a:t>
            </a:r>
            <a:r>
              <a:rPr sz="1425" spc="-60" baseline="-11695" dirty="0">
                <a:solidFill>
                  <a:srgbClr val="FF0000"/>
                </a:solidFill>
                <a:latin typeface="Wingdings"/>
                <a:cs typeface="Wingdings"/>
              </a:rPr>
              <a:t>❍</a:t>
            </a:r>
            <a:endParaRPr sz="1425" baseline="-11695">
              <a:latin typeface="Wingdings"/>
              <a:cs typeface="Wingdings"/>
            </a:endParaRPr>
          </a:p>
          <a:p>
            <a:pPr marL="25400">
              <a:lnSpc>
                <a:spcPct val="100000"/>
              </a:lnSpc>
              <a:spcBef>
                <a:spcPts val="195"/>
              </a:spcBef>
            </a:pPr>
            <a:r>
              <a:rPr sz="950" spc="-10" dirty="0">
                <a:solidFill>
                  <a:srgbClr val="FF0000"/>
                </a:solidFill>
                <a:latin typeface="Wingdings"/>
                <a:cs typeface="Wingdings"/>
              </a:rPr>
              <a:t>❍</a:t>
            </a:r>
            <a:r>
              <a:rPr sz="950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Wingdings"/>
                <a:cs typeface="Wingdings"/>
              </a:rPr>
              <a:t>❍</a:t>
            </a:r>
            <a:endParaRPr sz="950">
              <a:latin typeface="Wingdings"/>
              <a:cs typeface="Wingding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842349" y="4025488"/>
            <a:ext cx="145415" cy="169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-10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950">
              <a:latin typeface="Wingdings"/>
              <a:cs typeface="Wingding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860040" y="4590867"/>
            <a:ext cx="145415" cy="169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-10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950">
              <a:latin typeface="Wingdings"/>
              <a:cs typeface="Wingding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379461" y="5014901"/>
            <a:ext cx="145415" cy="169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-10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950">
              <a:latin typeface="Wingdings"/>
              <a:cs typeface="Wingding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690417" y="4138554"/>
            <a:ext cx="145415" cy="169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-10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950">
              <a:latin typeface="Wingdings"/>
              <a:cs typeface="Wingding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238117" y="4336444"/>
            <a:ext cx="145415" cy="169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-10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950">
              <a:latin typeface="Wingdings"/>
              <a:cs typeface="Wingding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096759" y="3884143"/>
            <a:ext cx="145415" cy="169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-10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950">
              <a:latin typeface="Wingdings"/>
              <a:cs typeface="Wingding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181571" y="4930090"/>
            <a:ext cx="145415" cy="169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-10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950">
              <a:latin typeface="Wingdings"/>
              <a:cs typeface="Wingding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435994" y="3657987"/>
            <a:ext cx="145415" cy="169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-10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950">
              <a:latin typeface="Wingdings"/>
              <a:cs typeface="Wingding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230396" y="4778412"/>
            <a:ext cx="257810" cy="6318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135"/>
              </a:spcBef>
            </a:pP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650" i="1" baseline="-27777" dirty="0">
                <a:latin typeface="Times New Roman"/>
                <a:cs typeface="Times New Roman"/>
              </a:rPr>
              <a:t>1</a:t>
            </a:r>
            <a:endParaRPr sz="1650" baseline="-27777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380"/>
              </a:spcBef>
            </a:pPr>
            <a:r>
              <a:rPr sz="950" spc="-10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950">
              <a:latin typeface="Wingdings"/>
              <a:cs typeface="Wingding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184466" y="3253574"/>
            <a:ext cx="239395" cy="313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650" i="1" baseline="-27777" dirty="0">
                <a:latin typeface="Times New Roman"/>
                <a:cs typeface="Times New Roman"/>
              </a:rPr>
              <a:t>3</a:t>
            </a:r>
            <a:endParaRPr sz="1650" baseline="-27777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6489242" y="3386239"/>
            <a:ext cx="109855" cy="219710"/>
          </a:xfrm>
          <a:custGeom>
            <a:avLst/>
            <a:gdLst/>
            <a:ahLst/>
            <a:cxnLst/>
            <a:rect l="l" t="t" r="r" b="b"/>
            <a:pathLst>
              <a:path w="109854" h="219710">
                <a:moveTo>
                  <a:pt x="109702" y="219405"/>
                </a:moveTo>
                <a:lnTo>
                  <a:pt x="54851" y="0"/>
                </a:lnTo>
                <a:lnTo>
                  <a:pt x="0" y="219405"/>
                </a:lnTo>
                <a:lnTo>
                  <a:pt x="109702" y="219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544094" y="3575723"/>
            <a:ext cx="0" cy="1743075"/>
          </a:xfrm>
          <a:custGeom>
            <a:avLst/>
            <a:gdLst/>
            <a:ahLst/>
            <a:cxnLst/>
            <a:rect l="l" t="t" r="r" b="b"/>
            <a:pathLst>
              <a:path h="1743075">
                <a:moveTo>
                  <a:pt x="0" y="1742821"/>
                </a:moveTo>
                <a:lnTo>
                  <a:pt x="0" y="0"/>
                </a:lnTo>
              </a:path>
            </a:pathLst>
          </a:custGeom>
          <a:ln w="9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313546" y="5263692"/>
            <a:ext cx="219710" cy="109855"/>
          </a:xfrm>
          <a:custGeom>
            <a:avLst/>
            <a:gdLst/>
            <a:ahLst/>
            <a:cxnLst/>
            <a:rect l="l" t="t" r="r" b="b"/>
            <a:pathLst>
              <a:path w="219709" h="109854">
                <a:moveTo>
                  <a:pt x="219405" y="54851"/>
                </a:moveTo>
                <a:lnTo>
                  <a:pt x="0" y="0"/>
                </a:lnTo>
                <a:lnTo>
                  <a:pt x="0" y="109702"/>
                </a:lnTo>
                <a:lnTo>
                  <a:pt x="219405" y="548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544094" y="5318543"/>
            <a:ext cx="1799589" cy="0"/>
          </a:xfrm>
          <a:custGeom>
            <a:avLst/>
            <a:gdLst/>
            <a:ahLst/>
            <a:cxnLst/>
            <a:rect l="l" t="t" r="r" b="b"/>
            <a:pathLst>
              <a:path w="1799590">
                <a:moveTo>
                  <a:pt x="0" y="0"/>
                </a:moveTo>
                <a:lnTo>
                  <a:pt x="1799374" y="0"/>
                </a:lnTo>
              </a:path>
            </a:pathLst>
          </a:custGeom>
          <a:ln w="9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814096" y="3686225"/>
            <a:ext cx="145415" cy="169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-10" dirty="0">
                <a:solidFill>
                  <a:srgbClr val="0000FF"/>
                </a:solidFill>
                <a:latin typeface="Wingdings"/>
                <a:cs typeface="Wingdings"/>
              </a:rPr>
              <a:t>✕</a:t>
            </a:r>
            <a:endParaRPr sz="950">
              <a:latin typeface="Wingdings"/>
              <a:cs typeface="Wingdings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6544094" y="4187761"/>
            <a:ext cx="678815" cy="1130935"/>
          </a:xfrm>
          <a:custGeom>
            <a:avLst/>
            <a:gdLst/>
            <a:ahLst/>
            <a:cxnLst/>
            <a:rect l="l" t="t" r="r" b="b"/>
            <a:pathLst>
              <a:path w="678815" h="1130935">
                <a:moveTo>
                  <a:pt x="0" y="0"/>
                </a:moveTo>
                <a:lnTo>
                  <a:pt x="678472" y="1130782"/>
                </a:lnTo>
              </a:path>
            </a:pathLst>
          </a:custGeom>
          <a:ln w="4991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915863" y="5903442"/>
            <a:ext cx="165100" cy="186690"/>
          </a:xfrm>
          <a:custGeom>
            <a:avLst/>
            <a:gdLst/>
            <a:ahLst/>
            <a:cxnLst/>
            <a:rect l="l" t="t" r="r" b="b"/>
            <a:pathLst>
              <a:path w="165100" h="186689">
                <a:moveTo>
                  <a:pt x="164642" y="62991"/>
                </a:moveTo>
                <a:lnTo>
                  <a:pt x="87337" y="0"/>
                </a:lnTo>
                <a:lnTo>
                  <a:pt x="0" y="186118"/>
                </a:lnTo>
                <a:lnTo>
                  <a:pt x="164642" y="62991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035547" y="5318543"/>
            <a:ext cx="508634" cy="624205"/>
          </a:xfrm>
          <a:custGeom>
            <a:avLst/>
            <a:gdLst/>
            <a:ahLst/>
            <a:cxnLst/>
            <a:rect l="l" t="t" r="r" b="b"/>
            <a:pathLst>
              <a:path w="508634" h="624204">
                <a:moveTo>
                  <a:pt x="508546" y="0"/>
                </a:moveTo>
                <a:lnTo>
                  <a:pt x="0" y="624116"/>
                </a:lnTo>
              </a:path>
            </a:pathLst>
          </a:custGeom>
          <a:ln w="4991">
            <a:solidFill>
              <a:srgbClr val="5F5F5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6138481" y="5667171"/>
            <a:ext cx="239395" cy="313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850" i="1" dirty="0">
                <a:solidFill>
                  <a:srgbClr val="5F5F5F"/>
                </a:solidFill>
                <a:latin typeface="Times New Roman"/>
                <a:cs typeface="Times New Roman"/>
              </a:rPr>
              <a:t>z</a:t>
            </a:r>
            <a:r>
              <a:rPr sz="1650" i="1" baseline="-27777" dirty="0">
                <a:solidFill>
                  <a:srgbClr val="5F5F5F"/>
                </a:solidFill>
                <a:latin typeface="Times New Roman"/>
                <a:cs typeface="Times New Roman"/>
              </a:rPr>
              <a:t>2</a:t>
            </a:r>
            <a:endParaRPr sz="1650" baseline="-27777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6600634" y="5318543"/>
            <a:ext cx="622300" cy="763905"/>
          </a:xfrm>
          <a:custGeom>
            <a:avLst/>
            <a:gdLst/>
            <a:ahLst/>
            <a:cxnLst/>
            <a:rect l="l" t="t" r="r" b="b"/>
            <a:pathLst>
              <a:path w="622300" h="763904">
                <a:moveTo>
                  <a:pt x="621931" y="0"/>
                </a:moveTo>
                <a:lnTo>
                  <a:pt x="0" y="763282"/>
                </a:lnTo>
              </a:path>
            </a:pathLst>
          </a:custGeom>
          <a:ln w="4991">
            <a:solidFill>
              <a:srgbClr val="5F5F5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922162" y="4187761"/>
            <a:ext cx="622300" cy="763905"/>
          </a:xfrm>
          <a:custGeom>
            <a:avLst/>
            <a:gdLst/>
            <a:ahLst/>
            <a:cxnLst/>
            <a:rect l="l" t="t" r="r" b="b"/>
            <a:pathLst>
              <a:path w="622300" h="763904">
                <a:moveTo>
                  <a:pt x="621931" y="0"/>
                </a:moveTo>
                <a:lnTo>
                  <a:pt x="0" y="763282"/>
                </a:lnTo>
              </a:path>
            </a:pathLst>
          </a:custGeom>
          <a:ln w="4991">
            <a:solidFill>
              <a:srgbClr val="5F5F5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922162" y="4951044"/>
            <a:ext cx="678815" cy="1130935"/>
          </a:xfrm>
          <a:custGeom>
            <a:avLst/>
            <a:gdLst/>
            <a:ahLst/>
            <a:cxnLst/>
            <a:rect l="l" t="t" r="r" b="b"/>
            <a:pathLst>
              <a:path w="678815" h="1130935">
                <a:moveTo>
                  <a:pt x="0" y="0"/>
                </a:moveTo>
                <a:lnTo>
                  <a:pt x="678472" y="1130782"/>
                </a:lnTo>
              </a:path>
            </a:pathLst>
          </a:custGeom>
          <a:ln w="4991">
            <a:solidFill>
              <a:srgbClr val="5F5F5F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875867"/>
            <a:ext cx="493776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22	</a:t>
            </a:r>
            <a:r>
              <a:rPr spc="15" dirty="0"/>
              <a:t>SVMs </a:t>
            </a:r>
            <a:r>
              <a:rPr spc="5" dirty="0"/>
              <a:t>: </a:t>
            </a:r>
            <a:r>
              <a:rPr spc="10" dirty="0"/>
              <a:t>non-linear case</a:t>
            </a:r>
            <a:r>
              <a:rPr spc="90" dirty="0"/>
              <a:t> </a:t>
            </a:r>
            <a:r>
              <a:rPr dirty="0"/>
              <a:t>II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65045" y="1681133"/>
            <a:ext cx="5800090" cy="15970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050" spc="-10" dirty="0">
                <a:latin typeface="Times New Roman"/>
                <a:cs typeface="Times New Roman"/>
              </a:rPr>
              <a:t>For </a:t>
            </a:r>
            <a:r>
              <a:rPr sz="2050" spc="-5" dirty="0">
                <a:latin typeface="Times New Roman"/>
                <a:cs typeface="Times New Roman"/>
              </a:rPr>
              <a:t>example </a:t>
            </a:r>
            <a:r>
              <a:rPr sz="2050" spc="5" dirty="0">
                <a:latin typeface="Times New Roman"/>
                <a:cs typeface="Times New Roman"/>
              </a:rPr>
              <a:t>MNIST </a:t>
            </a:r>
            <a:r>
              <a:rPr sz="2050" dirty="0">
                <a:latin typeface="Times New Roman"/>
                <a:cs typeface="Times New Roman"/>
              </a:rPr>
              <a:t>hand-writing</a:t>
            </a:r>
            <a:r>
              <a:rPr sz="2050" spc="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recognition.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050" dirty="0">
                <a:latin typeface="Times New Roman"/>
                <a:cs typeface="Times New Roman"/>
              </a:rPr>
              <a:t>60,000 training </a:t>
            </a:r>
            <a:r>
              <a:rPr sz="2050" spc="-5" dirty="0">
                <a:latin typeface="Times New Roman"/>
                <a:cs typeface="Times New Roman"/>
              </a:rPr>
              <a:t>examples, </a:t>
            </a:r>
            <a:r>
              <a:rPr sz="2050" dirty="0">
                <a:latin typeface="Times New Roman"/>
                <a:cs typeface="Times New Roman"/>
              </a:rPr>
              <a:t>10000 test </a:t>
            </a:r>
            <a:r>
              <a:rPr sz="2050" spc="-5" dirty="0">
                <a:latin typeface="Times New Roman"/>
                <a:cs typeface="Times New Roman"/>
              </a:rPr>
              <a:t>examples,</a:t>
            </a:r>
            <a:r>
              <a:rPr sz="2050" spc="114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28x28.</a:t>
            </a:r>
            <a:endParaRPr sz="2050">
              <a:latin typeface="Times New Roman"/>
              <a:cs typeface="Times New Roman"/>
            </a:endParaRPr>
          </a:p>
          <a:p>
            <a:pPr marL="12700" marR="1255395">
              <a:lnSpc>
                <a:spcPct val="117100"/>
              </a:lnSpc>
              <a:spcBef>
                <a:spcPts val="825"/>
              </a:spcBef>
            </a:pPr>
            <a:r>
              <a:rPr sz="2050" dirty="0">
                <a:latin typeface="Times New Roman"/>
                <a:cs typeface="Times New Roman"/>
              </a:rPr>
              <a:t>Linear </a:t>
            </a:r>
            <a:r>
              <a:rPr sz="2050" spc="5" dirty="0">
                <a:latin typeface="Times New Roman"/>
                <a:cs typeface="Times New Roman"/>
              </a:rPr>
              <a:t>SVM </a:t>
            </a:r>
            <a:r>
              <a:rPr sz="2050" dirty="0">
                <a:latin typeface="Times New Roman"/>
                <a:cs typeface="Times New Roman"/>
              </a:rPr>
              <a:t>has around 8.5% test </a:t>
            </a:r>
            <a:r>
              <a:rPr sz="2050" spc="-20" dirty="0">
                <a:latin typeface="Times New Roman"/>
                <a:cs typeface="Times New Roman"/>
              </a:rPr>
              <a:t>error.  </a:t>
            </a:r>
            <a:r>
              <a:rPr sz="2050" dirty="0">
                <a:latin typeface="Times New Roman"/>
                <a:cs typeface="Times New Roman"/>
              </a:rPr>
              <a:t>Polynomial </a:t>
            </a:r>
            <a:r>
              <a:rPr sz="2050" spc="10" dirty="0">
                <a:latin typeface="Times New Roman"/>
                <a:cs typeface="Times New Roman"/>
              </a:rPr>
              <a:t>SVM </a:t>
            </a:r>
            <a:r>
              <a:rPr sz="2050" dirty="0">
                <a:latin typeface="Times New Roman"/>
                <a:cs typeface="Times New Roman"/>
              </a:rPr>
              <a:t>has around </a:t>
            </a:r>
            <a:r>
              <a:rPr sz="2050" spc="5" dirty="0">
                <a:latin typeface="Times New Roman"/>
                <a:cs typeface="Times New Roman"/>
              </a:rPr>
              <a:t>1% </a:t>
            </a:r>
            <a:r>
              <a:rPr sz="2050" dirty="0">
                <a:latin typeface="Times New Roman"/>
                <a:cs typeface="Times New Roman"/>
              </a:rPr>
              <a:t>test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error.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04273" y="3751267"/>
            <a:ext cx="245470" cy="2484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05705" y="3751267"/>
            <a:ext cx="245470" cy="2484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07136" y="3751267"/>
            <a:ext cx="245470" cy="2484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08554" y="3751267"/>
            <a:ext cx="245470" cy="2484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09986" y="3751267"/>
            <a:ext cx="245470" cy="24840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11416" y="3751267"/>
            <a:ext cx="245470" cy="24840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12848" y="3751267"/>
            <a:ext cx="245470" cy="24840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14279" y="3751267"/>
            <a:ext cx="245470" cy="24840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15710" y="3751267"/>
            <a:ext cx="245470" cy="24840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917141" y="3751267"/>
            <a:ext cx="245470" cy="24840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04273" y="4056368"/>
            <a:ext cx="245470" cy="24840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05705" y="4056368"/>
            <a:ext cx="245470" cy="24840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07136" y="4056368"/>
            <a:ext cx="245470" cy="24840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108554" y="4056368"/>
            <a:ext cx="245470" cy="24840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09986" y="4056368"/>
            <a:ext cx="245470" cy="24840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11416" y="4056368"/>
            <a:ext cx="245470" cy="24840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12848" y="4056368"/>
            <a:ext cx="245470" cy="24840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14279" y="4056368"/>
            <a:ext cx="245470" cy="24840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615710" y="4056368"/>
            <a:ext cx="245470" cy="24840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917141" y="4056368"/>
            <a:ext cx="245470" cy="24840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04273" y="4361455"/>
            <a:ext cx="245470" cy="24840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505705" y="4361455"/>
            <a:ext cx="245470" cy="24840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807136" y="4361455"/>
            <a:ext cx="245470" cy="24840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08554" y="4361455"/>
            <a:ext cx="245470" cy="248406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409986" y="4361455"/>
            <a:ext cx="245470" cy="24840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711416" y="4361455"/>
            <a:ext cx="245470" cy="24840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012848" y="4361455"/>
            <a:ext cx="245470" cy="24840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314279" y="4361455"/>
            <a:ext cx="245470" cy="24840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615710" y="4361455"/>
            <a:ext cx="245470" cy="24840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917141" y="4361455"/>
            <a:ext cx="245470" cy="24840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04273" y="4666556"/>
            <a:ext cx="245470" cy="248406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505705" y="4666556"/>
            <a:ext cx="245470" cy="24840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807136" y="4666556"/>
            <a:ext cx="245470" cy="24840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108554" y="4666556"/>
            <a:ext cx="245470" cy="24840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409986" y="4666556"/>
            <a:ext cx="245470" cy="24840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711416" y="4666556"/>
            <a:ext cx="245470" cy="248406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12848" y="4666556"/>
            <a:ext cx="245470" cy="248406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314279" y="4666556"/>
            <a:ext cx="245470" cy="248406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615710" y="4666556"/>
            <a:ext cx="245470" cy="248406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917141" y="4666556"/>
            <a:ext cx="245470" cy="24840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204273" y="4971656"/>
            <a:ext cx="245470" cy="248406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505705" y="4971656"/>
            <a:ext cx="245470" cy="248406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807136" y="4971656"/>
            <a:ext cx="245470" cy="248406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108554" y="4971656"/>
            <a:ext cx="245470" cy="248406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409986" y="4971656"/>
            <a:ext cx="245470" cy="248406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711416" y="4971656"/>
            <a:ext cx="245470" cy="248406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012848" y="4971656"/>
            <a:ext cx="245470" cy="248406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314279" y="4971656"/>
            <a:ext cx="245470" cy="248406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615710" y="4971656"/>
            <a:ext cx="245470" cy="248406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917141" y="4971656"/>
            <a:ext cx="245470" cy="248406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204273" y="5276756"/>
            <a:ext cx="245470" cy="248406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505705" y="5276756"/>
            <a:ext cx="245470" cy="248406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807136" y="5276756"/>
            <a:ext cx="245470" cy="248406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108554" y="5276756"/>
            <a:ext cx="245470" cy="24840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409986" y="5276756"/>
            <a:ext cx="245470" cy="248406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711416" y="5276756"/>
            <a:ext cx="245470" cy="248406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012848" y="5276756"/>
            <a:ext cx="245470" cy="248406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314279" y="5276756"/>
            <a:ext cx="245470" cy="248406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615710" y="5276756"/>
            <a:ext cx="245470" cy="248406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917141" y="5276756"/>
            <a:ext cx="245470" cy="248406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204273" y="5581857"/>
            <a:ext cx="245470" cy="248406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505705" y="5581857"/>
            <a:ext cx="245470" cy="248406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807136" y="5581857"/>
            <a:ext cx="245470" cy="248406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108554" y="5581857"/>
            <a:ext cx="245470" cy="248406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409986" y="5581857"/>
            <a:ext cx="245470" cy="248406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711416" y="5581857"/>
            <a:ext cx="245470" cy="248406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012848" y="5581857"/>
            <a:ext cx="245470" cy="248406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314279" y="5581857"/>
            <a:ext cx="245470" cy="248406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615710" y="5581857"/>
            <a:ext cx="245470" cy="248406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917141" y="5581857"/>
            <a:ext cx="245470" cy="248406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204273" y="5886958"/>
            <a:ext cx="245470" cy="248406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505705" y="5886958"/>
            <a:ext cx="245470" cy="248406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807136" y="5886958"/>
            <a:ext cx="245470" cy="248406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08554" y="5886958"/>
            <a:ext cx="245470" cy="248406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409986" y="5886958"/>
            <a:ext cx="245470" cy="24840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711416" y="5886958"/>
            <a:ext cx="245470" cy="248406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012848" y="5886958"/>
            <a:ext cx="245470" cy="248406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314279" y="5886958"/>
            <a:ext cx="245470" cy="248406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615710" y="5886958"/>
            <a:ext cx="245470" cy="248406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917141" y="5886958"/>
            <a:ext cx="245470" cy="248406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204273" y="6192058"/>
            <a:ext cx="245470" cy="248406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505705" y="6192058"/>
            <a:ext cx="245470" cy="248406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807136" y="6192058"/>
            <a:ext cx="245470" cy="248406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108554" y="6192058"/>
            <a:ext cx="245470" cy="248406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409986" y="6192058"/>
            <a:ext cx="245470" cy="248406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711416" y="6192058"/>
            <a:ext cx="245470" cy="248406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012848" y="6192058"/>
            <a:ext cx="245470" cy="248406"/>
          </a:xfrm>
          <a:prstGeom prst="rect">
            <a:avLst/>
          </a:prstGeom>
          <a:blipFill>
            <a:blip r:embed="rId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314279" y="6192058"/>
            <a:ext cx="245470" cy="248406"/>
          </a:xfrm>
          <a:prstGeom prst="rect">
            <a:avLst/>
          </a:prstGeom>
          <a:blipFill>
            <a:blip r:embed="rId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615710" y="6192058"/>
            <a:ext cx="245470" cy="248406"/>
          </a:xfrm>
          <a:prstGeom prst="rect">
            <a:avLst/>
          </a:prstGeom>
          <a:blipFill>
            <a:blip r:embed="rId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917141" y="6192058"/>
            <a:ext cx="245470" cy="248406"/>
          </a:xfrm>
          <a:prstGeom prst="rect">
            <a:avLst/>
          </a:prstGeom>
          <a:blipFill>
            <a:blip r:embed="rId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204273" y="6497146"/>
            <a:ext cx="245470" cy="248406"/>
          </a:xfrm>
          <a:prstGeom prst="rect">
            <a:avLst/>
          </a:prstGeom>
          <a:blipFill>
            <a:blip r:embed="rId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4505705" y="6497146"/>
            <a:ext cx="245470" cy="248406"/>
          </a:xfrm>
          <a:prstGeom prst="rect">
            <a:avLst/>
          </a:prstGeom>
          <a:blipFill>
            <a:blip r:embed="rId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807136" y="6497146"/>
            <a:ext cx="245470" cy="248406"/>
          </a:xfrm>
          <a:prstGeom prst="rect">
            <a:avLst/>
          </a:prstGeom>
          <a:blipFill>
            <a:blip r:embed="rId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108554" y="6497146"/>
            <a:ext cx="245470" cy="248406"/>
          </a:xfrm>
          <a:prstGeom prst="rect">
            <a:avLst/>
          </a:prstGeom>
          <a:blipFill>
            <a:blip r:embed="rId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409986" y="6497146"/>
            <a:ext cx="245470" cy="248406"/>
          </a:xfrm>
          <a:prstGeom prst="rect">
            <a:avLst/>
          </a:prstGeom>
          <a:blipFill>
            <a:blip r:embed="rId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711416" y="6497146"/>
            <a:ext cx="245470" cy="248406"/>
          </a:xfrm>
          <a:prstGeom prst="rect">
            <a:avLst/>
          </a:prstGeom>
          <a:blipFill>
            <a:blip r:embed="rId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012848" y="6497146"/>
            <a:ext cx="245470" cy="248406"/>
          </a:xfrm>
          <a:prstGeom prst="rect">
            <a:avLst/>
          </a:prstGeom>
          <a:blipFill>
            <a:blip r:embed="rId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314279" y="6497146"/>
            <a:ext cx="245470" cy="248406"/>
          </a:xfrm>
          <a:prstGeom prst="rect">
            <a:avLst/>
          </a:prstGeom>
          <a:blipFill>
            <a:blip r:embed="rId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615710" y="6497146"/>
            <a:ext cx="245470" cy="248406"/>
          </a:xfrm>
          <a:prstGeom prst="rect">
            <a:avLst/>
          </a:prstGeom>
          <a:blipFill>
            <a:blip r:embed="rId1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917141" y="6497146"/>
            <a:ext cx="245470" cy="248406"/>
          </a:xfrm>
          <a:prstGeom prst="rect">
            <a:avLst/>
          </a:prstGeom>
          <a:blipFill>
            <a:blip r:embed="rId1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4" name="object 104"/>
          <p:cNvGraphicFramePr>
            <a:graphicFrameLocks noGrp="1"/>
          </p:cNvGraphicFramePr>
          <p:nvPr/>
        </p:nvGraphicFramePr>
        <p:xfrm>
          <a:off x="4135805" y="3735699"/>
          <a:ext cx="2811145" cy="2832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09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09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09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09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129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95983">
                <a:tc>
                  <a:txBody>
                    <a:bodyPr/>
                    <a:lstStyle/>
                    <a:p>
                      <a:pPr marL="31750">
                        <a:lnSpc>
                          <a:spcPts val="670"/>
                        </a:lnSpc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5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ts val="670"/>
                        </a:lnSpc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ts val="670"/>
                        </a:lnSpc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ts val="670"/>
                        </a:lnSpc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0"/>
                        </a:lnSpc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9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0"/>
                        </a:lnSpc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2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0"/>
                        </a:lnSpc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ts val="670"/>
                        </a:lnSpc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ts val="670"/>
                        </a:lnSpc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670"/>
                        </a:lnSpc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5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6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7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2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8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6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9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9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2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2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7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0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8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6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9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5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6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7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6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0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8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7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9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9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8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5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9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7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9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8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9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6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5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6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0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7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6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2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7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0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9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2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6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7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8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9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9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635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6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ts val="635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7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ts val="635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23189" algn="r">
                        <a:lnSpc>
                          <a:spcPts val="635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6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635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8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635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635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7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ts val="635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8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ts val="635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3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ts val="635"/>
                        </a:lnSpc>
                        <a:spcBef>
                          <a:spcPts val="5"/>
                        </a:spcBef>
                      </a:pPr>
                      <a:r>
                        <a:rPr sz="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1005408"/>
            <a:ext cx="514413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23	</a:t>
            </a:r>
            <a:r>
              <a:rPr spc="15" dirty="0"/>
              <a:t>SVMs </a:t>
            </a:r>
            <a:r>
              <a:rPr spc="5" dirty="0"/>
              <a:t>: </a:t>
            </a:r>
            <a:r>
              <a:rPr spc="10" dirty="0"/>
              <a:t>full </a:t>
            </a:r>
            <a:r>
              <a:rPr spc="15" dirty="0"/>
              <a:t>MNIST</a:t>
            </a:r>
            <a:r>
              <a:rPr spc="105" dirty="0"/>
              <a:t> </a:t>
            </a:r>
            <a:r>
              <a:rPr dirty="0"/>
              <a:t>results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89985" y="1874672"/>
          <a:ext cx="4552950" cy="466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5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9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050" spc="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Classifier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050" spc="-3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2050" spc="-1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Error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89985" y="2383688"/>
          <a:ext cx="4552950" cy="3142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5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9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1564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0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linear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0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8.4%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3-nearest-neighbor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2.4%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2050" spc="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RBF-SVM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20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1.4</a:t>
                      </a:r>
                      <a:r>
                        <a:rPr sz="205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50" spc="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%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50" spc="-2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Tangent</a:t>
                      </a:r>
                      <a:r>
                        <a:rPr sz="2050" spc="1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distance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1.1</a:t>
                      </a:r>
                      <a:r>
                        <a:rPr sz="205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50" spc="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%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20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LeNet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20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1.1</a:t>
                      </a:r>
                      <a:r>
                        <a:rPr sz="205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50" spc="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%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Boosted</a:t>
                      </a:r>
                      <a:r>
                        <a:rPr sz="2050" spc="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LeNet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0.7</a:t>
                      </a:r>
                      <a:r>
                        <a:rPr sz="205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50" spc="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%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4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205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Translation </a:t>
                      </a:r>
                      <a:r>
                        <a:rPr sz="2050" spc="-1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invariant</a:t>
                      </a:r>
                      <a:r>
                        <a:rPr sz="2050" spc="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SVM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20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0.56</a:t>
                      </a:r>
                      <a:r>
                        <a:rPr sz="205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50" spc="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%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765045" y="5878232"/>
            <a:ext cx="7787640" cy="766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500"/>
              </a:lnSpc>
              <a:spcBef>
                <a:spcPts val="95"/>
              </a:spcBef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Choosing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a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good mapping </a:t>
            </a:r>
            <a:r>
              <a:rPr sz="2050" spc="-145" dirty="0">
                <a:solidFill>
                  <a:srgbClr val="231F20"/>
                </a:solidFill>
                <a:latin typeface="Arial"/>
                <a:cs typeface="Arial"/>
              </a:rPr>
              <a:t>Φ(</a:t>
            </a:r>
            <a:r>
              <a:rPr sz="2050" i="1" spc="-145" dirty="0">
                <a:solidFill>
                  <a:srgbClr val="231F20"/>
                </a:solidFill>
                <a:latin typeface="Menlo"/>
                <a:cs typeface="Menlo"/>
              </a:rPr>
              <a:t>·</a:t>
            </a:r>
            <a:r>
              <a:rPr sz="2050" spc="-145" dirty="0">
                <a:solidFill>
                  <a:srgbClr val="231F20"/>
                </a:solidFill>
                <a:latin typeface="Arial"/>
                <a:cs typeface="Arial"/>
              </a:rPr>
              <a:t>)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(encoding prior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knowledge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+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getting right 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complexity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of function class) for your problem 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improves</a:t>
            </a:r>
            <a:r>
              <a:rPr sz="2050" spc="1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results.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875867"/>
            <a:ext cx="459422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24	</a:t>
            </a:r>
            <a:r>
              <a:rPr spc="15" dirty="0"/>
              <a:t>SVMs </a:t>
            </a:r>
            <a:r>
              <a:rPr spc="5" dirty="0"/>
              <a:t>: </a:t>
            </a:r>
            <a:r>
              <a:rPr spc="10" dirty="0"/>
              <a:t>the </a:t>
            </a:r>
            <a:r>
              <a:rPr spc="-5" dirty="0"/>
              <a:t>kernel</a:t>
            </a:r>
            <a:r>
              <a:rPr spc="100" dirty="0"/>
              <a:t> </a:t>
            </a:r>
            <a:r>
              <a:rPr spc="10" dirty="0"/>
              <a:t>trick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65045" y="1671980"/>
            <a:ext cx="7746365" cy="19075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95"/>
              </a:spcBef>
            </a:pPr>
            <a:r>
              <a:rPr sz="2050" spc="5" dirty="0">
                <a:latin typeface="Times New Roman"/>
                <a:cs typeface="Times New Roman"/>
              </a:rPr>
              <a:t>Problem: the dimensionality of </a:t>
            </a:r>
            <a:r>
              <a:rPr sz="2050" spc="85" dirty="0">
                <a:latin typeface="Arial"/>
                <a:cs typeface="Arial"/>
              </a:rPr>
              <a:t>Φ(</a:t>
            </a:r>
            <a:r>
              <a:rPr sz="2050" i="1" spc="85" dirty="0">
                <a:latin typeface="Times New Roman"/>
                <a:cs typeface="Times New Roman"/>
              </a:rPr>
              <a:t>x</a:t>
            </a:r>
            <a:r>
              <a:rPr sz="2050" spc="85" dirty="0">
                <a:latin typeface="Arial"/>
                <a:cs typeface="Arial"/>
              </a:rPr>
              <a:t>) </a:t>
            </a:r>
            <a:r>
              <a:rPr sz="2050" dirty="0">
                <a:latin typeface="Times New Roman"/>
                <a:cs typeface="Times New Roman"/>
              </a:rPr>
              <a:t>can </a:t>
            </a:r>
            <a:r>
              <a:rPr sz="2050" spc="5" dirty="0">
                <a:latin typeface="Times New Roman"/>
                <a:cs typeface="Times New Roman"/>
              </a:rPr>
              <a:t>be </a:t>
            </a:r>
            <a:r>
              <a:rPr sz="2050" spc="-10" dirty="0">
                <a:latin typeface="Times New Roman"/>
                <a:cs typeface="Times New Roman"/>
              </a:rPr>
              <a:t>very </a:t>
            </a:r>
            <a:r>
              <a:rPr sz="2050" spc="-5" dirty="0">
                <a:latin typeface="Times New Roman"/>
                <a:cs typeface="Times New Roman"/>
              </a:rPr>
              <a:t>large, </a:t>
            </a:r>
            <a:r>
              <a:rPr sz="2050" dirty="0">
                <a:latin typeface="Times New Roman"/>
                <a:cs typeface="Times New Roman"/>
              </a:rPr>
              <a:t>making </a:t>
            </a:r>
            <a:r>
              <a:rPr sz="2050" i="1" spc="110" dirty="0">
                <a:latin typeface="Times New Roman"/>
                <a:cs typeface="Times New Roman"/>
              </a:rPr>
              <a:t>w </a:t>
            </a:r>
            <a:r>
              <a:rPr sz="2050" dirty="0">
                <a:latin typeface="Times New Roman"/>
                <a:cs typeface="Times New Roman"/>
              </a:rPr>
              <a:t>hard to  represent </a:t>
            </a:r>
            <a:r>
              <a:rPr sz="2050" spc="-5" dirty="0">
                <a:latin typeface="Times New Roman"/>
                <a:cs typeface="Times New Roman"/>
              </a:rPr>
              <a:t>explicitly </a:t>
            </a:r>
            <a:r>
              <a:rPr sz="2050" dirty="0">
                <a:latin typeface="Times New Roman"/>
                <a:cs typeface="Times New Roman"/>
              </a:rPr>
              <a:t>in </a:t>
            </a:r>
            <a:r>
              <a:rPr sz="2050" spc="-15" dirty="0">
                <a:latin typeface="Times New Roman"/>
                <a:cs typeface="Times New Roman"/>
              </a:rPr>
              <a:t>memory, </a:t>
            </a:r>
            <a:r>
              <a:rPr sz="2050" dirty="0">
                <a:latin typeface="Times New Roman"/>
                <a:cs typeface="Times New Roman"/>
              </a:rPr>
              <a:t>and hard for </a:t>
            </a:r>
            <a:r>
              <a:rPr sz="2050" spc="5" dirty="0">
                <a:latin typeface="Times New Roman"/>
                <a:cs typeface="Times New Roman"/>
              </a:rPr>
              <a:t>the QP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90" dirty="0">
                <a:latin typeface="Times New Roman"/>
                <a:cs typeface="Times New Roman"/>
              </a:rPr>
              <a:t> </a:t>
            </a:r>
            <a:r>
              <a:rPr sz="2050" spc="-5" dirty="0">
                <a:latin typeface="Times New Roman"/>
                <a:cs typeface="Times New Roman"/>
              </a:rPr>
              <a:t>solve.</a:t>
            </a:r>
            <a:endParaRPr sz="2050">
              <a:latin typeface="Times New Roman"/>
              <a:cs typeface="Times New Roman"/>
            </a:endParaRPr>
          </a:p>
          <a:p>
            <a:pPr marL="12700" marR="394335">
              <a:lnSpc>
                <a:spcPct val="115100"/>
              </a:lnSpc>
              <a:spcBef>
                <a:spcPts val="755"/>
              </a:spcBef>
            </a:pPr>
            <a:r>
              <a:rPr sz="2050" spc="5" dirty="0">
                <a:latin typeface="Times New Roman"/>
                <a:cs typeface="Times New Roman"/>
              </a:rPr>
              <a:t>The </a:t>
            </a:r>
            <a:r>
              <a:rPr sz="2050" dirty="0">
                <a:latin typeface="Times New Roman"/>
                <a:cs typeface="Times New Roman"/>
              </a:rPr>
              <a:t>Representer theorem (Kimeldorf </a:t>
            </a:r>
            <a:r>
              <a:rPr sz="2050" spc="10" dirty="0">
                <a:latin typeface="Times New Roman"/>
                <a:cs typeface="Times New Roman"/>
              </a:rPr>
              <a:t>&amp; </a:t>
            </a:r>
            <a:r>
              <a:rPr sz="2050" spc="-25" dirty="0">
                <a:latin typeface="Times New Roman"/>
                <a:cs typeface="Times New Roman"/>
              </a:rPr>
              <a:t>Wahba, </a:t>
            </a:r>
            <a:r>
              <a:rPr sz="2050" dirty="0">
                <a:latin typeface="Times New Roman"/>
                <a:cs typeface="Times New Roman"/>
              </a:rPr>
              <a:t>1971) </a:t>
            </a:r>
            <a:r>
              <a:rPr sz="2050" spc="-5" dirty="0">
                <a:latin typeface="Times New Roman"/>
                <a:cs typeface="Times New Roman"/>
              </a:rPr>
              <a:t>shows </a:t>
            </a:r>
            <a:r>
              <a:rPr sz="2050" dirty="0">
                <a:latin typeface="Times New Roman"/>
                <a:cs typeface="Times New Roman"/>
              </a:rPr>
              <a:t>that (for  </a:t>
            </a:r>
            <a:r>
              <a:rPr sz="2050" spc="5" dirty="0">
                <a:latin typeface="Times New Roman"/>
                <a:cs typeface="Times New Roman"/>
              </a:rPr>
              <a:t>SVMs </a:t>
            </a:r>
            <a:r>
              <a:rPr sz="2050" dirty="0">
                <a:latin typeface="Times New Roman"/>
                <a:cs typeface="Times New Roman"/>
              </a:rPr>
              <a:t>as </a:t>
            </a:r>
            <a:r>
              <a:rPr sz="2050" spc="5" dirty="0">
                <a:latin typeface="Times New Roman"/>
                <a:cs typeface="Times New Roman"/>
              </a:rPr>
              <a:t>a </a:t>
            </a:r>
            <a:r>
              <a:rPr sz="2050" dirty="0">
                <a:latin typeface="Times New Roman"/>
                <a:cs typeface="Times New Roman"/>
              </a:rPr>
              <a:t>special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case):</a:t>
            </a:r>
            <a:endParaRPr sz="2050">
              <a:latin typeface="Times New Roman"/>
              <a:cs typeface="Times New Roman"/>
            </a:endParaRPr>
          </a:p>
          <a:p>
            <a:pPr marR="327660" algn="ctr">
              <a:lnSpc>
                <a:spcPct val="100000"/>
              </a:lnSpc>
              <a:spcBef>
                <a:spcPts val="975"/>
              </a:spcBef>
            </a:pPr>
            <a:r>
              <a:rPr sz="1450" i="1" spc="415" dirty="0">
                <a:latin typeface="Times New Roman"/>
                <a:cs typeface="Times New Roman"/>
              </a:rPr>
              <a:t>m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68721" y="3333712"/>
            <a:ext cx="40449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2410" dirty="0"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88534" y="3971747"/>
            <a:ext cx="36703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latin typeface="Times New Roman"/>
                <a:cs typeface="Times New Roman"/>
              </a:rPr>
              <a:t>i</a:t>
            </a:r>
            <a:r>
              <a:rPr sz="1450" spc="270" dirty="0">
                <a:latin typeface="Times New Roman"/>
                <a:cs typeface="Times New Roman"/>
              </a:rPr>
              <a:t>=1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60034" y="3700475"/>
            <a:ext cx="62738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9750" algn="l"/>
              </a:tabLst>
            </a:pPr>
            <a:r>
              <a:rPr sz="1450" i="1" spc="180" dirty="0">
                <a:latin typeface="Times New Roman"/>
                <a:cs typeface="Times New Roman"/>
              </a:rPr>
              <a:t>i	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24724" y="3582163"/>
            <a:ext cx="1878964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979805" algn="l"/>
              </a:tabLst>
            </a:pPr>
            <a:r>
              <a:rPr sz="2050" i="1" spc="110" dirty="0">
                <a:latin typeface="Times New Roman"/>
                <a:cs typeface="Times New Roman"/>
              </a:rPr>
              <a:t>w</a:t>
            </a:r>
            <a:r>
              <a:rPr sz="2050" i="1" spc="105" dirty="0">
                <a:latin typeface="Times New Roman"/>
                <a:cs typeface="Times New Roman"/>
              </a:rPr>
              <a:t> </a:t>
            </a:r>
            <a:r>
              <a:rPr sz="2050" spc="409" dirty="0">
                <a:latin typeface="Arial"/>
                <a:cs typeface="Arial"/>
              </a:rPr>
              <a:t>=	</a:t>
            </a:r>
            <a:r>
              <a:rPr sz="2050" i="1" spc="245" dirty="0">
                <a:latin typeface="Times New Roman"/>
                <a:cs typeface="Times New Roman"/>
              </a:rPr>
              <a:t>α </a:t>
            </a:r>
            <a:r>
              <a:rPr sz="2050" spc="80" dirty="0">
                <a:latin typeface="Arial"/>
                <a:cs typeface="Arial"/>
              </a:rPr>
              <a:t>Φ(</a:t>
            </a:r>
            <a:r>
              <a:rPr sz="2050" i="1" spc="80" dirty="0">
                <a:latin typeface="Times New Roman"/>
                <a:cs typeface="Times New Roman"/>
              </a:rPr>
              <a:t>x</a:t>
            </a:r>
            <a:r>
              <a:rPr sz="2050" i="1" spc="10" dirty="0">
                <a:latin typeface="Times New Roman"/>
                <a:cs typeface="Times New Roman"/>
              </a:rPr>
              <a:t> </a:t>
            </a:r>
            <a:r>
              <a:rPr sz="2050" spc="120" dirty="0"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64948" y="4250613"/>
            <a:ext cx="7016115" cy="1490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95"/>
              </a:spcBef>
            </a:pPr>
            <a:r>
              <a:rPr sz="2050" dirty="0">
                <a:latin typeface="Times New Roman"/>
                <a:cs typeface="Times New Roman"/>
              </a:rPr>
              <a:t>for </a:t>
            </a:r>
            <a:r>
              <a:rPr sz="2050" spc="5" dirty="0">
                <a:latin typeface="Times New Roman"/>
                <a:cs typeface="Times New Roman"/>
              </a:rPr>
              <a:t>some </a:t>
            </a:r>
            <a:r>
              <a:rPr sz="2050" spc="-5" dirty="0">
                <a:latin typeface="Times New Roman"/>
                <a:cs typeface="Times New Roman"/>
              </a:rPr>
              <a:t>variables </a:t>
            </a:r>
            <a:r>
              <a:rPr sz="2050" i="1" spc="125" dirty="0">
                <a:latin typeface="Times New Roman"/>
                <a:cs typeface="Times New Roman"/>
              </a:rPr>
              <a:t>α</a:t>
            </a:r>
            <a:r>
              <a:rPr sz="2050" spc="125" dirty="0">
                <a:latin typeface="Times New Roman"/>
                <a:cs typeface="Times New Roman"/>
              </a:rPr>
              <a:t>. </a:t>
            </a:r>
            <a:r>
              <a:rPr sz="2050" dirty="0">
                <a:latin typeface="Times New Roman"/>
                <a:cs typeface="Times New Roman"/>
              </a:rPr>
              <a:t>Instead of optimizing </a:t>
            </a:r>
            <a:r>
              <a:rPr sz="2050" i="1" spc="110" dirty="0">
                <a:latin typeface="Times New Roman"/>
                <a:cs typeface="Times New Roman"/>
              </a:rPr>
              <a:t>w </a:t>
            </a:r>
            <a:r>
              <a:rPr sz="2050" dirty="0">
                <a:latin typeface="Times New Roman"/>
                <a:cs typeface="Times New Roman"/>
              </a:rPr>
              <a:t>directly </a:t>
            </a:r>
            <a:r>
              <a:rPr sz="2050" spc="5" dirty="0">
                <a:latin typeface="Times New Roman"/>
                <a:cs typeface="Times New Roman"/>
              </a:rPr>
              <a:t>we </a:t>
            </a:r>
            <a:r>
              <a:rPr sz="2050" dirty="0">
                <a:latin typeface="Times New Roman"/>
                <a:cs typeface="Times New Roman"/>
              </a:rPr>
              <a:t>can thus  </a:t>
            </a:r>
            <a:r>
              <a:rPr sz="2050" spc="5" dirty="0">
                <a:latin typeface="Times New Roman"/>
                <a:cs typeface="Times New Roman"/>
              </a:rPr>
              <a:t>optimize </a:t>
            </a:r>
            <a:r>
              <a:rPr sz="2050" i="1" spc="125" dirty="0">
                <a:latin typeface="Times New Roman"/>
                <a:cs typeface="Times New Roman"/>
              </a:rPr>
              <a:t>α</a:t>
            </a:r>
            <a:r>
              <a:rPr sz="2050" spc="125" dirty="0"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050" spc="5" dirty="0">
                <a:latin typeface="Times New Roman"/>
                <a:cs typeface="Times New Roman"/>
              </a:rPr>
              <a:t>The </a:t>
            </a:r>
            <a:r>
              <a:rPr sz="2050" dirty="0">
                <a:latin typeface="Times New Roman"/>
                <a:cs typeface="Times New Roman"/>
              </a:rPr>
              <a:t>decision rule is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now:</a:t>
            </a:r>
            <a:endParaRPr sz="2050">
              <a:latin typeface="Times New Roman"/>
              <a:cs typeface="Times New Roman"/>
            </a:endParaRPr>
          </a:p>
          <a:p>
            <a:pPr marR="447040" algn="ctr">
              <a:lnSpc>
                <a:spcPct val="100000"/>
              </a:lnSpc>
              <a:spcBef>
                <a:spcPts val="550"/>
              </a:spcBef>
            </a:pPr>
            <a:r>
              <a:rPr sz="1450" i="1" spc="415" dirty="0">
                <a:latin typeface="Times New Roman"/>
                <a:cs typeface="Times New Roman"/>
              </a:rPr>
              <a:t>m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43526" y="5496268"/>
            <a:ext cx="40449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2410" dirty="0"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33314" y="5863031"/>
            <a:ext cx="62865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1020" algn="l"/>
              </a:tabLst>
            </a:pPr>
            <a:r>
              <a:rPr sz="1450" i="1" spc="180" dirty="0">
                <a:latin typeface="Times New Roman"/>
                <a:cs typeface="Times New Roman"/>
              </a:rPr>
              <a:t>i	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82450" y="5744753"/>
            <a:ext cx="282638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295400" algn="l"/>
              </a:tabLst>
            </a:pPr>
            <a:r>
              <a:rPr sz="2050" i="1" spc="440" dirty="0">
                <a:latin typeface="Times New Roman"/>
                <a:cs typeface="Times New Roman"/>
              </a:rPr>
              <a:t>f</a:t>
            </a:r>
            <a:r>
              <a:rPr sz="2050" i="1" spc="-290" dirty="0">
                <a:latin typeface="Times New Roman"/>
                <a:cs typeface="Times New Roman"/>
              </a:rPr>
              <a:t> </a:t>
            </a:r>
            <a:r>
              <a:rPr sz="2050" spc="165" dirty="0">
                <a:latin typeface="Arial"/>
                <a:cs typeface="Arial"/>
              </a:rPr>
              <a:t>(</a:t>
            </a:r>
            <a:r>
              <a:rPr sz="2050" i="1" spc="165" dirty="0">
                <a:latin typeface="Times New Roman"/>
                <a:cs typeface="Times New Roman"/>
              </a:rPr>
              <a:t>x</a:t>
            </a:r>
            <a:r>
              <a:rPr sz="2050" spc="165" dirty="0">
                <a:latin typeface="Arial"/>
                <a:cs typeface="Arial"/>
              </a:rPr>
              <a:t>)</a:t>
            </a:r>
            <a:r>
              <a:rPr sz="2050" spc="10" dirty="0">
                <a:latin typeface="Arial"/>
                <a:cs typeface="Arial"/>
              </a:rPr>
              <a:t> </a:t>
            </a:r>
            <a:r>
              <a:rPr sz="2050" spc="409" dirty="0">
                <a:latin typeface="Arial"/>
                <a:cs typeface="Arial"/>
              </a:rPr>
              <a:t>=	</a:t>
            </a:r>
            <a:r>
              <a:rPr sz="2050" i="1" spc="245" dirty="0">
                <a:latin typeface="Times New Roman"/>
                <a:cs typeface="Times New Roman"/>
              </a:rPr>
              <a:t>α </a:t>
            </a:r>
            <a:r>
              <a:rPr sz="2050" spc="80" dirty="0">
                <a:latin typeface="Arial"/>
                <a:cs typeface="Arial"/>
              </a:rPr>
              <a:t>Φ(</a:t>
            </a:r>
            <a:r>
              <a:rPr sz="2050" i="1" spc="80" dirty="0">
                <a:latin typeface="Times New Roman"/>
                <a:cs typeface="Times New Roman"/>
              </a:rPr>
              <a:t>x </a:t>
            </a:r>
            <a:r>
              <a:rPr sz="2050" spc="120" dirty="0">
                <a:latin typeface="Arial"/>
                <a:cs typeface="Arial"/>
              </a:rPr>
              <a:t>) </a:t>
            </a:r>
            <a:r>
              <a:rPr sz="2050" i="1" spc="-660" dirty="0">
                <a:latin typeface="Menlo"/>
                <a:cs typeface="Menlo"/>
              </a:rPr>
              <a:t>·</a:t>
            </a:r>
            <a:r>
              <a:rPr sz="2050" i="1" spc="-1070" dirty="0">
                <a:latin typeface="Menlo"/>
                <a:cs typeface="Menlo"/>
              </a:rPr>
              <a:t> </a:t>
            </a:r>
            <a:r>
              <a:rPr sz="2050" spc="80" dirty="0">
                <a:latin typeface="Arial"/>
                <a:cs typeface="Arial"/>
              </a:rPr>
              <a:t>Φ(</a:t>
            </a:r>
            <a:r>
              <a:rPr sz="2050" i="1" spc="80" dirty="0">
                <a:latin typeface="Times New Roman"/>
                <a:cs typeface="Times New Roman"/>
              </a:rPr>
              <a:t>x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82108" y="5744679"/>
            <a:ext cx="56197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495" dirty="0">
                <a:latin typeface="Arial"/>
                <a:cs typeface="Arial"/>
              </a:rPr>
              <a:t>)+</a:t>
            </a:r>
            <a:r>
              <a:rPr sz="2050" spc="-190" dirty="0">
                <a:latin typeface="Arial"/>
                <a:cs typeface="Arial"/>
              </a:rPr>
              <a:t> </a:t>
            </a:r>
            <a:r>
              <a:rPr sz="2050" i="1" spc="-140" dirty="0">
                <a:latin typeface="Times New Roman"/>
                <a:cs typeface="Times New Roman"/>
              </a:rPr>
              <a:t>b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26877" y="6050341"/>
            <a:ext cx="5715000" cy="76517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923925" algn="ctr">
              <a:lnSpc>
                <a:spcPct val="100000"/>
              </a:lnSpc>
              <a:spcBef>
                <a:spcPts val="755"/>
              </a:spcBef>
            </a:pPr>
            <a:r>
              <a:rPr sz="1450" i="1" spc="240" dirty="0">
                <a:latin typeface="Times New Roman"/>
                <a:cs typeface="Times New Roman"/>
              </a:rPr>
              <a:t>i</a:t>
            </a:r>
            <a:r>
              <a:rPr sz="1450" spc="240" dirty="0">
                <a:latin typeface="Times New Roman"/>
                <a:cs typeface="Times New Roman"/>
              </a:rPr>
              <a:t>=1</a:t>
            </a:r>
            <a:endParaRPr sz="14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960"/>
              </a:spcBef>
            </a:pPr>
            <a:r>
              <a:rPr sz="2050" spc="-75" dirty="0">
                <a:latin typeface="Times New Roman"/>
                <a:cs typeface="Times New Roman"/>
              </a:rPr>
              <a:t>We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call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i="1" spc="250" dirty="0">
                <a:latin typeface="Times New Roman"/>
                <a:cs typeface="Times New Roman"/>
              </a:rPr>
              <a:t>K</a:t>
            </a:r>
            <a:r>
              <a:rPr sz="2050" spc="250" dirty="0">
                <a:latin typeface="Arial"/>
                <a:cs typeface="Arial"/>
              </a:rPr>
              <a:t>(</a:t>
            </a:r>
            <a:r>
              <a:rPr sz="2050" i="1" spc="250" dirty="0">
                <a:latin typeface="Times New Roman"/>
                <a:cs typeface="Times New Roman"/>
              </a:rPr>
              <a:t>x</a:t>
            </a:r>
            <a:r>
              <a:rPr sz="2175" i="1" spc="375" baseline="-11494" dirty="0">
                <a:latin typeface="Times New Roman"/>
                <a:cs typeface="Times New Roman"/>
              </a:rPr>
              <a:t>i</a:t>
            </a:r>
            <a:r>
              <a:rPr sz="2050" i="1" spc="250" dirty="0">
                <a:latin typeface="Times New Roman"/>
                <a:cs typeface="Times New Roman"/>
              </a:rPr>
              <a:t>,</a:t>
            </a:r>
            <a:r>
              <a:rPr sz="2050" i="1" spc="-160" dirty="0">
                <a:latin typeface="Times New Roman"/>
                <a:cs typeface="Times New Roman"/>
              </a:rPr>
              <a:t> </a:t>
            </a:r>
            <a:r>
              <a:rPr sz="2050" i="1" spc="190" dirty="0">
                <a:latin typeface="Times New Roman"/>
                <a:cs typeface="Times New Roman"/>
              </a:rPr>
              <a:t>x</a:t>
            </a:r>
            <a:r>
              <a:rPr sz="2050" spc="190" dirty="0">
                <a:latin typeface="Arial"/>
                <a:cs typeface="Arial"/>
              </a:rPr>
              <a:t>)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409" dirty="0">
                <a:latin typeface="Arial"/>
                <a:cs typeface="Arial"/>
              </a:rPr>
              <a:t>=</a:t>
            </a:r>
            <a:r>
              <a:rPr sz="2050" spc="10" dirty="0">
                <a:latin typeface="Arial"/>
                <a:cs typeface="Arial"/>
              </a:rPr>
              <a:t> </a:t>
            </a:r>
            <a:r>
              <a:rPr sz="2050" spc="125" dirty="0">
                <a:latin typeface="Arial"/>
                <a:cs typeface="Arial"/>
              </a:rPr>
              <a:t>Φ(</a:t>
            </a:r>
            <a:r>
              <a:rPr sz="2050" i="1" spc="125" dirty="0">
                <a:latin typeface="Times New Roman"/>
                <a:cs typeface="Times New Roman"/>
              </a:rPr>
              <a:t>x</a:t>
            </a:r>
            <a:r>
              <a:rPr sz="2175" i="1" spc="187" baseline="-11494" dirty="0">
                <a:latin typeface="Times New Roman"/>
                <a:cs typeface="Times New Roman"/>
              </a:rPr>
              <a:t>i</a:t>
            </a:r>
            <a:r>
              <a:rPr sz="2050" spc="125" dirty="0">
                <a:latin typeface="Arial"/>
                <a:cs typeface="Arial"/>
              </a:rPr>
              <a:t>)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i="1" spc="-660" dirty="0">
                <a:latin typeface="Menlo"/>
                <a:cs typeface="Menlo"/>
              </a:rPr>
              <a:t>·</a:t>
            </a:r>
            <a:r>
              <a:rPr sz="2050" i="1" spc="-775" dirty="0">
                <a:latin typeface="Menlo"/>
                <a:cs typeface="Menlo"/>
              </a:rPr>
              <a:t> </a:t>
            </a:r>
            <a:r>
              <a:rPr sz="2050" spc="85" dirty="0">
                <a:latin typeface="Arial"/>
                <a:cs typeface="Arial"/>
              </a:rPr>
              <a:t>Φ(</a:t>
            </a:r>
            <a:r>
              <a:rPr sz="2050" i="1" spc="85" dirty="0">
                <a:latin typeface="Times New Roman"/>
                <a:cs typeface="Times New Roman"/>
              </a:rPr>
              <a:t>x</a:t>
            </a:r>
            <a:r>
              <a:rPr sz="2050" spc="85" dirty="0">
                <a:latin typeface="Arial"/>
                <a:cs typeface="Arial"/>
              </a:rPr>
              <a:t>)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5" dirty="0">
                <a:latin typeface="Times New Roman"/>
                <a:cs typeface="Times New Roman"/>
              </a:rPr>
              <a:t>the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kernel</a:t>
            </a:r>
            <a:r>
              <a:rPr sz="2050" i="1" spc="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dirty="0">
                <a:solidFill>
                  <a:srgbClr val="0000FF"/>
                </a:solidFill>
                <a:latin typeface="Times New Roman"/>
                <a:cs typeface="Times New Roman"/>
              </a:rPr>
              <a:t>function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875867"/>
            <a:ext cx="749236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25	Support </a:t>
            </a:r>
            <a:r>
              <a:rPr spc="-40" dirty="0"/>
              <a:t>Vector </a:t>
            </a:r>
            <a:r>
              <a:rPr spc="10" dirty="0"/>
              <a:t>Machines </a:t>
            </a:r>
            <a:r>
              <a:rPr spc="5" dirty="0"/>
              <a:t>- </a:t>
            </a:r>
            <a:r>
              <a:rPr spc="-5" dirty="0"/>
              <a:t>kernel </a:t>
            </a:r>
            <a:r>
              <a:rPr spc="10" dirty="0"/>
              <a:t>trick</a:t>
            </a:r>
            <a:r>
              <a:rPr spc="25" dirty="0"/>
              <a:t> </a:t>
            </a:r>
            <a:r>
              <a:rPr spc="5" dirty="0"/>
              <a:t>II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65045" y="1750276"/>
            <a:ext cx="697547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-75" dirty="0">
                <a:latin typeface="Times New Roman"/>
                <a:cs typeface="Times New Roman"/>
              </a:rPr>
              <a:t>We </a:t>
            </a:r>
            <a:r>
              <a:rPr sz="2050" dirty="0">
                <a:latin typeface="Times New Roman"/>
                <a:cs typeface="Times New Roman"/>
              </a:rPr>
              <a:t>can </a:t>
            </a:r>
            <a:r>
              <a:rPr sz="2050" spc="-5" dirty="0">
                <a:latin typeface="Times New Roman"/>
                <a:cs typeface="Times New Roman"/>
              </a:rPr>
              <a:t>rewrite </a:t>
            </a:r>
            <a:r>
              <a:rPr sz="2050" dirty="0">
                <a:latin typeface="Times New Roman"/>
                <a:cs typeface="Times New Roman"/>
              </a:rPr>
              <a:t>all </a:t>
            </a:r>
            <a:r>
              <a:rPr sz="2050" spc="5" dirty="0">
                <a:latin typeface="Times New Roman"/>
                <a:cs typeface="Times New Roman"/>
              </a:rPr>
              <a:t>the SVM </a:t>
            </a:r>
            <a:r>
              <a:rPr sz="2050" dirty="0">
                <a:latin typeface="Times New Roman"/>
                <a:cs typeface="Times New Roman"/>
              </a:rPr>
              <a:t>equations </a:t>
            </a:r>
            <a:r>
              <a:rPr sz="2050" spc="5" dirty="0">
                <a:latin typeface="Times New Roman"/>
                <a:cs typeface="Times New Roman"/>
              </a:rPr>
              <a:t>we </a:t>
            </a:r>
            <a:r>
              <a:rPr sz="2050" spc="-10" dirty="0">
                <a:latin typeface="Times New Roman"/>
                <a:cs typeface="Times New Roman"/>
              </a:rPr>
              <a:t>saw </a:t>
            </a:r>
            <a:r>
              <a:rPr sz="2050" dirty="0">
                <a:latin typeface="Times New Roman"/>
                <a:cs typeface="Times New Roman"/>
              </a:rPr>
              <a:t>before, </a:t>
            </a:r>
            <a:r>
              <a:rPr sz="2050" spc="-10" dirty="0">
                <a:latin typeface="Times New Roman"/>
                <a:cs typeface="Times New Roman"/>
              </a:rPr>
              <a:t>but </a:t>
            </a:r>
            <a:r>
              <a:rPr sz="2050" dirty="0">
                <a:latin typeface="Times New Roman"/>
                <a:cs typeface="Times New Roman"/>
              </a:rPr>
              <a:t>with</a:t>
            </a:r>
            <a:r>
              <a:rPr sz="2050" spc="1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5045" y="2120603"/>
            <a:ext cx="49784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i="1" spc="110" dirty="0">
                <a:latin typeface="Times New Roman"/>
                <a:cs typeface="Times New Roman"/>
              </a:rPr>
              <a:t>w</a:t>
            </a:r>
            <a:r>
              <a:rPr sz="2050" i="1" spc="35" dirty="0">
                <a:latin typeface="Times New Roman"/>
                <a:cs typeface="Times New Roman"/>
              </a:rPr>
              <a:t> </a:t>
            </a:r>
            <a:r>
              <a:rPr sz="2050" spc="409" dirty="0">
                <a:latin typeface="Arial"/>
                <a:cs typeface="Arial"/>
              </a:rPr>
              <a:t>=</a:t>
            </a:r>
            <a:endParaRPr sz="2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09121" y="1923998"/>
            <a:ext cx="30289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1040" dirty="0">
                <a:latin typeface="Arial"/>
                <a:cs typeface="Arial"/>
              </a:rPr>
              <a:t>L</a:t>
            </a:r>
            <a:endParaRPr sz="2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86482" y="2068271"/>
            <a:ext cx="367030" cy="45656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1660"/>
              </a:lnSpc>
              <a:spcBef>
                <a:spcPts val="215"/>
              </a:spcBef>
            </a:pPr>
            <a:r>
              <a:rPr sz="1450" i="1" spc="415" dirty="0">
                <a:latin typeface="Times New Roman"/>
                <a:cs typeface="Times New Roman"/>
              </a:rPr>
              <a:t>m  </a:t>
            </a:r>
            <a:r>
              <a:rPr sz="1450" i="1" spc="180" dirty="0">
                <a:latin typeface="Times New Roman"/>
                <a:cs typeface="Times New Roman"/>
              </a:rPr>
              <a:t>i</a:t>
            </a:r>
            <a:r>
              <a:rPr sz="1450" spc="270" dirty="0">
                <a:latin typeface="Times New Roman"/>
                <a:cs typeface="Times New Roman"/>
              </a:rPr>
              <a:t>=1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8845" y="2120608"/>
            <a:ext cx="200152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50" i="1" spc="165" dirty="0">
                <a:latin typeface="Times New Roman"/>
                <a:cs typeface="Times New Roman"/>
              </a:rPr>
              <a:t>α</a:t>
            </a:r>
            <a:r>
              <a:rPr sz="2175" i="1" spc="247" baseline="-11494" dirty="0">
                <a:latin typeface="Times New Roman"/>
                <a:cs typeface="Times New Roman"/>
              </a:rPr>
              <a:t>i</a:t>
            </a:r>
            <a:r>
              <a:rPr sz="2050" spc="165" dirty="0">
                <a:latin typeface="Arial"/>
                <a:cs typeface="Arial"/>
              </a:rPr>
              <a:t>Φ(</a:t>
            </a:r>
            <a:r>
              <a:rPr sz="2050" i="1" spc="165" dirty="0">
                <a:latin typeface="Times New Roman"/>
                <a:cs typeface="Times New Roman"/>
              </a:rPr>
              <a:t>x</a:t>
            </a:r>
            <a:r>
              <a:rPr sz="2175" i="1" spc="247" baseline="-11494" dirty="0">
                <a:latin typeface="Times New Roman"/>
                <a:cs typeface="Times New Roman"/>
              </a:rPr>
              <a:t>i</a:t>
            </a:r>
            <a:r>
              <a:rPr sz="2050" spc="165" dirty="0">
                <a:latin typeface="Arial"/>
                <a:cs typeface="Arial"/>
              </a:rPr>
              <a:t>)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equation: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89737" y="3217917"/>
            <a:ext cx="81343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i="1" spc="440" dirty="0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sz="2050" i="1" spc="-3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16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050" spc="16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75331" y="2643348"/>
            <a:ext cx="3480435" cy="6667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74320" indent="-262255">
              <a:lnSpc>
                <a:spcPct val="100000"/>
              </a:lnSpc>
              <a:spcBef>
                <a:spcPts val="114"/>
              </a:spcBef>
              <a:buClr>
                <a:srgbClr val="231F20"/>
              </a:buClr>
              <a:buFont typeface="Menlo"/>
              <a:buChar char="•"/>
              <a:tabLst>
                <a:tab pos="274955" algn="l"/>
              </a:tabLst>
            </a:pPr>
            <a:r>
              <a:rPr sz="2050" b="1" dirty="0">
                <a:solidFill>
                  <a:srgbClr val="0000FF"/>
                </a:solidFill>
                <a:latin typeface="Times New Roman"/>
                <a:cs typeface="Times New Roman"/>
              </a:rPr>
              <a:t>Decision</a:t>
            </a:r>
            <a:r>
              <a:rPr sz="2050" b="1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b="1" dirty="0">
                <a:solidFill>
                  <a:srgbClr val="0000FF"/>
                </a:solidFill>
                <a:latin typeface="Times New Roman"/>
                <a:cs typeface="Times New Roman"/>
              </a:rPr>
              <a:t>function:</a:t>
            </a:r>
            <a:endParaRPr sz="20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10"/>
              </a:spcBef>
            </a:pPr>
            <a:r>
              <a:rPr sz="2050" spc="24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2102" y="3336239"/>
            <a:ext cx="66167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2610" algn="l"/>
              </a:tabLst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	</a:t>
            </a:r>
            <a:r>
              <a:rPr sz="1450" b="1" i="1" spc="270" dirty="0">
                <a:solidFill>
                  <a:srgbClr val="231F20"/>
                </a:solidFill>
                <a:latin typeface="Arial-BoldItalicMT"/>
                <a:cs typeface="Arial-BoldItalicMT"/>
              </a:rPr>
              <a:t>i</a:t>
            </a:r>
            <a:endParaRPr sz="1450">
              <a:latin typeface="Arial-BoldItalicMT"/>
              <a:cs typeface="Arial-BoldItalic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74461" y="3217888"/>
            <a:ext cx="213487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i="1" spc="245" dirty="0">
                <a:solidFill>
                  <a:srgbClr val="231F20"/>
                </a:solidFill>
                <a:latin typeface="Times New Roman"/>
                <a:cs typeface="Times New Roman"/>
              </a:rPr>
              <a:t>α </a:t>
            </a:r>
            <a:r>
              <a:rPr sz="2050" spc="45" dirty="0">
                <a:solidFill>
                  <a:srgbClr val="231F20"/>
                </a:solidFill>
                <a:latin typeface="Arial"/>
                <a:cs typeface="Arial"/>
              </a:rPr>
              <a:t>Φ(</a:t>
            </a:r>
            <a:r>
              <a:rPr sz="2050" b="1" i="1" spc="45" dirty="0">
                <a:solidFill>
                  <a:srgbClr val="231F20"/>
                </a:solidFill>
                <a:latin typeface="Georgia-BoldItalic"/>
                <a:cs typeface="Georgia-BoldItalic"/>
              </a:rPr>
              <a:t>x </a:t>
            </a:r>
            <a:r>
              <a:rPr sz="2050" spc="120" dirty="0">
                <a:solidFill>
                  <a:srgbClr val="231F20"/>
                </a:solidFill>
                <a:latin typeface="Arial"/>
                <a:cs typeface="Arial"/>
              </a:rPr>
              <a:t>) </a:t>
            </a:r>
            <a:r>
              <a:rPr sz="2050" i="1" spc="-660" dirty="0">
                <a:solidFill>
                  <a:srgbClr val="231F20"/>
                </a:solidFill>
                <a:latin typeface="Menlo"/>
                <a:cs typeface="Menlo"/>
              </a:rPr>
              <a:t>· </a:t>
            </a:r>
            <a:r>
              <a:rPr sz="2050" spc="220" dirty="0">
                <a:solidFill>
                  <a:srgbClr val="231F20"/>
                </a:solidFill>
                <a:latin typeface="Arial"/>
                <a:cs typeface="Arial"/>
              </a:rPr>
              <a:t>Φ(</a:t>
            </a:r>
            <a:r>
              <a:rPr sz="2050" b="1" i="1" spc="220" dirty="0">
                <a:solidFill>
                  <a:srgbClr val="231F20"/>
                </a:solidFill>
                <a:latin typeface="Georgia-BoldItalic"/>
                <a:cs typeface="Georgia-BoldItalic"/>
              </a:rPr>
              <a:t>x</a:t>
            </a:r>
            <a:r>
              <a:rPr sz="2050" spc="220" dirty="0">
                <a:solidFill>
                  <a:srgbClr val="231F20"/>
                </a:solidFill>
                <a:latin typeface="Arial"/>
                <a:cs typeface="Arial"/>
              </a:rPr>
              <a:t>)+</a:t>
            </a:r>
            <a:r>
              <a:rPr sz="2050" spc="-3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-140" dirty="0">
                <a:solidFill>
                  <a:srgbClr val="231F20"/>
                </a:solidFill>
                <a:latin typeface="Times New Roman"/>
                <a:cs typeface="Times New Roman"/>
              </a:rPr>
              <a:t>b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71538" y="3592875"/>
            <a:ext cx="404495" cy="59690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210"/>
              </a:spcBef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2050" spc="24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3941" y="4486859"/>
            <a:ext cx="9969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62853" y="4215587"/>
            <a:ext cx="9969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64834" y="4215587"/>
            <a:ext cx="9969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95682" y="4098779"/>
            <a:ext cx="240919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11835" algn="l"/>
              </a:tabLst>
            </a:pP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	</a:t>
            </a:r>
            <a:r>
              <a:rPr sz="2050" i="1" spc="245" dirty="0">
                <a:solidFill>
                  <a:srgbClr val="231F20"/>
                </a:solidFill>
                <a:latin typeface="Times New Roman"/>
                <a:cs typeface="Times New Roman"/>
              </a:rPr>
              <a:t>α</a:t>
            </a:r>
            <a:r>
              <a:rPr sz="2050" i="1" spc="1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270" dirty="0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r>
              <a:rPr sz="2050" spc="27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b="1" i="1" spc="270" dirty="0">
                <a:solidFill>
                  <a:srgbClr val="231F20"/>
                </a:solidFill>
                <a:latin typeface="Georgia-BoldItalic"/>
                <a:cs typeface="Georgia-BoldItalic"/>
              </a:rPr>
              <a:t>x</a:t>
            </a:r>
            <a:r>
              <a:rPr sz="2050" b="1" i="1" spc="155" dirty="0">
                <a:solidFill>
                  <a:srgbClr val="231F20"/>
                </a:solidFill>
                <a:latin typeface="Georgia-BoldItalic"/>
                <a:cs typeface="Georgia-BoldItalic"/>
              </a:rPr>
              <a:t> </a:t>
            </a:r>
            <a:r>
              <a:rPr sz="2050" i="1" spc="60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2050" i="1" spc="-1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b="1" i="1" spc="380" dirty="0">
                <a:solidFill>
                  <a:srgbClr val="231F20"/>
                </a:solidFill>
                <a:latin typeface="Georgia-BoldItalic"/>
                <a:cs typeface="Georgia-BoldItalic"/>
              </a:rPr>
              <a:t>x</a:t>
            </a:r>
            <a:r>
              <a:rPr sz="2050" spc="380" dirty="0">
                <a:solidFill>
                  <a:srgbClr val="231F20"/>
                </a:solidFill>
                <a:latin typeface="Arial"/>
                <a:cs typeface="Arial"/>
              </a:rPr>
              <a:t>)+</a:t>
            </a:r>
            <a:r>
              <a:rPr sz="2050" spc="-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-140" dirty="0">
                <a:solidFill>
                  <a:srgbClr val="231F20"/>
                </a:solidFill>
                <a:latin typeface="Times New Roman"/>
                <a:cs typeface="Times New Roman"/>
              </a:rPr>
              <a:t>b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75281" y="4831830"/>
            <a:ext cx="2345055" cy="102361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74320" indent="-262255">
              <a:lnSpc>
                <a:spcPct val="100000"/>
              </a:lnSpc>
              <a:spcBef>
                <a:spcPts val="114"/>
              </a:spcBef>
              <a:buClr>
                <a:srgbClr val="231F20"/>
              </a:buClr>
              <a:buFont typeface="Menlo"/>
              <a:buChar char="•"/>
              <a:tabLst>
                <a:tab pos="274955" algn="l"/>
              </a:tabLst>
            </a:pPr>
            <a:r>
              <a:rPr sz="2050" b="1" spc="5" dirty="0">
                <a:solidFill>
                  <a:srgbClr val="0000FF"/>
                </a:solidFill>
                <a:latin typeface="Times New Roman"/>
                <a:cs typeface="Times New Roman"/>
              </a:rPr>
              <a:t>Dual</a:t>
            </a:r>
            <a:r>
              <a:rPr sz="205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b="1" dirty="0">
                <a:solidFill>
                  <a:srgbClr val="0000FF"/>
                </a:solidFill>
                <a:latin typeface="Times New Roman"/>
                <a:cs typeface="Times New Roman"/>
              </a:rPr>
              <a:t>formulation:</a:t>
            </a:r>
            <a:endParaRPr sz="2050">
              <a:latin typeface="Times New Roman"/>
              <a:cs typeface="Times New Roman"/>
            </a:endParaRPr>
          </a:p>
          <a:p>
            <a:pPr marL="666115">
              <a:lnSpc>
                <a:spcPct val="100000"/>
              </a:lnSpc>
              <a:spcBef>
                <a:spcPts val="2915"/>
              </a:spcBef>
            </a:pPr>
            <a:r>
              <a:rPr sz="2050" spc="40" dirty="0">
                <a:solidFill>
                  <a:srgbClr val="231F20"/>
                </a:solidFill>
                <a:latin typeface="Arial"/>
                <a:cs typeface="Arial"/>
              </a:rPr>
              <a:t>min </a:t>
            </a:r>
            <a:r>
              <a:rPr sz="2050" i="1" spc="70" dirty="0">
                <a:solidFill>
                  <a:srgbClr val="231F20"/>
                </a:solidFill>
                <a:latin typeface="Times New Roman"/>
                <a:cs typeface="Times New Roman"/>
              </a:rPr>
              <a:t>P</a:t>
            </a:r>
            <a:r>
              <a:rPr sz="2050" i="1" spc="-3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b="1" i="1" spc="10" dirty="0">
                <a:solidFill>
                  <a:srgbClr val="231F20"/>
                </a:solidFill>
                <a:latin typeface="Georgia-BoldItalic"/>
                <a:cs typeface="Georgia-BoldItalic"/>
              </a:rPr>
              <a:t>w</a:t>
            </a:r>
            <a:r>
              <a:rPr sz="205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, </a:t>
            </a:r>
            <a:r>
              <a:rPr sz="205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b</a:t>
            </a:r>
            <a:r>
              <a:rPr sz="2050" spc="-20" dirty="0">
                <a:solidFill>
                  <a:srgbClr val="231F20"/>
                </a:solidFill>
                <a:latin typeface="Arial"/>
                <a:cs typeface="Arial"/>
              </a:rPr>
              <a:t>)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endParaRPr sz="20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478121" y="5725058"/>
            <a:ext cx="132715" cy="0"/>
          </a:xfrm>
          <a:custGeom>
            <a:avLst/>
            <a:gdLst/>
            <a:ahLst/>
            <a:cxnLst/>
            <a:rect l="l" t="t" r="r" b="b"/>
            <a:pathLst>
              <a:path w="132714">
                <a:moveTo>
                  <a:pt x="0" y="0"/>
                </a:moveTo>
                <a:lnTo>
                  <a:pt x="132587" y="0"/>
                </a:lnTo>
              </a:path>
            </a:pathLst>
          </a:custGeom>
          <a:ln w="10667">
            <a:solidFill>
              <a:srgbClr val="221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465569" y="5296121"/>
            <a:ext cx="156845" cy="73914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050" spc="-110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2050" spc="-110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2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42585" y="5265623"/>
            <a:ext cx="21209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415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46573" y="5266144"/>
            <a:ext cx="40449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24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66385" y="5902655"/>
            <a:ext cx="36703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r>
              <a:rPr sz="1450" spc="270" dirty="0">
                <a:solidFill>
                  <a:srgbClr val="231F20"/>
                </a:solidFill>
                <a:latin typeface="Times New Roman"/>
                <a:cs typeface="Times New Roman"/>
              </a:rPr>
              <a:t>=1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36361" y="5632907"/>
            <a:ext cx="62865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1020" algn="l"/>
              </a:tabLst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	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86753" y="5485079"/>
            <a:ext cx="1301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95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563465" y="6220358"/>
            <a:ext cx="749935" cy="0"/>
          </a:xfrm>
          <a:custGeom>
            <a:avLst/>
            <a:gdLst/>
            <a:ahLst/>
            <a:cxnLst/>
            <a:rect l="l" t="t" r="r" b="b"/>
            <a:pathLst>
              <a:path w="749935">
                <a:moveTo>
                  <a:pt x="0" y="0"/>
                </a:moveTo>
                <a:lnTo>
                  <a:pt x="749808" y="0"/>
                </a:lnTo>
              </a:path>
            </a:pathLst>
          </a:custGeom>
          <a:ln w="32003">
            <a:solidFill>
              <a:srgbClr val="221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547969" y="6220358"/>
            <a:ext cx="749935" cy="0"/>
          </a:xfrm>
          <a:custGeom>
            <a:avLst/>
            <a:gdLst/>
            <a:ahLst/>
            <a:cxnLst/>
            <a:rect l="l" t="t" r="r" b="b"/>
            <a:pathLst>
              <a:path w="749935">
                <a:moveTo>
                  <a:pt x="0" y="0"/>
                </a:moveTo>
                <a:lnTo>
                  <a:pt x="749808" y="0"/>
                </a:lnTo>
              </a:path>
            </a:pathLst>
          </a:custGeom>
          <a:ln w="32003">
            <a:solidFill>
              <a:srgbClr val="221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408170" y="6262844"/>
            <a:ext cx="204597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075" spc="-442" baseline="65040" dirty="0">
                <a:solidFill>
                  <a:srgbClr val="231F20"/>
                </a:solidFill>
                <a:latin typeface="Arial"/>
                <a:cs typeface="Arial"/>
              </a:rPr>
              <a:t>'-</a:t>
            </a:r>
            <a:r>
              <a:rPr sz="2050" spc="-295" dirty="0">
                <a:solidFill>
                  <a:srgbClr val="231F20"/>
                </a:solidFill>
                <a:latin typeface="Times New Roman"/>
                <a:cs typeface="Times New Roman"/>
              </a:rPr>
              <a:t>maximiz</a:t>
            </a:r>
            <a:r>
              <a:rPr sz="3075" spc="-442" baseline="65040" dirty="0">
                <a:solidFill>
                  <a:srgbClr val="231F20"/>
                </a:solidFill>
                <a:latin typeface="Arial"/>
                <a:cs typeface="Arial"/>
              </a:rPr>
              <a:t>... 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뺭加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翓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뺭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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 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翓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뺭翐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182" baseline="65040" dirty="0">
                <a:solidFill>
                  <a:srgbClr val="231F20"/>
                </a:solidFill>
                <a:latin typeface="Arial"/>
                <a:cs typeface="Arial"/>
              </a:rPr>
              <a:t>B၀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翓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뺭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翓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뺭鎀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弁敭぀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翓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뺭푠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悀悀悀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 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翓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뺭耀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1500" baseline="65040" dirty="0">
                <a:solidFill>
                  <a:srgbClr val="231F20"/>
                </a:solidFill>
                <a:latin typeface="Arial"/>
                <a:cs typeface="Arial"/>
              </a:rPr>
              <a:t>i၀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翓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뺭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楲浟彥敭牥彳灳彴뺭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픠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017" baseline="65040" dirty="0">
                <a:solidFill>
                  <a:srgbClr val="231F20"/>
                </a:solidFill>
                <a:latin typeface="Arial"/>
                <a:cs typeface="Arial"/>
              </a:rPr>
              <a:t>a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翓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뺭쾀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2050" spc="-375" dirty="0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sz="3075" spc="-562" baseline="65040" dirty="0">
                <a:solidFill>
                  <a:srgbClr val="231F20"/>
                </a:solidFill>
                <a:latin typeface="Arial"/>
                <a:cs typeface="Arial"/>
              </a:rPr>
              <a:t>,.</a:t>
            </a:r>
            <a:r>
              <a:rPr sz="3075" spc="-292" baseline="650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-80" dirty="0">
                <a:solidFill>
                  <a:srgbClr val="231F20"/>
                </a:solidFill>
                <a:latin typeface="Times New Roman"/>
                <a:cs typeface="Times New Roman"/>
              </a:rPr>
              <a:t>margin</a:t>
            </a:r>
            <a:r>
              <a:rPr sz="3075" spc="-120" baseline="65040" dirty="0">
                <a:solidFill>
                  <a:srgbClr val="231F20"/>
                </a:solidFill>
                <a:latin typeface="Arial"/>
                <a:cs typeface="Arial"/>
              </a:rPr>
              <a:t>.,</a:t>
            </a:r>
            <a:endParaRPr sz="3075" baseline="6504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71311" y="5514551"/>
            <a:ext cx="200660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09600" algn="l"/>
              </a:tabLst>
            </a:pPr>
            <a:r>
              <a:rPr sz="2050" i="1" spc="-204" dirty="0">
                <a:solidFill>
                  <a:srgbClr val="231F20"/>
                </a:solidFill>
                <a:latin typeface="Menlo"/>
                <a:cs typeface="Menlo"/>
              </a:rPr>
              <a:t>l	</a:t>
            </a:r>
            <a:r>
              <a:rPr sz="2050" i="1" spc="245" dirty="0">
                <a:solidFill>
                  <a:srgbClr val="231F20"/>
                </a:solidFill>
                <a:latin typeface="Times New Roman"/>
                <a:cs typeface="Times New Roman"/>
              </a:rPr>
              <a:t>α </a:t>
            </a:r>
            <a:r>
              <a:rPr sz="2050" spc="80" dirty="0">
                <a:solidFill>
                  <a:srgbClr val="231F20"/>
                </a:solidFill>
                <a:latin typeface="Arial"/>
                <a:cs typeface="Arial"/>
              </a:rPr>
              <a:t>Φ(</a:t>
            </a:r>
            <a:r>
              <a:rPr sz="20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x </a:t>
            </a:r>
            <a:r>
              <a:rPr sz="2050" spc="-4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i="1" spc="-40" dirty="0">
                <a:solidFill>
                  <a:srgbClr val="231F20"/>
                </a:solidFill>
                <a:latin typeface="Menlo"/>
                <a:cs typeface="Menlo"/>
              </a:rPr>
              <a:t>l</a:t>
            </a:r>
            <a:r>
              <a:rPr sz="2050" i="1" spc="-25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endParaRPr sz="2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09714" y="5266146"/>
            <a:ext cx="40449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24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62114" y="5902655"/>
            <a:ext cx="9969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58263" y="5514553"/>
            <a:ext cx="91757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85800" algn="l"/>
              </a:tabLst>
            </a:pPr>
            <a:r>
              <a:rPr sz="2050" i="1" spc="110" dirty="0">
                <a:solidFill>
                  <a:srgbClr val="231F20"/>
                </a:solidFill>
                <a:latin typeface="Times New Roman"/>
                <a:cs typeface="Times New Roman"/>
              </a:rPr>
              <a:t>C	</a:t>
            </a:r>
            <a:r>
              <a:rPr sz="2050" i="1" spc="235" dirty="0">
                <a:solidFill>
                  <a:srgbClr val="231F20"/>
                </a:solidFill>
                <a:latin typeface="Times New Roman"/>
                <a:cs typeface="Times New Roman"/>
              </a:rPr>
              <a:t>H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749793" y="5632907"/>
            <a:ext cx="46291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5285" algn="l"/>
              </a:tabLst>
            </a:pPr>
            <a:r>
              <a:rPr sz="1450" spc="95" dirty="0">
                <a:solidFill>
                  <a:srgbClr val="231F20"/>
                </a:solidFill>
                <a:latin typeface="Times New Roman"/>
                <a:cs typeface="Times New Roman"/>
              </a:rPr>
              <a:t>1	</a:t>
            </a: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74861" y="5632907"/>
            <a:ext cx="9969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867142" y="5514556"/>
            <a:ext cx="118554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88620" algn="l"/>
              </a:tabLst>
            </a:pPr>
            <a:r>
              <a:rPr sz="2050" dirty="0">
                <a:solidFill>
                  <a:srgbClr val="231F20"/>
                </a:solidFill>
                <a:latin typeface="Arial"/>
                <a:cs typeface="Arial"/>
              </a:rPr>
              <a:t>[</a:t>
            </a:r>
            <a:r>
              <a:rPr sz="2050" spc="-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y	</a:t>
            </a:r>
            <a:r>
              <a:rPr sz="2050" i="1" spc="440" dirty="0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sz="2050" i="1" spc="-3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14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b="1" i="1" spc="140" dirty="0">
                <a:solidFill>
                  <a:srgbClr val="231F20"/>
                </a:solidFill>
                <a:latin typeface="Georgia-BoldItalic"/>
                <a:cs typeface="Georgia-BoldItalic"/>
              </a:rPr>
              <a:t>x </a:t>
            </a:r>
            <a:r>
              <a:rPr sz="2050" spc="235" dirty="0">
                <a:solidFill>
                  <a:srgbClr val="231F20"/>
                </a:solidFill>
                <a:latin typeface="Arial"/>
                <a:cs typeface="Arial"/>
              </a:rPr>
              <a:t>)]</a:t>
            </a:r>
            <a:r>
              <a:rPr sz="2050" spc="-2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988149" y="6220358"/>
            <a:ext cx="826135" cy="0"/>
          </a:xfrm>
          <a:custGeom>
            <a:avLst/>
            <a:gdLst/>
            <a:ahLst/>
            <a:cxnLst/>
            <a:rect l="l" t="t" r="r" b="b"/>
            <a:pathLst>
              <a:path w="826134">
                <a:moveTo>
                  <a:pt x="0" y="0"/>
                </a:moveTo>
                <a:lnTo>
                  <a:pt x="826008" y="0"/>
                </a:lnTo>
              </a:path>
            </a:pathLst>
          </a:custGeom>
          <a:ln w="32003">
            <a:solidFill>
              <a:srgbClr val="221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048855" y="6220358"/>
            <a:ext cx="826135" cy="0"/>
          </a:xfrm>
          <a:custGeom>
            <a:avLst/>
            <a:gdLst/>
            <a:ahLst/>
            <a:cxnLst/>
            <a:rect l="l" t="t" r="r" b="b"/>
            <a:pathLst>
              <a:path w="826134">
                <a:moveTo>
                  <a:pt x="0" y="0"/>
                </a:moveTo>
                <a:lnTo>
                  <a:pt x="826008" y="0"/>
                </a:lnTo>
              </a:path>
            </a:pathLst>
          </a:custGeom>
          <a:ln w="32003">
            <a:solidFill>
              <a:srgbClr val="221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671252" y="6262844"/>
            <a:ext cx="252031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50" spc="-140" dirty="0">
                <a:solidFill>
                  <a:srgbClr val="231F20"/>
                </a:solidFill>
                <a:latin typeface="Times New Roman"/>
                <a:cs typeface="Times New Roman"/>
              </a:rPr>
              <a:t>m</a:t>
            </a:r>
            <a:r>
              <a:rPr sz="3075" spc="-209" baseline="65040" dirty="0">
                <a:solidFill>
                  <a:srgbClr val="231F20"/>
                </a:solidFill>
                <a:latin typeface="Arial"/>
                <a:cs typeface="Arial"/>
              </a:rPr>
              <a:t>'-</a:t>
            </a:r>
            <a:r>
              <a:rPr sz="2050" spc="-140" dirty="0">
                <a:solidFill>
                  <a:srgbClr val="231F20"/>
                </a:solidFill>
                <a:latin typeface="Times New Roman"/>
                <a:cs typeface="Times New Roman"/>
              </a:rPr>
              <a:t>inimize </a:t>
            </a:r>
            <a:r>
              <a:rPr sz="2050" spc="-475" dirty="0">
                <a:solidFill>
                  <a:srgbClr val="231F20"/>
                </a:solidFill>
                <a:latin typeface="Times New Roman"/>
                <a:cs typeface="Times New Roman"/>
              </a:rPr>
              <a:t>t</a:t>
            </a:r>
            <a:r>
              <a:rPr sz="3075" spc="-712" baseline="65040" dirty="0">
                <a:solidFill>
                  <a:srgbClr val="231F20"/>
                </a:solidFill>
                <a:latin typeface="Arial"/>
                <a:cs typeface="Arial"/>
              </a:rPr>
              <a:t>... 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뺭加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翓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뺭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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 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翓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뺭翐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182" baseline="65040" dirty="0">
                <a:solidFill>
                  <a:srgbClr val="231F20"/>
                </a:solidFill>
                <a:latin typeface="Arial"/>
                <a:cs typeface="Arial"/>
              </a:rPr>
              <a:t>B၀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翓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뺭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翓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뺭鎀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弁敭぀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翓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뺭푠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悀悀悀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 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翓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뺭耀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1500" baseline="65040" dirty="0">
                <a:solidFill>
                  <a:srgbClr val="231F20"/>
                </a:solidFill>
                <a:latin typeface="Arial"/>
                <a:cs typeface="Arial"/>
              </a:rPr>
              <a:t>i၀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翓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뺭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楲浟彥敭牥彳灳彴뺭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픠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017" baseline="65040" dirty="0">
                <a:solidFill>
                  <a:srgbClr val="231F20"/>
                </a:solidFill>
                <a:latin typeface="Arial"/>
                <a:cs typeface="Arial"/>
              </a:rPr>
              <a:t>a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翓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뺭쾀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3075" spc="-2317" baseline="65040" dirty="0">
                <a:solidFill>
                  <a:srgbClr val="231F20"/>
                </a:solidFill>
                <a:latin typeface="Arial"/>
                <a:cs typeface="Arial"/>
              </a:rPr>
              <a:t>齐</a:t>
            </a:r>
            <a:r>
              <a:rPr sz="3075" spc="-3082" baseline="65040" dirty="0">
                <a:solidFill>
                  <a:srgbClr val="231F20"/>
                </a:solidFill>
                <a:latin typeface="Arial"/>
                <a:cs typeface="Arial"/>
              </a:rPr>
              <a:t>悀</a:t>
            </a:r>
            <a:r>
              <a:rPr sz="2050" spc="-135" dirty="0">
                <a:solidFill>
                  <a:srgbClr val="231F20"/>
                </a:solidFill>
                <a:latin typeface="Times New Roman"/>
                <a:cs typeface="Times New Roman"/>
              </a:rPr>
              <a:t>ra</a:t>
            </a:r>
            <a:r>
              <a:rPr sz="3075" spc="-202" baseline="65040" dirty="0">
                <a:solidFill>
                  <a:srgbClr val="231F20"/>
                </a:solidFill>
                <a:latin typeface="Arial"/>
                <a:cs typeface="Arial"/>
              </a:rPr>
              <a:t>,.</a:t>
            </a:r>
            <a:r>
              <a:rPr sz="2050" spc="-135" dirty="0">
                <a:solidFill>
                  <a:srgbClr val="231F20"/>
                </a:solidFill>
                <a:latin typeface="Times New Roman"/>
                <a:cs typeface="Times New Roman"/>
              </a:rPr>
              <a:t>ining</a:t>
            </a:r>
            <a:r>
              <a:rPr sz="2050" spc="-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-229" dirty="0">
                <a:solidFill>
                  <a:srgbClr val="231F20"/>
                </a:solidFill>
                <a:latin typeface="Times New Roman"/>
                <a:cs typeface="Times New Roman"/>
              </a:rPr>
              <a:t>err</a:t>
            </a:r>
            <a:r>
              <a:rPr sz="3075" spc="-345" baseline="65040" dirty="0">
                <a:solidFill>
                  <a:srgbClr val="231F20"/>
                </a:solidFill>
                <a:latin typeface="Arial"/>
                <a:cs typeface="Arial"/>
              </a:rPr>
              <a:t>.,</a:t>
            </a:r>
            <a:r>
              <a:rPr sz="2050" spc="-229" dirty="0">
                <a:solidFill>
                  <a:srgbClr val="231F20"/>
                </a:solidFill>
                <a:latin typeface="Times New Roman"/>
                <a:cs typeface="Times New Roman"/>
              </a:rPr>
              <a:t>or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875867"/>
            <a:ext cx="599059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26	Support </a:t>
            </a:r>
            <a:r>
              <a:rPr spc="-40" dirty="0"/>
              <a:t>Vector </a:t>
            </a:r>
            <a:r>
              <a:rPr spc="10" dirty="0"/>
              <a:t>Machines </a:t>
            </a:r>
            <a:r>
              <a:rPr spc="5" dirty="0"/>
              <a:t>-</a:t>
            </a:r>
            <a:r>
              <a:rPr dirty="0"/>
              <a:t> </a:t>
            </a:r>
            <a:r>
              <a:rPr spc="10" dirty="0"/>
              <a:t>Dual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76170" y="3215843"/>
            <a:ext cx="18415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b="1" i="1" spc="350" dirty="0">
                <a:solidFill>
                  <a:srgbClr val="231F20"/>
                </a:solidFill>
                <a:latin typeface="Arial-BoldItalicMT"/>
                <a:cs typeface="Arial-BoldItalicMT"/>
              </a:rPr>
              <a:t>α</a:t>
            </a:r>
            <a:endParaRPr sz="1450">
              <a:latin typeface="Arial-BoldItalicMT"/>
              <a:cs typeface="Arial-BoldItalic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5045" y="1548525"/>
            <a:ext cx="3959860" cy="159385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205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But people normally write </a:t>
            </a:r>
            <a:r>
              <a:rPr sz="2050" i="1" dirty="0">
                <a:solidFill>
                  <a:srgbClr val="FF0000"/>
                </a:solidFill>
                <a:latin typeface="Times New Roman"/>
                <a:cs typeface="Times New Roman"/>
              </a:rPr>
              <a:t>it </a:t>
            </a:r>
            <a:r>
              <a:rPr sz="205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like</a:t>
            </a:r>
            <a:r>
              <a:rPr sz="205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this:</a:t>
            </a:r>
            <a:endParaRPr sz="2050">
              <a:latin typeface="Times New Roman"/>
              <a:cs typeface="Times New Roman"/>
            </a:endParaRPr>
          </a:p>
          <a:p>
            <a:pPr marL="485140" indent="-262890">
              <a:lnSpc>
                <a:spcPct val="100000"/>
              </a:lnSpc>
              <a:spcBef>
                <a:spcPts val="1440"/>
              </a:spcBef>
              <a:buClr>
                <a:srgbClr val="231F20"/>
              </a:buClr>
              <a:buFont typeface="Menlo"/>
              <a:buChar char="•"/>
              <a:tabLst>
                <a:tab pos="485775" algn="l"/>
              </a:tabLst>
            </a:pPr>
            <a:r>
              <a:rPr sz="2050" b="1" spc="5" dirty="0">
                <a:solidFill>
                  <a:srgbClr val="0000FF"/>
                </a:solidFill>
                <a:latin typeface="Times New Roman"/>
                <a:cs typeface="Times New Roman"/>
              </a:rPr>
              <a:t>Dual</a:t>
            </a:r>
            <a:r>
              <a:rPr sz="2050" b="1" dirty="0">
                <a:solidFill>
                  <a:srgbClr val="0000FF"/>
                </a:solidFill>
                <a:latin typeface="Times New Roman"/>
                <a:cs typeface="Times New Roman"/>
              </a:rPr>
              <a:t> formulation:</a:t>
            </a:r>
            <a:endParaRPr sz="2050">
              <a:latin typeface="Times New Roman"/>
              <a:cs typeface="Times New Roman"/>
            </a:endParaRPr>
          </a:p>
          <a:p>
            <a:pPr marL="222885" algn="ctr">
              <a:lnSpc>
                <a:spcPct val="100000"/>
              </a:lnSpc>
              <a:spcBef>
                <a:spcPts val="2090"/>
              </a:spcBef>
            </a:pPr>
            <a:r>
              <a:rPr sz="2050" u="sng" spc="-11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Arial"/>
                <a:cs typeface="Arial"/>
              </a:rPr>
              <a:t>1</a:t>
            </a:r>
            <a:endParaRPr sz="2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78250" y="3159976"/>
            <a:ext cx="15684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-110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2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83987" y="2730210"/>
            <a:ext cx="40449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24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57141" y="3368243"/>
            <a:ext cx="25019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95" dirty="0">
                <a:solidFill>
                  <a:srgbClr val="231F20"/>
                </a:solidFill>
                <a:latin typeface="Times New Roman"/>
                <a:cs typeface="Times New Roman"/>
              </a:rPr>
              <a:t>i,j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5302" y="3098495"/>
            <a:ext cx="41148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150" algn="l"/>
              </a:tabLst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	</a:t>
            </a:r>
            <a:r>
              <a:rPr sz="1450" i="1" spc="280" dirty="0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91226" y="3098495"/>
            <a:ext cx="839469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9140" algn="l"/>
              </a:tabLst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	</a:t>
            </a:r>
            <a:r>
              <a:rPr sz="1450" i="1" spc="280" dirty="0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37507" y="2980185"/>
            <a:ext cx="442404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182495" algn="l"/>
                <a:tab pos="2480945" algn="l"/>
                <a:tab pos="2802890" algn="l"/>
              </a:tabLst>
            </a:pPr>
            <a:r>
              <a:rPr sz="2050" spc="40" dirty="0">
                <a:solidFill>
                  <a:srgbClr val="231F20"/>
                </a:solidFill>
                <a:latin typeface="Arial"/>
                <a:cs typeface="Arial"/>
              </a:rPr>
              <a:t>min</a:t>
            </a:r>
            <a:r>
              <a:rPr sz="2050" spc="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175" dirty="0">
                <a:solidFill>
                  <a:srgbClr val="231F20"/>
                </a:solidFill>
                <a:latin typeface="Times New Roman"/>
                <a:cs typeface="Times New Roman"/>
              </a:rPr>
              <a:t>D</a:t>
            </a:r>
            <a:r>
              <a:rPr sz="2050" spc="17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b="1" i="1" spc="175" dirty="0">
                <a:solidFill>
                  <a:srgbClr val="231F20"/>
                </a:solidFill>
                <a:latin typeface="Georgia-BoldItalic"/>
                <a:cs typeface="Georgia-BoldItalic"/>
              </a:rPr>
              <a:t>α</a:t>
            </a:r>
            <a:r>
              <a:rPr sz="2050" spc="17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	</a:t>
            </a:r>
            <a:r>
              <a:rPr sz="2050" i="1" spc="245" dirty="0">
                <a:solidFill>
                  <a:srgbClr val="231F20"/>
                </a:solidFill>
                <a:latin typeface="Times New Roman"/>
                <a:cs typeface="Times New Roman"/>
              </a:rPr>
              <a:t>α	α	</a:t>
            </a:r>
            <a:r>
              <a:rPr sz="2050" spc="45" dirty="0">
                <a:solidFill>
                  <a:srgbClr val="231F20"/>
                </a:solidFill>
                <a:latin typeface="Arial"/>
                <a:cs typeface="Arial"/>
              </a:rPr>
              <a:t>Φ(</a:t>
            </a:r>
            <a:r>
              <a:rPr sz="2050" b="1" i="1" spc="45" dirty="0">
                <a:solidFill>
                  <a:srgbClr val="231F20"/>
                </a:solidFill>
                <a:latin typeface="Georgia-BoldItalic"/>
                <a:cs typeface="Georgia-BoldItalic"/>
              </a:rPr>
              <a:t>x </a:t>
            </a:r>
            <a:r>
              <a:rPr sz="2050" spc="-8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i="1" spc="-85" dirty="0">
                <a:solidFill>
                  <a:srgbClr val="231F20"/>
                </a:solidFill>
                <a:latin typeface="Menlo"/>
                <a:cs typeface="Menlo"/>
              </a:rPr>
              <a:t>·</a:t>
            </a:r>
            <a:r>
              <a:rPr sz="2050" spc="-85" dirty="0">
                <a:solidFill>
                  <a:srgbClr val="231F20"/>
                </a:solidFill>
                <a:latin typeface="Arial"/>
                <a:cs typeface="Arial"/>
              </a:rPr>
              <a:t>Φ(</a:t>
            </a:r>
            <a:r>
              <a:rPr sz="2050" b="1" i="1" spc="-85" dirty="0">
                <a:solidFill>
                  <a:srgbClr val="231F20"/>
                </a:solidFill>
                <a:latin typeface="Georgia-BoldItalic"/>
                <a:cs typeface="Georgia-BoldItalic"/>
              </a:rPr>
              <a:t>x</a:t>
            </a:r>
            <a:r>
              <a:rPr sz="2050" b="1" i="1" spc="-35" dirty="0">
                <a:solidFill>
                  <a:srgbClr val="231F20"/>
                </a:solidFill>
                <a:latin typeface="Georgia-BoldItalic"/>
                <a:cs typeface="Georgia-BoldItalic"/>
              </a:rPr>
              <a:t> </a:t>
            </a:r>
            <a:r>
              <a:rPr sz="2050" spc="24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i="1" spc="245" dirty="0">
                <a:solidFill>
                  <a:srgbClr val="231F20"/>
                </a:solidFill>
                <a:latin typeface="Menlo"/>
                <a:cs typeface="Menlo"/>
              </a:rPr>
              <a:t>−</a:t>
            </a:r>
            <a:endParaRPr sz="2050">
              <a:latin typeface="Menlo"/>
              <a:cs typeface="Menl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35749" y="2730215"/>
            <a:ext cx="40449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24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88150" y="3368243"/>
            <a:ext cx="9969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87438" y="3098495"/>
            <a:ext cx="39878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150" algn="l"/>
              </a:tabLst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	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34021" y="2980144"/>
            <a:ext cx="147574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296545" algn="l"/>
                <a:tab pos="740410" algn="l"/>
                <a:tab pos="1203325" algn="l"/>
              </a:tabLst>
            </a:pPr>
            <a:r>
              <a:rPr sz="20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y	</a:t>
            </a:r>
            <a:r>
              <a:rPr sz="2050" i="1" spc="245" dirty="0">
                <a:solidFill>
                  <a:srgbClr val="231F20"/>
                </a:solidFill>
                <a:latin typeface="Times New Roman"/>
                <a:cs typeface="Times New Roman"/>
              </a:rPr>
              <a:t>α	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s.t.	</a:t>
            </a:r>
            <a:r>
              <a:rPr sz="3075" spc="-2895" baseline="115176" dirty="0">
                <a:solidFill>
                  <a:srgbClr val="231F20"/>
                </a:solidFill>
                <a:latin typeface="Arial"/>
                <a:cs typeface="Arial"/>
              </a:rPr>
              <a:t></a:t>
            </a:r>
            <a:r>
              <a:rPr sz="3075" spc="-135" baseline="65040" dirty="0">
                <a:solidFill>
                  <a:srgbClr val="231F20"/>
                </a:solidFill>
                <a:latin typeface="Arial"/>
                <a:cs typeface="Arial"/>
              </a:rPr>
              <a:t></a:t>
            </a:r>
            <a:endParaRPr sz="3075" baseline="6504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25288" y="3150848"/>
            <a:ext cx="259079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395" dirty="0">
                <a:solidFill>
                  <a:srgbClr val="231F20"/>
                </a:solidFill>
                <a:latin typeface="Arial"/>
                <a:cs typeface="Arial"/>
              </a:rPr>
              <a:t>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64118" y="2858516"/>
            <a:ext cx="90233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75" i="1" spc="2062" baseline="4214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00" i="1" spc="487" baseline="-2500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1500" i="1" spc="82" baseline="-250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450" i="1" spc="320" dirty="0">
                <a:solidFill>
                  <a:srgbClr val="231F20"/>
                </a:solidFill>
                <a:latin typeface="Times New Roman"/>
                <a:cs typeface="Times New Roman"/>
              </a:rPr>
              <a:t>α</a:t>
            </a:r>
            <a:r>
              <a:rPr sz="1500" i="1" spc="480" baseline="-11111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1450" spc="320" dirty="0">
                <a:solidFill>
                  <a:srgbClr val="231F20"/>
                </a:solidFill>
                <a:latin typeface="Times New Roman"/>
                <a:cs typeface="Times New Roman"/>
              </a:rPr>
              <a:t>=0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64099" y="3305766"/>
            <a:ext cx="110490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50" spc="260" dirty="0">
                <a:solidFill>
                  <a:srgbClr val="231F20"/>
                </a:solidFill>
                <a:latin typeface="Times New Roman"/>
                <a:cs typeface="Times New Roman"/>
              </a:rPr>
              <a:t>0</a:t>
            </a:r>
            <a:r>
              <a:rPr sz="1450" i="1" spc="260" dirty="0">
                <a:solidFill>
                  <a:srgbClr val="231F20"/>
                </a:solidFill>
                <a:latin typeface="Menlo"/>
                <a:cs typeface="Menlo"/>
              </a:rPr>
              <a:t>≤</a:t>
            </a:r>
            <a:r>
              <a:rPr sz="1450" i="1" spc="260" dirty="0">
                <a:solidFill>
                  <a:srgbClr val="231F20"/>
                </a:solidFill>
                <a:latin typeface="Times New Roman"/>
                <a:cs typeface="Times New Roman"/>
              </a:rPr>
              <a:t>y</a:t>
            </a:r>
            <a:r>
              <a:rPr sz="1500" i="1" spc="390" baseline="-11111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1500" i="1" spc="67" baseline="-111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450" i="1" spc="340" dirty="0">
                <a:solidFill>
                  <a:srgbClr val="231F20"/>
                </a:solidFill>
                <a:latin typeface="Times New Roman"/>
                <a:cs typeface="Times New Roman"/>
              </a:rPr>
              <a:t>α</a:t>
            </a:r>
            <a:r>
              <a:rPr sz="1500" i="1" spc="509" baseline="-11111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1450" i="1" spc="340" dirty="0">
                <a:solidFill>
                  <a:srgbClr val="231F20"/>
                </a:solidFill>
                <a:latin typeface="Menlo"/>
                <a:cs typeface="Menlo"/>
              </a:rPr>
              <a:t>≤</a:t>
            </a:r>
            <a:r>
              <a:rPr sz="1450" i="1" spc="340" dirty="0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75357" y="3833583"/>
            <a:ext cx="3241675" cy="8832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74320" indent="-262255">
              <a:lnSpc>
                <a:spcPct val="100000"/>
              </a:lnSpc>
              <a:spcBef>
                <a:spcPts val="114"/>
              </a:spcBef>
              <a:buClr>
                <a:srgbClr val="231F20"/>
              </a:buClr>
              <a:buFont typeface="Menlo"/>
              <a:buChar char="•"/>
              <a:tabLst>
                <a:tab pos="274955" algn="l"/>
              </a:tabLst>
            </a:pPr>
            <a:r>
              <a:rPr sz="2050" b="1" dirty="0">
                <a:solidFill>
                  <a:srgbClr val="0000FF"/>
                </a:solidFill>
                <a:latin typeface="Times New Roman"/>
                <a:cs typeface="Times New Roman"/>
              </a:rPr>
              <a:t>Dual Decision</a:t>
            </a:r>
            <a:r>
              <a:rPr sz="2050" b="1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b="1" dirty="0">
                <a:solidFill>
                  <a:srgbClr val="0000FF"/>
                </a:solidFill>
                <a:latin typeface="Times New Roman"/>
                <a:cs typeface="Times New Roman"/>
              </a:rPr>
              <a:t>function:</a:t>
            </a:r>
            <a:endParaRPr sz="20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810"/>
              </a:spcBef>
            </a:pPr>
            <a:r>
              <a:rPr sz="2050" i="1" spc="440" dirty="0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sz="2050" i="1" spc="-3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16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6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050" spc="16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64216" y="4127730"/>
            <a:ext cx="40449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24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53938" y="4494479"/>
            <a:ext cx="9969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57441" y="4494479"/>
            <a:ext cx="9969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86297" y="4376127"/>
            <a:ext cx="171132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i="1" spc="245" dirty="0">
                <a:solidFill>
                  <a:srgbClr val="231F20"/>
                </a:solidFill>
                <a:latin typeface="Times New Roman"/>
                <a:cs typeface="Times New Roman"/>
              </a:rPr>
              <a:t>α</a:t>
            </a:r>
            <a:r>
              <a:rPr sz="2050" i="1" spc="1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270" dirty="0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r>
              <a:rPr sz="2050" spc="27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b="1" i="1" spc="270" dirty="0">
                <a:solidFill>
                  <a:srgbClr val="231F20"/>
                </a:solidFill>
                <a:latin typeface="Georgia-BoldItalic"/>
                <a:cs typeface="Georgia-BoldItalic"/>
              </a:rPr>
              <a:t>x</a:t>
            </a:r>
            <a:r>
              <a:rPr sz="2050" b="1" i="1" spc="140" dirty="0">
                <a:solidFill>
                  <a:srgbClr val="231F20"/>
                </a:solidFill>
                <a:latin typeface="Georgia-BoldItalic"/>
                <a:cs typeface="Georgia-BoldItalic"/>
              </a:rPr>
              <a:t> </a:t>
            </a:r>
            <a:r>
              <a:rPr sz="2050" i="1" spc="60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2050" i="1" spc="-1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b="1" i="1" spc="380" dirty="0">
                <a:solidFill>
                  <a:srgbClr val="231F20"/>
                </a:solidFill>
                <a:latin typeface="Georgia-BoldItalic"/>
                <a:cs typeface="Georgia-BoldItalic"/>
              </a:rPr>
              <a:t>x</a:t>
            </a:r>
            <a:r>
              <a:rPr sz="2050" spc="380" dirty="0">
                <a:solidFill>
                  <a:srgbClr val="231F20"/>
                </a:solidFill>
                <a:latin typeface="Arial"/>
                <a:cs typeface="Arial"/>
              </a:rPr>
              <a:t>)+</a:t>
            </a:r>
            <a:r>
              <a:rPr sz="2050" spc="-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-140" dirty="0">
                <a:solidFill>
                  <a:srgbClr val="231F20"/>
                </a:solidFill>
                <a:latin typeface="Times New Roman"/>
                <a:cs typeface="Times New Roman"/>
              </a:rPr>
              <a:t>b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49863" y="4764227"/>
            <a:ext cx="7529195" cy="1974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87680" algn="ctr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  <a:p>
            <a:pPr marL="299720" marR="30480" indent="-262255">
              <a:lnSpc>
                <a:spcPct val="116599"/>
              </a:lnSpc>
              <a:spcBef>
                <a:spcPts val="1105"/>
              </a:spcBef>
              <a:buClr>
                <a:srgbClr val="231F20"/>
              </a:buClr>
              <a:buFont typeface="Menlo"/>
              <a:buChar char="•"/>
              <a:tabLst>
                <a:tab pos="300355" algn="l"/>
                <a:tab pos="2191385" algn="l"/>
              </a:tabLst>
            </a:pPr>
            <a:r>
              <a:rPr sz="205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Kernel</a:t>
            </a:r>
            <a:r>
              <a:rPr sz="2050" b="1" spc="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b="1" dirty="0">
                <a:solidFill>
                  <a:srgbClr val="0000FF"/>
                </a:solidFill>
                <a:latin typeface="Times New Roman"/>
                <a:cs typeface="Times New Roman"/>
              </a:rPr>
              <a:t>function	</a:t>
            </a:r>
            <a:r>
              <a:rPr sz="205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r>
              <a:rPr sz="2050" spc="1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0" dirty="0">
                <a:solidFill>
                  <a:srgbClr val="231F20"/>
                </a:solidFill>
                <a:latin typeface="Menlo"/>
                <a:cs typeface="Menlo"/>
              </a:rPr>
              <a:t>·</a:t>
            </a:r>
            <a:r>
              <a:rPr sz="205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, </a:t>
            </a:r>
            <a:r>
              <a:rPr sz="2050" i="1" spc="-270" dirty="0">
                <a:solidFill>
                  <a:srgbClr val="231F20"/>
                </a:solidFill>
                <a:latin typeface="Menlo"/>
                <a:cs typeface="Menlo"/>
              </a:rPr>
              <a:t>·</a:t>
            </a:r>
            <a:r>
              <a:rPr sz="2050" spc="-270" dirty="0">
                <a:solidFill>
                  <a:srgbClr val="231F20"/>
                </a:solidFill>
                <a:latin typeface="Arial"/>
                <a:cs typeface="Arial"/>
              </a:rPr>
              <a:t>) </a:t>
            </a:r>
            <a:r>
              <a:rPr sz="2050" dirty="0">
                <a:solidFill>
                  <a:srgbClr val="0000FF"/>
                </a:solidFill>
                <a:latin typeface="Times New Roman"/>
                <a:cs typeface="Times New Roman"/>
              </a:rPr>
              <a:t>is used to make (implicit) nonlinear feature  map,</a:t>
            </a:r>
            <a:r>
              <a:rPr sz="205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0000FF"/>
                </a:solidFill>
                <a:latin typeface="Times New Roman"/>
                <a:cs typeface="Times New Roman"/>
              </a:rPr>
              <a:t>e.g.</a:t>
            </a:r>
            <a:endParaRPr sz="2050">
              <a:latin typeface="Times New Roman"/>
              <a:cs typeface="Times New Roman"/>
            </a:endParaRPr>
          </a:p>
          <a:p>
            <a:pPr marL="667385" lvl="1" indent="-262890">
              <a:lnSpc>
                <a:spcPct val="100000"/>
              </a:lnSpc>
              <a:spcBef>
                <a:spcPts val="925"/>
              </a:spcBef>
              <a:buFont typeface="Times New Roman"/>
              <a:buChar char="–"/>
              <a:tabLst>
                <a:tab pos="667385" algn="l"/>
                <a:tab pos="668020" algn="l"/>
                <a:tab pos="2947035" algn="l"/>
              </a:tabLst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Polynomial</a:t>
            </a:r>
            <a:r>
              <a:rPr sz="2050" spc="4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kernel:	</a:t>
            </a:r>
            <a:r>
              <a:rPr sz="2050" i="1" spc="215" dirty="0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r>
              <a:rPr sz="2050" spc="21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b="1" i="1" spc="215" dirty="0">
                <a:solidFill>
                  <a:srgbClr val="231F20"/>
                </a:solidFill>
                <a:latin typeface="Georgia-BoldItalic"/>
                <a:cs typeface="Georgia-BoldItalic"/>
              </a:rPr>
              <a:t>x</a:t>
            </a:r>
            <a:r>
              <a:rPr sz="2050" i="1" spc="215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2050" i="1" spc="-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b="1" i="1" spc="-5" dirty="0">
                <a:solidFill>
                  <a:srgbClr val="231F20"/>
                </a:solidFill>
                <a:latin typeface="Georgia-BoldItalic"/>
                <a:cs typeface="Georgia-BoldItalic"/>
              </a:rPr>
              <a:t>x</a:t>
            </a:r>
            <a:r>
              <a:rPr sz="2175" i="1" spc="-7" baseline="28735" dirty="0">
                <a:solidFill>
                  <a:srgbClr val="231F20"/>
                </a:solidFill>
                <a:latin typeface="Menlo"/>
                <a:cs typeface="Menlo"/>
              </a:rPr>
              <a:t>i</a:t>
            </a:r>
            <a:r>
              <a:rPr sz="2050" spc="-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205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140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b="1" i="1" spc="140" dirty="0">
                <a:solidFill>
                  <a:srgbClr val="231F20"/>
                </a:solidFill>
                <a:latin typeface="Georgia-BoldItalic"/>
                <a:cs typeface="Georgia-BoldItalic"/>
              </a:rPr>
              <a:t>x</a:t>
            </a:r>
            <a:r>
              <a:rPr sz="2050" b="1" i="1" spc="-65" dirty="0">
                <a:solidFill>
                  <a:srgbClr val="231F20"/>
                </a:solidFill>
                <a:latin typeface="Georgia-BoldItalic"/>
                <a:cs typeface="Georgia-BoldItalic"/>
              </a:rPr>
              <a:t> </a:t>
            </a:r>
            <a:r>
              <a:rPr sz="2050" i="1" spc="-660" dirty="0">
                <a:solidFill>
                  <a:srgbClr val="231F20"/>
                </a:solidFill>
                <a:latin typeface="Menlo"/>
                <a:cs typeface="Menlo"/>
              </a:rPr>
              <a:t>·</a:t>
            </a:r>
            <a:r>
              <a:rPr sz="2050" i="1" spc="-780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b="1" i="1" spc="-125" dirty="0">
                <a:solidFill>
                  <a:srgbClr val="231F20"/>
                </a:solidFill>
                <a:latin typeface="Georgia-BoldItalic"/>
                <a:cs typeface="Georgia-BoldItalic"/>
              </a:rPr>
              <a:t>x</a:t>
            </a:r>
            <a:r>
              <a:rPr sz="2175" i="1" spc="-187" baseline="28735" dirty="0">
                <a:solidFill>
                  <a:srgbClr val="231F20"/>
                </a:solidFill>
                <a:latin typeface="Menlo"/>
                <a:cs typeface="Menlo"/>
              </a:rPr>
              <a:t>i</a:t>
            </a:r>
            <a:r>
              <a:rPr sz="2175" i="1" spc="-457" baseline="28735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2050" spc="-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60" dirty="0">
                <a:solidFill>
                  <a:srgbClr val="231F20"/>
                </a:solidFill>
                <a:latin typeface="Arial"/>
                <a:cs typeface="Arial"/>
              </a:rPr>
              <a:t>1)</a:t>
            </a:r>
            <a:r>
              <a:rPr sz="2175" i="1" spc="89" baseline="28735" dirty="0">
                <a:solidFill>
                  <a:srgbClr val="231F20"/>
                </a:solidFill>
                <a:latin typeface="Times New Roman"/>
                <a:cs typeface="Times New Roman"/>
              </a:rPr>
              <a:t>d</a:t>
            </a:r>
            <a:r>
              <a:rPr sz="2050" spc="60" dirty="0">
                <a:solidFill>
                  <a:srgbClr val="231F20"/>
                </a:solidFill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  <a:p>
            <a:pPr marL="667385" lvl="1" indent="-262890">
              <a:lnSpc>
                <a:spcPct val="100000"/>
              </a:lnSpc>
              <a:spcBef>
                <a:spcPts val="919"/>
              </a:spcBef>
              <a:buFont typeface="Times New Roman"/>
              <a:buChar char="–"/>
              <a:tabLst>
                <a:tab pos="667385" algn="l"/>
                <a:tab pos="668020" algn="l"/>
                <a:tab pos="2642235" algn="l"/>
              </a:tabLst>
            </a:pPr>
            <a:r>
              <a:rPr sz="2050" spc="10" dirty="0">
                <a:solidFill>
                  <a:srgbClr val="231F20"/>
                </a:solidFill>
                <a:latin typeface="Times New Roman"/>
                <a:cs typeface="Times New Roman"/>
              </a:rPr>
              <a:t>RBF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 kernel:	</a:t>
            </a:r>
            <a:r>
              <a:rPr sz="2050" i="1" spc="215" dirty="0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r>
              <a:rPr sz="2050" spc="21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b="1" i="1" spc="215" dirty="0">
                <a:solidFill>
                  <a:srgbClr val="231F20"/>
                </a:solidFill>
                <a:latin typeface="Georgia-BoldItalic"/>
                <a:cs typeface="Georgia-BoldItalic"/>
              </a:rPr>
              <a:t>x</a:t>
            </a:r>
            <a:r>
              <a:rPr sz="2050" i="1" spc="215" dirty="0">
                <a:solidFill>
                  <a:srgbClr val="231F20"/>
                </a:solidFill>
                <a:latin typeface="Times New Roman"/>
                <a:cs typeface="Times New Roman"/>
              </a:rPr>
              <a:t>,</a:t>
            </a:r>
            <a:r>
              <a:rPr sz="2050" i="1" spc="-1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b="1" i="1" spc="-5" dirty="0">
                <a:solidFill>
                  <a:srgbClr val="231F20"/>
                </a:solidFill>
                <a:latin typeface="Georgia-BoldItalic"/>
                <a:cs typeface="Georgia-BoldItalic"/>
              </a:rPr>
              <a:t>x</a:t>
            </a:r>
            <a:r>
              <a:rPr sz="2175" i="1" spc="-7" baseline="28735" dirty="0">
                <a:solidFill>
                  <a:srgbClr val="231F20"/>
                </a:solidFill>
                <a:latin typeface="Menlo"/>
                <a:cs typeface="Menlo"/>
              </a:rPr>
              <a:t>i</a:t>
            </a:r>
            <a:r>
              <a:rPr sz="2050" spc="-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205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-35" dirty="0">
                <a:solidFill>
                  <a:srgbClr val="231F20"/>
                </a:solidFill>
                <a:latin typeface="Times New Roman"/>
                <a:cs typeface="Times New Roman"/>
              </a:rPr>
              <a:t>exp</a:t>
            </a:r>
            <a:r>
              <a:rPr sz="2050" spc="-3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-35" dirty="0">
                <a:solidFill>
                  <a:srgbClr val="231F20"/>
                </a:solidFill>
                <a:latin typeface="Menlo"/>
                <a:cs typeface="Menlo"/>
              </a:rPr>
              <a:t>−</a:t>
            </a:r>
            <a:r>
              <a:rPr sz="2050" i="1" spc="-35" dirty="0">
                <a:solidFill>
                  <a:srgbClr val="231F20"/>
                </a:solidFill>
                <a:latin typeface="Times New Roman"/>
                <a:cs typeface="Times New Roman"/>
              </a:rPr>
              <a:t>γ</a:t>
            </a:r>
            <a:r>
              <a:rPr sz="2050" i="1" spc="-35" dirty="0">
                <a:solidFill>
                  <a:srgbClr val="231F20"/>
                </a:solidFill>
                <a:latin typeface="Menlo"/>
                <a:cs typeface="Menlo"/>
              </a:rPr>
              <a:t>||</a:t>
            </a:r>
            <a:r>
              <a:rPr sz="2050" b="1" i="1" spc="-35" dirty="0">
                <a:solidFill>
                  <a:srgbClr val="231F20"/>
                </a:solidFill>
                <a:latin typeface="Georgia-BoldItalic"/>
                <a:cs typeface="Georgia-BoldItalic"/>
              </a:rPr>
              <a:t>x</a:t>
            </a:r>
            <a:r>
              <a:rPr sz="2050" b="1" i="1" spc="-80" dirty="0">
                <a:solidFill>
                  <a:srgbClr val="231F20"/>
                </a:solidFill>
                <a:latin typeface="Georgia-BoldItalic"/>
                <a:cs typeface="Georgia-BoldItalic"/>
              </a:rPr>
              <a:t> </a:t>
            </a:r>
            <a:r>
              <a:rPr sz="2050" i="1" spc="370" dirty="0">
                <a:solidFill>
                  <a:srgbClr val="231F20"/>
                </a:solidFill>
                <a:latin typeface="Menlo"/>
                <a:cs typeface="Menlo"/>
              </a:rPr>
              <a:t>−</a:t>
            </a:r>
            <a:r>
              <a:rPr sz="2050" i="1" spc="-780" dirty="0">
                <a:solidFill>
                  <a:srgbClr val="231F20"/>
                </a:solidFill>
                <a:latin typeface="Menlo"/>
                <a:cs typeface="Menlo"/>
              </a:rPr>
              <a:t> </a:t>
            </a:r>
            <a:r>
              <a:rPr sz="2050" b="1" i="1" spc="-165" dirty="0">
                <a:solidFill>
                  <a:srgbClr val="231F20"/>
                </a:solidFill>
                <a:latin typeface="Georgia-BoldItalic"/>
                <a:cs typeface="Georgia-BoldItalic"/>
              </a:rPr>
              <a:t>x</a:t>
            </a:r>
            <a:r>
              <a:rPr sz="2175" i="1" spc="-247" baseline="28735" dirty="0">
                <a:solidFill>
                  <a:srgbClr val="231F20"/>
                </a:solidFill>
                <a:latin typeface="Menlo"/>
                <a:cs typeface="Menlo"/>
              </a:rPr>
              <a:t>i</a:t>
            </a:r>
            <a:r>
              <a:rPr sz="2050" i="1" spc="-165" dirty="0">
                <a:solidFill>
                  <a:srgbClr val="231F20"/>
                </a:solidFill>
                <a:latin typeface="Menlo"/>
                <a:cs typeface="Menlo"/>
              </a:rPr>
              <a:t>||</a:t>
            </a:r>
            <a:r>
              <a:rPr sz="2175" spc="-247" baseline="28735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2050" spc="-16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050" spc="-165" dirty="0">
                <a:solidFill>
                  <a:srgbClr val="231F20"/>
                </a:solidFill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962736"/>
            <a:ext cx="371221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27	</a:t>
            </a:r>
            <a:r>
              <a:rPr spc="5" dirty="0"/>
              <a:t>Polynomial-SVMs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9645" y="1783220"/>
            <a:ext cx="7300595" cy="769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65" marR="30480">
              <a:lnSpc>
                <a:spcPct val="119000"/>
              </a:lnSpc>
              <a:spcBef>
                <a:spcPts val="95"/>
              </a:spcBef>
            </a:pPr>
            <a:r>
              <a:rPr sz="2050" spc="5" dirty="0">
                <a:latin typeface="Times New Roman"/>
                <a:cs typeface="Times New Roman"/>
              </a:rPr>
              <a:t>The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spc="-5" dirty="0">
                <a:latin typeface="Times New Roman"/>
                <a:cs typeface="Times New Roman"/>
              </a:rPr>
              <a:t>kernel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i="1" spc="215" dirty="0">
                <a:latin typeface="Times New Roman"/>
                <a:cs typeface="Times New Roman"/>
              </a:rPr>
              <a:t>K</a:t>
            </a:r>
            <a:r>
              <a:rPr sz="2050" spc="215" dirty="0">
                <a:latin typeface="Arial"/>
                <a:cs typeface="Arial"/>
              </a:rPr>
              <a:t>(</a:t>
            </a:r>
            <a:r>
              <a:rPr sz="2050" b="1" i="1" spc="215" dirty="0">
                <a:latin typeface="Georgia-BoldItalic"/>
                <a:cs typeface="Georgia-BoldItalic"/>
              </a:rPr>
              <a:t>x</a:t>
            </a:r>
            <a:r>
              <a:rPr sz="2050" i="1" spc="215" dirty="0">
                <a:latin typeface="Times New Roman"/>
                <a:cs typeface="Times New Roman"/>
              </a:rPr>
              <a:t>,</a:t>
            </a:r>
            <a:r>
              <a:rPr sz="2050" i="1" spc="-165" dirty="0">
                <a:latin typeface="Times New Roman"/>
                <a:cs typeface="Times New Roman"/>
              </a:rPr>
              <a:t> </a:t>
            </a:r>
            <a:r>
              <a:rPr sz="2050" b="1" i="1" spc="-125" dirty="0">
                <a:latin typeface="Georgia-BoldItalic"/>
                <a:cs typeface="Georgia-BoldItalic"/>
              </a:rPr>
              <a:t>x</a:t>
            </a:r>
            <a:r>
              <a:rPr sz="2175" i="1" spc="-187" baseline="28735" dirty="0">
                <a:latin typeface="Menlo"/>
                <a:cs typeface="Menlo"/>
              </a:rPr>
              <a:t>i</a:t>
            </a:r>
            <a:r>
              <a:rPr sz="2175" i="1" spc="-1125" baseline="28735" dirty="0">
                <a:latin typeface="Menlo"/>
                <a:cs typeface="Menlo"/>
              </a:rPr>
              <a:t> </a:t>
            </a:r>
            <a:r>
              <a:rPr sz="2050" spc="120" dirty="0">
                <a:latin typeface="Arial"/>
                <a:cs typeface="Arial"/>
              </a:rPr>
              <a:t>)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409" dirty="0">
                <a:latin typeface="Arial"/>
                <a:cs typeface="Arial"/>
              </a:rPr>
              <a:t>=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40" dirty="0">
                <a:latin typeface="Arial"/>
                <a:cs typeface="Arial"/>
              </a:rPr>
              <a:t>(</a:t>
            </a:r>
            <a:r>
              <a:rPr sz="2050" b="1" i="1" spc="140" dirty="0">
                <a:latin typeface="Georgia-BoldItalic"/>
                <a:cs typeface="Georgia-BoldItalic"/>
              </a:rPr>
              <a:t>x</a:t>
            </a:r>
            <a:r>
              <a:rPr sz="2050" b="1" i="1" spc="-60" dirty="0">
                <a:latin typeface="Georgia-BoldItalic"/>
                <a:cs typeface="Georgia-BoldItalic"/>
              </a:rPr>
              <a:t> </a:t>
            </a:r>
            <a:r>
              <a:rPr sz="2050" i="1" spc="-660" dirty="0">
                <a:latin typeface="Menlo"/>
                <a:cs typeface="Menlo"/>
              </a:rPr>
              <a:t>·</a:t>
            </a:r>
            <a:r>
              <a:rPr sz="2050" i="1" spc="-780" dirty="0">
                <a:latin typeface="Menlo"/>
                <a:cs typeface="Menlo"/>
              </a:rPr>
              <a:t> </a:t>
            </a:r>
            <a:r>
              <a:rPr sz="2050" b="1" i="1" spc="30" dirty="0">
                <a:latin typeface="Georgia-BoldItalic"/>
                <a:cs typeface="Georgia-BoldItalic"/>
              </a:rPr>
              <a:t>x</a:t>
            </a:r>
            <a:r>
              <a:rPr sz="2175" i="1" spc="44" baseline="28735" dirty="0">
                <a:latin typeface="Menlo"/>
                <a:cs typeface="Menlo"/>
              </a:rPr>
              <a:t>i</a:t>
            </a:r>
            <a:r>
              <a:rPr sz="2050" spc="30" dirty="0">
                <a:latin typeface="Arial"/>
                <a:cs typeface="Arial"/>
              </a:rPr>
              <a:t>)</a:t>
            </a:r>
            <a:r>
              <a:rPr sz="2175" i="1" spc="44" baseline="28735" dirty="0">
                <a:latin typeface="Times New Roman"/>
                <a:cs typeface="Times New Roman"/>
              </a:rPr>
              <a:t>d</a:t>
            </a:r>
            <a:r>
              <a:rPr sz="2175" i="1" spc="382" baseline="28735" dirty="0">
                <a:latin typeface="Times New Roman"/>
                <a:cs typeface="Times New Roman"/>
              </a:rPr>
              <a:t> </a:t>
            </a:r>
            <a:r>
              <a:rPr sz="2050" spc="-15" dirty="0">
                <a:latin typeface="Times New Roman"/>
                <a:cs typeface="Times New Roman"/>
              </a:rPr>
              <a:t>gives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spc="5" dirty="0">
                <a:latin typeface="Times New Roman"/>
                <a:cs typeface="Times New Roman"/>
              </a:rPr>
              <a:t>the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same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result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as the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spc="-5" dirty="0">
                <a:latin typeface="Times New Roman"/>
                <a:cs typeface="Times New Roman"/>
              </a:rPr>
              <a:t>explicit  </a:t>
            </a:r>
            <a:r>
              <a:rPr sz="2050" dirty="0">
                <a:latin typeface="Times New Roman"/>
                <a:cs typeface="Times New Roman"/>
              </a:rPr>
              <a:t>mapping </a:t>
            </a:r>
            <a:r>
              <a:rPr sz="2050" spc="5" dirty="0">
                <a:latin typeface="Times New Roman"/>
                <a:cs typeface="Times New Roman"/>
              </a:rPr>
              <a:t>+ </a:t>
            </a:r>
            <a:r>
              <a:rPr sz="2050" dirty="0">
                <a:latin typeface="Times New Roman"/>
                <a:cs typeface="Times New Roman"/>
              </a:rPr>
              <a:t>dot product that </a:t>
            </a:r>
            <a:r>
              <a:rPr sz="2050" spc="5" dirty="0">
                <a:latin typeface="Times New Roman"/>
                <a:cs typeface="Times New Roman"/>
              </a:rPr>
              <a:t>we </a:t>
            </a:r>
            <a:r>
              <a:rPr sz="2050" dirty="0">
                <a:latin typeface="Times New Roman"/>
                <a:cs typeface="Times New Roman"/>
              </a:rPr>
              <a:t>described</a:t>
            </a:r>
            <a:r>
              <a:rPr sz="2050" spc="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before: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19270" y="2854655"/>
            <a:ext cx="207962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6240" algn="l"/>
                <a:tab pos="1248410" algn="l"/>
                <a:tab pos="1606550" algn="l"/>
                <a:tab pos="1961514" algn="l"/>
              </a:tabLst>
            </a:pPr>
            <a:r>
              <a:rPr sz="1450" spc="95" dirty="0">
                <a:solidFill>
                  <a:srgbClr val="FF0000"/>
                </a:solidFill>
                <a:latin typeface="Times New Roman"/>
                <a:cs typeface="Times New Roman"/>
              </a:rPr>
              <a:t>1	2	1	2	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46565" y="2736330"/>
            <a:ext cx="481838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1833880" algn="l"/>
              </a:tabLst>
            </a:pPr>
            <a:r>
              <a:rPr sz="2050" spc="-145" dirty="0">
                <a:solidFill>
                  <a:srgbClr val="FF0000"/>
                </a:solidFill>
                <a:latin typeface="Arial"/>
                <a:cs typeface="Arial"/>
              </a:rPr>
              <a:t>Φ 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: </a:t>
            </a:r>
            <a:r>
              <a:rPr sz="2050" i="1" spc="21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175" spc="315" baseline="2873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175" spc="75" baseline="287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i="1" spc="830" dirty="0">
                <a:solidFill>
                  <a:srgbClr val="FF0000"/>
                </a:solidFill>
                <a:latin typeface="Menlo"/>
                <a:cs typeface="Menlo"/>
              </a:rPr>
              <a:t>→</a:t>
            </a:r>
            <a:r>
              <a:rPr sz="2050" i="1" spc="-665" dirty="0">
                <a:solidFill>
                  <a:srgbClr val="FF0000"/>
                </a:solidFill>
                <a:latin typeface="Menlo"/>
                <a:cs typeface="Menlo"/>
              </a:rPr>
              <a:t> </a:t>
            </a:r>
            <a:r>
              <a:rPr sz="2050" i="1" spc="21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175" spc="315" baseline="28735" dirty="0">
                <a:solidFill>
                  <a:srgbClr val="FF0000"/>
                </a:solidFill>
                <a:latin typeface="Times New Roman"/>
                <a:cs typeface="Times New Roman"/>
              </a:rPr>
              <a:t>3	</a:t>
            </a:r>
            <a:r>
              <a:rPr sz="2050" spc="195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2050" i="1" spc="195" dirty="0">
                <a:solidFill>
                  <a:srgbClr val="FF0000"/>
                </a:solidFill>
                <a:latin typeface="Times New Roman"/>
                <a:cs typeface="Times New Roman"/>
              </a:rPr>
              <a:t>x </a:t>
            </a:r>
            <a:r>
              <a:rPr sz="2050" i="1" spc="6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050" i="1" spc="270" dirty="0">
                <a:solidFill>
                  <a:srgbClr val="FF0000"/>
                </a:solidFill>
                <a:latin typeface="Times New Roman"/>
                <a:cs typeface="Times New Roman"/>
              </a:rPr>
              <a:t>x </a:t>
            </a:r>
            <a:r>
              <a:rPr sz="2050" spc="120" dirty="0">
                <a:solidFill>
                  <a:srgbClr val="FF0000"/>
                </a:solidFill>
                <a:latin typeface="Arial"/>
                <a:cs typeface="Arial"/>
              </a:rPr>
              <a:t>) </a:t>
            </a:r>
            <a:r>
              <a:rPr sz="2050" i="1" spc="-204" dirty="0">
                <a:solidFill>
                  <a:srgbClr val="FF0000"/>
                </a:solidFill>
                <a:latin typeface="Menlo"/>
                <a:cs typeface="Menlo"/>
              </a:rPr>
              <a:t>1→ </a:t>
            </a:r>
            <a:r>
              <a:rPr sz="2050" spc="140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2050" i="1" spc="140" dirty="0">
                <a:solidFill>
                  <a:srgbClr val="FF0000"/>
                </a:solidFill>
                <a:latin typeface="Times New Roman"/>
                <a:cs typeface="Times New Roman"/>
              </a:rPr>
              <a:t>z </a:t>
            </a:r>
            <a:r>
              <a:rPr sz="2050" i="1" spc="6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050" i="1" spc="160" dirty="0">
                <a:solidFill>
                  <a:srgbClr val="FF0000"/>
                </a:solidFill>
                <a:latin typeface="Times New Roman"/>
                <a:cs typeface="Times New Roman"/>
              </a:rPr>
              <a:t>z </a:t>
            </a:r>
            <a:r>
              <a:rPr sz="2050" i="1" spc="6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050" i="1" spc="160" dirty="0">
                <a:solidFill>
                  <a:srgbClr val="FF0000"/>
                </a:solidFill>
                <a:latin typeface="Times New Roman"/>
                <a:cs typeface="Times New Roman"/>
              </a:rPr>
              <a:t>z </a:t>
            </a:r>
            <a:r>
              <a:rPr sz="2050" spc="120" dirty="0">
                <a:solidFill>
                  <a:srgbClr val="FF0000"/>
                </a:solidFill>
                <a:latin typeface="Arial"/>
                <a:cs typeface="Arial"/>
              </a:rPr>
              <a:t>) </a:t>
            </a:r>
            <a:r>
              <a:rPr sz="2050" spc="204" dirty="0">
                <a:solidFill>
                  <a:srgbClr val="FF0000"/>
                </a:solidFill>
                <a:latin typeface="Arial"/>
                <a:cs typeface="Arial"/>
              </a:rPr>
              <a:t>:=</a:t>
            </a:r>
            <a:r>
              <a:rPr sz="2050" spc="-3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120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endParaRPr sz="2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63054" y="2720543"/>
            <a:ext cx="1301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9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63054" y="2880558"/>
            <a:ext cx="1301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95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756" y="2512276"/>
            <a:ext cx="28829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14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72427" y="2782214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>
                <a:moveTo>
                  <a:pt x="0" y="0"/>
                </a:moveTo>
                <a:lnTo>
                  <a:pt x="102107" y="0"/>
                </a:lnTo>
              </a:path>
            </a:pathLst>
          </a:custGeom>
          <a:ln w="10667">
            <a:solidFill>
              <a:srgbClr val="FE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144509" y="2854655"/>
            <a:ext cx="39814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0670" algn="l"/>
              </a:tabLst>
            </a:pPr>
            <a:r>
              <a:rPr sz="1450" spc="95" dirty="0">
                <a:solidFill>
                  <a:srgbClr val="FF0000"/>
                </a:solidFill>
                <a:latin typeface="Times New Roman"/>
                <a:cs typeface="Times New Roman"/>
              </a:rPr>
              <a:t>1	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96781" y="2720543"/>
            <a:ext cx="1301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9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96781" y="2880558"/>
            <a:ext cx="1301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9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13733" y="2736303"/>
            <a:ext cx="202946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58495" algn="l"/>
              </a:tabLst>
            </a:pPr>
            <a:r>
              <a:rPr sz="2050" i="1" spc="27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2050" i="1" spc="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i="1" spc="60" dirty="0">
                <a:solidFill>
                  <a:srgbClr val="FF0000"/>
                </a:solidFill>
                <a:latin typeface="Times New Roman"/>
                <a:cs typeface="Times New Roman"/>
              </a:rPr>
              <a:t>,	</a:t>
            </a:r>
            <a:r>
              <a:rPr sz="2050" spc="95" dirty="0">
                <a:solidFill>
                  <a:srgbClr val="FF0000"/>
                </a:solidFill>
                <a:latin typeface="Arial"/>
                <a:cs typeface="Arial"/>
              </a:rPr>
              <a:t>(2)</a:t>
            </a:r>
            <a:r>
              <a:rPr sz="2050" i="1" spc="95" dirty="0">
                <a:solidFill>
                  <a:srgbClr val="FF0000"/>
                </a:solidFill>
                <a:latin typeface="Times New Roman"/>
                <a:cs typeface="Times New Roman"/>
              </a:rPr>
              <a:t>x </a:t>
            </a:r>
            <a:r>
              <a:rPr sz="2050" i="1" spc="270" dirty="0">
                <a:solidFill>
                  <a:srgbClr val="FF0000"/>
                </a:solidFill>
                <a:latin typeface="Times New Roman"/>
                <a:cs typeface="Times New Roman"/>
              </a:rPr>
              <a:t>x </a:t>
            </a:r>
            <a:r>
              <a:rPr sz="2050" i="1" spc="6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050" i="1" spc="27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2050" i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120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27985" y="3299663"/>
            <a:ext cx="51562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8145" algn="l"/>
              </a:tabLst>
            </a:pPr>
            <a:r>
              <a:rPr sz="1450" spc="95" dirty="0">
                <a:solidFill>
                  <a:srgbClr val="0000FF"/>
                </a:solidFill>
                <a:latin typeface="Times New Roman"/>
                <a:cs typeface="Times New Roman"/>
              </a:rPr>
              <a:t>1	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85288" y="3181315"/>
            <a:ext cx="229235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90" dirty="0">
                <a:solidFill>
                  <a:srgbClr val="0000FF"/>
                </a:solidFill>
                <a:latin typeface="Arial"/>
                <a:cs typeface="Arial"/>
              </a:rPr>
              <a:t>Φ((</a:t>
            </a:r>
            <a:r>
              <a:rPr sz="2050" i="1" spc="90" dirty="0">
                <a:solidFill>
                  <a:srgbClr val="0000FF"/>
                </a:solidFill>
                <a:latin typeface="Times New Roman"/>
                <a:cs typeface="Times New Roman"/>
              </a:rPr>
              <a:t>x </a:t>
            </a:r>
            <a:r>
              <a:rPr sz="2050" i="1" spc="335" dirty="0">
                <a:solidFill>
                  <a:srgbClr val="0000FF"/>
                </a:solidFill>
                <a:latin typeface="Times New Roman"/>
                <a:cs typeface="Times New Roman"/>
              </a:rPr>
              <a:t>,x </a:t>
            </a:r>
            <a:r>
              <a:rPr sz="2050" spc="120" dirty="0">
                <a:solidFill>
                  <a:srgbClr val="0000FF"/>
                </a:solidFill>
                <a:latin typeface="Arial"/>
                <a:cs typeface="Arial"/>
              </a:rPr>
              <a:t>) </a:t>
            </a:r>
            <a:r>
              <a:rPr sz="2050" i="1" spc="-660" dirty="0">
                <a:solidFill>
                  <a:srgbClr val="0000FF"/>
                </a:solidFill>
                <a:latin typeface="Menlo"/>
                <a:cs typeface="Menlo"/>
              </a:rPr>
              <a:t>· </a:t>
            </a:r>
            <a:r>
              <a:rPr sz="2050" spc="90" dirty="0">
                <a:solidFill>
                  <a:srgbClr val="0000FF"/>
                </a:solidFill>
                <a:latin typeface="Arial"/>
                <a:cs typeface="Arial"/>
              </a:rPr>
              <a:t>Φ((</a:t>
            </a:r>
            <a:r>
              <a:rPr sz="2050" i="1" spc="90" dirty="0">
                <a:solidFill>
                  <a:srgbClr val="0000FF"/>
                </a:solidFill>
                <a:latin typeface="Times New Roman"/>
                <a:cs typeface="Times New Roman"/>
              </a:rPr>
              <a:t>x </a:t>
            </a:r>
            <a:r>
              <a:rPr sz="2050" i="1" spc="60" dirty="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sz="2050" i="1" spc="1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260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66058" y="3151835"/>
            <a:ext cx="133540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17930" algn="l"/>
              </a:tabLst>
            </a:pPr>
            <a:r>
              <a:rPr sz="1450" i="1" spc="-400" dirty="0">
                <a:solidFill>
                  <a:srgbClr val="0000FF"/>
                </a:solidFill>
                <a:latin typeface="Menlo"/>
                <a:cs typeface="Menlo"/>
              </a:rPr>
              <a:t>i	</a:t>
            </a:r>
            <a:r>
              <a:rPr sz="1450" spc="95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66058" y="3325571"/>
            <a:ext cx="133540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8145" algn="l"/>
                <a:tab pos="1217930" algn="l"/>
              </a:tabLst>
            </a:pPr>
            <a:r>
              <a:rPr sz="1450" spc="95" dirty="0">
                <a:solidFill>
                  <a:srgbClr val="0000FF"/>
                </a:solidFill>
                <a:latin typeface="Times New Roman"/>
                <a:cs typeface="Times New Roman"/>
              </a:rPr>
              <a:t>1	2	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07768" y="2945081"/>
            <a:ext cx="28829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14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482437" y="3215030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>
                <a:moveTo>
                  <a:pt x="0" y="0"/>
                </a:moveTo>
                <a:lnTo>
                  <a:pt x="102107" y="0"/>
                </a:lnTo>
              </a:path>
            </a:pathLst>
          </a:custGeom>
          <a:ln w="10667">
            <a:solidFill>
              <a:srgbClr val="0000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954521" y="3299663"/>
            <a:ext cx="3968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8765" algn="l"/>
              </a:tabLst>
            </a:pPr>
            <a:r>
              <a:rPr sz="1450" spc="95" dirty="0">
                <a:solidFill>
                  <a:srgbClr val="0000FF"/>
                </a:solidFill>
                <a:latin typeface="Times New Roman"/>
                <a:cs typeface="Times New Roman"/>
              </a:rPr>
              <a:t>1	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06793" y="3151835"/>
            <a:ext cx="74612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72465" algn="l"/>
              </a:tabLst>
            </a:pPr>
            <a:r>
              <a:rPr sz="1450" spc="95" dirty="0">
                <a:solidFill>
                  <a:srgbClr val="0000FF"/>
                </a:solidFill>
                <a:latin typeface="Times New Roman"/>
                <a:cs typeface="Times New Roman"/>
              </a:rPr>
              <a:t>2	</a:t>
            </a:r>
            <a:r>
              <a:rPr sz="1450" i="1" spc="-400" dirty="0">
                <a:solidFill>
                  <a:srgbClr val="0000FF"/>
                </a:solidFill>
                <a:latin typeface="Menlo"/>
                <a:cs typeface="Menlo"/>
              </a:rPr>
              <a:t>i</a:t>
            </a:r>
            <a:endParaRPr sz="1450">
              <a:latin typeface="Menlo"/>
              <a:cs typeface="Menl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41357" y="3115261"/>
            <a:ext cx="1301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95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06793" y="3325571"/>
            <a:ext cx="864869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46760" algn="l"/>
              </a:tabLst>
            </a:pPr>
            <a:r>
              <a:rPr sz="1450" spc="95" dirty="0">
                <a:solidFill>
                  <a:srgbClr val="0000FF"/>
                </a:solidFill>
                <a:latin typeface="Times New Roman"/>
                <a:cs typeface="Times New Roman"/>
              </a:rPr>
              <a:t>2	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76063" y="2945081"/>
            <a:ext cx="28829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14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850733" y="3215030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>
                <a:moveTo>
                  <a:pt x="0" y="0"/>
                </a:moveTo>
                <a:lnTo>
                  <a:pt x="102107" y="0"/>
                </a:lnTo>
              </a:path>
            </a:pathLst>
          </a:custGeom>
          <a:ln w="10667">
            <a:solidFill>
              <a:srgbClr val="0000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126229" y="3181312"/>
            <a:ext cx="424878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1355725" algn="l"/>
                <a:tab pos="3344545" algn="l"/>
                <a:tab pos="3724275" algn="l"/>
              </a:tabLst>
            </a:pPr>
            <a:r>
              <a:rPr sz="2175" i="1" spc="-600" baseline="32567" dirty="0">
                <a:solidFill>
                  <a:srgbClr val="0000FF"/>
                </a:solidFill>
                <a:latin typeface="Menlo"/>
                <a:cs typeface="Menlo"/>
              </a:rPr>
              <a:t>i </a:t>
            </a:r>
            <a:r>
              <a:rPr sz="2050" spc="120" dirty="0">
                <a:solidFill>
                  <a:srgbClr val="0000FF"/>
                </a:solidFill>
                <a:latin typeface="Arial"/>
                <a:cs typeface="Arial"/>
              </a:rPr>
              <a:t>) </a:t>
            </a:r>
            <a:r>
              <a:rPr sz="2050" spc="409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050" spc="-1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spc="195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2050" i="1" spc="195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2050" i="1" spc="4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60" dirty="0">
                <a:solidFill>
                  <a:srgbClr val="0000FF"/>
                </a:solidFill>
                <a:latin typeface="Times New Roman"/>
                <a:cs typeface="Times New Roman"/>
              </a:rPr>
              <a:t>,	</a:t>
            </a:r>
            <a:r>
              <a:rPr sz="2050" spc="95" dirty="0">
                <a:solidFill>
                  <a:srgbClr val="0000FF"/>
                </a:solidFill>
                <a:latin typeface="Arial"/>
                <a:cs typeface="Arial"/>
              </a:rPr>
              <a:t>(2)</a:t>
            </a:r>
            <a:r>
              <a:rPr sz="2050" i="1" spc="95" dirty="0">
                <a:solidFill>
                  <a:srgbClr val="0000FF"/>
                </a:solidFill>
                <a:latin typeface="Times New Roman"/>
                <a:cs typeface="Times New Roman"/>
              </a:rPr>
              <a:t>x  </a:t>
            </a:r>
            <a:r>
              <a:rPr sz="2050" i="1" spc="270" dirty="0">
                <a:solidFill>
                  <a:srgbClr val="0000FF"/>
                </a:solidFill>
                <a:latin typeface="Times New Roman"/>
                <a:cs typeface="Times New Roman"/>
              </a:rPr>
              <a:t>x </a:t>
            </a:r>
            <a:r>
              <a:rPr sz="2050" i="1" spc="60" dirty="0">
                <a:solidFill>
                  <a:srgbClr val="0000FF"/>
                </a:solidFill>
                <a:latin typeface="Times New Roman"/>
                <a:cs typeface="Times New Roman"/>
              </a:rPr>
              <a:t>, </a:t>
            </a:r>
            <a:r>
              <a:rPr sz="2050" i="1" spc="270" dirty="0">
                <a:solidFill>
                  <a:srgbClr val="0000FF"/>
                </a:solidFill>
                <a:latin typeface="Times New Roman"/>
                <a:cs typeface="Times New Roman"/>
              </a:rPr>
              <a:t>x </a:t>
            </a:r>
            <a:r>
              <a:rPr sz="2050" spc="120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2050" spc="-3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i="1" spc="-660" dirty="0">
                <a:solidFill>
                  <a:srgbClr val="0000FF"/>
                </a:solidFill>
                <a:latin typeface="Menlo"/>
                <a:cs typeface="Menlo"/>
              </a:rPr>
              <a:t>·</a:t>
            </a:r>
            <a:r>
              <a:rPr sz="2050" i="1" spc="-780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50" spc="195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2050" i="1" spc="195" dirty="0">
                <a:solidFill>
                  <a:srgbClr val="0000FF"/>
                </a:solidFill>
                <a:latin typeface="Times New Roman"/>
                <a:cs typeface="Times New Roman"/>
              </a:rPr>
              <a:t>x	</a:t>
            </a:r>
            <a:r>
              <a:rPr sz="2050" i="1" spc="60" dirty="0">
                <a:solidFill>
                  <a:srgbClr val="0000FF"/>
                </a:solidFill>
                <a:latin typeface="Times New Roman"/>
                <a:cs typeface="Times New Roman"/>
              </a:rPr>
              <a:t>,	</a:t>
            </a:r>
            <a:r>
              <a:rPr sz="2050" spc="95" dirty="0">
                <a:solidFill>
                  <a:srgbClr val="0000FF"/>
                </a:solidFill>
                <a:latin typeface="Arial"/>
                <a:cs typeface="Arial"/>
              </a:rPr>
              <a:t>(2)</a:t>
            </a:r>
            <a:r>
              <a:rPr sz="2050" i="1" spc="95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97488" y="3299671"/>
            <a:ext cx="47180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695" algn="l"/>
              </a:tabLst>
            </a:pPr>
            <a:r>
              <a:rPr sz="1450" spc="95" dirty="0">
                <a:solidFill>
                  <a:srgbClr val="0000FF"/>
                </a:solidFill>
                <a:latin typeface="Times New Roman"/>
                <a:cs typeface="Times New Roman"/>
              </a:rPr>
              <a:t>1	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22818" y="3151835"/>
            <a:ext cx="88646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695" algn="l"/>
                <a:tab pos="812165" algn="l"/>
              </a:tabLst>
            </a:pPr>
            <a:r>
              <a:rPr sz="1450" i="1" spc="-400" dirty="0">
                <a:solidFill>
                  <a:srgbClr val="0000FF"/>
                </a:solidFill>
                <a:latin typeface="Menlo"/>
                <a:cs typeface="Menlo"/>
              </a:rPr>
              <a:t>i	i	i</a:t>
            </a:r>
            <a:endParaRPr sz="1450">
              <a:latin typeface="Menlo"/>
              <a:cs typeface="Menl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96064" y="3115261"/>
            <a:ext cx="1301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95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96064" y="3325571"/>
            <a:ext cx="1301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95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14842" y="3181312"/>
            <a:ext cx="92773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53695" algn="l"/>
                <a:tab pos="812165" algn="l"/>
              </a:tabLst>
            </a:pPr>
            <a:r>
              <a:rPr sz="2050" i="1" spc="270" dirty="0">
                <a:solidFill>
                  <a:srgbClr val="0000FF"/>
                </a:solidFill>
                <a:latin typeface="Times New Roman"/>
                <a:cs typeface="Times New Roman"/>
              </a:rPr>
              <a:t>x	</a:t>
            </a:r>
            <a:r>
              <a:rPr sz="2050" i="1" spc="60" dirty="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sz="2050" i="1" spc="-16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270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2050" i="1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050" spc="120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34509" y="3840683"/>
            <a:ext cx="47180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695" algn="l"/>
              </a:tabLst>
            </a:pPr>
            <a:r>
              <a:rPr sz="1450" spc="95" dirty="0">
                <a:solidFill>
                  <a:srgbClr val="231F20"/>
                </a:solidFill>
                <a:latin typeface="Times New Roman"/>
                <a:cs typeface="Times New Roman"/>
              </a:rPr>
              <a:t>1	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882270" y="3697964"/>
            <a:ext cx="250063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 </a:t>
            </a:r>
            <a:r>
              <a:rPr sz="20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spc="157" baseline="32567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20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i="1" spc="157" baseline="32567" dirty="0">
                <a:solidFill>
                  <a:srgbClr val="231F20"/>
                </a:solidFill>
                <a:latin typeface="Menlo"/>
                <a:cs typeface="Menlo"/>
              </a:rPr>
              <a:t>i</a:t>
            </a:r>
            <a:r>
              <a:rPr sz="2175" spc="157" baseline="44061" dirty="0">
                <a:solidFill>
                  <a:srgbClr val="231F20"/>
                </a:solidFill>
                <a:latin typeface="Times New Roman"/>
                <a:cs typeface="Times New Roman"/>
              </a:rPr>
              <a:t>2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+ </a:t>
            </a:r>
            <a:r>
              <a:rPr sz="2050" spc="80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20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x </a:t>
            </a:r>
            <a:r>
              <a:rPr sz="2050" i="1" spc="-70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i="1" spc="-104" baseline="32567" dirty="0">
                <a:solidFill>
                  <a:srgbClr val="231F20"/>
                </a:solidFill>
                <a:latin typeface="Menlo"/>
                <a:cs typeface="Menlo"/>
              </a:rPr>
              <a:t>i </a:t>
            </a:r>
            <a:r>
              <a:rPr sz="2050" i="1" spc="270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050" i="1" spc="5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-70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i="1" spc="-104" baseline="32567" dirty="0">
                <a:solidFill>
                  <a:srgbClr val="231F20"/>
                </a:solidFill>
                <a:latin typeface="Menlo"/>
                <a:cs typeface="Menlo"/>
              </a:rPr>
              <a:t>i</a:t>
            </a:r>
            <a:endParaRPr sz="2175" baseline="32567">
              <a:latin typeface="Menlo"/>
              <a:cs typeface="Menl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95214" y="3814775"/>
            <a:ext cx="108140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621665" algn="l"/>
                <a:tab pos="963294" algn="l"/>
              </a:tabLst>
            </a:pPr>
            <a:r>
              <a:rPr sz="1450" spc="95" dirty="0">
                <a:solidFill>
                  <a:srgbClr val="231F20"/>
                </a:solidFill>
                <a:latin typeface="Times New Roman"/>
                <a:cs typeface="Times New Roman"/>
              </a:rPr>
              <a:t>1	1	2	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97573" y="3697947"/>
            <a:ext cx="93408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2050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spc="157" baseline="32567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20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i="1" spc="157" baseline="32567" dirty="0">
                <a:solidFill>
                  <a:srgbClr val="231F20"/>
                </a:solidFill>
                <a:latin typeface="Menlo"/>
                <a:cs typeface="Menlo"/>
              </a:rPr>
              <a:t>i</a:t>
            </a:r>
            <a:r>
              <a:rPr sz="2175" spc="157" baseline="44061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endParaRPr sz="2175" baseline="44061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934454" y="3840683"/>
            <a:ext cx="47180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695" algn="l"/>
              </a:tabLst>
            </a:pPr>
            <a:r>
              <a:rPr sz="1450" spc="95" dirty="0">
                <a:solidFill>
                  <a:srgbClr val="231F20"/>
                </a:solidFill>
                <a:latin typeface="Times New Roman"/>
                <a:cs typeface="Times New Roman"/>
              </a:rPr>
              <a:t>2	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752345" y="4187151"/>
            <a:ext cx="6441440" cy="9182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is the same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as: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Times New Roman"/>
              <a:cs typeface="Times New Roman"/>
            </a:endParaRPr>
          </a:p>
          <a:p>
            <a:pPr marL="1419860">
              <a:lnSpc>
                <a:spcPct val="100000"/>
              </a:lnSpc>
              <a:spcBef>
                <a:spcPts val="5"/>
              </a:spcBef>
            </a:pPr>
            <a:r>
              <a:rPr sz="2050" i="1" spc="215" dirty="0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sz="2050" spc="215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2050" b="1" i="1" spc="215" dirty="0">
                <a:solidFill>
                  <a:srgbClr val="0000FF"/>
                </a:solidFill>
                <a:latin typeface="Georgia-BoldItalic"/>
                <a:cs typeface="Georgia-BoldItalic"/>
              </a:rPr>
              <a:t>x</a:t>
            </a:r>
            <a:r>
              <a:rPr sz="2050" i="1" spc="215" dirty="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sz="2050" i="1" spc="-1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b="1" i="1" spc="-5" dirty="0">
                <a:solidFill>
                  <a:srgbClr val="0000FF"/>
                </a:solidFill>
                <a:latin typeface="Georgia-BoldItalic"/>
                <a:cs typeface="Georgia-BoldItalic"/>
              </a:rPr>
              <a:t>x</a:t>
            </a:r>
            <a:r>
              <a:rPr sz="2175" i="1" spc="-7" baseline="32567" dirty="0">
                <a:solidFill>
                  <a:srgbClr val="0000FF"/>
                </a:solidFill>
                <a:latin typeface="Menlo"/>
                <a:cs typeface="Menlo"/>
              </a:rPr>
              <a:t>i</a:t>
            </a:r>
            <a:r>
              <a:rPr sz="2050" spc="-5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2050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spc="409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0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spc="14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2050" b="1" i="1" spc="140" dirty="0">
                <a:solidFill>
                  <a:srgbClr val="0000FF"/>
                </a:solidFill>
                <a:latin typeface="Georgia-BoldItalic"/>
                <a:cs typeface="Georgia-BoldItalic"/>
              </a:rPr>
              <a:t>x</a:t>
            </a:r>
            <a:r>
              <a:rPr sz="2050" b="1" i="1" spc="-75" dirty="0">
                <a:solidFill>
                  <a:srgbClr val="0000FF"/>
                </a:solidFill>
                <a:latin typeface="Georgia-BoldItalic"/>
                <a:cs typeface="Georgia-BoldItalic"/>
              </a:rPr>
              <a:t> </a:t>
            </a:r>
            <a:r>
              <a:rPr sz="2050" i="1" spc="-660" dirty="0">
                <a:solidFill>
                  <a:srgbClr val="0000FF"/>
                </a:solidFill>
                <a:latin typeface="Menlo"/>
                <a:cs typeface="Menlo"/>
              </a:rPr>
              <a:t>·</a:t>
            </a:r>
            <a:r>
              <a:rPr sz="2050" i="1" spc="-765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50" b="1" i="1" spc="15" dirty="0">
                <a:solidFill>
                  <a:srgbClr val="0000FF"/>
                </a:solidFill>
                <a:latin typeface="Georgia-BoldItalic"/>
                <a:cs typeface="Georgia-BoldItalic"/>
              </a:rPr>
              <a:t>x</a:t>
            </a:r>
            <a:r>
              <a:rPr sz="2175" i="1" spc="22" baseline="32567" dirty="0">
                <a:solidFill>
                  <a:srgbClr val="0000FF"/>
                </a:solidFill>
                <a:latin typeface="Menlo"/>
                <a:cs typeface="Menlo"/>
              </a:rPr>
              <a:t>i</a:t>
            </a:r>
            <a:r>
              <a:rPr sz="2050" spc="15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2175" spc="22" baseline="32567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175" spc="465" baseline="32567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spc="409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0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spc="150" dirty="0">
                <a:solidFill>
                  <a:srgbClr val="0000FF"/>
                </a:solidFill>
                <a:latin typeface="Arial"/>
                <a:cs typeface="Arial"/>
              </a:rPr>
              <a:t>((</a:t>
            </a:r>
            <a:r>
              <a:rPr sz="2050" i="1" spc="150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2175" spc="225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2050" i="1" spc="150" dirty="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sz="2050" i="1" spc="-16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190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2175" spc="284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050" spc="190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2050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50" i="1" spc="-660" dirty="0">
                <a:solidFill>
                  <a:srgbClr val="0000FF"/>
                </a:solidFill>
                <a:latin typeface="Menlo"/>
                <a:cs typeface="Menlo"/>
              </a:rPr>
              <a:t>·</a:t>
            </a:r>
            <a:r>
              <a:rPr sz="2050" i="1" spc="-780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50" spc="7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2050" i="1" spc="70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2175" i="1" spc="104" baseline="32567" dirty="0">
                <a:solidFill>
                  <a:srgbClr val="0000FF"/>
                </a:solidFill>
                <a:latin typeface="Menlo"/>
                <a:cs typeface="Menlo"/>
              </a:rPr>
              <a:t>i</a:t>
            </a:r>
            <a:r>
              <a:rPr sz="2175" spc="104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2050" i="1" spc="70" dirty="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sz="2050" i="1" spc="-1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50" i="1" spc="85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2175" i="1" spc="127" baseline="32567" dirty="0">
                <a:solidFill>
                  <a:srgbClr val="0000FF"/>
                </a:solidFill>
                <a:latin typeface="Menlo"/>
                <a:cs typeface="Menlo"/>
              </a:rPr>
              <a:t>i</a:t>
            </a:r>
            <a:r>
              <a:rPr sz="2175" spc="127" baseline="-11494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050" spc="85" dirty="0">
                <a:solidFill>
                  <a:srgbClr val="0000FF"/>
                </a:solidFill>
                <a:latin typeface="Arial"/>
                <a:cs typeface="Arial"/>
              </a:rPr>
              <a:t>))</a:t>
            </a:r>
            <a:r>
              <a:rPr sz="2175" spc="127" baseline="32567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2175" baseline="32567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331717" y="5485079"/>
            <a:ext cx="140144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695" algn="l"/>
                <a:tab pos="941705" algn="l"/>
                <a:tab pos="1283335" algn="l"/>
              </a:tabLst>
            </a:pPr>
            <a:r>
              <a:rPr sz="1450" spc="95" dirty="0">
                <a:solidFill>
                  <a:srgbClr val="231F20"/>
                </a:solidFill>
                <a:latin typeface="Times New Roman"/>
                <a:cs typeface="Times New Roman"/>
              </a:rPr>
              <a:t>1	1	2	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39409" y="5510988"/>
            <a:ext cx="140271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941705" algn="l"/>
                <a:tab pos="1284605" algn="l"/>
              </a:tabLst>
            </a:pPr>
            <a:r>
              <a:rPr sz="1450" spc="95" dirty="0">
                <a:solidFill>
                  <a:srgbClr val="231F20"/>
                </a:solidFill>
                <a:latin typeface="Times New Roman"/>
                <a:cs typeface="Times New Roman"/>
              </a:rPr>
              <a:t>1	1	2	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777489" y="5368251"/>
            <a:ext cx="564134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1084580" algn="l"/>
              </a:tabLst>
            </a:pP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2050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19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2050" i="1" spc="19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050" i="1" spc="4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i="1" spc="-70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i="1" spc="-104" baseline="32567" dirty="0">
                <a:solidFill>
                  <a:srgbClr val="231F20"/>
                </a:solidFill>
                <a:latin typeface="Menlo"/>
                <a:cs typeface="Menlo"/>
              </a:rPr>
              <a:t>i	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+ </a:t>
            </a:r>
            <a:r>
              <a:rPr sz="2050" i="1" spc="270" dirty="0">
                <a:solidFill>
                  <a:srgbClr val="231F20"/>
                </a:solidFill>
                <a:latin typeface="Times New Roman"/>
                <a:cs typeface="Times New Roman"/>
              </a:rPr>
              <a:t>x </a:t>
            </a:r>
            <a:r>
              <a:rPr sz="2050" i="1" spc="-70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i="1" spc="-104" baseline="32567" dirty="0">
                <a:solidFill>
                  <a:srgbClr val="231F20"/>
                </a:solidFill>
                <a:latin typeface="Menlo"/>
                <a:cs typeface="Menlo"/>
              </a:rPr>
              <a:t>i </a:t>
            </a:r>
            <a:r>
              <a:rPr sz="2050" spc="105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r>
              <a:rPr sz="2175" spc="157" baseline="32567" dirty="0">
                <a:solidFill>
                  <a:srgbClr val="231F20"/>
                </a:solidFill>
                <a:latin typeface="Times New Roman"/>
                <a:cs typeface="Times New Roman"/>
              </a:rPr>
              <a:t>2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= </a:t>
            </a:r>
            <a:r>
              <a:rPr sz="20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spc="157" baseline="32567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20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i="1" spc="157" baseline="32567" dirty="0">
                <a:solidFill>
                  <a:srgbClr val="231F20"/>
                </a:solidFill>
                <a:latin typeface="Menlo"/>
                <a:cs typeface="Menlo"/>
              </a:rPr>
              <a:t>i</a:t>
            </a:r>
            <a:r>
              <a:rPr sz="2175" spc="157" baseline="44061" dirty="0">
                <a:solidFill>
                  <a:srgbClr val="231F20"/>
                </a:solidFill>
                <a:latin typeface="Times New Roman"/>
                <a:cs typeface="Times New Roman"/>
              </a:rPr>
              <a:t>2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+ </a:t>
            </a:r>
            <a:r>
              <a:rPr sz="20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spc="157" baseline="32567" dirty="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sz="20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i="1" spc="157" baseline="32567" dirty="0">
                <a:solidFill>
                  <a:srgbClr val="231F20"/>
                </a:solidFill>
                <a:latin typeface="Menlo"/>
                <a:cs typeface="Menlo"/>
              </a:rPr>
              <a:t>i</a:t>
            </a:r>
            <a:r>
              <a:rPr sz="2175" spc="157" baseline="44061" dirty="0">
                <a:solidFill>
                  <a:srgbClr val="231F20"/>
                </a:solidFill>
                <a:latin typeface="Times New Roman"/>
                <a:cs typeface="Times New Roman"/>
              </a:rPr>
              <a:t>2 </a:t>
            </a:r>
            <a:r>
              <a:rPr sz="2050" spc="409" dirty="0">
                <a:solidFill>
                  <a:srgbClr val="231F20"/>
                </a:solidFill>
                <a:latin typeface="Arial"/>
                <a:cs typeface="Arial"/>
              </a:rPr>
              <a:t>+</a:t>
            </a:r>
            <a:r>
              <a:rPr sz="2050" spc="-1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2050" spc="80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20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x </a:t>
            </a:r>
            <a:r>
              <a:rPr sz="2050" i="1" spc="-70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i="1" spc="-104" baseline="32567" dirty="0">
                <a:solidFill>
                  <a:srgbClr val="231F20"/>
                </a:solidFill>
                <a:latin typeface="Menlo"/>
                <a:cs typeface="Menlo"/>
              </a:rPr>
              <a:t>i </a:t>
            </a:r>
            <a:r>
              <a:rPr sz="2050" i="1" spc="270" dirty="0">
                <a:solidFill>
                  <a:srgbClr val="231F20"/>
                </a:solidFill>
                <a:latin typeface="Times New Roman"/>
                <a:cs typeface="Times New Roman"/>
              </a:rPr>
              <a:t>x </a:t>
            </a:r>
            <a:r>
              <a:rPr sz="2050" i="1" spc="-70" dirty="0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sz="2175" i="1" spc="-104" baseline="32567" dirty="0">
                <a:solidFill>
                  <a:srgbClr val="231F20"/>
                </a:solidFill>
                <a:latin typeface="Menlo"/>
                <a:cs typeface="Menlo"/>
              </a:rPr>
              <a:t>i</a:t>
            </a:r>
            <a:endParaRPr sz="2175" baseline="32567">
              <a:latin typeface="Menlo"/>
              <a:cs typeface="Menlo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29754" y="5485079"/>
            <a:ext cx="108140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621665" algn="l"/>
                <a:tab pos="963294" algn="l"/>
              </a:tabLst>
            </a:pPr>
            <a:r>
              <a:rPr sz="1450" spc="95" dirty="0">
                <a:solidFill>
                  <a:srgbClr val="231F20"/>
                </a:solidFill>
                <a:latin typeface="Times New Roman"/>
                <a:cs typeface="Times New Roman"/>
              </a:rPr>
              <a:t>1	1	2	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765019" y="5917832"/>
            <a:ext cx="7766684" cy="769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95"/>
              </a:spcBef>
            </a:pP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Interestingly,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if </a:t>
            </a:r>
            <a:r>
              <a:rPr sz="2050" i="1" spc="45" dirty="0">
                <a:solidFill>
                  <a:srgbClr val="231F20"/>
                </a:solidFill>
                <a:latin typeface="Times New Roman"/>
                <a:cs typeface="Times New Roman"/>
              </a:rPr>
              <a:t>d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is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large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the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kernel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is still only requires </a:t>
            </a:r>
            <a:r>
              <a:rPr sz="2050" i="1" spc="210" dirty="0">
                <a:solidFill>
                  <a:srgbClr val="231F20"/>
                </a:solidFill>
                <a:latin typeface="Times New Roman"/>
                <a:cs typeface="Times New Roman"/>
              </a:rPr>
              <a:t>n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multiplications 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to compute, whereas the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explicit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representation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may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not fit in</a:t>
            </a:r>
            <a:r>
              <a:rPr sz="2050" spc="1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memory!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875867"/>
            <a:ext cx="264985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28	</a:t>
            </a:r>
            <a:r>
              <a:rPr spc="15" dirty="0"/>
              <a:t>RBF-SVMs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9645" y="1718271"/>
            <a:ext cx="717677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50" spc="5" dirty="0">
                <a:latin typeface="Times New Roman"/>
                <a:cs typeface="Times New Roman"/>
              </a:rPr>
              <a:t>The RBF</a:t>
            </a:r>
            <a:r>
              <a:rPr sz="2050" spc="-10" dirty="0">
                <a:latin typeface="Times New Roman"/>
                <a:cs typeface="Times New Roman"/>
              </a:rPr>
              <a:t> </a:t>
            </a:r>
            <a:r>
              <a:rPr sz="2050" spc="-5" dirty="0">
                <a:latin typeface="Times New Roman"/>
                <a:cs typeface="Times New Roman"/>
              </a:rPr>
              <a:t>kernel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i="1" spc="215" dirty="0">
                <a:latin typeface="Times New Roman"/>
                <a:cs typeface="Times New Roman"/>
              </a:rPr>
              <a:t>K</a:t>
            </a:r>
            <a:r>
              <a:rPr sz="2050" spc="215" dirty="0">
                <a:latin typeface="Arial"/>
                <a:cs typeface="Arial"/>
              </a:rPr>
              <a:t>(</a:t>
            </a:r>
            <a:r>
              <a:rPr sz="2050" b="1" i="1" spc="215" dirty="0">
                <a:latin typeface="Georgia-BoldItalic"/>
                <a:cs typeface="Georgia-BoldItalic"/>
              </a:rPr>
              <a:t>x</a:t>
            </a:r>
            <a:r>
              <a:rPr sz="2050" i="1" spc="215" dirty="0">
                <a:latin typeface="Times New Roman"/>
                <a:cs typeface="Times New Roman"/>
              </a:rPr>
              <a:t>,</a:t>
            </a:r>
            <a:r>
              <a:rPr sz="2050" i="1" spc="-165" dirty="0">
                <a:latin typeface="Times New Roman"/>
                <a:cs typeface="Times New Roman"/>
              </a:rPr>
              <a:t> </a:t>
            </a:r>
            <a:r>
              <a:rPr sz="2050" b="1" i="1" spc="-5" dirty="0">
                <a:latin typeface="Georgia-BoldItalic"/>
                <a:cs typeface="Georgia-BoldItalic"/>
              </a:rPr>
              <a:t>x</a:t>
            </a:r>
            <a:r>
              <a:rPr sz="2175" i="1" spc="-7" baseline="28735" dirty="0">
                <a:latin typeface="Menlo"/>
                <a:cs typeface="Menlo"/>
              </a:rPr>
              <a:t>i</a:t>
            </a:r>
            <a:r>
              <a:rPr sz="2050" spc="-5" dirty="0">
                <a:latin typeface="Arial"/>
                <a:cs typeface="Arial"/>
              </a:rPr>
              <a:t>)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409" dirty="0">
                <a:latin typeface="Arial"/>
                <a:cs typeface="Arial"/>
              </a:rPr>
              <a:t>=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35" dirty="0">
                <a:latin typeface="Times New Roman"/>
                <a:cs typeface="Times New Roman"/>
              </a:rPr>
              <a:t>exp</a:t>
            </a:r>
            <a:r>
              <a:rPr sz="2050" spc="-35" dirty="0">
                <a:latin typeface="Arial"/>
                <a:cs typeface="Arial"/>
              </a:rPr>
              <a:t>(</a:t>
            </a:r>
            <a:r>
              <a:rPr sz="2050" i="1" spc="-35" dirty="0">
                <a:latin typeface="Menlo"/>
                <a:cs typeface="Menlo"/>
              </a:rPr>
              <a:t>−</a:t>
            </a:r>
            <a:r>
              <a:rPr sz="2050" i="1" spc="-35" dirty="0">
                <a:latin typeface="Times New Roman"/>
                <a:cs typeface="Times New Roman"/>
              </a:rPr>
              <a:t>γ</a:t>
            </a:r>
            <a:r>
              <a:rPr sz="2050" i="1" spc="-35" dirty="0">
                <a:latin typeface="Menlo"/>
                <a:cs typeface="Menlo"/>
              </a:rPr>
              <a:t>||</a:t>
            </a:r>
            <a:r>
              <a:rPr sz="2050" b="1" i="1" spc="-35" dirty="0">
                <a:latin typeface="Georgia-BoldItalic"/>
                <a:cs typeface="Georgia-BoldItalic"/>
              </a:rPr>
              <a:t>x</a:t>
            </a:r>
            <a:r>
              <a:rPr sz="2050" b="1" i="1" spc="-75" dirty="0">
                <a:latin typeface="Georgia-BoldItalic"/>
                <a:cs typeface="Georgia-BoldItalic"/>
              </a:rPr>
              <a:t> </a:t>
            </a:r>
            <a:r>
              <a:rPr sz="2050" i="1" spc="370" dirty="0">
                <a:latin typeface="Menlo"/>
                <a:cs typeface="Menlo"/>
              </a:rPr>
              <a:t>−</a:t>
            </a:r>
            <a:r>
              <a:rPr sz="2050" i="1" spc="-780" dirty="0">
                <a:latin typeface="Menlo"/>
                <a:cs typeface="Menlo"/>
              </a:rPr>
              <a:t> </a:t>
            </a:r>
            <a:r>
              <a:rPr sz="2050" b="1" i="1" spc="-190" dirty="0">
                <a:latin typeface="Georgia-BoldItalic"/>
                <a:cs typeface="Georgia-BoldItalic"/>
              </a:rPr>
              <a:t>x</a:t>
            </a:r>
            <a:r>
              <a:rPr sz="2175" i="1" spc="-284" baseline="28735" dirty="0">
                <a:latin typeface="Menlo"/>
                <a:cs typeface="Menlo"/>
              </a:rPr>
              <a:t>i</a:t>
            </a:r>
            <a:r>
              <a:rPr sz="2050" i="1" spc="-190" dirty="0">
                <a:latin typeface="Menlo"/>
                <a:cs typeface="Menlo"/>
              </a:rPr>
              <a:t>||</a:t>
            </a:r>
            <a:r>
              <a:rPr sz="2175" spc="-284" baseline="28735" dirty="0">
                <a:latin typeface="Times New Roman"/>
                <a:cs typeface="Times New Roman"/>
              </a:rPr>
              <a:t>2</a:t>
            </a:r>
            <a:r>
              <a:rPr sz="2050" spc="-190" dirty="0">
                <a:latin typeface="Arial"/>
                <a:cs typeface="Arial"/>
              </a:rPr>
              <a:t>)</a:t>
            </a:r>
            <a:r>
              <a:rPr sz="2050" spc="-55" dirty="0">
                <a:latin typeface="Arial"/>
                <a:cs typeface="Arial"/>
              </a:rPr>
              <a:t> </a:t>
            </a:r>
            <a:r>
              <a:rPr sz="2050" spc="5" dirty="0">
                <a:latin typeface="Times New Roman"/>
                <a:cs typeface="Times New Roman"/>
              </a:rPr>
              <a:t>is</a:t>
            </a:r>
            <a:r>
              <a:rPr sz="2050" spc="-10" dirty="0">
                <a:latin typeface="Times New Roman"/>
                <a:cs typeface="Times New Roman"/>
              </a:rPr>
              <a:t> </a:t>
            </a:r>
            <a:r>
              <a:rPr sz="2050" spc="5" dirty="0">
                <a:latin typeface="Times New Roman"/>
                <a:cs typeface="Times New Roman"/>
              </a:rPr>
              <a:t>one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spc="5" dirty="0">
                <a:latin typeface="Times New Roman"/>
                <a:cs typeface="Times New Roman"/>
              </a:rPr>
              <a:t>of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spc="5" dirty="0">
                <a:latin typeface="Times New Roman"/>
                <a:cs typeface="Times New Roman"/>
              </a:rPr>
              <a:t>the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spc="5" dirty="0">
                <a:latin typeface="Times New Roman"/>
                <a:cs typeface="Times New Roman"/>
              </a:rPr>
              <a:t>most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4961" y="1905242"/>
            <a:ext cx="7034530" cy="857250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2050" dirty="0">
                <a:latin typeface="Times New Roman"/>
                <a:cs typeface="Times New Roman"/>
              </a:rPr>
              <a:t>popular </a:t>
            </a:r>
            <a:r>
              <a:rPr sz="2050" spc="-5" dirty="0">
                <a:latin typeface="Times New Roman"/>
                <a:cs typeface="Times New Roman"/>
              </a:rPr>
              <a:t>kernel </a:t>
            </a:r>
            <a:r>
              <a:rPr sz="2050" dirty="0">
                <a:latin typeface="Times New Roman"/>
                <a:cs typeface="Times New Roman"/>
              </a:rPr>
              <a:t>functions. It adds </a:t>
            </a:r>
            <a:r>
              <a:rPr sz="2050" spc="5" dirty="0">
                <a:latin typeface="Times New Roman"/>
                <a:cs typeface="Times New Roman"/>
              </a:rPr>
              <a:t>a </a:t>
            </a:r>
            <a:r>
              <a:rPr sz="2050" spc="-5" dirty="0">
                <a:latin typeface="Times New Roman"/>
                <a:cs typeface="Times New Roman"/>
              </a:rPr>
              <a:t>”bump” </a:t>
            </a:r>
            <a:r>
              <a:rPr sz="2050" dirty="0">
                <a:latin typeface="Times New Roman"/>
                <a:cs typeface="Times New Roman"/>
              </a:rPr>
              <a:t>around each data</a:t>
            </a:r>
            <a:r>
              <a:rPr sz="2050" spc="2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point:</a:t>
            </a:r>
            <a:endParaRPr sz="2050">
              <a:latin typeface="Times New Roman"/>
              <a:cs typeface="Times New Roman"/>
            </a:endParaRPr>
          </a:p>
          <a:p>
            <a:pPr marR="1239520" algn="ctr">
              <a:lnSpc>
                <a:spcPct val="100000"/>
              </a:lnSpc>
              <a:spcBef>
                <a:spcPts val="960"/>
              </a:spcBef>
            </a:pPr>
            <a:r>
              <a:rPr sz="1450" i="1" spc="415" dirty="0">
                <a:latin typeface="Times New Roman"/>
                <a:cs typeface="Times New Roman"/>
              </a:rPr>
              <a:t>m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6429" y="2516847"/>
            <a:ext cx="40449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2410" dirty="0"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74717" y="3154883"/>
            <a:ext cx="36703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latin typeface="Times New Roman"/>
                <a:cs typeface="Times New Roman"/>
              </a:rPr>
              <a:t>i</a:t>
            </a:r>
            <a:r>
              <a:rPr sz="1450" spc="270" dirty="0">
                <a:latin typeface="Times New Roman"/>
                <a:cs typeface="Times New Roman"/>
              </a:rPr>
              <a:t>=1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46217" y="2885135"/>
            <a:ext cx="9969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2458" y="2766797"/>
            <a:ext cx="263207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318260" algn="l"/>
                <a:tab pos="1640205" algn="l"/>
              </a:tabLst>
            </a:pPr>
            <a:r>
              <a:rPr sz="2050" i="1" spc="440" dirty="0">
                <a:latin typeface="Times New Roman"/>
                <a:cs typeface="Times New Roman"/>
              </a:rPr>
              <a:t>f</a:t>
            </a:r>
            <a:r>
              <a:rPr sz="2050" i="1" spc="-290" dirty="0">
                <a:latin typeface="Times New Roman"/>
                <a:cs typeface="Times New Roman"/>
              </a:rPr>
              <a:t> </a:t>
            </a:r>
            <a:r>
              <a:rPr sz="2050" spc="120" dirty="0">
                <a:latin typeface="Arial"/>
                <a:cs typeface="Arial"/>
              </a:rPr>
              <a:t>(</a:t>
            </a:r>
            <a:r>
              <a:rPr sz="2050" b="1" i="1" spc="155" dirty="0">
                <a:latin typeface="Georgia-BoldItalic"/>
                <a:cs typeface="Georgia-BoldItalic"/>
              </a:rPr>
              <a:t>x</a:t>
            </a:r>
            <a:r>
              <a:rPr sz="2050" spc="120" dirty="0">
                <a:latin typeface="Arial"/>
                <a:cs typeface="Arial"/>
              </a:rPr>
              <a:t>)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409" dirty="0">
                <a:latin typeface="Arial"/>
                <a:cs typeface="Arial"/>
              </a:rPr>
              <a:t>=</a:t>
            </a:r>
            <a:r>
              <a:rPr sz="2050" dirty="0">
                <a:latin typeface="Arial"/>
                <a:cs typeface="Arial"/>
              </a:rPr>
              <a:t>	</a:t>
            </a:r>
            <a:r>
              <a:rPr sz="2050" i="1" spc="245" dirty="0">
                <a:latin typeface="Times New Roman"/>
                <a:cs typeface="Times New Roman"/>
              </a:rPr>
              <a:t>α</a:t>
            </a:r>
            <a:r>
              <a:rPr sz="2050" i="1" dirty="0">
                <a:latin typeface="Times New Roman"/>
                <a:cs typeface="Times New Roman"/>
              </a:rPr>
              <a:t>	</a:t>
            </a:r>
            <a:r>
              <a:rPr sz="2050" spc="-40" dirty="0">
                <a:latin typeface="Times New Roman"/>
                <a:cs typeface="Times New Roman"/>
              </a:rPr>
              <a:t>e</a:t>
            </a:r>
            <a:r>
              <a:rPr sz="2050" dirty="0">
                <a:latin typeface="Times New Roman"/>
                <a:cs typeface="Times New Roman"/>
              </a:rPr>
              <a:t>x</a:t>
            </a:r>
            <a:r>
              <a:rPr sz="2050" spc="15" dirty="0">
                <a:latin typeface="Times New Roman"/>
                <a:cs typeface="Times New Roman"/>
              </a:rPr>
              <a:t>p</a:t>
            </a:r>
            <a:r>
              <a:rPr sz="2050" spc="120" dirty="0">
                <a:latin typeface="Arial"/>
                <a:cs typeface="Arial"/>
              </a:rPr>
              <a:t>(</a:t>
            </a:r>
            <a:r>
              <a:rPr sz="2050" i="1" spc="370" dirty="0">
                <a:latin typeface="Menlo"/>
                <a:cs typeface="Menlo"/>
              </a:rPr>
              <a:t>−</a:t>
            </a:r>
            <a:r>
              <a:rPr sz="2050" i="1" spc="375" dirty="0">
                <a:latin typeface="Times New Roman"/>
                <a:cs typeface="Times New Roman"/>
              </a:rPr>
              <a:t>γ</a:t>
            </a:r>
            <a:r>
              <a:rPr sz="2050" i="1" spc="-660" dirty="0">
                <a:latin typeface="Menlo"/>
                <a:cs typeface="Menlo"/>
              </a:rPr>
              <a:t>||</a:t>
            </a:r>
            <a:endParaRPr sz="2050">
              <a:latin typeface="Menlo"/>
              <a:cs typeface="Menl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50761" y="2885135"/>
            <a:ext cx="9969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i="1" spc="180" dirty="0"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6185" y="2737307"/>
            <a:ext cx="13017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9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78627" y="2766783"/>
            <a:ext cx="146431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28930" algn="l"/>
              </a:tabLst>
            </a:pPr>
            <a:r>
              <a:rPr sz="2050" b="1" i="1" spc="165" dirty="0">
                <a:latin typeface="Georgia-BoldItalic"/>
                <a:cs typeface="Georgia-BoldItalic"/>
              </a:rPr>
              <a:t>x	</a:t>
            </a:r>
            <a:r>
              <a:rPr sz="2050" i="1" spc="370" dirty="0">
                <a:latin typeface="Menlo"/>
                <a:cs typeface="Menlo"/>
              </a:rPr>
              <a:t>−</a:t>
            </a:r>
            <a:r>
              <a:rPr sz="2050" i="1" spc="-750" dirty="0">
                <a:latin typeface="Menlo"/>
                <a:cs typeface="Menlo"/>
              </a:rPr>
              <a:t> </a:t>
            </a:r>
            <a:r>
              <a:rPr sz="2050" b="1" i="1" spc="-390" dirty="0">
                <a:latin typeface="Georgia-BoldItalic"/>
                <a:cs typeface="Georgia-BoldItalic"/>
              </a:rPr>
              <a:t>x</a:t>
            </a:r>
            <a:r>
              <a:rPr sz="2050" i="1" spc="-390" dirty="0">
                <a:latin typeface="Menlo"/>
                <a:cs typeface="Menlo"/>
              </a:rPr>
              <a:t>|| </a:t>
            </a:r>
            <a:r>
              <a:rPr sz="2050" spc="490" dirty="0">
                <a:latin typeface="Arial"/>
                <a:cs typeface="Arial"/>
              </a:rPr>
              <a:t>)+</a:t>
            </a:r>
            <a:r>
              <a:rPr sz="2050" spc="-114" dirty="0">
                <a:latin typeface="Arial"/>
                <a:cs typeface="Arial"/>
              </a:rPr>
              <a:t> </a:t>
            </a:r>
            <a:endParaRPr sz="2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17239" y="2766783"/>
            <a:ext cx="13843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i="1" spc="-140" dirty="0">
                <a:latin typeface="Times New Roman"/>
                <a:cs typeface="Times New Roman"/>
              </a:rPr>
              <a:t>b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27869" y="4712944"/>
            <a:ext cx="16002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25" dirty="0">
                <a:solidFill>
                  <a:srgbClr val="363639"/>
                </a:solidFill>
                <a:latin typeface="Symbol"/>
                <a:cs typeface="Symbol"/>
              </a:rPr>
              <a:t>Φ</a:t>
            </a:r>
            <a:endParaRPr sz="1350">
              <a:latin typeface="Symbol"/>
              <a:cs typeface="Symbo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95117" y="4689970"/>
            <a:ext cx="2169795" cy="556895"/>
          </a:xfrm>
          <a:custGeom>
            <a:avLst/>
            <a:gdLst/>
            <a:ahLst/>
            <a:cxnLst/>
            <a:rect l="l" t="t" r="r" b="b"/>
            <a:pathLst>
              <a:path w="2169795" h="556895">
                <a:moveTo>
                  <a:pt x="2169464" y="556336"/>
                </a:moveTo>
                <a:lnTo>
                  <a:pt x="2139505" y="516645"/>
                </a:lnTo>
                <a:lnTo>
                  <a:pt x="2108240" y="478243"/>
                </a:lnTo>
                <a:lnTo>
                  <a:pt x="2075712" y="441151"/>
                </a:lnTo>
                <a:lnTo>
                  <a:pt x="2041964" y="405390"/>
                </a:lnTo>
                <a:lnTo>
                  <a:pt x="2007039" y="370984"/>
                </a:lnTo>
                <a:lnTo>
                  <a:pt x="1970979" y="337954"/>
                </a:lnTo>
                <a:lnTo>
                  <a:pt x="1933828" y="306321"/>
                </a:lnTo>
                <a:lnTo>
                  <a:pt x="1895629" y="276108"/>
                </a:lnTo>
                <a:lnTo>
                  <a:pt x="1856425" y="247336"/>
                </a:lnTo>
                <a:lnTo>
                  <a:pt x="1816258" y="220028"/>
                </a:lnTo>
                <a:lnTo>
                  <a:pt x="1775172" y="194205"/>
                </a:lnTo>
                <a:lnTo>
                  <a:pt x="1733210" y="169890"/>
                </a:lnTo>
                <a:lnTo>
                  <a:pt x="1690414" y="147104"/>
                </a:lnTo>
                <a:lnTo>
                  <a:pt x="1646828" y="125868"/>
                </a:lnTo>
                <a:lnTo>
                  <a:pt x="1602494" y="106206"/>
                </a:lnTo>
                <a:lnTo>
                  <a:pt x="1557456" y="88138"/>
                </a:lnTo>
                <a:lnTo>
                  <a:pt x="1511757" y="71688"/>
                </a:lnTo>
                <a:lnTo>
                  <a:pt x="1465439" y="56876"/>
                </a:lnTo>
                <a:lnTo>
                  <a:pt x="1418545" y="43724"/>
                </a:lnTo>
                <a:lnTo>
                  <a:pt x="1371119" y="32255"/>
                </a:lnTo>
                <a:lnTo>
                  <a:pt x="1323203" y="22491"/>
                </a:lnTo>
                <a:lnTo>
                  <a:pt x="1274841" y="14452"/>
                </a:lnTo>
                <a:lnTo>
                  <a:pt x="1226075" y="8162"/>
                </a:lnTo>
                <a:lnTo>
                  <a:pt x="1176948" y="3642"/>
                </a:lnTo>
                <a:lnTo>
                  <a:pt x="1127504" y="914"/>
                </a:lnTo>
                <a:lnTo>
                  <a:pt x="1077785" y="0"/>
                </a:lnTo>
                <a:lnTo>
                  <a:pt x="1027061" y="951"/>
                </a:lnTo>
                <a:lnTo>
                  <a:pt x="976619" y="3791"/>
                </a:lnTo>
                <a:lnTo>
                  <a:pt x="926506" y="8496"/>
                </a:lnTo>
                <a:lnTo>
                  <a:pt x="876767" y="15044"/>
                </a:lnTo>
                <a:lnTo>
                  <a:pt x="827448" y="23411"/>
                </a:lnTo>
                <a:lnTo>
                  <a:pt x="778595" y="33575"/>
                </a:lnTo>
                <a:lnTo>
                  <a:pt x="730253" y="45512"/>
                </a:lnTo>
                <a:lnTo>
                  <a:pt x="682470" y="59200"/>
                </a:lnTo>
                <a:lnTo>
                  <a:pt x="635291" y="74616"/>
                </a:lnTo>
                <a:lnTo>
                  <a:pt x="588761" y="91737"/>
                </a:lnTo>
                <a:lnTo>
                  <a:pt x="542926" y="110539"/>
                </a:lnTo>
                <a:lnTo>
                  <a:pt x="497834" y="131001"/>
                </a:lnTo>
                <a:lnTo>
                  <a:pt x="453528" y="153100"/>
                </a:lnTo>
                <a:lnTo>
                  <a:pt x="410056" y="176811"/>
                </a:lnTo>
                <a:lnTo>
                  <a:pt x="367464" y="202113"/>
                </a:lnTo>
                <a:lnTo>
                  <a:pt x="325796" y="228982"/>
                </a:lnTo>
                <a:lnTo>
                  <a:pt x="285100" y="257396"/>
                </a:lnTo>
                <a:lnTo>
                  <a:pt x="245420" y="287332"/>
                </a:lnTo>
                <a:lnTo>
                  <a:pt x="206804" y="318767"/>
                </a:lnTo>
                <a:lnTo>
                  <a:pt x="169296" y="351677"/>
                </a:lnTo>
                <a:lnTo>
                  <a:pt x="132944" y="386040"/>
                </a:lnTo>
                <a:lnTo>
                  <a:pt x="97792" y="421834"/>
                </a:lnTo>
                <a:lnTo>
                  <a:pt x="63887" y="459034"/>
                </a:lnTo>
                <a:lnTo>
                  <a:pt x="31274" y="497619"/>
                </a:lnTo>
                <a:lnTo>
                  <a:pt x="0" y="537565"/>
                </a:lnTo>
              </a:path>
            </a:pathLst>
          </a:custGeom>
          <a:ln w="146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74514" y="5150383"/>
            <a:ext cx="95885" cy="100965"/>
          </a:xfrm>
          <a:custGeom>
            <a:avLst/>
            <a:gdLst/>
            <a:ahLst/>
            <a:cxnLst/>
            <a:rect l="l" t="t" r="r" b="b"/>
            <a:pathLst>
              <a:path w="95885" h="100964">
                <a:moveTo>
                  <a:pt x="95529" y="91059"/>
                </a:moveTo>
                <a:lnTo>
                  <a:pt x="43687" y="0"/>
                </a:lnTo>
                <a:lnTo>
                  <a:pt x="31584" y="30403"/>
                </a:lnTo>
                <a:lnTo>
                  <a:pt x="0" y="38976"/>
                </a:lnTo>
                <a:lnTo>
                  <a:pt x="84607" y="100799"/>
                </a:lnTo>
                <a:lnTo>
                  <a:pt x="95529" y="91059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84839" y="5311460"/>
            <a:ext cx="1210945" cy="615950"/>
          </a:xfrm>
          <a:custGeom>
            <a:avLst/>
            <a:gdLst/>
            <a:ahLst/>
            <a:cxnLst/>
            <a:rect l="l" t="t" r="r" b="b"/>
            <a:pathLst>
              <a:path w="1210945" h="615950">
                <a:moveTo>
                  <a:pt x="0" y="613190"/>
                </a:moveTo>
                <a:lnTo>
                  <a:pt x="44887" y="615091"/>
                </a:lnTo>
                <a:lnTo>
                  <a:pt x="77939" y="615724"/>
                </a:lnTo>
                <a:lnTo>
                  <a:pt x="101962" y="615091"/>
                </a:lnTo>
                <a:lnTo>
                  <a:pt x="147169" y="607379"/>
                </a:lnTo>
                <a:lnTo>
                  <a:pt x="213958" y="586130"/>
                </a:lnTo>
                <a:lnTo>
                  <a:pt x="263762" y="552312"/>
                </a:lnTo>
                <a:lnTo>
                  <a:pt x="290123" y="523020"/>
                </a:lnTo>
                <a:lnTo>
                  <a:pt x="314463" y="492243"/>
                </a:lnTo>
                <a:lnTo>
                  <a:pt x="349428" y="438417"/>
                </a:lnTo>
                <a:lnTo>
                  <a:pt x="368485" y="401502"/>
                </a:lnTo>
                <a:lnTo>
                  <a:pt x="386259" y="363980"/>
                </a:lnTo>
                <a:lnTo>
                  <a:pt x="412048" y="292967"/>
                </a:lnTo>
                <a:lnTo>
                  <a:pt x="425794" y="240626"/>
                </a:lnTo>
                <a:lnTo>
                  <a:pt x="439543" y="188281"/>
                </a:lnTo>
                <a:lnTo>
                  <a:pt x="452412" y="147481"/>
                </a:lnTo>
                <a:lnTo>
                  <a:pt x="463041" y="123823"/>
                </a:lnTo>
                <a:lnTo>
                  <a:pt x="477751" y="94665"/>
                </a:lnTo>
                <a:lnTo>
                  <a:pt x="493095" y="65303"/>
                </a:lnTo>
                <a:lnTo>
                  <a:pt x="505625" y="41030"/>
                </a:lnTo>
                <a:lnTo>
                  <a:pt x="542637" y="12957"/>
                </a:lnTo>
                <a:lnTo>
                  <a:pt x="585469" y="1114"/>
                </a:lnTo>
                <a:lnTo>
                  <a:pt x="598778" y="0"/>
                </a:lnTo>
                <a:lnTo>
                  <a:pt x="606156" y="278"/>
                </a:lnTo>
                <a:lnTo>
                  <a:pt x="654596" y="18580"/>
                </a:lnTo>
                <a:lnTo>
                  <a:pt x="687438" y="74907"/>
                </a:lnTo>
                <a:lnTo>
                  <a:pt x="696063" y="104048"/>
                </a:lnTo>
                <a:lnTo>
                  <a:pt x="705230" y="134172"/>
                </a:lnTo>
                <a:lnTo>
                  <a:pt x="714430" y="162351"/>
                </a:lnTo>
                <a:lnTo>
                  <a:pt x="723117" y="188250"/>
                </a:lnTo>
                <a:lnTo>
                  <a:pt x="732839" y="213723"/>
                </a:lnTo>
                <a:lnTo>
                  <a:pt x="745147" y="240623"/>
                </a:lnTo>
                <a:lnTo>
                  <a:pt x="757022" y="266674"/>
                </a:lnTo>
                <a:lnTo>
                  <a:pt x="771277" y="300118"/>
                </a:lnTo>
                <a:lnTo>
                  <a:pt x="785770" y="333755"/>
                </a:lnTo>
                <a:lnTo>
                  <a:pt x="798360" y="360384"/>
                </a:lnTo>
                <a:lnTo>
                  <a:pt x="806968" y="378028"/>
                </a:lnTo>
                <a:lnTo>
                  <a:pt x="817519" y="400600"/>
                </a:lnTo>
                <a:lnTo>
                  <a:pt x="838288" y="440216"/>
                </a:lnTo>
                <a:lnTo>
                  <a:pt x="885359" y="504301"/>
                </a:lnTo>
                <a:lnTo>
                  <a:pt x="915303" y="537314"/>
                </a:lnTo>
                <a:lnTo>
                  <a:pt x="968479" y="567227"/>
                </a:lnTo>
                <a:lnTo>
                  <a:pt x="1027798" y="571970"/>
                </a:lnTo>
                <a:lnTo>
                  <a:pt x="1051178" y="573274"/>
                </a:lnTo>
                <a:lnTo>
                  <a:pt x="1074612" y="575543"/>
                </a:lnTo>
                <a:lnTo>
                  <a:pt x="1106543" y="578308"/>
                </a:lnTo>
                <a:lnTo>
                  <a:pt x="1150711" y="581881"/>
                </a:lnTo>
                <a:lnTo>
                  <a:pt x="1210856" y="586571"/>
                </a:lnTo>
              </a:path>
            </a:pathLst>
          </a:custGeom>
          <a:ln w="146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62780" y="5311460"/>
            <a:ext cx="1210945" cy="615950"/>
          </a:xfrm>
          <a:custGeom>
            <a:avLst/>
            <a:gdLst/>
            <a:ahLst/>
            <a:cxnLst/>
            <a:rect l="l" t="t" r="r" b="b"/>
            <a:pathLst>
              <a:path w="1210945" h="615950">
                <a:moveTo>
                  <a:pt x="0" y="613190"/>
                </a:moveTo>
                <a:lnTo>
                  <a:pt x="44887" y="615091"/>
                </a:lnTo>
                <a:lnTo>
                  <a:pt x="77939" y="615724"/>
                </a:lnTo>
                <a:lnTo>
                  <a:pt x="101962" y="615091"/>
                </a:lnTo>
                <a:lnTo>
                  <a:pt x="147169" y="607379"/>
                </a:lnTo>
                <a:lnTo>
                  <a:pt x="213958" y="586130"/>
                </a:lnTo>
                <a:lnTo>
                  <a:pt x="263762" y="552312"/>
                </a:lnTo>
                <a:lnTo>
                  <a:pt x="290123" y="523020"/>
                </a:lnTo>
                <a:lnTo>
                  <a:pt x="314463" y="492243"/>
                </a:lnTo>
                <a:lnTo>
                  <a:pt x="349428" y="438417"/>
                </a:lnTo>
                <a:lnTo>
                  <a:pt x="368485" y="401502"/>
                </a:lnTo>
                <a:lnTo>
                  <a:pt x="386259" y="363980"/>
                </a:lnTo>
                <a:lnTo>
                  <a:pt x="412048" y="292967"/>
                </a:lnTo>
                <a:lnTo>
                  <a:pt x="425794" y="240626"/>
                </a:lnTo>
                <a:lnTo>
                  <a:pt x="439543" y="188281"/>
                </a:lnTo>
                <a:lnTo>
                  <a:pt x="452412" y="147481"/>
                </a:lnTo>
                <a:lnTo>
                  <a:pt x="463041" y="123823"/>
                </a:lnTo>
                <a:lnTo>
                  <a:pt x="477751" y="94665"/>
                </a:lnTo>
                <a:lnTo>
                  <a:pt x="493095" y="65303"/>
                </a:lnTo>
                <a:lnTo>
                  <a:pt x="505625" y="41030"/>
                </a:lnTo>
                <a:lnTo>
                  <a:pt x="542637" y="12957"/>
                </a:lnTo>
                <a:lnTo>
                  <a:pt x="585469" y="1114"/>
                </a:lnTo>
                <a:lnTo>
                  <a:pt x="598778" y="0"/>
                </a:lnTo>
                <a:lnTo>
                  <a:pt x="606156" y="278"/>
                </a:lnTo>
                <a:lnTo>
                  <a:pt x="654596" y="18580"/>
                </a:lnTo>
                <a:lnTo>
                  <a:pt x="687438" y="74907"/>
                </a:lnTo>
                <a:lnTo>
                  <a:pt x="696063" y="104048"/>
                </a:lnTo>
                <a:lnTo>
                  <a:pt x="705230" y="134172"/>
                </a:lnTo>
                <a:lnTo>
                  <a:pt x="714430" y="162351"/>
                </a:lnTo>
                <a:lnTo>
                  <a:pt x="723117" y="188250"/>
                </a:lnTo>
                <a:lnTo>
                  <a:pt x="732839" y="213723"/>
                </a:lnTo>
                <a:lnTo>
                  <a:pt x="745147" y="240623"/>
                </a:lnTo>
                <a:lnTo>
                  <a:pt x="757022" y="266674"/>
                </a:lnTo>
                <a:lnTo>
                  <a:pt x="771277" y="300118"/>
                </a:lnTo>
                <a:lnTo>
                  <a:pt x="785770" y="333755"/>
                </a:lnTo>
                <a:lnTo>
                  <a:pt x="798360" y="360384"/>
                </a:lnTo>
                <a:lnTo>
                  <a:pt x="806968" y="378028"/>
                </a:lnTo>
                <a:lnTo>
                  <a:pt x="817519" y="400600"/>
                </a:lnTo>
                <a:lnTo>
                  <a:pt x="838288" y="440216"/>
                </a:lnTo>
                <a:lnTo>
                  <a:pt x="885359" y="504301"/>
                </a:lnTo>
                <a:lnTo>
                  <a:pt x="915303" y="537314"/>
                </a:lnTo>
                <a:lnTo>
                  <a:pt x="968479" y="567227"/>
                </a:lnTo>
                <a:lnTo>
                  <a:pt x="1027798" y="571970"/>
                </a:lnTo>
                <a:lnTo>
                  <a:pt x="1051178" y="573274"/>
                </a:lnTo>
                <a:lnTo>
                  <a:pt x="1074612" y="575543"/>
                </a:lnTo>
                <a:lnTo>
                  <a:pt x="1106543" y="578308"/>
                </a:lnTo>
                <a:lnTo>
                  <a:pt x="1150711" y="581881"/>
                </a:lnTo>
                <a:lnTo>
                  <a:pt x="1210856" y="586571"/>
                </a:lnTo>
              </a:path>
            </a:pathLst>
          </a:custGeom>
          <a:ln w="146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66031" y="6009754"/>
            <a:ext cx="34671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0" dirty="0">
                <a:solidFill>
                  <a:srgbClr val="363639"/>
                </a:solidFill>
                <a:latin typeface="Symbol"/>
                <a:cs typeface="Symbol"/>
              </a:rPr>
              <a:t>Φ</a:t>
            </a:r>
            <a:r>
              <a:rPr sz="1350" i="1" spc="10" dirty="0">
                <a:solidFill>
                  <a:srgbClr val="363639"/>
                </a:solidFill>
                <a:latin typeface="Times New Roman"/>
                <a:cs typeface="Times New Roman"/>
              </a:rPr>
              <a:t>(x)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42248" y="6009754"/>
            <a:ext cx="38417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0" dirty="0">
                <a:solidFill>
                  <a:srgbClr val="363639"/>
                </a:solidFill>
                <a:latin typeface="Symbol"/>
                <a:cs typeface="Symbol"/>
              </a:rPr>
              <a:t>Φ</a:t>
            </a:r>
            <a:r>
              <a:rPr sz="1350" i="1" spc="10" dirty="0">
                <a:solidFill>
                  <a:srgbClr val="363639"/>
                </a:solidFill>
                <a:latin typeface="Times New Roman"/>
                <a:cs typeface="Times New Roman"/>
              </a:rPr>
              <a:t>(x')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62730" y="5550153"/>
            <a:ext cx="707390" cy="6477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3279"/>
              </a:lnSpc>
              <a:spcBef>
                <a:spcPts val="114"/>
              </a:spcBef>
              <a:tabLst>
                <a:tab pos="565785" algn="l"/>
              </a:tabLst>
            </a:pPr>
            <a:r>
              <a:rPr sz="2750" dirty="0">
                <a:solidFill>
                  <a:srgbClr val="363639"/>
                </a:solidFill>
                <a:latin typeface="Helvetica"/>
                <a:cs typeface="Helvetica"/>
              </a:rPr>
              <a:t>.	.</a:t>
            </a:r>
            <a:endParaRPr sz="2750">
              <a:latin typeface="Helvetica"/>
              <a:cs typeface="Helvetica"/>
            </a:endParaRPr>
          </a:p>
          <a:p>
            <a:pPr marL="12700">
              <a:lnSpc>
                <a:spcPts val="1600"/>
              </a:lnSpc>
              <a:tabLst>
                <a:tab pos="578485" algn="l"/>
              </a:tabLst>
            </a:pPr>
            <a:r>
              <a:rPr sz="2025" i="1" spc="15" baseline="2057" dirty="0">
                <a:solidFill>
                  <a:srgbClr val="363639"/>
                </a:solidFill>
                <a:latin typeface="Times New Roman"/>
                <a:cs typeface="Times New Roman"/>
              </a:rPr>
              <a:t>x	</a:t>
            </a:r>
            <a:r>
              <a:rPr sz="1350" i="1" spc="10" dirty="0">
                <a:solidFill>
                  <a:srgbClr val="363639"/>
                </a:solidFill>
                <a:latin typeface="Times New Roman"/>
                <a:cs typeface="Times New Roman"/>
              </a:rPr>
              <a:t>x'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129642" y="3647528"/>
            <a:ext cx="2895600" cy="2626360"/>
          </a:xfrm>
          <a:custGeom>
            <a:avLst/>
            <a:gdLst/>
            <a:ahLst/>
            <a:cxnLst/>
            <a:rect l="l" t="t" r="r" b="b"/>
            <a:pathLst>
              <a:path w="2895600" h="2626360">
                <a:moveTo>
                  <a:pt x="0" y="2626182"/>
                </a:moveTo>
                <a:lnTo>
                  <a:pt x="2895384" y="2626182"/>
                </a:lnTo>
                <a:lnTo>
                  <a:pt x="2895384" y="0"/>
                </a:lnTo>
                <a:lnTo>
                  <a:pt x="0" y="0"/>
                </a:lnTo>
                <a:lnTo>
                  <a:pt x="0" y="2626182"/>
                </a:lnTo>
              </a:path>
            </a:pathLst>
          </a:custGeom>
          <a:ln w="3733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129642" y="6138798"/>
            <a:ext cx="74599" cy="1349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29642" y="6071647"/>
            <a:ext cx="74599" cy="1349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129642" y="6004500"/>
            <a:ext cx="74599" cy="1342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29642" y="5936732"/>
            <a:ext cx="74599" cy="1349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29642" y="5869585"/>
            <a:ext cx="74599" cy="13491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29642" y="5802439"/>
            <a:ext cx="74599" cy="13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29642" y="5735294"/>
            <a:ext cx="74599" cy="1342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29642" y="5667527"/>
            <a:ext cx="74599" cy="13491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29642" y="5600382"/>
            <a:ext cx="74599" cy="1349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29642" y="5533230"/>
            <a:ext cx="74599" cy="1342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29642" y="5465461"/>
            <a:ext cx="74599" cy="1349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29642" y="5398315"/>
            <a:ext cx="74599" cy="13490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29642" y="5331168"/>
            <a:ext cx="74599" cy="13428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29642" y="5263400"/>
            <a:ext cx="74599" cy="13491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129642" y="5196255"/>
            <a:ext cx="74599" cy="13491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129642" y="5196255"/>
            <a:ext cx="74599" cy="6714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129642" y="5061343"/>
            <a:ext cx="74599" cy="13491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129642" y="4994186"/>
            <a:ext cx="74599" cy="6715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129642" y="4927041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129642" y="4927041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129642" y="4792129"/>
            <a:ext cx="74599" cy="13491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129642" y="4792129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0"/>
                </a:moveTo>
                <a:lnTo>
                  <a:pt x="0" y="0"/>
                </a:lnTo>
                <a:lnTo>
                  <a:pt x="0" y="67767"/>
                </a:lnTo>
                <a:lnTo>
                  <a:pt x="74599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129642" y="4657839"/>
            <a:ext cx="74599" cy="13428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129642" y="4590072"/>
            <a:ext cx="74599" cy="13491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129642" y="4590072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0"/>
                </a:moveTo>
                <a:lnTo>
                  <a:pt x="0" y="0"/>
                </a:lnTo>
                <a:lnTo>
                  <a:pt x="0" y="67767"/>
                </a:lnTo>
                <a:lnTo>
                  <a:pt x="74599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129642" y="4455774"/>
            <a:ext cx="74599" cy="13429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129642" y="4388006"/>
            <a:ext cx="74599" cy="13490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129642" y="4320858"/>
            <a:ext cx="74599" cy="13491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129642" y="4253712"/>
            <a:ext cx="74599" cy="13428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129642" y="4185945"/>
            <a:ext cx="74599" cy="13491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129642" y="4118800"/>
            <a:ext cx="74599" cy="13491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129642" y="4051655"/>
            <a:ext cx="74599" cy="134287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129642" y="3984502"/>
            <a:ext cx="74599" cy="13429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129642" y="3916734"/>
            <a:ext cx="74599" cy="13491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129642" y="3849588"/>
            <a:ext cx="74599" cy="13490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129642" y="3782440"/>
            <a:ext cx="74599" cy="13428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129642" y="3714673"/>
            <a:ext cx="74599" cy="13491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129642" y="3647528"/>
            <a:ext cx="74599" cy="134912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129642" y="3647528"/>
            <a:ext cx="74599" cy="6714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204245" y="6138798"/>
            <a:ext cx="73986" cy="134909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204245" y="6071647"/>
            <a:ext cx="73986" cy="13491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204245" y="6004500"/>
            <a:ext cx="73986" cy="134293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204245" y="5936732"/>
            <a:ext cx="73986" cy="134908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204245" y="5869585"/>
            <a:ext cx="73986" cy="134910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204245" y="5802439"/>
            <a:ext cx="73986" cy="134289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204245" y="5735294"/>
            <a:ext cx="73986" cy="134289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204245" y="5667527"/>
            <a:ext cx="73986" cy="134910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204245" y="5600382"/>
            <a:ext cx="73986" cy="134909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204245" y="5533230"/>
            <a:ext cx="73986" cy="134293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204245" y="5465461"/>
            <a:ext cx="73986" cy="134914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204245" y="5398315"/>
            <a:ext cx="73986" cy="134909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204245" y="5331168"/>
            <a:ext cx="73986" cy="134289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204245" y="5331168"/>
            <a:ext cx="73985" cy="67144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204242" y="5263400"/>
            <a:ext cx="73990" cy="67767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204245" y="5129110"/>
            <a:ext cx="73986" cy="134288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204245" y="5061343"/>
            <a:ext cx="73986" cy="134909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204245" y="4994191"/>
            <a:ext cx="73986" cy="134914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204245" y="4994186"/>
            <a:ext cx="73985" cy="67151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204242" y="4927041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204242" y="4927041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204242" y="485989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204242" y="485989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204242" y="4724984"/>
            <a:ext cx="73990" cy="134912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204242" y="472498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204242" y="4590072"/>
            <a:ext cx="73990" cy="134912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204245" y="4522920"/>
            <a:ext cx="73986" cy="134914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204245" y="4455774"/>
            <a:ext cx="73986" cy="134292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204245" y="4388006"/>
            <a:ext cx="73986" cy="134908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204245" y="4320858"/>
            <a:ext cx="73986" cy="134910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204245" y="4253712"/>
            <a:ext cx="73986" cy="134289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204245" y="4185945"/>
            <a:ext cx="73986" cy="134912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204245" y="4118800"/>
            <a:ext cx="73986" cy="134912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204245" y="4051655"/>
            <a:ext cx="73986" cy="134287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204245" y="3984502"/>
            <a:ext cx="73986" cy="134293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204245" y="3916734"/>
            <a:ext cx="73986" cy="134914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204245" y="3849588"/>
            <a:ext cx="73986" cy="134909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204245" y="3782440"/>
            <a:ext cx="73986" cy="134289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204245" y="3714673"/>
            <a:ext cx="73986" cy="134912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204245" y="3647528"/>
            <a:ext cx="73986" cy="134912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204245" y="3647528"/>
            <a:ext cx="73985" cy="67143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278232" y="6138798"/>
            <a:ext cx="74612" cy="134909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278232" y="6071647"/>
            <a:ext cx="74612" cy="134915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278232" y="6004500"/>
            <a:ext cx="74612" cy="134293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278232" y="5936732"/>
            <a:ext cx="74612" cy="134908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278232" y="5869585"/>
            <a:ext cx="74612" cy="134910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278232" y="5802439"/>
            <a:ext cx="74612" cy="134289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278232" y="5735294"/>
            <a:ext cx="74612" cy="134289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278232" y="5667527"/>
            <a:ext cx="74612" cy="134910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6278232" y="5600382"/>
            <a:ext cx="74612" cy="134909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278232" y="5533230"/>
            <a:ext cx="74612" cy="134293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6278232" y="5465461"/>
            <a:ext cx="74612" cy="134914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278232" y="5398315"/>
            <a:ext cx="74612" cy="134909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278232" y="5331168"/>
            <a:ext cx="74612" cy="134289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278232" y="5263400"/>
            <a:ext cx="74612" cy="134912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278232" y="5196255"/>
            <a:ext cx="74612" cy="134912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278232" y="5196255"/>
            <a:ext cx="74606" cy="67143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278232" y="5129110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44"/>
                </a:moveTo>
                <a:lnTo>
                  <a:pt x="74612" y="0"/>
                </a:lnTo>
                <a:lnTo>
                  <a:pt x="0" y="67144"/>
                </a:lnTo>
                <a:lnTo>
                  <a:pt x="74612" y="67144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278232" y="5129110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278232" y="5061343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612" y="67767"/>
                </a:moveTo>
                <a:lnTo>
                  <a:pt x="74612" y="0"/>
                </a:lnTo>
                <a:lnTo>
                  <a:pt x="0" y="67767"/>
                </a:lnTo>
                <a:lnTo>
                  <a:pt x="74612" y="67767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6278232" y="5061343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612" y="0"/>
                </a:moveTo>
                <a:lnTo>
                  <a:pt x="0" y="0"/>
                </a:lnTo>
                <a:lnTo>
                  <a:pt x="0" y="67767"/>
                </a:lnTo>
                <a:lnTo>
                  <a:pt x="74612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6278232" y="4994186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57"/>
                </a:moveTo>
                <a:lnTo>
                  <a:pt x="74612" y="0"/>
                </a:lnTo>
                <a:lnTo>
                  <a:pt x="0" y="67157"/>
                </a:lnTo>
                <a:lnTo>
                  <a:pt x="74612" y="67157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6278232" y="4994186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57"/>
                </a:lnTo>
                <a:lnTo>
                  <a:pt x="74612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6278232" y="4927041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44"/>
                </a:moveTo>
                <a:lnTo>
                  <a:pt x="74612" y="0"/>
                </a:lnTo>
                <a:lnTo>
                  <a:pt x="0" y="67144"/>
                </a:lnTo>
                <a:lnTo>
                  <a:pt x="74612" y="67144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6278232" y="4927041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6278232" y="4859896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44"/>
                </a:moveTo>
                <a:lnTo>
                  <a:pt x="74612" y="0"/>
                </a:lnTo>
                <a:lnTo>
                  <a:pt x="0" y="67144"/>
                </a:lnTo>
                <a:lnTo>
                  <a:pt x="74612" y="67144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6278232" y="4859896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6278232" y="4792129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612" y="67767"/>
                </a:moveTo>
                <a:lnTo>
                  <a:pt x="74612" y="0"/>
                </a:lnTo>
                <a:lnTo>
                  <a:pt x="0" y="67767"/>
                </a:lnTo>
                <a:lnTo>
                  <a:pt x="74612" y="67767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6278232" y="4792129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612" y="0"/>
                </a:moveTo>
                <a:lnTo>
                  <a:pt x="0" y="0"/>
                </a:lnTo>
                <a:lnTo>
                  <a:pt x="0" y="67767"/>
                </a:lnTo>
                <a:lnTo>
                  <a:pt x="74612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6278232" y="4657839"/>
            <a:ext cx="74612" cy="134289"/>
          </a:xfrm>
          <a:prstGeom prst="rect">
            <a:avLst/>
          </a:prstGeom>
          <a:blipFill>
            <a:blip r:embed="rId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6278232" y="4590072"/>
            <a:ext cx="74612" cy="134910"/>
          </a:xfrm>
          <a:prstGeom prst="rect">
            <a:avLst/>
          </a:prstGeom>
          <a:blipFill>
            <a:blip r:embed="rId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278232" y="4522920"/>
            <a:ext cx="74612" cy="134914"/>
          </a:xfrm>
          <a:prstGeom prst="rect">
            <a:avLst/>
          </a:prstGeom>
          <a:blipFill>
            <a:blip r:embed="rId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278232" y="4455774"/>
            <a:ext cx="74612" cy="134292"/>
          </a:xfrm>
          <a:prstGeom prst="rect">
            <a:avLst/>
          </a:prstGeom>
          <a:blipFill>
            <a:blip r:embed="rId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6278232" y="4388006"/>
            <a:ext cx="74612" cy="134908"/>
          </a:xfrm>
          <a:prstGeom prst="rect">
            <a:avLst/>
          </a:prstGeom>
          <a:blipFill>
            <a:blip r:embed="rId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6278232" y="4320858"/>
            <a:ext cx="74612" cy="134910"/>
          </a:xfrm>
          <a:prstGeom prst="rect">
            <a:avLst/>
          </a:prstGeom>
          <a:blipFill>
            <a:blip r:embed="rId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278232" y="4253712"/>
            <a:ext cx="74612" cy="134289"/>
          </a:xfrm>
          <a:prstGeom prst="rect">
            <a:avLst/>
          </a:prstGeom>
          <a:blipFill>
            <a:blip r:embed="rId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6278232" y="4185945"/>
            <a:ext cx="74612" cy="134912"/>
          </a:xfrm>
          <a:prstGeom prst="rect">
            <a:avLst/>
          </a:prstGeom>
          <a:blipFill>
            <a:blip r:embed="rId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6278232" y="4118800"/>
            <a:ext cx="74612" cy="134912"/>
          </a:xfrm>
          <a:prstGeom prst="rect">
            <a:avLst/>
          </a:prstGeom>
          <a:blipFill>
            <a:blip r:embed="rId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6278232" y="4051655"/>
            <a:ext cx="74612" cy="134287"/>
          </a:xfrm>
          <a:prstGeom prst="rect">
            <a:avLst/>
          </a:prstGeom>
          <a:blipFill>
            <a:blip r:embed="rId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6278232" y="3984502"/>
            <a:ext cx="74612" cy="134293"/>
          </a:xfrm>
          <a:prstGeom prst="rect">
            <a:avLst/>
          </a:prstGeom>
          <a:blipFill>
            <a:blip r:embed="rId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6278232" y="3916734"/>
            <a:ext cx="74612" cy="134914"/>
          </a:xfrm>
          <a:prstGeom prst="rect">
            <a:avLst/>
          </a:prstGeom>
          <a:blipFill>
            <a:blip r:embed="rId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6278232" y="3849588"/>
            <a:ext cx="74612" cy="134909"/>
          </a:xfrm>
          <a:prstGeom prst="rect">
            <a:avLst/>
          </a:prstGeom>
          <a:blipFill>
            <a:blip r:embed="rId1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6278232" y="3782440"/>
            <a:ext cx="74612" cy="134289"/>
          </a:xfrm>
          <a:prstGeom prst="rect">
            <a:avLst/>
          </a:prstGeom>
          <a:blipFill>
            <a:blip r:embed="rId1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6278232" y="3714673"/>
            <a:ext cx="74612" cy="134912"/>
          </a:xfrm>
          <a:prstGeom prst="rect">
            <a:avLst/>
          </a:prstGeom>
          <a:blipFill>
            <a:blip r:embed="rId1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6278232" y="3647528"/>
            <a:ext cx="74612" cy="134912"/>
          </a:xfrm>
          <a:prstGeom prst="rect">
            <a:avLst/>
          </a:prstGeom>
          <a:blipFill>
            <a:blip r:embed="rId1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6278232" y="3647528"/>
            <a:ext cx="74606" cy="67143"/>
          </a:xfrm>
          <a:prstGeom prst="rect">
            <a:avLst/>
          </a:prstGeom>
          <a:blipFill>
            <a:blip r:embed="rId1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6352844" y="6138798"/>
            <a:ext cx="73977" cy="134909"/>
          </a:xfrm>
          <a:prstGeom prst="rect">
            <a:avLst/>
          </a:prstGeom>
          <a:blipFill>
            <a:blip r:embed="rId1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352844" y="6071647"/>
            <a:ext cx="73977" cy="134915"/>
          </a:xfrm>
          <a:prstGeom prst="rect">
            <a:avLst/>
          </a:prstGeom>
          <a:blipFill>
            <a:blip r:embed="rId1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6352844" y="6004500"/>
            <a:ext cx="73977" cy="134293"/>
          </a:xfrm>
          <a:prstGeom prst="rect">
            <a:avLst/>
          </a:prstGeom>
          <a:blipFill>
            <a:blip r:embed="rId1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6352844" y="5936732"/>
            <a:ext cx="73977" cy="134908"/>
          </a:xfrm>
          <a:prstGeom prst="rect">
            <a:avLst/>
          </a:prstGeom>
          <a:blipFill>
            <a:blip r:embed="rId1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6352844" y="5869585"/>
            <a:ext cx="73977" cy="134910"/>
          </a:xfrm>
          <a:prstGeom prst="rect">
            <a:avLst/>
          </a:prstGeom>
          <a:blipFill>
            <a:blip r:embed="rId1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6352844" y="5802439"/>
            <a:ext cx="73977" cy="134289"/>
          </a:xfrm>
          <a:prstGeom prst="rect">
            <a:avLst/>
          </a:prstGeom>
          <a:blipFill>
            <a:blip r:embed="rId1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6352844" y="5735294"/>
            <a:ext cx="73977" cy="134289"/>
          </a:xfrm>
          <a:prstGeom prst="rect">
            <a:avLst/>
          </a:prstGeom>
          <a:blipFill>
            <a:blip r:embed="rId1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6352844" y="5667527"/>
            <a:ext cx="73977" cy="134910"/>
          </a:xfrm>
          <a:prstGeom prst="rect">
            <a:avLst/>
          </a:prstGeom>
          <a:blipFill>
            <a:blip r:embed="rId1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6352844" y="5600382"/>
            <a:ext cx="73977" cy="134909"/>
          </a:xfrm>
          <a:prstGeom prst="rect">
            <a:avLst/>
          </a:prstGeom>
          <a:blipFill>
            <a:blip r:embed="rId1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6352844" y="5533230"/>
            <a:ext cx="73977" cy="134293"/>
          </a:xfrm>
          <a:prstGeom prst="rect">
            <a:avLst/>
          </a:prstGeom>
          <a:blipFill>
            <a:blip r:embed="rId1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6352844" y="5465461"/>
            <a:ext cx="73977" cy="134914"/>
          </a:xfrm>
          <a:prstGeom prst="rect">
            <a:avLst/>
          </a:prstGeom>
          <a:blipFill>
            <a:blip r:embed="rId1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6352844" y="5398315"/>
            <a:ext cx="73977" cy="134909"/>
          </a:xfrm>
          <a:prstGeom prst="rect">
            <a:avLst/>
          </a:prstGeom>
          <a:blipFill>
            <a:blip r:embed="rId1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6352844" y="5331168"/>
            <a:ext cx="73977" cy="134289"/>
          </a:xfrm>
          <a:prstGeom prst="rect">
            <a:avLst/>
          </a:prstGeom>
          <a:blipFill>
            <a:blip r:embed="rId1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6352844" y="5263400"/>
            <a:ext cx="73977" cy="134912"/>
          </a:xfrm>
          <a:prstGeom prst="rect">
            <a:avLst/>
          </a:prstGeom>
          <a:blipFill>
            <a:blip r:embed="rId1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6352844" y="5263400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77" y="0"/>
                </a:moveTo>
                <a:lnTo>
                  <a:pt x="0" y="0"/>
                </a:lnTo>
                <a:lnTo>
                  <a:pt x="0" y="67767"/>
                </a:lnTo>
                <a:lnTo>
                  <a:pt x="73977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6352844" y="5196255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44"/>
                </a:moveTo>
                <a:lnTo>
                  <a:pt x="73977" y="0"/>
                </a:lnTo>
                <a:lnTo>
                  <a:pt x="0" y="67144"/>
                </a:lnTo>
                <a:lnTo>
                  <a:pt x="73977" y="67144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6352844" y="5196255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6352844" y="512911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44"/>
                </a:moveTo>
                <a:lnTo>
                  <a:pt x="73977" y="0"/>
                </a:lnTo>
                <a:lnTo>
                  <a:pt x="0" y="67144"/>
                </a:lnTo>
                <a:lnTo>
                  <a:pt x="73977" y="67144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6352844" y="512911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6352844" y="5061343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77" y="67767"/>
                </a:moveTo>
                <a:lnTo>
                  <a:pt x="73977" y="0"/>
                </a:lnTo>
                <a:lnTo>
                  <a:pt x="0" y="67767"/>
                </a:lnTo>
                <a:lnTo>
                  <a:pt x="73977" y="67767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6352844" y="5061343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77" y="0"/>
                </a:moveTo>
                <a:lnTo>
                  <a:pt x="0" y="0"/>
                </a:lnTo>
                <a:lnTo>
                  <a:pt x="0" y="67767"/>
                </a:lnTo>
                <a:lnTo>
                  <a:pt x="73977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6352844" y="4927044"/>
            <a:ext cx="73977" cy="134292"/>
          </a:xfrm>
          <a:prstGeom prst="rect">
            <a:avLst/>
          </a:prstGeom>
          <a:blipFill>
            <a:blip r:embed="rId1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6352844" y="4859897"/>
            <a:ext cx="73977" cy="134288"/>
          </a:xfrm>
          <a:prstGeom prst="rect">
            <a:avLst/>
          </a:prstGeom>
          <a:blipFill>
            <a:blip r:embed="rId1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6352844" y="4792129"/>
            <a:ext cx="73977" cy="134912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6352844" y="4724984"/>
            <a:ext cx="73977" cy="134912"/>
          </a:xfrm>
          <a:prstGeom prst="rect">
            <a:avLst/>
          </a:prstGeom>
          <a:blipFill>
            <a:blip r:embed="rId1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6352844" y="4657839"/>
            <a:ext cx="73977" cy="134289"/>
          </a:xfrm>
          <a:prstGeom prst="rect">
            <a:avLst/>
          </a:prstGeom>
          <a:blipFill>
            <a:blip r:embed="rId1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6352844" y="4590072"/>
            <a:ext cx="73977" cy="134910"/>
          </a:xfrm>
          <a:prstGeom prst="rect">
            <a:avLst/>
          </a:prstGeom>
          <a:blipFill>
            <a:blip r:embed="rId1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6352844" y="4522920"/>
            <a:ext cx="73977" cy="134914"/>
          </a:xfrm>
          <a:prstGeom prst="rect">
            <a:avLst/>
          </a:prstGeom>
          <a:blipFill>
            <a:blip r:embed="rId1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6352844" y="4455774"/>
            <a:ext cx="73977" cy="134292"/>
          </a:xfrm>
          <a:prstGeom prst="rect">
            <a:avLst/>
          </a:prstGeom>
          <a:blipFill>
            <a:blip r:embed="rId1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6352844" y="4388006"/>
            <a:ext cx="73977" cy="134908"/>
          </a:xfrm>
          <a:prstGeom prst="rect">
            <a:avLst/>
          </a:prstGeom>
          <a:blipFill>
            <a:blip r:embed="rId1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6352844" y="4320858"/>
            <a:ext cx="73977" cy="134910"/>
          </a:xfrm>
          <a:prstGeom prst="rect">
            <a:avLst/>
          </a:prstGeom>
          <a:blipFill>
            <a:blip r:embed="rId1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6352844" y="4253712"/>
            <a:ext cx="73977" cy="134289"/>
          </a:xfrm>
          <a:prstGeom prst="rect">
            <a:avLst/>
          </a:prstGeom>
          <a:blipFill>
            <a:blip r:embed="rId1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6352844" y="4185945"/>
            <a:ext cx="73977" cy="134912"/>
          </a:xfrm>
          <a:prstGeom prst="rect">
            <a:avLst/>
          </a:prstGeom>
          <a:blipFill>
            <a:blip r:embed="rId1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6352844" y="4118800"/>
            <a:ext cx="73977" cy="134912"/>
          </a:xfrm>
          <a:prstGeom prst="rect">
            <a:avLst/>
          </a:prstGeom>
          <a:blipFill>
            <a:blip r:embed="rId1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6352844" y="4051655"/>
            <a:ext cx="73977" cy="134287"/>
          </a:xfrm>
          <a:prstGeom prst="rect">
            <a:avLst/>
          </a:prstGeom>
          <a:blipFill>
            <a:blip r:embed="rId1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6352844" y="3984502"/>
            <a:ext cx="73977" cy="134293"/>
          </a:xfrm>
          <a:prstGeom prst="rect">
            <a:avLst/>
          </a:prstGeom>
          <a:blipFill>
            <a:blip r:embed="rId1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6352844" y="3916734"/>
            <a:ext cx="73977" cy="134914"/>
          </a:xfrm>
          <a:prstGeom prst="rect">
            <a:avLst/>
          </a:prstGeom>
          <a:blipFill>
            <a:blip r:embed="rId1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6352844" y="3849588"/>
            <a:ext cx="73977" cy="134909"/>
          </a:xfrm>
          <a:prstGeom prst="rect">
            <a:avLst/>
          </a:prstGeom>
          <a:blipFill>
            <a:blip r:embed="rId1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6352844" y="3782440"/>
            <a:ext cx="73977" cy="134289"/>
          </a:xfrm>
          <a:prstGeom prst="rect">
            <a:avLst/>
          </a:prstGeom>
          <a:blipFill>
            <a:blip r:embed="rId1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6352844" y="3714673"/>
            <a:ext cx="73977" cy="134912"/>
          </a:xfrm>
          <a:prstGeom prst="rect">
            <a:avLst/>
          </a:prstGeom>
          <a:blipFill>
            <a:blip r:embed="rId1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6352844" y="3647528"/>
            <a:ext cx="73977" cy="134912"/>
          </a:xfrm>
          <a:prstGeom prst="rect">
            <a:avLst/>
          </a:prstGeom>
          <a:blipFill>
            <a:blip r:embed="rId1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6352844" y="3647528"/>
            <a:ext cx="73977" cy="67143"/>
          </a:xfrm>
          <a:prstGeom prst="rect">
            <a:avLst/>
          </a:prstGeom>
          <a:blipFill>
            <a:blip r:embed="rId1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6426824" y="6138798"/>
            <a:ext cx="73987" cy="134909"/>
          </a:xfrm>
          <a:prstGeom prst="rect">
            <a:avLst/>
          </a:prstGeom>
          <a:blipFill>
            <a:blip r:embed="rId1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6426824" y="6071647"/>
            <a:ext cx="73987" cy="134915"/>
          </a:xfrm>
          <a:prstGeom prst="rect">
            <a:avLst/>
          </a:prstGeom>
          <a:blipFill>
            <a:blip r:embed="rId1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6426824" y="6004500"/>
            <a:ext cx="73987" cy="134293"/>
          </a:xfrm>
          <a:prstGeom prst="rect">
            <a:avLst/>
          </a:prstGeom>
          <a:blipFill>
            <a:blip r:embed="rId1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6426824" y="5936732"/>
            <a:ext cx="73987" cy="134908"/>
          </a:xfrm>
          <a:prstGeom prst="rect">
            <a:avLst/>
          </a:prstGeom>
          <a:blipFill>
            <a:blip r:embed="rId1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6426824" y="5869585"/>
            <a:ext cx="73987" cy="134910"/>
          </a:xfrm>
          <a:prstGeom prst="rect">
            <a:avLst/>
          </a:prstGeom>
          <a:blipFill>
            <a:blip r:embed="rId1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6426824" y="5802439"/>
            <a:ext cx="73987" cy="134289"/>
          </a:xfrm>
          <a:prstGeom prst="rect">
            <a:avLst/>
          </a:prstGeom>
          <a:blipFill>
            <a:blip r:embed="rId1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6426824" y="5735294"/>
            <a:ext cx="73987" cy="134289"/>
          </a:xfrm>
          <a:prstGeom prst="rect">
            <a:avLst/>
          </a:prstGeom>
          <a:blipFill>
            <a:blip r:embed="rId1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6426824" y="5667527"/>
            <a:ext cx="73987" cy="134910"/>
          </a:xfrm>
          <a:prstGeom prst="rect">
            <a:avLst/>
          </a:prstGeom>
          <a:blipFill>
            <a:blip r:embed="rId1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6426824" y="5600382"/>
            <a:ext cx="73987" cy="134909"/>
          </a:xfrm>
          <a:prstGeom prst="rect">
            <a:avLst/>
          </a:prstGeom>
          <a:blipFill>
            <a:blip r:embed="rId1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6426824" y="5533230"/>
            <a:ext cx="73987" cy="134293"/>
          </a:xfrm>
          <a:prstGeom prst="rect">
            <a:avLst/>
          </a:prstGeom>
          <a:blipFill>
            <a:blip r:embed="rId1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6426824" y="5465461"/>
            <a:ext cx="73987" cy="134914"/>
          </a:xfrm>
          <a:prstGeom prst="rect">
            <a:avLst/>
          </a:prstGeom>
          <a:blipFill>
            <a:blip r:embed="rId1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6426824" y="5398315"/>
            <a:ext cx="73987" cy="134909"/>
          </a:xfrm>
          <a:prstGeom prst="rect">
            <a:avLst/>
          </a:prstGeom>
          <a:blipFill>
            <a:blip r:embed="rId1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6426822" y="5398312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6426822" y="5331168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6426822" y="5331168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6426822" y="5196255"/>
            <a:ext cx="73990" cy="134912"/>
          </a:xfrm>
          <a:prstGeom prst="rect">
            <a:avLst/>
          </a:prstGeom>
          <a:blipFill>
            <a:blip r:embed="rId1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6426822" y="5196255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6426822" y="512911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6426822" y="512911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6426824" y="4994191"/>
            <a:ext cx="73987" cy="134914"/>
          </a:xfrm>
          <a:prstGeom prst="rect">
            <a:avLst/>
          </a:prstGeom>
          <a:blipFill>
            <a:blip r:embed="rId1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6426824" y="4994186"/>
            <a:ext cx="73985" cy="67151"/>
          </a:xfrm>
          <a:prstGeom prst="rect">
            <a:avLst/>
          </a:prstGeom>
          <a:blipFill>
            <a:blip r:embed="rId1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6426822" y="4927041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6426822" y="4927041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6426824" y="4792129"/>
            <a:ext cx="73987" cy="134912"/>
          </a:xfrm>
          <a:prstGeom prst="rect">
            <a:avLst/>
          </a:prstGeom>
          <a:blipFill>
            <a:blip r:embed="rId1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6426824" y="4724984"/>
            <a:ext cx="73987" cy="134912"/>
          </a:xfrm>
          <a:prstGeom prst="rect">
            <a:avLst/>
          </a:prstGeom>
          <a:blipFill>
            <a:blip r:embed="rId1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6426824" y="4657839"/>
            <a:ext cx="73987" cy="134289"/>
          </a:xfrm>
          <a:prstGeom prst="rect">
            <a:avLst/>
          </a:prstGeom>
          <a:blipFill>
            <a:blip r:embed="rId1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6426824" y="4590072"/>
            <a:ext cx="73987" cy="134910"/>
          </a:xfrm>
          <a:prstGeom prst="rect">
            <a:avLst/>
          </a:prstGeom>
          <a:blipFill>
            <a:blip r:embed="rId1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6426824" y="4522920"/>
            <a:ext cx="73987" cy="134914"/>
          </a:xfrm>
          <a:prstGeom prst="rect">
            <a:avLst/>
          </a:prstGeom>
          <a:blipFill>
            <a:blip r:embed="rId1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6426824" y="4455774"/>
            <a:ext cx="73987" cy="134292"/>
          </a:xfrm>
          <a:prstGeom prst="rect">
            <a:avLst/>
          </a:prstGeom>
          <a:blipFill>
            <a:blip r:embed="rId1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6426824" y="4388006"/>
            <a:ext cx="73987" cy="134908"/>
          </a:xfrm>
          <a:prstGeom prst="rect">
            <a:avLst/>
          </a:prstGeom>
          <a:blipFill>
            <a:blip r:embed="rId1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6426824" y="4320858"/>
            <a:ext cx="73987" cy="134910"/>
          </a:xfrm>
          <a:prstGeom prst="rect">
            <a:avLst/>
          </a:prstGeom>
          <a:blipFill>
            <a:blip r:embed="rId1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6426824" y="4253712"/>
            <a:ext cx="73987" cy="134289"/>
          </a:xfrm>
          <a:prstGeom prst="rect">
            <a:avLst/>
          </a:prstGeom>
          <a:blipFill>
            <a:blip r:embed="rId1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6426824" y="4185945"/>
            <a:ext cx="73987" cy="134912"/>
          </a:xfrm>
          <a:prstGeom prst="rect">
            <a:avLst/>
          </a:prstGeom>
          <a:blipFill>
            <a:blip r:embed="rId1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6426824" y="4118800"/>
            <a:ext cx="73987" cy="134912"/>
          </a:xfrm>
          <a:prstGeom prst="rect">
            <a:avLst/>
          </a:prstGeom>
          <a:blipFill>
            <a:blip r:embed="rId1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6426824" y="4051655"/>
            <a:ext cx="73987" cy="134287"/>
          </a:xfrm>
          <a:prstGeom prst="rect">
            <a:avLst/>
          </a:prstGeom>
          <a:blipFill>
            <a:blip r:embed="rId1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6426824" y="3984502"/>
            <a:ext cx="73987" cy="134293"/>
          </a:xfrm>
          <a:prstGeom prst="rect">
            <a:avLst/>
          </a:prstGeom>
          <a:blipFill>
            <a:blip r:embed="rId1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6426824" y="3916734"/>
            <a:ext cx="73987" cy="134914"/>
          </a:xfrm>
          <a:prstGeom prst="rect">
            <a:avLst/>
          </a:prstGeom>
          <a:blipFill>
            <a:blip r:embed="rId1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6426824" y="3849588"/>
            <a:ext cx="73987" cy="134909"/>
          </a:xfrm>
          <a:prstGeom prst="rect">
            <a:avLst/>
          </a:prstGeom>
          <a:blipFill>
            <a:blip r:embed="rId1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6426824" y="3782440"/>
            <a:ext cx="73987" cy="134289"/>
          </a:xfrm>
          <a:prstGeom prst="rect">
            <a:avLst/>
          </a:prstGeom>
          <a:blipFill>
            <a:blip r:embed="rId1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6426824" y="3714673"/>
            <a:ext cx="73987" cy="134912"/>
          </a:xfrm>
          <a:prstGeom prst="rect">
            <a:avLst/>
          </a:prstGeom>
          <a:blipFill>
            <a:blip r:embed="rId1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6426824" y="3647528"/>
            <a:ext cx="73987" cy="134912"/>
          </a:xfrm>
          <a:prstGeom prst="rect">
            <a:avLst/>
          </a:prstGeom>
          <a:blipFill>
            <a:blip r:embed="rId1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6426824" y="3647528"/>
            <a:ext cx="73985" cy="67143"/>
          </a:xfrm>
          <a:prstGeom prst="rect">
            <a:avLst/>
          </a:prstGeom>
          <a:blipFill>
            <a:blip r:embed="rId1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6500812" y="6138798"/>
            <a:ext cx="74599" cy="134909"/>
          </a:xfrm>
          <a:prstGeom prst="rect">
            <a:avLst/>
          </a:prstGeom>
          <a:blipFill>
            <a:blip r:embed="rId1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6500812" y="6071647"/>
            <a:ext cx="74599" cy="134915"/>
          </a:xfrm>
          <a:prstGeom prst="rect">
            <a:avLst/>
          </a:prstGeom>
          <a:blipFill>
            <a:blip r:embed="rId1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6500812" y="6004500"/>
            <a:ext cx="74599" cy="134293"/>
          </a:xfrm>
          <a:prstGeom prst="rect">
            <a:avLst/>
          </a:prstGeom>
          <a:blipFill>
            <a:blip r:embed="rId1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6500812" y="5936732"/>
            <a:ext cx="74599" cy="134908"/>
          </a:xfrm>
          <a:prstGeom prst="rect">
            <a:avLst/>
          </a:prstGeom>
          <a:blipFill>
            <a:blip r:embed="rId1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6500812" y="5869585"/>
            <a:ext cx="74599" cy="134910"/>
          </a:xfrm>
          <a:prstGeom prst="rect">
            <a:avLst/>
          </a:prstGeom>
          <a:blipFill>
            <a:blip r:embed="rId1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6500812" y="5802439"/>
            <a:ext cx="74599" cy="134289"/>
          </a:xfrm>
          <a:prstGeom prst="rect">
            <a:avLst/>
          </a:prstGeom>
          <a:blipFill>
            <a:blip r:embed="rId1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6500812" y="5735294"/>
            <a:ext cx="74599" cy="134289"/>
          </a:xfrm>
          <a:prstGeom prst="rect">
            <a:avLst/>
          </a:prstGeom>
          <a:blipFill>
            <a:blip r:embed="rId1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6500812" y="5735294"/>
            <a:ext cx="74599" cy="67143"/>
          </a:xfrm>
          <a:prstGeom prst="rect">
            <a:avLst/>
          </a:prstGeom>
          <a:blipFill>
            <a:blip r:embed="rId1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6500812" y="5667527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67767"/>
                </a:moveTo>
                <a:lnTo>
                  <a:pt x="74599" y="0"/>
                </a:lnTo>
                <a:lnTo>
                  <a:pt x="0" y="67767"/>
                </a:lnTo>
                <a:lnTo>
                  <a:pt x="74599" y="67767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6500812" y="5667527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0"/>
                </a:moveTo>
                <a:lnTo>
                  <a:pt x="0" y="0"/>
                </a:lnTo>
                <a:lnTo>
                  <a:pt x="0" y="67767"/>
                </a:lnTo>
                <a:lnTo>
                  <a:pt x="74599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6500812" y="5600382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6500812" y="5600382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6500812" y="5533225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57"/>
                </a:moveTo>
                <a:lnTo>
                  <a:pt x="74599" y="0"/>
                </a:lnTo>
                <a:lnTo>
                  <a:pt x="0" y="67157"/>
                </a:lnTo>
                <a:lnTo>
                  <a:pt x="74599" y="67157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6500812" y="5533225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57"/>
                </a:lnTo>
                <a:lnTo>
                  <a:pt x="74599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6500812" y="5465457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67767"/>
                </a:moveTo>
                <a:lnTo>
                  <a:pt x="74599" y="0"/>
                </a:lnTo>
                <a:lnTo>
                  <a:pt x="0" y="67767"/>
                </a:lnTo>
                <a:lnTo>
                  <a:pt x="74599" y="67767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6500812" y="5465457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0"/>
                </a:moveTo>
                <a:lnTo>
                  <a:pt x="0" y="0"/>
                </a:lnTo>
                <a:lnTo>
                  <a:pt x="0" y="67767"/>
                </a:lnTo>
                <a:lnTo>
                  <a:pt x="74599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6500812" y="5331168"/>
            <a:ext cx="74599" cy="134289"/>
          </a:xfrm>
          <a:prstGeom prst="rect">
            <a:avLst/>
          </a:prstGeom>
          <a:blipFill>
            <a:blip r:embed="rId1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6500812" y="5331168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6500812" y="5263400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67767"/>
                </a:moveTo>
                <a:lnTo>
                  <a:pt x="74599" y="0"/>
                </a:lnTo>
                <a:lnTo>
                  <a:pt x="0" y="67767"/>
                </a:lnTo>
                <a:lnTo>
                  <a:pt x="74599" y="67767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6500812" y="5263400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0"/>
                </a:moveTo>
                <a:lnTo>
                  <a:pt x="0" y="0"/>
                </a:lnTo>
                <a:lnTo>
                  <a:pt x="0" y="67767"/>
                </a:lnTo>
                <a:lnTo>
                  <a:pt x="74599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6500812" y="5196255"/>
            <a:ext cx="74599" cy="67143"/>
          </a:xfrm>
          <a:prstGeom prst="rect">
            <a:avLst/>
          </a:prstGeom>
          <a:blipFill>
            <a:blip r:embed="rId1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6500812" y="5129110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6500812" y="5129110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6500812" y="5061343"/>
            <a:ext cx="74599" cy="67762"/>
          </a:xfrm>
          <a:prstGeom prst="rect">
            <a:avLst/>
          </a:prstGeom>
          <a:blipFill>
            <a:blip r:embed="rId1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6500812" y="4994186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57"/>
                </a:moveTo>
                <a:lnTo>
                  <a:pt x="74599" y="0"/>
                </a:lnTo>
                <a:lnTo>
                  <a:pt x="0" y="67157"/>
                </a:lnTo>
                <a:lnTo>
                  <a:pt x="74599" y="67157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6500812" y="4994186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57"/>
                </a:lnTo>
                <a:lnTo>
                  <a:pt x="74599" y="0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6500812" y="4859897"/>
            <a:ext cx="74599" cy="134288"/>
          </a:xfrm>
          <a:prstGeom prst="rect">
            <a:avLst/>
          </a:prstGeom>
          <a:blipFill>
            <a:blip r:embed="rId1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6500812" y="4792129"/>
            <a:ext cx="74599" cy="134912"/>
          </a:xfrm>
          <a:prstGeom prst="rect">
            <a:avLst/>
          </a:prstGeom>
          <a:blipFill>
            <a:blip r:embed="rId1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6500812" y="4724984"/>
            <a:ext cx="74599" cy="134912"/>
          </a:xfrm>
          <a:prstGeom prst="rect">
            <a:avLst/>
          </a:prstGeom>
          <a:blipFill>
            <a:blip r:embed="rId1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6500812" y="4657839"/>
            <a:ext cx="74599" cy="134289"/>
          </a:xfrm>
          <a:prstGeom prst="rect">
            <a:avLst/>
          </a:prstGeom>
          <a:blipFill>
            <a:blip r:embed="rId1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6500812" y="4590072"/>
            <a:ext cx="74599" cy="134910"/>
          </a:xfrm>
          <a:prstGeom prst="rect">
            <a:avLst/>
          </a:prstGeom>
          <a:blipFill>
            <a:blip r:embed="rId1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6500812" y="4522920"/>
            <a:ext cx="74599" cy="134914"/>
          </a:xfrm>
          <a:prstGeom prst="rect">
            <a:avLst/>
          </a:prstGeom>
          <a:blipFill>
            <a:blip r:embed="rId1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6500812" y="4455774"/>
            <a:ext cx="74599" cy="134292"/>
          </a:xfrm>
          <a:prstGeom prst="rect">
            <a:avLst/>
          </a:prstGeom>
          <a:blipFill>
            <a:blip r:embed="rId1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6500812" y="4388006"/>
            <a:ext cx="74599" cy="134908"/>
          </a:xfrm>
          <a:prstGeom prst="rect">
            <a:avLst/>
          </a:prstGeom>
          <a:blipFill>
            <a:blip r:embed="rId1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6500812" y="4320858"/>
            <a:ext cx="74599" cy="134910"/>
          </a:xfrm>
          <a:prstGeom prst="rect">
            <a:avLst/>
          </a:prstGeom>
          <a:blipFill>
            <a:blip r:embed="rId1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6500812" y="4253712"/>
            <a:ext cx="74599" cy="134289"/>
          </a:xfrm>
          <a:prstGeom prst="rect">
            <a:avLst/>
          </a:prstGeom>
          <a:blipFill>
            <a:blip r:embed="rId1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6500812" y="4185945"/>
            <a:ext cx="74599" cy="134912"/>
          </a:xfrm>
          <a:prstGeom prst="rect">
            <a:avLst/>
          </a:prstGeom>
          <a:blipFill>
            <a:blip r:embed="rId1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6500812" y="4118800"/>
            <a:ext cx="74599" cy="134912"/>
          </a:xfrm>
          <a:prstGeom prst="rect">
            <a:avLst/>
          </a:prstGeom>
          <a:blipFill>
            <a:blip r:embed="rId1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6500812" y="4051655"/>
            <a:ext cx="74599" cy="134287"/>
          </a:xfrm>
          <a:prstGeom prst="rect">
            <a:avLst/>
          </a:prstGeom>
          <a:blipFill>
            <a:blip r:embed="rId1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6500812" y="3984502"/>
            <a:ext cx="74599" cy="134293"/>
          </a:xfrm>
          <a:prstGeom prst="rect">
            <a:avLst/>
          </a:prstGeom>
          <a:blipFill>
            <a:blip r:embed="rId1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6500812" y="3916734"/>
            <a:ext cx="74599" cy="134914"/>
          </a:xfrm>
          <a:prstGeom prst="rect">
            <a:avLst/>
          </a:prstGeom>
          <a:blipFill>
            <a:blip r:embed="rId1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6500812" y="3849588"/>
            <a:ext cx="74599" cy="134909"/>
          </a:xfrm>
          <a:prstGeom prst="rect">
            <a:avLst/>
          </a:prstGeom>
          <a:blipFill>
            <a:blip r:embed="rId1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6500812" y="3782440"/>
            <a:ext cx="74599" cy="134289"/>
          </a:xfrm>
          <a:prstGeom prst="rect">
            <a:avLst/>
          </a:prstGeom>
          <a:blipFill>
            <a:blip r:embed="rId1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6500812" y="3714673"/>
            <a:ext cx="74599" cy="134912"/>
          </a:xfrm>
          <a:prstGeom prst="rect">
            <a:avLst/>
          </a:prstGeom>
          <a:blipFill>
            <a:blip r:embed="rId2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6500812" y="3647528"/>
            <a:ext cx="74599" cy="134912"/>
          </a:xfrm>
          <a:prstGeom prst="rect">
            <a:avLst/>
          </a:prstGeom>
          <a:blipFill>
            <a:blip r:embed="rId2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6500812" y="3647528"/>
            <a:ext cx="74599" cy="67143"/>
          </a:xfrm>
          <a:prstGeom prst="rect">
            <a:avLst/>
          </a:prstGeom>
          <a:blipFill>
            <a:blip r:embed="rId2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6575418" y="6138798"/>
            <a:ext cx="73983" cy="134909"/>
          </a:xfrm>
          <a:prstGeom prst="rect">
            <a:avLst/>
          </a:prstGeom>
          <a:blipFill>
            <a:blip r:embed="rId2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6575418" y="6071647"/>
            <a:ext cx="73983" cy="134915"/>
          </a:xfrm>
          <a:prstGeom prst="rect">
            <a:avLst/>
          </a:prstGeom>
          <a:blipFill>
            <a:blip r:embed="rId2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6575418" y="6004500"/>
            <a:ext cx="73983" cy="134293"/>
          </a:xfrm>
          <a:prstGeom prst="rect">
            <a:avLst/>
          </a:prstGeom>
          <a:blipFill>
            <a:blip r:embed="rId2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6575418" y="5936732"/>
            <a:ext cx="73983" cy="134908"/>
          </a:xfrm>
          <a:prstGeom prst="rect">
            <a:avLst/>
          </a:prstGeom>
          <a:blipFill>
            <a:blip r:embed="rId2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6575418" y="5869585"/>
            <a:ext cx="73983" cy="134910"/>
          </a:xfrm>
          <a:prstGeom prst="rect">
            <a:avLst/>
          </a:prstGeom>
          <a:blipFill>
            <a:blip r:embed="rId2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6575418" y="5802439"/>
            <a:ext cx="73983" cy="134289"/>
          </a:xfrm>
          <a:prstGeom prst="rect">
            <a:avLst/>
          </a:prstGeom>
          <a:blipFill>
            <a:blip r:embed="rId2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6575418" y="5735294"/>
            <a:ext cx="73983" cy="134289"/>
          </a:xfrm>
          <a:prstGeom prst="rect">
            <a:avLst/>
          </a:prstGeom>
          <a:blipFill>
            <a:blip r:embed="rId2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6575418" y="5667527"/>
            <a:ext cx="73983" cy="134910"/>
          </a:xfrm>
          <a:prstGeom prst="rect">
            <a:avLst/>
          </a:prstGeom>
          <a:blipFill>
            <a:blip r:embed="rId2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6575418" y="5600382"/>
            <a:ext cx="73983" cy="134909"/>
          </a:xfrm>
          <a:prstGeom prst="rect">
            <a:avLst/>
          </a:prstGeom>
          <a:blipFill>
            <a:blip r:embed="rId2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6575418" y="5533230"/>
            <a:ext cx="73983" cy="134293"/>
          </a:xfrm>
          <a:prstGeom prst="rect">
            <a:avLst/>
          </a:prstGeom>
          <a:blipFill>
            <a:blip r:embed="rId2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6575418" y="5465461"/>
            <a:ext cx="73983" cy="134914"/>
          </a:xfrm>
          <a:prstGeom prst="rect">
            <a:avLst/>
          </a:prstGeom>
          <a:blipFill>
            <a:blip r:embed="rId2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6575412" y="5465457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6575412" y="5398312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6575412" y="5398312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6575418" y="5331168"/>
            <a:ext cx="73983" cy="67144"/>
          </a:xfrm>
          <a:prstGeom prst="rect">
            <a:avLst/>
          </a:prstGeom>
          <a:blipFill>
            <a:blip r:embed="rId2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6575412" y="5263400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6575412" y="5263400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6575418" y="5129110"/>
            <a:ext cx="73983" cy="134288"/>
          </a:xfrm>
          <a:prstGeom prst="rect">
            <a:avLst/>
          </a:prstGeom>
          <a:blipFill>
            <a:blip r:embed="rId2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6575418" y="5061343"/>
            <a:ext cx="73983" cy="134909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6575418" y="4994191"/>
            <a:ext cx="73983" cy="134914"/>
          </a:xfrm>
          <a:prstGeom prst="rect">
            <a:avLst/>
          </a:prstGeom>
          <a:blipFill>
            <a:blip r:embed="rId2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6575418" y="4927044"/>
            <a:ext cx="73983" cy="134292"/>
          </a:xfrm>
          <a:prstGeom prst="rect">
            <a:avLst/>
          </a:prstGeom>
          <a:blipFill>
            <a:blip r:embed="rId2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6575418" y="4859897"/>
            <a:ext cx="73983" cy="134288"/>
          </a:xfrm>
          <a:prstGeom prst="rect">
            <a:avLst/>
          </a:prstGeom>
          <a:blipFill>
            <a:blip r:embed="rId2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6575418" y="4792129"/>
            <a:ext cx="73983" cy="134912"/>
          </a:xfrm>
          <a:prstGeom prst="rect">
            <a:avLst/>
          </a:prstGeom>
          <a:blipFill>
            <a:blip r:embed="rId2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6575418" y="4724984"/>
            <a:ext cx="73983" cy="134912"/>
          </a:xfrm>
          <a:prstGeom prst="rect">
            <a:avLst/>
          </a:prstGeom>
          <a:blipFill>
            <a:blip r:embed="rId2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6575418" y="4657839"/>
            <a:ext cx="73983" cy="134289"/>
          </a:xfrm>
          <a:prstGeom prst="rect">
            <a:avLst/>
          </a:prstGeom>
          <a:blipFill>
            <a:blip r:embed="rId2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6575418" y="4590072"/>
            <a:ext cx="73983" cy="134910"/>
          </a:xfrm>
          <a:prstGeom prst="rect">
            <a:avLst/>
          </a:prstGeom>
          <a:blipFill>
            <a:blip r:embed="rId2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6575418" y="4522920"/>
            <a:ext cx="73983" cy="134914"/>
          </a:xfrm>
          <a:prstGeom prst="rect">
            <a:avLst/>
          </a:prstGeom>
          <a:blipFill>
            <a:blip r:embed="rId2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6575418" y="4455774"/>
            <a:ext cx="73983" cy="134292"/>
          </a:xfrm>
          <a:prstGeom prst="rect">
            <a:avLst/>
          </a:prstGeom>
          <a:blipFill>
            <a:blip r:embed="rId2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6575418" y="4388006"/>
            <a:ext cx="73983" cy="134908"/>
          </a:xfrm>
          <a:prstGeom prst="rect">
            <a:avLst/>
          </a:prstGeom>
          <a:blipFill>
            <a:blip r:embed="rId2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6575418" y="4320858"/>
            <a:ext cx="73983" cy="134910"/>
          </a:xfrm>
          <a:prstGeom prst="rect">
            <a:avLst/>
          </a:prstGeom>
          <a:blipFill>
            <a:blip r:embed="rId2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6575418" y="4253712"/>
            <a:ext cx="73983" cy="134289"/>
          </a:xfrm>
          <a:prstGeom prst="rect">
            <a:avLst/>
          </a:prstGeom>
          <a:blipFill>
            <a:blip r:embed="rId2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6575418" y="4185945"/>
            <a:ext cx="73983" cy="134912"/>
          </a:xfrm>
          <a:prstGeom prst="rect">
            <a:avLst/>
          </a:prstGeom>
          <a:blipFill>
            <a:blip r:embed="rId2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6575418" y="4118800"/>
            <a:ext cx="73983" cy="134912"/>
          </a:xfrm>
          <a:prstGeom prst="rect">
            <a:avLst/>
          </a:prstGeom>
          <a:blipFill>
            <a:blip r:embed="rId2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6575418" y="4051655"/>
            <a:ext cx="73983" cy="134287"/>
          </a:xfrm>
          <a:prstGeom prst="rect">
            <a:avLst/>
          </a:prstGeom>
          <a:blipFill>
            <a:blip r:embed="rId2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6575418" y="3984502"/>
            <a:ext cx="73983" cy="134293"/>
          </a:xfrm>
          <a:prstGeom prst="rect">
            <a:avLst/>
          </a:prstGeom>
          <a:blipFill>
            <a:blip r:embed="rId2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6575418" y="3916734"/>
            <a:ext cx="73983" cy="134914"/>
          </a:xfrm>
          <a:prstGeom prst="rect">
            <a:avLst/>
          </a:prstGeom>
          <a:blipFill>
            <a:blip r:embed="rId2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6575418" y="3849588"/>
            <a:ext cx="73983" cy="134909"/>
          </a:xfrm>
          <a:prstGeom prst="rect">
            <a:avLst/>
          </a:prstGeom>
          <a:blipFill>
            <a:blip r:embed="rId2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6575418" y="3782440"/>
            <a:ext cx="73983" cy="134289"/>
          </a:xfrm>
          <a:prstGeom prst="rect">
            <a:avLst/>
          </a:prstGeom>
          <a:blipFill>
            <a:blip r:embed="rId2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6575418" y="3714673"/>
            <a:ext cx="73983" cy="134912"/>
          </a:xfrm>
          <a:prstGeom prst="rect">
            <a:avLst/>
          </a:prstGeom>
          <a:blipFill>
            <a:blip r:embed="rId2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6575418" y="3647528"/>
            <a:ext cx="73983" cy="134912"/>
          </a:xfrm>
          <a:prstGeom prst="rect">
            <a:avLst/>
          </a:prstGeom>
          <a:blipFill>
            <a:blip r:embed="rId2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6575418" y="3647528"/>
            <a:ext cx="73983" cy="67143"/>
          </a:xfrm>
          <a:prstGeom prst="rect">
            <a:avLst/>
          </a:prstGeom>
          <a:blipFill>
            <a:blip r:embed="rId2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6649403" y="6138798"/>
            <a:ext cx="74611" cy="134909"/>
          </a:xfrm>
          <a:prstGeom prst="rect">
            <a:avLst/>
          </a:prstGeom>
          <a:blipFill>
            <a:blip r:embed="rId2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6649403" y="6071647"/>
            <a:ext cx="74611" cy="134915"/>
          </a:xfrm>
          <a:prstGeom prst="rect">
            <a:avLst/>
          </a:prstGeom>
          <a:blipFill>
            <a:blip r:embed="rId2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6649403" y="6004500"/>
            <a:ext cx="74611" cy="134293"/>
          </a:xfrm>
          <a:prstGeom prst="rect">
            <a:avLst/>
          </a:prstGeom>
          <a:blipFill>
            <a:blip r:embed="rId2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6649403" y="5936732"/>
            <a:ext cx="74611" cy="134908"/>
          </a:xfrm>
          <a:prstGeom prst="rect">
            <a:avLst/>
          </a:prstGeom>
          <a:blipFill>
            <a:blip r:embed="rId2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6649403" y="5869585"/>
            <a:ext cx="74611" cy="134910"/>
          </a:xfrm>
          <a:prstGeom prst="rect">
            <a:avLst/>
          </a:prstGeom>
          <a:blipFill>
            <a:blip r:embed="rId2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6649403" y="5869584"/>
            <a:ext cx="74607" cy="67144"/>
          </a:xfrm>
          <a:prstGeom prst="rect">
            <a:avLst/>
          </a:prstGeom>
          <a:blipFill>
            <a:blip r:embed="rId2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6649402" y="5802439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44"/>
                </a:moveTo>
                <a:lnTo>
                  <a:pt x="74612" y="0"/>
                </a:lnTo>
                <a:lnTo>
                  <a:pt x="0" y="67144"/>
                </a:lnTo>
                <a:lnTo>
                  <a:pt x="74612" y="67144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6649402" y="5802439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6649402" y="5735294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44"/>
                </a:moveTo>
                <a:lnTo>
                  <a:pt x="74612" y="0"/>
                </a:lnTo>
                <a:lnTo>
                  <a:pt x="0" y="67144"/>
                </a:lnTo>
                <a:lnTo>
                  <a:pt x="74612" y="67144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6649402" y="5735294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6649402" y="5667527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612" y="67767"/>
                </a:moveTo>
                <a:lnTo>
                  <a:pt x="74612" y="0"/>
                </a:lnTo>
                <a:lnTo>
                  <a:pt x="0" y="67767"/>
                </a:lnTo>
                <a:lnTo>
                  <a:pt x="74612" y="67767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6649402" y="5667527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612" y="0"/>
                </a:moveTo>
                <a:lnTo>
                  <a:pt x="0" y="0"/>
                </a:lnTo>
                <a:lnTo>
                  <a:pt x="0" y="67767"/>
                </a:lnTo>
                <a:lnTo>
                  <a:pt x="74612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6649402" y="5600382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44"/>
                </a:moveTo>
                <a:lnTo>
                  <a:pt x="74612" y="0"/>
                </a:lnTo>
                <a:lnTo>
                  <a:pt x="0" y="67144"/>
                </a:lnTo>
                <a:lnTo>
                  <a:pt x="74612" y="67144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6649402" y="5600382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6649402" y="5533225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57"/>
                </a:moveTo>
                <a:lnTo>
                  <a:pt x="74612" y="0"/>
                </a:lnTo>
                <a:lnTo>
                  <a:pt x="0" y="67157"/>
                </a:lnTo>
                <a:lnTo>
                  <a:pt x="74612" y="67157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6649402" y="5533225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57"/>
                </a:lnTo>
                <a:lnTo>
                  <a:pt x="74612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6649403" y="5465457"/>
            <a:ext cx="74611" cy="67767"/>
          </a:xfrm>
          <a:prstGeom prst="rect">
            <a:avLst/>
          </a:prstGeom>
          <a:blipFill>
            <a:blip r:embed="rId2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6649402" y="5398312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44"/>
                </a:moveTo>
                <a:lnTo>
                  <a:pt x="74612" y="0"/>
                </a:lnTo>
                <a:lnTo>
                  <a:pt x="0" y="67144"/>
                </a:lnTo>
                <a:lnTo>
                  <a:pt x="74612" y="67144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6649402" y="5398312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6649403" y="5331168"/>
            <a:ext cx="74611" cy="67144"/>
          </a:xfrm>
          <a:prstGeom prst="rect">
            <a:avLst/>
          </a:prstGeom>
          <a:blipFill>
            <a:blip r:embed="rId2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6649402" y="5263400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612" y="67767"/>
                </a:moveTo>
                <a:lnTo>
                  <a:pt x="74612" y="0"/>
                </a:lnTo>
                <a:lnTo>
                  <a:pt x="0" y="67767"/>
                </a:lnTo>
                <a:lnTo>
                  <a:pt x="74612" y="67767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6649402" y="5263400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612" y="0"/>
                </a:moveTo>
                <a:lnTo>
                  <a:pt x="0" y="0"/>
                </a:lnTo>
                <a:lnTo>
                  <a:pt x="0" y="67767"/>
                </a:lnTo>
                <a:lnTo>
                  <a:pt x="74612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6649403" y="5129110"/>
            <a:ext cx="74611" cy="134288"/>
          </a:xfrm>
          <a:prstGeom prst="rect">
            <a:avLst/>
          </a:prstGeom>
          <a:blipFill>
            <a:blip r:embed="rId2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6649403" y="5061343"/>
            <a:ext cx="74611" cy="134909"/>
          </a:xfrm>
          <a:prstGeom prst="rect">
            <a:avLst/>
          </a:prstGeom>
          <a:blipFill>
            <a:blip r:embed="rId2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6649403" y="4994191"/>
            <a:ext cx="74611" cy="134914"/>
          </a:xfrm>
          <a:prstGeom prst="rect">
            <a:avLst/>
          </a:prstGeom>
          <a:blipFill>
            <a:blip r:embed="rId2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6649403" y="4927044"/>
            <a:ext cx="74611" cy="134292"/>
          </a:xfrm>
          <a:prstGeom prst="rect">
            <a:avLst/>
          </a:prstGeom>
          <a:blipFill>
            <a:blip r:embed="rId2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6649403" y="4859897"/>
            <a:ext cx="74611" cy="134288"/>
          </a:xfrm>
          <a:prstGeom prst="rect">
            <a:avLst/>
          </a:prstGeom>
          <a:blipFill>
            <a:blip r:embed="rId2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6649403" y="4792129"/>
            <a:ext cx="74611" cy="134912"/>
          </a:xfrm>
          <a:prstGeom prst="rect">
            <a:avLst/>
          </a:prstGeom>
          <a:blipFill>
            <a:blip r:embed="rId2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6649403" y="4724984"/>
            <a:ext cx="74611" cy="134912"/>
          </a:xfrm>
          <a:prstGeom prst="rect">
            <a:avLst/>
          </a:prstGeom>
          <a:blipFill>
            <a:blip r:embed="rId2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6649403" y="4657839"/>
            <a:ext cx="74611" cy="134289"/>
          </a:xfrm>
          <a:prstGeom prst="rect">
            <a:avLst/>
          </a:prstGeom>
          <a:blipFill>
            <a:blip r:embed="rId2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6649403" y="4590072"/>
            <a:ext cx="74611" cy="134910"/>
          </a:xfrm>
          <a:prstGeom prst="rect">
            <a:avLst/>
          </a:prstGeom>
          <a:blipFill>
            <a:blip r:embed="rId2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6649403" y="4522920"/>
            <a:ext cx="74611" cy="134914"/>
          </a:xfrm>
          <a:prstGeom prst="rect">
            <a:avLst/>
          </a:prstGeom>
          <a:blipFill>
            <a:blip r:embed="rId2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6649403" y="4455774"/>
            <a:ext cx="74611" cy="134292"/>
          </a:xfrm>
          <a:prstGeom prst="rect">
            <a:avLst/>
          </a:prstGeom>
          <a:blipFill>
            <a:blip r:embed="rId2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6649403" y="4388006"/>
            <a:ext cx="74611" cy="134908"/>
          </a:xfrm>
          <a:prstGeom prst="rect">
            <a:avLst/>
          </a:prstGeom>
          <a:blipFill>
            <a:blip r:embed="rId2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6649403" y="4320858"/>
            <a:ext cx="74611" cy="134910"/>
          </a:xfrm>
          <a:prstGeom prst="rect">
            <a:avLst/>
          </a:prstGeom>
          <a:blipFill>
            <a:blip r:embed="rId2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6649403" y="4253712"/>
            <a:ext cx="74611" cy="134289"/>
          </a:xfrm>
          <a:prstGeom prst="rect">
            <a:avLst/>
          </a:prstGeom>
          <a:blipFill>
            <a:blip r:embed="rId2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6649403" y="4185945"/>
            <a:ext cx="74611" cy="134912"/>
          </a:xfrm>
          <a:prstGeom prst="rect">
            <a:avLst/>
          </a:prstGeom>
          <a:blipFill>
            <a:blip r:embed="rId2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6649403" y="4118800"/>
            <a:ext cx="74611" cy="134912"/>
          </a:xfrm>
          <a:prstGeom prst="rect">
            <a:avLst/>
          </a:prstGeom>
          <a:blipFill>
            <a:blip r:embed="rId2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6649403" y="4051655"/>
            <a:ext cx="74611" cy="134287"/>
          </a:xfrm>
          <a:prstGeom prst="rect">
            <a:avLst/>
          </a:prstGeom>
          <a:blipFill>
            <a:blip r:embed="rId2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6649403" y="3984502"/>
            <a:ext cx="74611" cy="134293"/>
          </a:xfrm>
          <a:prstGeom prst="rect">
            <a:avLst/>
          </a:prstGeom>
          <a:blipFill>
            <a:blip r:embed="rId2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6649403" y="3916734"/>
            <a:ext cx="74611" cy="134914"/>
          </a:xfrm>
          <a:prstGeom prst="rect">
            <a:avLst/>
          </a:prstGeom>
          <a:blipFill>
            <a:blip r:embed="rId2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6649403" y="3849588"/>
            <a:ext cx="74611" cy="134909"/>
          </a:xfrm>
          <a:prstGeom prst="rect">
            <a:avLst/>
          </a:prstGeom>
          <a:blipFill>
            <a:blip r:embed="rId2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6649403" y="3782440"/>
            <a:ext cx="74611" cy="134289"/>
          </a:xfrm>
          <a:prstGeom prst="rect">
            <a:avLst/>
          </a:prstGeom>
          <a:blipFill>
            <a:blip r:embed="rId2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6649403" y="3714673"/>
            <a:ext cx="74611" cy="134912"/>
          </a:xfrm>
          <a:prstGeom prst="rect">
            <a:avLst/>
          </a:prstGeom>
          <a:blipFill>
            <a:blip r:embed="rId2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6649403" y="3647528"/>
            <a:ext cx="74611" cy="134912"/>
          </a:xfrm>
          <a:prstGeom prst="rect">
            <a:avLst/>
          </a:prstGeom>
          <a:blipFill>
            <a:blip r:embed="rId2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6649403" y="3647528"/>
            <a:ext cx="74607" cy="67143"/>
          </a:xfrm>
          <a:prstGeom prst="rect">
            <a:avLst/>
          </a:prstGeom>
          <a:blipFill>
            <a:blip r:embed="rId2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6724015" y="6138798"/>
            <a:ext cx="73977" cy="134909"/>
          </a:xfrm>
          <a:prstGeom prst="rect">
            <a:avLst/>
          </a:prstGeom>
          <a:blipFill>
            <a:blip r:embed="rId2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6724015" y="6071647"/>
            <a:ext cx="73977" cy="134915"/>
          </a:xfrm>
          <a:prstGeom prst="rect">
            <a:avLst/>
          </a:prstGeom>
          <a:blipFill>
            <a:blip r:embed="rId2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6724015" y="6004500"/>
            <a:ext cx="73977" cy="134293"/>
          </a:xfrm>
          <a:prstGeom prst="rect">
            <a:avLst/>
          </a:prstGeom>
          <a:blipFill>
            <a:blip r:embed="rId2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6724015" y="5936732"/>
            <a:ext cx="73977" cy="134908"/>
          </a:xfrm>
          <a:prstGeom prst="rect">
            <a:avLst/>
          </a:prstGeom>
          <a:blipFill>
            <a:blip r:embed="rId2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6724015" y="5936729"/>
            <a:ext cx="73977" cy="67767"/>
          </a:xfrm>
          <a:prstGeom prst="rect">
            <a:avLst/>
          </a:prstGeom>
          <a:blipFill>
            <a:blip r:embed="rId2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6724015" y="586958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44"/>
                </a:moveTo>
                <a:lnTo>
                  <a:pt x="73977" y="0"/>
                </a:lnTo>
                <a:lnTo>
                  <a:pt x="0" y="67144"/>
                </a:lnTo>
                <a:lnTo>
                  <a:pt x="73977" y="67144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6724015" y="586958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6724015" y="5735294"/>
            <a:ext cx="73977" cy="134289"/>
          </a:xfrm>
          <a:prstGeom prst="rect">
            <a:avLst/>
          </a:prstGeom>
          <a:blipFill>
            <a:blip r:embed="rId2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6724015" y="5667527"/>
            <a:ext cx="73977" cy="134910"/>
          </a:xfrm>
          <a:prstGeom prst="rect">
            <a:avLst/>
          </a:prstGeom>
          <a:blipFill>
            <a:blip r:embed="rId2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6724015" y="5600382"/>
            <a:ext cx="73977" cy="134909"/>
          </a:xfrm>
          <a:prstGeom prst="rect">
            <a:avLst/>
          </a:prstGeom>
          <a:blipFill>
            <a:blip r:embed="rId2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6724015" y="5600382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6724015" y="5533225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57"/>
                </a:moveTo>
                <a:lnTo>
                  <a:pt x="73977" y="0"/>
                </a:lnTo>
                <a:lnTo>
                  <a:pt x="0" y="67157"/>
                </a:lnTo>
                <a:lnTo>
                  <a:pt x="73977" y="67157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6724015" y="5533225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57"/>
                </a:lnTo>
                <a:lnTo>
                  <a:pt x="73977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6724015" y="5465457"/>
            <a:ext cx="73977" cy="67767"/>
          </a:xfrm>
          <a:prstGeom prst="rect">
            <a:avLst/>
          </a:prstGeom>
          <a:blipFill>
            <a:blip r:embed="rId2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6724015" y="5398312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44"/>
                </a:moveTo>
                <a:lnTo>
                  <a:pt x="73977" y="0"/>
                </a:lnTo>
                <a:lnTo>
                  <a:pt x="0" y="67144"/>
                </a:lnTo>
                <a:lnTo>
                  <a:pt x="73977" y="67144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6724015" y="5398312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6724015" y="5263400"/>
            <a:ext cx="73977" cy="134912"/>
          </a:xfrm>
          <a:prstGeom prst="rect">
            <a:avLst/>
          </a:prstGeom>
          <a:blipFill>
            <a:blip r:embed="rId2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6724015" y="5196255"/>
            <a:ext cx="73977" cy="134912"/>
          </a:xfrm>
          <a:prstGeom prst="rect">
            <a:avLst/>
          </a:prstGeom>
          <a:blipFill>
            <a:blip r:embed="rId2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6724015" y="5129110"/>
            <a:ext cx="73977" cy="134288"/>
          </a:xfrm>
          <a:prstGeom prst="rect">
            <a:avLst/>
          </a:prstGeom>
          <a:blipFill>
            <a:blip r:embed="rId2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6724015" y="5061343"/>
            <a:ext cx="73977" cy="134909"/>
          </a:xfrm>
          <a:prstGeom prst="rect">
            <a:avLst/>
          </a:prstGeom>
          <a:blipFill>
            <a:blip r:embed="rId2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6724015" y="4994191"/>
            <a:ext cx="73977" cy="134914"/>
          </a:xfrm>
          <a:prstGeom prst="rect">
            <a:avLst/>
          </a:prstGeom>
          <a:blipFill>
            <a:blip r:embed="rId2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6724015" y="4927044"/>
            <a:ext cx="73977" cy="134292"/>
          </a:xfrm>
          <a:prstGeom prst="rect">
            <a:avLst/>
          </a:prstGeom>
          <a:blipFill>
            <a:blip r:embed="rId2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6724015" y="4859897"/>
            <a:ext cx="73977" cy="134288"/>
          </a:xfrm>
          <a:prstGeom prst="rect">
            <a:avLst/>
          </a:prstGeom>
          <a:blipFill>
            <a:blip r:embed="rId2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6724015" y="4792129"/>
            <a:ext cx="73977" cy="134912"/>
          </a:xfrm>
          <a:prstGeom prst="rect">
            <a:avLst/>
          </a:prstGeom>
          <a:blipFill>
            <a:blip r:embed="rId2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6724015" y="4724984"/>
            <a:ext cx="73977" cy="134912"/>
          </a:xfrm>
          <a:prstGeom prst="rect">
            <a:avLst/>
          </a:prstGeom>
          <a:blipFill>
            <a:blip r:embed="rId2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6724015" y="4657839"/>
            <a:ext cx="73977" cy="134289"/>
          </a:xfrm>
          <a:prstGeom prst="rect">
            <a:avLst/>
          </a:prstGeom>
          <a:blipFill>
            <a:blip r:embed="rId2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6724015" y="4590072"/>
            <a:ext cx="73977" cy="134910"/>
          </a:xfrm>
          <a:prstGeom prst="rect">
            <a:avLst/>
          </a:prstGeom>
          <a:blipFill>
            <a:blip r:embed="rId2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6724015" y="4522920"/>
            <a:ext cx="73977" cy="134914"/>
          </a:xfrm>
          <a:prstGeom prst="rect">
            <a:avLst/>
          </a:prstGeom>
          <a:blipFill>
            <a:blip r:embed="rId2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6724015" y="4455774"/>
            <a:ext cx="73977" cy="134292"/>
          </a:xfrm>
          <a:prstGeom prst="rect">
            <a:avLst/>
          </a:prstGeom>
          <a:blipFill>
            <a:blip r:embed="rId2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6724015" y="4388006"/>
            <a:ext cx="73977" cy="134908"/>
          </a:xfrm>
          <a:prstGeom prst="rect">
            <a:avLst/>
          </a:prstGeom>
          <a:blipFill>
            <a:blip r:embed="rId2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/>
          <p:nvPr/>
        </p:nvSpPr>
        <p:spPr>
          <a:xfrm>
            <a:off x="6724015" y="4320858"/>
            <a:ext cx="73977" cy="134910"/>
          </a:xfrm>
          <a:prstGeom prst="rect">
            <a:avLst/>
          </a:prstGeom>
          <a:blipFill>
            <a:blip r:embed="rId2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object 395"/>
          <p:cNvSpPr/>
          <p:nvPr/>
        </p:nvSpPr>
        <p:spPr>
          <a:xfrm>
            <a:off x="6724015" y="4253712"/>
            <a:ext cx="73977" cy="134289"/>
          </a:xfrm>
          <a:prstGeom prst="rect">
            <a:avLst/>
          </a:prstGeom>
          <a:blipFill>
            <a:blip r:embed="rId2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6724015" y="4185945"/>
            <a:ext cx="73977" cy="134912"/>
          </a:xfrm>
          <a:prstGeom prst="rect">
            <a:avLst/>
          </a:prstGeom>
          <a:blipFill>
            <a:blip r:embed="rId2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6724015" y="4118800"/>
            <a:ext cx="73977" cy="134912"/>
          </a:xfrm>
          <a:prstGeom prst="rect">
            <a:avLst/>
          </a:prstGeom>
          <a:blipFill>
            <a:blip r:embed="rId2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6724015" y="4051655"/>
            <a:ext cx="73977" cy="134287"/>
          </a:xfrm>
          <a:prstGeom prst="rect">
            <a:avLst/>
          </a:prstGeom>
          <a:blipFill>
            <a:blip r:embed="rId2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6724015" y="3984502"/>
            <a:ext cx="73977" cy="134293"/>
          </a:xfrm>
          <a:prstGeom prst="rect">
            <a:avLst/>
          </a:prstGeom>
          <a:blipFill>
            <a:blip r:embed="rId2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6724015" y="3916734"/>
            <a:ext cx="73977" cy="134914"/>
          </a:xfrm>
          <a:prstGeom prst="rect">
            <a:avLst/>
          </a:prstGeom>
          <a:blipFill>
            <a:blip r:embed="rId2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6724015" y="3849588"/>
            <a:ext cx="73977" cy="134909"/>
          </a:xfrm>
          <a:prstGeom prst="rect">
            <a:avLst/>
          </a:prstGeom>
          <a:blipFill>
            <a:blip r:embed="rId2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6724015" y="3782440"/>
            <a:ext cx="73977" cy="134289"/>
          </a:xfrm>
          <a:prstGeom prst="rect">
            <a:avLst/>
          </a:prstGeom>
          <a:blipFill>
            <a:blip r:embed="rId2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6724015" y="3714673"/>
            <a:ext cx="73977" cy="134912"/>
          </a:xfrm>
          <a:prstGeom prst="rect">
            <a:avLst/>
          </a:prstGeom>
          <a:blipFill>
            <a:blip r:embed="rId3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6724015" y="3647528"/>
            <a:ext cx="73977" cy="134912"/>
          </a:xfrm>
          <a:prstGeom prst="rect">
            <a:avLst/>
          </a:prstGeom>
          <a:blipFill>
            <a:blip r:embed="rId3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6724015" y="3647528"/>
            <a:ext cx="73977" cy="67143"/>
          </a:xfrm>
          <a:prstGeom prst="rect">
            <a:avLst/>
          </a:prstGeom>
          <a:blipFill>
            <a:blip r:embed="rId3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6797997" y="6138798"/>
            <a:ext cx="73985" cy="134909"/>
          </a:xfrm>
          <a:prstGeom prst="rect">
            <a:avLst/>
          </a:prstGeom>
          <a:blipFill>
            <a:blip r:embed="rId2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6797997" y="6071647"/>
            <a:ext cx="73985" cy="134915"/>
          </a:xfrm>
          <a:prstGeom prst="rect">
            <a:avLst/>
          </a:prstGeom>
          <a:blipFill>
            <a:blip r:embed="rId2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6797997" y="6004500"/>
            <a:ext cx="73985" cy="134293"/>
          </a:xfrm>
          <a:prstGeom prst="rect">
            <a:avLst/>
          </a:prstGeom>
          <a:blipFill>
            <a:blip r:embed="rId2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6797997" y="6004496"/>
            <a:ext cx="73985" cy="67144"/>
          </a:xfrm>
          <a:prstGeom prst="rect">
            <a:avLst/>
          </a:prstGeom>
          <a:blipFill>
            <a:blip r:embed="rId3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6797992" y="5936729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6797992" y="5936729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6797992" y="586958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6797992" y="586958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6797997" y="5802439"/>
            <a:ext cx="73985" cy="67144"/>
          </a:xfrm>
          <a:prstGeom prst="rect">
            <a:avLst/>
          </a:prstGeom>
          <a:blipFill>
            <a:blip r:embed="rId3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6797992" y="573529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6797992" y="573529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6797992" y="5667527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6797992" y="5667527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6797997" y="5600382"/>
            <a:ext cx="73985" cy="67141"/>
          </a:xfrm>
          <a:prstGeom prst="rect">
            <a:avLst/>
          </a:prstGeom>
          <a:blipFill>
            <a:blip r:embed="rId3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6797992" y="5533225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57"/>
                </a:moveTo>
                <a:lnTo>
                  <a:pt x="73990" y="0"/>
                </a:lnTo>
                <a:lnTo>
                  <a:pt x="0" y="67157"/>
                </a:lnTo>
                <a:lnTo>
                  <a:pt x="73990" y="67157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6797992" y="5533225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57"/>
                </a:lnTo>
                <a:lnTo>
                  <a:pt x="73990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6797997" y="5465457"/>
            <a:ext cx="73985" cy="67767"/>
          </a:xfrm>
          <a:prstGeom prst="rect">
            <a:avLst/>
          </a:prstGeom>
          <a:blipFill>
            <a:blip r:embed="rId2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6797992" y="5398312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6797992" y="5398312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6797997" y="5263400"/>
            <a:ext cx="73985" cy="134912"/>
          </a:xfrm>
          <a:prstGeom prst="rect">
            <a:avLst/>
          </a:prstGeom>
          <a:blipFill>
            <a:blip r:embed="rId2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6797997" y="5196255"/>
            <a:ext cx="73985" cy="134912"/>
          </a:xfrm>
          <a:prstGeom prst="rect">
            <a:avLst/>
          </a:prstGeom>
          <a:blipFill>
            <a:blip r:embed="rId3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6797997" y="5129110"/>
            <a:ext cx="73985" cy="134288"/>
          </a:xfrm>
          <a:prstGeom prst="rect">
            <a:avLst/>
          </a:prstGeom>
          <a:blipFill>
            <a:blip r:embed="rId3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6797997" y="5061343"/>
            <a:ext cx="73985" cy="134909"/>
          </a:xfrm>
          <a:prstGeom prst="rect">
            <a:avLst/>
          </a:prstGeom>
          <a:blipFill>
            <a:blip r:embed="rId3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6797997" y="4994191"/>
            <a:ext cx="73985" cy="134914"/>
          </a:xfrm>
          <a:prstGeom prst="rect">
            <a:avLst/>
          </a:prstGeom>
          <a:blipFill>
            <a:blip r:embed="rId3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6797997" y="4927044"/>
            <a:ext cx="73985" cy="134292"/>
          </a:xfrm>
          <a:prstGeom prst="rect">
            <a:avLst/>
          </a:prstGeom>
          <a:blipFill>
            <a:blip r:embed="rId3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6797997" y="4859897"/>
            <a:ext cx="73985" cy="134288"/>
          </a:xfrm>
          <a:prstGeom prst="rect">
            <a:avLst/>
          </a:prstGeom>
          <a:blipFill>
            <a:blip r:embed="rId3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6797997" y="4792129"/>
            <a:ext cx="73985" cy="134912"/>
          </a:xfrm>
          <a:prstGeom prst="rect">
            <a:avLst/>
          </a:prstGeom>
          <a:blipFill>
            <a:blip r:embed="rId3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6797997" y="4724984"/>
            <a:ext cx="73985" cy="134912"/>
          </a:xfrm>
          <a:prstGeom prst="rect">
            <a:avLst/>
          </a:prstGeom>
          <a:blipFill>
            <a:blip r:embed="rId3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6797997" y="4657839"/>
            <a:ext cx="73985" cy="134289"/>
          </a:xfrm>
          <a:prstGeom prst="rect">
            <a:avLst/>
          </a:prstGeom>
          <a:blipFill>
            <a:blip r:embed="rId3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6797997" y="4590072"/>
            <a:ext cx="73985" cy="134910"/>
          </a:xfrm>
          <a:prstGeom prst="rect">
            <a:avLst/>
          </a:prstGeom>
          <a:blipFill>
            <a:blip r:embed="rId3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6797997" y="4522920"/>
            <a:ext cx="73985" cy="134914"/>
          </a:xfrm>
          <a:prstGeom prst="rect">
            <a:avLst/>
          </a:prstGeom>
          <a:blipFill>
            <a:blip r:embed="rId3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6797997" y="4455774"/>
            <a:ext cx="73985" cy="134292"/>
          </a:xfrm>
          <a:prstGeom prst="rect">
            <a:avLst/>
          </a:prstGeom>
          <a:blipFill>
            <a:blip r:embed="rId3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object 438"/>
          <p:cNvSpPr/>
          <p:nvPr/>
        </p:nvSpPr>
        <p:spPr>
          <a:xfrm>
            <a:off x="6797997" y="4388006"/>
            <a:ext cx="73985" cy="134908"/>
          </a:xfrm>
          <a:prstGeom prst="rect">
            <a:avLst/>
          </a:prstGeom>
          <a:blipFill>
            <a:blip r:embed="rId3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9" name="object 439"/>
          <p:cNvSpPr/>
          <p:nvPr/>
        </p:nvSpPr>
        <p:spPr>
          <a:xfrm>
            <a:off x="6797997" y="4320858"/>
            <a:ext cx="73985" cy="134910"/>
          </a:xfrm>
          <a:prstGeom prst="rect">
            <a:avLst/>
          </a:prstGeom>
          <a:blipFill>
            <a:blip r:embed="rId3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0" name="object 440"/>
          <p:cNvSpPr/>
          <p:nvPr/>
        </p:nvSpPr>
        <p:spPr>
          <a:xfrm>
            <a:off x="6797997" y="4253712"/>
            <a:ext cx="73985" cy="134289"/>
          </a:xfrm>
          <a:prstGeom prst="rect">
            <a:avLst/>
          </a:prstGeom>
          <a:blipFill>
            <a:blip r:embed="rId3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1" name="object 441"/>
          <p:cNvSpPr/>
          <p:nvPr/>
        </p:nvSpPr>
        <p:spPr>
          <a:xfrm>
            <a:off x="6797997" y="4185945"/>
            <a:ext cx="73985" cy="134912"/>
          </a:xfrm>
          <a:prstGeom prst="rect">
            <a:avLst/>
          </a:prstGeom>
          <a:blipFill>
            <a:blip r:embed="rId3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2" name="object 442"/>
          <p:cNvSpPr/>
          <p:nvPr/>
        </p:nvSpPr>
        <p:spPr>
          <a:xfrm>
            <a:off x="6797997" y="4118800"/>
            <a:ext cx="73985" cy="134912"/>
          </a:xfrm>
          <a:prstGeom prst="rect">
            <a:avLst/>
          </a:prstGeom>
          <a:blipFill>
            <a:blip r:embed="rId3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3" name="object 443"/>
          <p:cNvSpPr/>
          <p:nvPr/>
        </p:nvSpPr>
        <p:spPr>
          <a:xfrm>
            <a:off x="6797997" y="4051655"/>
            <a:ext cx="73985" cy="134287"/>
          </a:xfrm>
          <a:prstGeom prst="rect">
            <a:avLst/>
          </a:prstGeom>
          <a:blipFill>
            <a:blip r:embed="rId3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4" name="object 444"/>
          <p:cNvSpPr/>
          <p:nvPr/>
        </p:nvSpPr>
        <p:spPr>
          <a:xfrm>
            <a:off x="6797997" y="3984502"/>
            <a:ext cx="73985" cy="134293"/>
          </a:xfrm>
          <a:prstGeom prst="rect">
            <a:avLst/>
          </a:prstGeom>
          <a:blipFill>
            <a:blip r:embed="rId3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object 445"/>
          <p:cNvSpPr/>
          <p:nvPr/>
        </p:nvSpPr>
        <p:spPr>
          <a:xfrm>
            <a:off x="6797997" y="3916734"/>
            <a:ext cx="73985" cy="134914"/>
          </a:xfrm>
          <a:prstGeom prst="rect">
            <a:avLst/>
          </a:prstGeom>
          <a:blipFill>
            <a:blip r:embed="rId3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object 446"/>
          <p:cNvSpPr/>
          <p:nvPr/>
        </p:nvSpPr>
        <p:spPr>
          <a:xfrm>
            <a:off x="6797997" y="3849588"/>
            <a:ext cx="73985" cy="134909"/>
          </a:xfrm>
          <a:prstGeom prst="rect">
            <a:avLst/>
          </a:prstGeom>
          <a:blipFill>
            <a:blip r:embed="rId3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object 447"/>
          <p:cNvSpPr/>
          <p:nvPr/>
        </p:nvSpPr>
        <p:spPr>
          <a:xfrm>
            <a:off x="6797997" y="3782440"/>
            <a:ext cx="73985" cy="134289"/>
          </a:xfrm>
          <a:prstGeom prst="rect">
            <a:avLst/>
          </a:prstGeom>
          <a:blipFill>
            <a:blip r:embed="rId3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object 448"/>
          <p:cNvSpPr/>
          <p:nvPr/>
        </p:nvSpPr>
        <p:spPr>
          <a:xfrm>
            <a:off x="6797997" y="3714673"/>
            <a:ext cx="73985" cy="134912"/>
          </a:xfrm>
          <a:prstGeom prst="rect">
            <a:avLst/>
          </a:prstGeom>
          <a:blipFill>
            <a:blip r:embed="rId3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object 449"/>
          <p:cNvSpPr/>
          <p:nvPr/>
        </p:nvSpPr>
        <p:spPr>
          <a:xfrm>
            <a:off x="6797997" y="3647528"/>
            <a:ext cx="73985" cy="134912"/>
          </a:xfrm>
          <a:prstGeom prst="rect">
            <a:avLst/>
          </a:prstGeom>
          <a:blipFill>
            <a:blip r:embed="rId3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object 450"/>
          <p:cNvSpPr/>
          <p:nvPr/>
        </p:nvSpPr>
        <p:spPr>
          <a:xfrm>
            <a:off x="6797997" y="3647528"/>
            <a:ext cx="73985" cy="67143"/>
          </a:xfrm>
          <a:prstGeom prst="rect">
            <a:avLst/>
          </a:prstGeom>
          <a:blipFill>
            <a:blip r:embed="rId3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object 451"/>
          <p:cNvSpPr/>
          <p:nvPr/>
        </p:nvSpPr>
        <p:spPr>
          <a:xfrm>
            <a:off x="6871982" y="6138798"/>
            <a:ext cx="74612" cy="134909"/>
          </a:xfrm>
          <a:prstGeom prst="rect">
            <a:avLst/>
          </a:prstGeom>
          <a:blipFill>
            <a:blip r:embed="rId2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object 452"/>
          <p:cNvSpPr/>
          <p:nvPr/>
        </p:nvSpPr>
        <p:spPr>
          <a:xfrm>
            <a:off x="6871982" y="6071647"/>
            <a:ext cx="74612" cy="134915"/>
          </a:xfrm>
          <a:prstGeom prst="rect">
            <a:avLst/>
          </a:prstGeom>
          <a:blipFill>
            <a:blip r:embed="rId3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object 453"/>
          <p:cNvSpPr/>
          <p:nvPr/>
        </p:nvSpPr>
        <p:spPr>
          <a:xfrm>
            <a:off x="6871982" y="6071641"/>
            <a:ext cx="74607" cy="67152"/>
          </a:xfrm>
          <a:prstGeom prst="rect">
            <a:avLst/>
          </a:prstGeom>
          <a:blipFill>
            <a:blip r:embed="rId1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4" name="object 454"/>
          <p:cNvSpPr/>
          <p:nvPr/>
        </p:nvSpPr>
        <p:spPr>
          <a:xfrm>
            <a:off x="6871982" y="5936732"/>
            <a:ext cx="74612" cy="134908"/>
          </a:xfrm>
          <a:prstGeom prst="rect">
            <a:avLst/>
          </a:prstGeom>
          <a:blipFill>
            <a:blip r:embed="rId3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5" name="object 455"/>
          <p:cNvSpPr/>
          <p:nvPr/>
        </p:nvSpPr>
        <p:spPr>
          <a:xfrm>
            <a:off x="6871982" y="5936729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612" y="0"/>
                </a:moveTo>
                <a:lnTo>
                  <a:pt x="0" y="0"/>
                </a:lnTo>
                <a:lnTo>
                  <a:pt x="0" y="67767"/>
                </a:lnTo>
                <a:lnTo>
                  <a:pt x="74612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object 456"/>
          <p:cNvSpPr/>
          <p:nvPr/>
        </p:nvSpPr>
        <p:spPr>
          <a:xfrm>
            <a:off x="6871982" y="5869584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44"/>
                </a:moveTo>
                <a:lnTo>
                  <a:pt x="74612" y="0"/>
                </a:lnTo>
                <a:lnTo>
                  <a:pt x="0" y="67144"/>
                </a:lnTo>
                <a:lnTo>
                  <a:pt x="74612" y="67144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6871982" y="5869584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8" name="object 458"/>
          <p:cNvSpPr/>
          <p:nvPr/>
        </p:nvSpPr>
        <p:spPr>
          <a:xfrm>
            <a:off x="6871982" y="5735294"/>
            <a:ext cx="74612" cy="134289"/>
          </a:xfrm>
          <a:prstGeom prst="rect">
            <a:avLst/>
          </a:prstGeom>
          <a:blipFill>
            <a:blip r:embed="rId3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9" name="object 459"/>
          <p:cNvSpPr/>
          <p:nvPr/>
        </p:nvSpPr>
        <p:spPr>
          <a:xfrm>
            <a:off x="6871982" y="5667527"/>
            <a:ext cx="74612" cy="134910"/>
          </a:xfrm>
          <a:prstGeom prst="rect">
            <a:avLst/>
          </a:prstGeom>
          <a:blipFill>
            <a:blip r:embed="rId3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0" name="object 460"/>
          <p:cNvSpPr/>
          <p:nvPr/>
        </p:nvSpPr>
        <p:spPr>
          <a:xfrm>
            <a:off x="6871982" y="5600382"/>
            <a:ext cx="74612" cy="134909"/>
          </a:xfrm>
          <a:prstGeom prst="rect">
            <a:avLst/>
          </a:prstGeom>
          <a:blipFill>
            <a:blip r:embed="rId3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1" name="object 461"/>
          <p:cNvSpPr/>
          <p:nvPr/>
        </p:nvSpPr>
        <p:spPr>
          <a:xfrm>
            <a:off x="6871982" y="5600382"/>
            <a:ext cx="74607" cy="67141"/>
          </a:xfrm>
          <a:prstGeom prst="rect">
            <a:avLst/>
          </a:prstGeom>
          <a:blipFill>
            <a:blip r:embed="rId3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2" name="object 462"/>
          <p:cNvSpPr/>
          <p:nvPr/>
        </p:nvSpPr>
        <p:spPr>
          <a:xfrm>
            <a:off x="6871982" y="5533225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57"/>
                </a:moveTo>
                <a:lnTo>
                  <a:pt x="74612" y="0"/>
                </a:lnTo>
                <a:lnTo>
                  <a:pt x="0" y="67157"/>
                </a:lnTo>
                <a:lnTo>
                  <a:pt x="74612" y="67157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3" name="object 463"/>
          <p:cNvSpPr/>
          <p:nvPr/>
        </p:nvSpPr>
        <p:spPr>
          <a:xfrm>
            <a:off x="6871982" y="5533225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57"/>
                </a:lnTo>
                <a:lnTo>
                  <a:pt x="74612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4" name="object 464"/>
          <p:cNvSpPr/>
          <p:nvPr/>
        </p:nvSpPr>
        <p:spPr>
          <a:xfrm>
            <a:off x="6871982" y="5398315"/>
            <a:ext cx="74612" cy="134909"/>
          </a:xfrm>
          <a:prstGeom prst="rect">
            <a:avLst/>
          </a:prstGeom>
          <a:blipFill>
            <a:blip r:embed="rId3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5" name="object 465"/>
          <p:cNvSpPr/>
          <p:nvPr/>
        </p:nvSpPr>
        <p:spPr>
          <a:xfrm>
            <a:off x="6871982" y="5331168"/>
            <a:ext cx="74612" cy="134289"/>
          </a:xfrm>
          <a:prstGeom prst="rect">
            <a:avLst/>
          </a:prstGeom>
          <a:blipFill>
            <a:blip r:embed="rId3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6" name="object 466"/>
          <p:cNvSpPr/>
          <p:nvPr/>
        </p:nvSpPr>
        <p:spPr>
          <a:xfrm>
            <a:off x="6871982" y="5263400"/>
            <a:ext cx="74612" cy="134912"/>
          </a:xfrm>
          <a:prstGeom prst="rect">
            <a:avLst/>
          </a:prstGeom>
          <a:blipFill>
            <a:blip r:embed="rId3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7" name="object 467"/>
          <p:cNvSpPr/>
          <p:nvPr/>
        </p:nvSpPr>
        <p:spPr>
          <a:xfrm>
            <a:off x="6871982" y="5196255"/>
            <a:ext cx="74612" cy="134912"/>
          </a:xfrm>
          <a:prstGeom prst="rect">
            <a:avLst/>
          </a:prstGeom>
          <a:blipFill>
            <a:blip r:embed="rId3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8" name="object 468"/>
          <p:cNvSpPr/>
          <p:nvPr/>
        </p:nvSpPr>
        <p:spPr>
          <a:xfrm>
            <a:off x="6871982" y="5129110"/>
            <a:ext cx="74612" cy="134288"/>
          </a:xfrm>
          <a:prstGeom prst="rect">
            <a:avLst/>
          </a:prstGeom>
          <a:blipFill>
            <a:blip r:embed="rId3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9" name="object 469"/>
          <p:cNvSpPr/>
          <p:nvPr/>
        </p:nvSpPr>
        <p:spPr>
          <a:xfrm>
            <a:off x="6871982" y="5061343"/>
            <a:ext cx="74612" cy="134909"/>
          </a:xfrm>
          <a:prstGeom prst="rect">
            <a:avLst/>
          </a:prstGeom>
          <a:blipFill>
            <a:blip r:embed="rId3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0" name="object 470"/>
          <p:cNvSpPr/>
          <p:nvPr/>
        </p:nvSpPr>
        <p:spPr>
          <a:xfrm>
            <a:off x="6871982" y="4994191"/>
            <a:ext cx="74612" cy="134914"/>
          </a:xfrm>
          <a:prstGeom prst="rect">
            <a:avLst/>
          </a:prstGeom>
          <a:blipFill>
            <a:blip r:embed="rId3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1" name="object 471"/>
          <p:cNvSpPr/>
          <p:nvPr/>
        </p:nvSpPr>
        <p:spPr>
          <a:xfrm>
            <a:off x="6871982" y="4927044"/>
            <a:ext cx="74612" cy="134292"/>
          </a:xfrm>
          <a:prstGeom prst="rect">
            <a:avLst/>
          </a:prstGeom>
          <a:blipFill>
            <a:blip r:embed="rId3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2" name="object 472"/>
          <p:cNvSpPr/>
          <p:nvPr/>
        </p:nvSpPr>
        <p:spPr>
          <a:xfrm>
            <a:off x="6871982" y="4859897"/>
            <a:ext cx="74612" cy="134288"/>
          </a:xfrm>
          <a:prstGeom prst="rect">
            <a:avLst/>
          </a:prstGeom>
          <a:blipFill>
            <a:blip r:embed="rId3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3" name="object 473"/>
          <p:cNvSpPr/>
          <p:nvPr/>
        </p:nvSpPr>
        <p:spPr>
          <a:xfrm>
            <a:off x="6871982" y="4792129"/>
            <a:ext cx="74612" cy="134912"/>
          </a:xfrm>
          <a:prstGeom prst="rect">
            <a:avLst/>
          </a:prstGeom>
          <a:blipFill>
            <a:blip r:embed="rId3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4" name="object 474"/>
          <p:cNvSpPr/>
          <p:nvPr/>
        </p:nvSpPr>
        <p:spPr>
          <a:xfrm>
            <a:off x="6871982" y="4724984"/>
            <a:ext cx="74612" cy="134912"/>
          </a:xfrm>
          <a:prstGeom prst="rect">
            <a:avLst/>
          </a:prstGeom>
          <a:blipFill>
            <a:blip r:embed="rId3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5" name="object 475"/>
          <p:cNvSpPr/>
          <p:nvPr/>
        </p:nvSpPr>
        <p:spPr>
          <a:xfrm>
            <a:off x="6871982" y="4657839"/>
            <a:ext cx="74612" cy="134289"/>
          </a:xfrm>
          <a:prstGeom prst="rect">
            <a:avLst/>
          </a:prstGeom>
          <a:blipFill>
            <a:blip r:embed="rId3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6" name="object 476"/>
          <p:cNvSpPr/>
          <p:nvPr/>
        </p:nvSpPr>
        <p:spPr>
          <a:xfrm>
            <a:off x="6871982" y="4590072"/>
            <a:ext cx="74612" cy="134910"/>
          </a:xfrm>
          <a:prstGeom prst="rect">
            <a:avLst/>
          </a:prstGeom>
          <a:blipFill>
            <a:blip r:embed="rId3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7" name="object 477"/>
          <p:cNvSpPr/>
          <p:nvPr/>
        </p:nvSpPr>
        <p:spPr>
          <a:xfrm>
            <a:off x="6871982" y="4522920"/>
            <a:ext cx="74612" cy="134914"/>
          </a:xfrm>
          <a:prstGeom prst="rect">
            <a:avLst/>
          </a:prstGeom>
          <a:blipFill>
            <a:blip r:embed="rId3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8" name="object 478"/>
          <p:cNvSpPr/>
          <p:nvPr/>
        </p:nvSpPr>
        <p:spPr>
          <a:xfrm>
            <a:off x="6871982" y="4455774"/>
            <a:ext cx="74612" cy="134292"/>
          </a:xfrm>
          <a:prstGeom prst="rect">
            <a:avLst/>
          </a:prstGeom>
          <a:blipFill>
            <a:blip r:embed="rId3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9" name="object 479"/>
          <p:cNvSpPr/>
          <p:nvPr/>
        </p:nvSpPr>
        <p:spPr>
          <a:xfrm>
            <a:off x="6871982" y="4388006"/>
            <a:ext cx="74612" cy="134908"/>
          </a:xfrm>
          <a:prstGeom prst="rect">
            <a:avLst/>
          </a:prstGeom>
          <a:blipFill>
            <a:blip r:embed="rId3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object 480"/>
          <p:cNvSpPr/>
          <p:nvPr/>
        </p:nvSpPr>
        <p:spPr>
          <a:xfrm>
            <a:off x="6871982" y="4320858"/>
            <a:ext cx="74612" cy="134910"/>
          </a:xfrm>
          <a:prstGeom prst="rect">
            <a:avLst/>
          </a:prstGeom>
          <a:blipFill>
            <a:blip r:embed="rId3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object 481"/>
          <p:cNvSpPr/>
          <p:nvPr/>
        </p:nvSpPr>
        <p:spPr>
          <a:xfrm>
            <a:off x="6871982" y="4253712"/>
            <a:ext cx="74612" cy="134289"/>
          </a:xfrm>
          <a:prstGeom prst="rect">
            <a:avLst/>
          </a:prstGeom>
          <a:blipFill>
            <a:blip r:embed="rId3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2" name="object 482"/>
          <p:cNvSpPr/>
          <p:nvPr/>
        </p:nvSpPr>
        <p:spPr>
          <a:xfrm>
            <a:off x="6871982" y="4185945"/>
            <a:ext cx="74612" cy="134912"/>
          </a:xfrm>
          <a:prstGeom prst="rect">
            <a:avLst/>
          </a:prstGeom>
          <a:blipFill>
            <a:blip r:embed="rId3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83"/>
          <p:cNvSpPr/>
          <p:nvPr/>
        </p:nvSpPr>
        <p:spPr>
          <a:xfrm>
            <a:off x="6871982" y="4118800"/>
            <a:ext cx="74612" cy="134912"/>
          </a:xfrm>
          <a:prstGeom prst="rect">
            <a:avLst/>
          </a:prstGeom>
          <a:blipFill>
            <a:blip r:embed="rId3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484"/>
          <p:cNvSpPr/>
          <p:nvPr/>
        </p:nvSpPr>
        <p:spPr>
          <a:xfrm>
            <a:off x="6871982" y="4051655"/>
            <a:ext cx="74612" cy="134287"/>
          </a:xfrm>
          <a:prstGeom prst="rect">
            <a:avLst/>
          </a:prstGeom>
          <a:blipFill>
            <a:blip r:embed="rId3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5" name="object 485"/>
          <p:cNvSpPr/>
          <p:nvPr/>
        </p:nvSpPr>
        <p:spPr>
          <a:xfrm>
            <a:off x="6871982" y="3984502"/>
            <a:ext cx="74612" cy="134293"/>
          </a:xfrm>
          <a:prstGeom prst="rect">
            <a:avLst/>
          </a:prstGeom>
          <a:blipFill>
            <a:blip r:embed="rId3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6" name="object 486"/>
          <p:cNvSpPr/>
          <p:nvPr/>
        </p:nvSpPr>
        <p:spPr>
          <a:xfrm>
            <a:off x="6871982" y="3916734"/>
            <a:ext cx="74612" cy="134914"/>
          </a:xfrm>
          <a:prstGeom prst="rect">
            <a:avLst/>
          </a:prstGeom>
          <a:blipFill>
            <a:blip r:embed="rId3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object 487"/>
          <p:cNvSpPr/>
          <p:nvPr/>
        </p:nvSpPr>
        <p:spPr>
          <a:xfrm>
            <a:off x="6871982" y="3849588"/>
            <a:ext cx="74612" cy="134909"/>
          </a:xfrm>
          <a:prstGeom prst="rect">
            <a:avLst/>
          </a:prstGeom>
          <a:blipFill>
            <a:blip r:embed="rId3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object 488"/>
          <p:cNvSpPr/>
          <p:nvPr/>
        </p:nvSpPr>
        <p:spPr>
          <a:xfrm>
            <a:off x="6871982" y="3782440"/>
            <a:ext cx="74612" cy="134289"/>
          </a:xfrm>
          <a:prstGeom prst="rect">
            <a:avLst/>
          </a:prstGeom>
          <a:blipFill>
            <a:blip r:embed="rId3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object 489"/>
          <p:cNvSpPr/>
          <p:nvPr/>
        </p:nvSpPr>
        <p:spPr>
          <a:xfrm>
            <a:off x="6871982" y="3714673"/>
            <a:ext cx="74612" cy="134912"/>
          </a:xfrm>
          <a:prstGeom prst="rect">
            <a:avLst/>
          </a:prstGeom>
          <a:blipFill>
            <a:blip r:embed="rId3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object 490"/>
          <p:cNvSpPr/>
          <p:nvPr/>
        </p:nvSpPr>
        <p:spPr>
          <a:xfrm>
            <a:off x="6871982" y="3647528"/>
            <a:ext cx="74612" cy="134912"/>
          </a:xfrm>
          <a:prstGeom prst="rect">
            <a:avLst/>
          </a:prstGeom>
          <a:blipFill>
            <a:blip r:embed="rId3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91"/>
          <p:cNvSpPr/>
          <p:nvPr/>
        </p:nvSpPr>
        <p:spPr>
          <a:xfrm>
            <a:off x="6871982" y="3647528"/>
            <a:ext cx="74607" cy="67143"/>
          </a:xfrm>
          <a:prstGeom prst="rect">
            <a:avLst/>
          </a:prstGeom>
          <a:blipFill>
            <a:blip r:embed="rId3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492"/>
          <p:cNvSpPr/>
          <p:nvPr/>
        </p:nvSpPr>
        <p:spPr>
          <a:xfrm>
            <a:off x="6946595" y="6138798"/>
            <a:ext cx="73977" cy="134909"/>
          </a:xfrm>
          <a:prstGeom prst="rect">
            <a:avLst/>
          </a:prstGeom>
          <a:blipFill>
            <a:blip r:embed="rId2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493"/>
          <p:cNvSpPr/>
          <p:nvPr/>
        </p:nvSpPr>
        <p:spPr>
          <a:xfrm>
            <a:off x="6946595" y="6138798"/>
            <a:ext cx="73977" cy="67764"/>
          </a:xfrm>
          <a:prstGeom prst="rect">
            <a:avLst/>
          </a:prstGeom>
          <a:blipFill>
            <a:blip r:embed="rId3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494"/>
          <p:cNvSpPr/>
          <p:nvPr/>
        </p:nvSpPr>
        <p:spPr>
          <a:xfrm>
            <a:off x="6946595" y="6004500"/>
            <a:ext cx="73977" cy="134298"/>
          </a:xfrm>
          <a:prstGeom prst="rect">
            <a:avLst/>
          </a:prstGeom>
          <a:blipFill>
            <a:blip r:embed="rId3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495"/>
          <p:cNvSpPr/>
          <p:nvPr/>
        </p:nvSpPr>
        <p:spPr>
          <a:xfrm>
            <a:off x="6946595" y="600449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496"/>
          <p:cNvSpPr/>
          <p:nvPr/>
        </p:nvSpPr>
        <p:spPr>
          <a:xfrm>
            <a:off x="6946595" y="5936729"/>
            <a:ext cx="73977" cy="67767"/>
          </a:xfrm>
          <a:prstGeom prst="rect">
            <a:avLst/>
          </a:prstGeom>
          <a:blipFill>
            <a:blip r:embed="rId3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6946595" y="586958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44"/>
                </a:moveTo>
                <a:lnTo>
                  <a:pt x="73977" y="0"/>
                </a:lnTo>
                <a:lnTo>
                  <a:pt x="0" y="67144"/>
                </a:lnTo>
                <a:lnTo>
                  <a:pt x="73977" y="67144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6946595" y="586958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6946595" y="580243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44"/>
                </a:moveTo>
                <a:lnTo>
                  <a:pt x="73977" y="0"/>
                </a:lnTo>
                <a:lnTo>
                  <a:pt x="0" y="67144"/>
                </a:lnTo>
                <a:lnTo>
                  <a:pt x="73977" y="67144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6946595" y="580243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6946595" y="573529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44"/>
                </a:moveTo>
                <a:lnTo>
                  <a:pt x="73977" y="0"/>
                </a:lnTo>
                <a:lnTo>
                  <a:pt x="0" y="67144"/>
                </a:lnTo>
                <a:lnTo>
                  <a:pt x="73977" y="67144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6946595" y="573529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6946595" y="5667527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77" y="67767"/>
                </a:moveTo>
                <a:lnTo>
                  <a:pt x="73977" y="0"/>
                </a:lnTo>
                <a:lnTo>
                  <a:pt x="0" y="67767"/>
                </a:lnTo>
                <a:lnTo>
                  <a:pt x="73977" y="67767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6946595" y="5667527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77" y="0"/>
                </a:moveTo>
                <a:lnTo>
                  <a:pt x="0" y="0"/>
                </a:lnTo>
                <a:lnTo>
                  <a:pt x="0" y="67767"/>
                </a:lnTo>
                <a:lnTo>
                  <a:pt x="73977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6946595" y="5600382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44"/>
                </a:moveTo>
                <a:lnTo>
                  <a:pt x="73977" y="0"/>
                </a:lnTo>
                <a:lnTo>
                  <a:pt x="0" y="67144"/>
                </a:lnTo>
                <a:lnTo>
                  <a:pt x="73977" y="67144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506"/>
          <p:cNvSpPr/>
          <p:nvPr/>
        </p:nvSpPr>
        <p:spPr>
          <a:xfrm>
            <a:off x="6946595" y="5600382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7" name="object 507"/>
          <p:cNvSpPr/>
          <p:nvPr/>
        </p:nvSpPr>
        <p:spPr>
          <a:xfrm>
            <a:off x="6946595" y="5465461"/>
            <a:ext cx="73977" cy="134914"/>
          </a:xfrm>
          <a:prstGeom prst="rect">
            <a:avLst/>
          </a:prstGeom>
          <a:blipFill>
            <a:blip r:embed="rId3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8" name="object 508"/>
          <p:cNvSpPr/>
          <p:nvPr/>
        </p:nvSpPr>
        <p:spPr>
          <a:xfrm>
            <a:off x="6946595" y="5398315"/>
            <a:ext cx="73977" cy="134909"/>
          </a:xfrm>
          <a:prstGeom prst="rect">
            <a:avLst/>
          </a:prstGeom>
          <a:blipFill>
            <a:blip r:embed="rId3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9" name="object 509"/>
          <p:cNvSpPr/>
          <p:nvPr/>
        </p:nvSpPr>
        <p:spPr>
          <a:xfrm>
            <a:off x="6946595" y="5331168"/>
            <a:ext cx="73977" cy="134289"/>
          </a:xfrm>
          <a:prstGeom prst="rect">
            <a:avLst/>
          </a:prstGeom>
          <a:blipFill>
            <a:blip r:embed="rId3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0" name="object 510"/>
          <p:cNvSpPr/>
          <p:nvPr/>
        </p:nvSpPr>
        <p:spPr>
          <a:xfrm>
            <a:off x="6946595" y="5263400"/>
            <a:ext cx="73977" cy="134912"/>
          </a:xfrm>
          <a:prstGeom prst="rect">
            <a:avLst/>
          </a:prstGeom>
          <a:blipFill>
            <a:blip r:embed="rId3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1" name="object 511"/>
          <p:cNvSpPr/>
          <p:nvPr/>
        </p:nvSpPr>
        <p:spPr>
          <a:xfrm>
            <a:off x="6946595" y="5196255"/>
            <a:ext cx="73977" cy="134912"/>
          </a:xfrm>
          <a:prstGeom prst="rect">
            <a:avLst/>
          </a:prstGeom>
          <a:blipFill>
            <a:blip r:embed="rId3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2" name="object 512"/>
          <p:cNvSpPr/>
          <p:nvPr/>
        </p:nvSpPr>
        <p:spPr>
          <a:xfrm>
            <a:off x="6946595" y="5129110"/>
            <a:ext cx="73977" cy="134288"/>
          </a:xfrm>
          <a:prstGeom prst="rect">
            <a:avLst/>
          </a:prstGeom>
          <a:blipFill>
            <a:blip r:embed="rId3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3" name="object 513"/>
          <p:cNvSpPr/>
          <p:nvPr/>
        </p:nvSpPr>
        <p:spPr>
          <a:xfrm>
            <a:off x="6946595" y="5061343"/>
            <a:ext cx="73977" cy="134909"/>
          </a:xfrm>
          <a:prstGeom prst="rect">
            <a:avLst/>
          </a:prstGeom>
          <a:blipFill>
            <a:blip r:embed="rId3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4" name="object 514"/>
          <p:cNvSpPr/>
          <p:nvPr/>
        </p:nvSpPr>
        <p:spPr>
          <a:xfrm>
            <a:off x="6946595" y="4994191"/>
            <a:ext cx="73977" cy="134914"/>
          </a:xfrm>
          <a:prstGeom prst="rect">
            <a:avLst/>
          </a:prstGeom>
          <a:blipFill>
            <a:blip r:embed="rId3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5" name="object 515"/>
          <p:cNvSpPr/>
          <p:nvPr/>
        </p:nvSpPr>
        <p:spPr>
          <a:xfrm>
            <a:off x="6946595" y="4927044"/>
            <a:ext cx="73977" cy="134292"/>
          </a:xfrm>
          <a:prstGeom prst="rect">
            <a:avLst/>
          </a:prstGeom>
          <a:blipFill>
            <a:blip r:embed="rId3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6" name="object 516"/>
          <p:cNvSpPr/>
          <p:nvPr/>
        </p:nvSpPr>
        <p:spPr>
          <a:xfrm>
            <a:off x="6946595" y="4859897"/>
            <a:ext cx="73977" cy="134288"/>
          </a:xfrm>
          <a:prstGeom prst="rect">
            <a:avLst/>
          </a:prstGeom>
          <a:blipFill>
            <a:blip r:embed="rId3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7" name="object 517"/>
          <p:cNvSpPr/>
          <p:nvPr/>
        </p:nvSpPr>
        <p:spPr>
          <a:xfrm>
            <a:off x="6946595" y="4792129"/>
            <a:ext cx="73977" cy="134912"/>
          </a:xfrm>
          <a:prstGeom prst="rect">
            <a:avLst/>
          </a:prstGeom>
          <a:blipFill>
            <a:blip r:embed="rId3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518"/>
          <p:cNvSpPr/>
          <p:nvPr/>
        </p:nvSpPr>
        <p:spPr>
          <a:xfrm>
            <a:off x="6946595" y="4724984"/>
            <a:ext cx="73977" cy="134912"/>
          </a:xfrm>
          <a:prstGeom prst="rect">
            <a:avLst/>
          </a:prstGeom>
          <a:blipFill>
            <a:blip r:embed="rId3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519"/>
          <p:cNvSpPr/>
          <p:nvPr/>
        </p:nvSpPr>
        <p:spPr>
          <a:xfrm>
            <a:off x="6946595" y="4657839"/>
            <a:ext cx="73977" cy="134289"/>
          </a:xfrm>
          <a:prstGeom prst="rect">
            <a:avLst/>
          </a:prstGeom>
          <a:blipFill>
            <a:blip r:embed="rId3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/>
          <p:cNvSpPr/>
          <p:nvPr/>
        </p:nvSpPr>
        <p:spPr>
          <a:xfrm>
            <a:off x="6946595" y="4590072"/>
            <a:ext cx="73977" cy="134910"/>
          </a:xfrm>
          <a:prstGeom prst="rect">
            <a:avLst/>
          </a:prstGeom>
          <a:blipFill>
            <a:blip r:embed="rId3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1" name="object 521"/>
          <p:cNvSpPr/>
          <p:nvPr/>
        </p:nvSpPr>
        <p:spPr>
          <a:xfrm>
            <a:off x="6946595" y="4522920"/>
            <a:ext cx="73977" cy="134914"/>
          </a:xfrm>
          <a:prstGeom prst="rect">
            <a:avLst/>
          </a:prstGeom>
          <a:blipFill>
            <a:blip r:embed="rId3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2" name="object 522"/>
          <p:cNvSpPr/>
          <p:nvPr/>
        </p:nvSpPr>
        <p:spPr>
          <a:xfrm>
            <a:off x="6946595" y="4455774"/>
            <a:ext cx="73977" cy="134292"/>
          </a:xfrm>
          <a:prstGeom prst="rect">
            <a:avLst/>
          </a:prstGeom>
          <a:blipFill>
            <a:blip r:embed="rId3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3" name="object 523"/>
          <p:cNvSpPr/>
          <p:nvPr/>
        </p:nvSpPr>
        <p:spPr>
          <a:xfrm>
            <a:off x="6946595" y="4388006"/>
            <a:ext cx="73977" cy="134908"/>
          </a:xfrm>
          <a:prstGeom prst="rect">
            <a:avLst/>
          </a:prstGeom>
          <a:blipFill>
            <a:blip r:embed="rId3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4" name="object 524"/>
          <p:cNvSpPr/>
          <p:nvPr/>
        </p:nvSpPr>
        <p:spPr>
          <a:xfrm>
            <a:off x="6946595" y="4320858"/>
            <a:ext cx="73977" cy="134910"/>
          </a:xfrm>
          <a:prstGeom prst="rect">
            <a:avLst/>
          </a:prstGeom>
          <a:blipFill>
            <a:blip r:embed="rId3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5" name="object 525"/>
          <p:cNvSpPr/>
          <p:nvPr/>
        </p:nvSpPr>
        <p:spPr>
          <a:xfrm>
            <a:off x="6946595" y="4253712"/>
            <a:ext cx="73977" cy="134289"/>
          </a:xfrm>
          <a:prstGeom prst="rect">
            <a:avLst/>
          </a:prstGeom>
          <a:blipFill>
            <a:blip r:embed="rId3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6" name="object 526"/>
          <p:cNvSpPr/>
          <p:nvPr/>
        </p:nvSpPr>
        <p:spPr>
          <a:xfrm>
            <a:off x="6946595" y="4185945"/>
            <a:ext cx="73977" cy="134912"/>
          </a:xfrm>
          <a:prstGeom prst="rect">
            <a:avLst/>
          </a:prstGeom>
          <a:blipFill>
            <a:blip r:embed="rId3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7" name="object 527"/>
          <p:cNvSpPr/>
          <p:nvPr/>
        </p:nvSpPr>
        <p:spPr>
          <a:xfrm>
            <a:off x="6946595" y="4118800"/>
            <a:ext cx="73977" cy="134912"/>
          </a:xfrm>
          <a:prstGeom prst="rect">
            <a:avLst/>
          </a:prstGeom>
          <a:blipFill>
            <a:blip r:embed="rId3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528"/>
          <p:cNvSpPr/>
          <p:nvPr/>
        </p:nvSpPr>
        <p:spPr>
          <a:xfrm>
            <a:off x="6946595" y="4051655"/>
            <a:ext cx="73977" cy="134287"/>
          </a:xfrm>
          <a:prstGeom prst="rect">
            <a:avLst/>
          </a:prstGeom>
          <a:blipFill>
            <a:blip r:embed="rId3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9" name="object 529"/>
          <p:cNvSpPr/>
          <p:nvPr/>
        </p:nvSpPr>
        <p:spPr>
          <a:xfrm>
            <a:off x="6946595" y="3984502"/>
            <a:ext cx="73977" cy="134293"/>
          </a:xfrm>
          <a:prstGeom prst="rect">
            <a:avLst/>
          </a:prstGeom>
          <a:blipFill>
            <a:blip r:embed="rId3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0" name="object 530"/>
          <p:cNvSpPr/>
          <p:nvPr/>
        </p:nvSpPr>
        <p:spPr>
          <a:xfrm>
            <a:off x="6946595" y="3916734"/>
            <a:ext cx="73977" cy="134914"/>
          </a:xfrm>
          <a:prstGeom prst="rect">
            <a:avLst/>
          </a:prstGeom>
          <a:blipFill>
            <a:blip r:embed="rId3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31"/>
          <p:cNvSpPr/>
          <p:nvPr/>
        </p:nvSpPr>
        <p:spPr>
          <a:xfrm>
            <a:off x="6946595" y="3849588"/>
            <a:ext cx="73977" cy="134909"/>
          </a:xfrm>
          <a:prstGeom prst="rect">
            <a:avLst/>
          </a:prstGeom>
          <a:blipFill>
            <a:blip r:embed="rId3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2"/>
          <p:cNvSpPr/>
          <p:nvPr/>
        </p:nvSpPr>
        <p:spPr>
          <a:xfrm>
            <a:off x="6946595" y="3782440"/>
            <a:ext cx="73977" cy="134289"/>
          </a:xfrm>
          <a:prstGeom prst="rect">
            <a:avLst/>
          </a:prstGeom>
          <a:blipFill>
            <a:blip r:embed="rId3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33"/>
          <p:cNvSpPr/>
          <p:nvPr/>
        </p:nvSpPr>
        <p:spPr>
          <a:xfrm>
            <a:off x="6946595" y="3714673"/>
            <a:ext cx="73977" cy="134912"/>
          </a:xfrm>
          <a:prstGeom prst="rect">
            <a:avLst/>
          </a:prstGeom>
          <a:blipFill>
            <a:blip r:embed="rId3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34"/>
          <p:cNvSpPr/>
          <p:nvPr/>
        </p:nvSpPr>
        <p:spPr>
          <a:xfrm>
            <a:off x="6946595" y="3647528"/>
            <a:ext cx="73977" cy="134912"/>
          </a:xfrm>
          <a:prstGeom prst="rect">
            <a:avLst/>
          </a:prstGeom>
          <a:blipFill>
            <a:blip r:embed="rId3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35"/>
          <p:cNvSpPr/>
          <p:nvPr/>
        </p:nvSpPr>
        <p:spPr>
          <a:xfrm>
            <a:off x="6946595" y="3647528"/>
            <a:ext cx="73977" cy="67143"/>
          </a:xfrm>
          <a:prstGeom prst="rect">
            <a:avLst/>
          </a:prstGeom>
          <a:blipFill>
            <a:blip r:embed="rId3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/>
          <p:cNvSpPr/>
          <p:nvPr/>
        </p:nvSpPr>
        <p:spPr>
          <a:xfrm>
            <a:off x="7020575" y="6138798"/>
            <a:ext cx="74609" cy="134909"/>
          </a:xfrm>
          <a:prstGeom prst="rect">
            <a:avLst/>
          </a:prstGeom>
          <a:blipFill>
            <a:blip r:embed="rId3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7" name="object 537"/>
          <p:cNvSpPr/>
          <p:nvPr/>
        </p:nvSpPr>
        <p:spPr>
          <a:xfrm>
            <a:off x="7020575" y="6071647"/>
            <a:ext cx="74609" cy="134915"/>
          </a:xfrm>
          <a:prstGeom prst="rect">
            <a:avLst/>
          </a:prstGeom>
          <a:blipFill>
            <a:blip r:embed="rId3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8" name="object 538"/>
          <p:cNvSpPr/>
          <p:nvPr/>
        </p:nvSpPr>
        <p:spPr>
          <a:xfrm>
            <a:off x="7020573" y="6071641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57"/>
                </a:lnTo>
                <a:lnTo>
                  <a:pt x="74612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9" name="object 539"/>
          <p:cNvSpPr/>
          <p:nvPr/>
        </p:nvSpPr>
        <p:spPr>
          <a:xfrm>
            <a:off x="7020573" y="5936732"/>
            <a:ext cx="74612" cy="134908"/>
          </a:xfrm>
          <a:prstGeom prst="rect">
            <a:avLst/>
          </a:prstGeom>
          <a:blipFill>
            <a:blip r:embed="rId3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0" name="object 540"/>
          <p:cNvSpPr/>
          <p:nvPr/>
        </p:nvSpPr>
        <p:spPr>
          <a:xfrm>
            <a:off x="7020575" y="5869585"/>
            <a:ext cx="74609" cy="134910"/>
          </a:xfrm>
          <a:prstGeom prst="rect">
            <a:avLst/>
          </a:prstGeom>
          <a:blipFill>
            <a:blip r:embed="rId4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1" name="object 541"/>
          <p:cNvSpPr/>
          <p:nvPr/>
        </p:nvSpPr>
        <p:spPr>
          <a:xfrm>
            <a:off x="7020575" y="5802439"/>
            <a:ext cx="74609" cy="134289"/>
          </a:xfrm>
          <a:prstGeom prst="rect">
            <a:avLst/>
          </a:prstGeom>
          <a:blipFill>
            <a:blip r:embed="rId4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2" name="object 542"/>
          <p:cNvSpPr/>
          <p:nvPr/>
        </p:nvSpPr>
        <p:spPr>
          <a:xfrm>
            <a:off x="7020575" y="5735294"/>
            <a:ext cx="74609" cy="134289"/>
          </a:xfrm>
          <a:prstGeom prst="rect">
            <a:avLst/>
          </a:prstGeom>
          <a:blipFill>
            <a:blip r:embed="rId4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3" name="object 543"/>
          <p:cNvSpPr/>
          <p:nvPr/>
        </p:nvSpPr>
        <p:spPr>
          <a:xfrm>
            <a:off x="7020575" y="5667527"/>
            <a:ext cx="74609" cy="134910"/>
          </a:xfrm>
          <a:prstGeom prst="rect">
            <a:avLst/>
          </a:prstGeom>
          <a:blipFill>
            <a:blip r:embed="rId4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4" name="object 544"/>
          <p:cNvSpPr/>
          <p:nvPr/>
        </p:nvSpPr>
        <p:spPr>
          <a:xfrm>
            <a:off x="7020575" y="5600382"/>
            <a:ext cx="74609" cy="134909"/>
          </a:xfrm>
          <a:prstGeom prst="rect">
            <a:avLst/>
          </a:prstGeom>
          <a:blipFill>
            <a:blip r:embed="rId4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5" name="object 545"/>
          <p:cNvSpPr/>
          <p:nvPr/>
        </p:nvSpPr>
        <p:spPr>
          <a:xfrm>
            <a:off x="7020575" y="5533230"/>
            <a:ext cx="74609" cy="134293"/>
          </a:xfrm>
          <a:prstGeom prst="rect">
            <a:avLst/>
          </a:prstGeom>
          <a:blipFill>
            <a:blip r:embed="rId4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6" name="object 546"/>
          <p:cNvSpPr/>
          <p:nvPr/>
        </p:nvSpPr>
        <p:spPr>
          <a:xfrm>
            <a:off x="7020575" y="5465461"/>
            <a:ext cx="74609" cy="134914"/>
          </a:xfrm>
          <a:prstGeom prst="rect">
            <a:avLst/>
          </a:prstGeom>
          <a:blipFill>
            <a:blip r:embed="rId4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7" name="object 547"/>
          <p:cNvSpPr/>
          <p:nvPr/>
        </p:nvSpPr>
        <p:spPr>
          <a:xfrm>
            <a:off x="7020575" y="5398315"/>
            <a:ext cx="74609" cy="134909"/>
          </a:xfrm>
          <a:prstGeom prst="rect">
            <a:avLst/>
          </a:prstGeom>
          <a:blipFill>
            <a:blip r:embed="rId4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8" name="object 548"/>
          <p:cNvSpPr/>
          <p:nvPr/>
        </p:nvSpPr>
        <p:spPr>
          <a:xfrm>
            <a:off x="7020575" y="5331168"/>
            <a:ext cx="74609" cy="134289"/>
          </a:xfrm>
          <a:prstGeom prst="rect">
            <a:avLst/>
          </a:prstGeom>
          <a:blipFill>
            <a:blip r:embed="rId4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9" name="object 549"/>
          <p:cNvSpPr/>
          <p:nvPr/>
        </p:nvSpPr>
        <p:spPr>
          <a:xfrm>
            <a:off x="7020575" y="5263400"/>
            <a:ext cx="74609" cy="134912"/>
          </a:xfrm>
          <a:prstGeom prst="rect">
            <a:avLst/>
          </a:prstGeom>
          <a:blipFill>
            <a:blip r:embed="rId4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0" name="object 550"/>
          <p:cNvSpPr/>
          <p:nvPr/>
        </p:nvSpPr>
        <p:spPr>
          <a:xfrm>
            <a:off x="7020575" y="5196255"/>
            <a:ext cx="74609" cy="134912"/>
          </a:xfrm>
          <a:prstGeom prst="rect">
            <a:avLst/>
          </a:prstGeom>
          <a:blipFill>
            <a:blip r:embed="rId4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1" name="object 551"/>
          <p:cNvSpPr/>
          <p:nvPr/>
        </p:nvSpPr>
        <p:spPr>
          <a:xfrm>
            <a:off x="7020575" y="5129110"/>
            <a:ext cx="74609" cy="134288"/>
          </a:xfrm>
          <a:prstGeom prst="rect">
            <a:avLst/>
          </a:prstGeom>
          <a:blipFill>
            <a:blip r:embed="rId4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2" name="object 552"/>
          <p:cNvSpPr/>
          <p:nvPr/>
        </p:nvSpPr>
        <p:spPr>
          <a:xfrm>
            <a:off x="7020575" y="5061343"/>
            <a:ext cx="74609" cy="134909"/>
          </a:xfrm>
          <a:prstGeom prst="rect">
            <a:avLst/>
          </a:prstGeom>
          <a:blipFill>
            <a:blip r:embed="rId4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3" name="object 553"/>
          <p:cNvSpPr/>
          <p:nvPr/>
        </p:nvSpPr>
        <p:spPr>
          <a:xfrm>
            <a:off x="7020575" y="4994191"/>
            <a:ext cx="74609" cy="134914"/>
          </a:xfrm>
          <a:prstGeom prst="rect">
            <a:avLst/>
          </a:prstGeom>
          <a:blipFill>
            <a:blip r:embed="rId4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4" name="object 554"/>
          <p:cNvSpPr/>
          <p:nvPr/>
        </p:nvSpPr>
        <p:spPr>
          <a:xfrm>
            <a:off x="7020575" y="4927044"/>
            <a:ext cx="74609" cy="134292"/>
          </a:xfrm>
          <a:prstGeom prst="rect">
            <a:avLst/>
          </a:prstGeom>
          <a:blipFill>
            <a:blip r:embed="rId4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5" name="object 555"/>
          <p:cNvSpPr/>
          <p:nvPr/>
        </p:nvSpPr>
        <p:spPr>
          <a:xfrm>
            <a:off x="7020575" y="4859897"/>
            <a:ext cx="74609" cy="134288"/>
          </a:xfrm>
          <a:prstGeom prst="rect">
            <a:avLst/>
          </a:prstGeom>
          <a:blipFill>
            <a:blip r:embed="rId4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6" name="object 556"/>
          <p:cNvSpPr/>
          <p:nvPr/>
        </p:nvSpPr>
        <p:spPr>
          <a:xfrm>
            <a:off x="7020575" y="4792129"/>
            <a:ext cx="74609" cy="134912"/>
          </a:xfrm>
          <a:prstGeom prst="rect">
            <a:avLst/>
          </a:prstGeom>
          <a:blipFill>
            <a:blip r:embed="rId4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7" name="object 557"/>
          <p:cNvSpPr/>
          <p:nvPr/>
        </p:nvSpPr>
        <p:spPr>
          <a:xfrm>
            <a:off x="7020575" y="4724984"/>
            <a:ext cx="74609" cy="134912"/>
          </a:xfrm>
          <a:prstGeom prst="rect">
            <a:avLst/>
          </a:prstGeom>
          <a:blipFill>
            <a:blip r:embed="rId4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8" name="object 558"/>
          <p:cNvSpPr/>
          <p:nvPr/>
        </p:nvSpPr>
        <p:spPr>
          <a:xfrm>
            <a:off x="7020575" y="4657839"/>
            <a:ext cx="74609" cy="134289"/>
          </a:xfrm>
          <a:prstGeom prst="rect">
            <a:avLst/>
          </a:prstGeom>
          <a:blipFill>
            <a:blip r:embed="rId4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9" name="object 559"/>
          <p:cNvSpPr/>
          <p:nvPr/>
        </p:nvSpPr>
        <p:spPr>
          <a:xfrm>
            <a:off x="7020575" y="4590072"/>
            <a:ext cx="74609" cy="134910"/>
          </a:xfrm>
          <a:prstGeom prst="rect">
            <a:avLst/>
          </a:prstGeom>
          <a:blipFill>
            <a:blip r:embed="rId4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0" name="object 560"/>
          <p:cNvSpPr/>
          <p:nvPr/>
        </p:nvSpPr>
        <p:spPr>
          <a:xfrm>
            <a:off x="7020575" y="4522920"/>
            <a:ext cx="74609" cy="134914"/>
          </a:xfrm>
          <a:prstGeom prst="rect">
            <a:avLst/>
          </a:prstGeom>
          <a:blipFill>
            <a:blip r:embed="rId4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1" name="object 561"/>
          <p:cNvSpPr/>
          <p:nvPr/>
        </p:nvSpPr>
        <p:spPr>
          <a:xfrm>
            <a:off x="7020575" y="4455774"/>
            <a:ext cx="74609" cy="134292"/>
          </a:xfrm>
          <a:prstGeom prst="rect">
            <a:avLst/>
          </a:prstGeom>
          <a:blipFill>
            <a:blip r:embed="rId4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2" name="object 562"/>
          <p:cNvSpPr/>
          <p:nvPr/>
        </p:nvSpPr>
        <p:spPr>
          <a:xfrm>
            <a:off x="7020575" y="4388006"/>
            <a:ext cx="74609" cy="134908"/>
          </a:xfrm>
          <a:prstGeom prst="rect">
            <a:avLst/>
          </a:prstGeom>
          <a:blipFill>
            <a:blip r:embed="rId4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3" name="object 563"/>
          <p:cNvSpPr/>
          <p:nvPr/>
        </p:nvSpPr>
        <p:spPr>
          <a:xfrm>
            <a:off x="7020575" y="4320858"/>
            <a:ext cx="74609" cy="134910"/>
          </a:xfrm>
          <a:prstGeom prst="rect">
            <a:avLst/>
          </a:prstGeom>
          <a:blipFill>
            <a:blip r:embed="rId4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4" name="object 564"/>
          <p:cNvSpPr/>
          <p:nvPr/>
        </p:nvSpPr>
        <p:spPr>
          <a:xfrm>
            <a:off x="7020575" y="4253712"/>
            <a:ext cx="74609" cy="134289"/>
          </a:xfrm>
          <a:prstGeom prst="rect">
            <a:avLst/>
          </a:prstGeom>
          <a:blipFill>
            <a:blip r:embed="rId4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5" name="object 565"/>
          <p:cNvSpPr/>
          <p:nvPr/>
        </p:nvSpPr>
        <p:spPr>
          <a:xfrm>
            <a:off x="7020575" y="4185945"/>
            <a:ext cx="74609" cy="134912"/>
          </a:xfrm>
          <a:prstGeom prst="rect">
            <a:avLst/>
          </a:prstGeom>
          <a:blipFill>
            <a:blip r:embed="rId4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6" name="object 566"/>
          <p:cNvSpPr/>
          <p:nvPr/>
        </p:nvSpPr>
        <p:spPr>
          <a:xfrm>
            <a:off x="7020575" y="4118800"/>
            <a:ext cx="74609" cy="134912"/>
          </a:xfrm>
          <a:prstGeom prst="rect">
            <a:avLst/>
          </a:prstGeom>
          <a:blipFill>
            <a:blip r:embed="rId4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7" name="object 567"/>
          <p:cNvSpPr/>
          <p:nvPr/>
        </p:nvSpPr>
        <p:spPr>
          <a:xfrm>
            <a:off x="7020575" y="4051655"/>
            <a:ext cx="74609" cy="134287"/>
          </a:xfrm>
          <a:prstGeom prst="rect">
            <a:avLst/>
          </a:prstGeom>
          <a:blipFill>
            <a:blip r:embed="rId4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8" name="object 568"/>
          <p:cNvSpPr/>
          <p:nvPr/>
        </p:nvSpPr>
        <p:spPr>
          <a:xfrm>
            <a:off x="7020575" y="3984502"/>
            <a:ext cx="74609" cy="134293"/>
          </a:xfrm>
          <a:prstGeom prst="rect">
            <a:avLst/>
          </a:prstGeom>
          <a:blipFill>
            <a:blip r:embed="rId4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9" name="object 569"/>
          <p:cNvSpPr/>
          <p:nvPr/>
        </p:nvSpPr>
        <p:spPr>
          <a:xfrm>
            <a:off x="7020575" y="3916734"/>
            <a:ext cx="74609" cy="134914"/>
          </a:xfrm>
          <a:prstGeom prst="rect">
            <a:avLst/>
          </a:prstGeom>
          <a:blipFill>
            <a:blip r:embed="rId4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0" name="object 570"/>
          <p:cNvSpPr/>
          <p:nvPr/>
        </p:nvSpPr>
        <p:spPr>
          <a:xfrm>
            <a:off x="7020575" y="3849588"/>
            <a:ext cx="74609" cy="134909"/>
          </a:xfrm>
          <a:prstGeom prst="rect">
            <a:avLst/>
          </a:prstGeom>
          <a:blipFill>
            <a:blip r:embed="rId4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1" name="object 571"/>
          <p:cNvSpPr/>
          <p:nvPr/>
        </p:nvSpPr>
        <p:spPr>
          <a:xfrm>
            <a:off x="7020575" y="3782440"/>
            <a:ext cx="74609" cy="134289"/>
          </a:xfrm>
          <a:prstGeom prst="rect">
            <a:avLst/>
          </a:prstGeom>
          <a:blipFill>
            <a:blip r:embed="rId4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2" name="object 572"/>
          <p:cNvSpPr/>
          <p:nvPr/>
        </p:nvSpPr>
        <p:spPr>
          <a:xfrm>
            <a:off x="7020575" y="3714673"/>
            <a:ext cx="74609" cy="134912"/>
          </a:xfrm>
          <a:prstGeom prst="rect">
            <a:avLst/>
          </a:prstGeom>
          <a:blipFill>
            <a:blip r:embed="rId4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3" name="object 573"/>
          <p:cNvSpPr/>
          <p:nvPr/>
        </p:nvSpPr>
        <p:spPr>
          <a:xfrm>
            <a:off x="7020575" y="3647528"/>
            <a:ext cx="74609" cy="134912"/>
          </a:xfrm>
          <a:prstGeom prst="rect">
            <a:avLst/>
          </a:prstGeom>
          <a:blipFill>
            <a:blip r:embed="rId4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4" name="object 574"/>
          <p:cNvSpPr/>
          <p:nvPr/>
        </p:nvSpPr>
        <p:spPr>
          <a:xfrm>
            <a:off x="7020575" y="3647528"/>
            <a:ext cx="74607" cy="67143"/>
          </a:xfrm>
          <a:prstGeom prst="rect">
            <a:avLst/>
          </a:prstGeom>
          <a:blipFill>
            <a:blip r:embed="rId4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5" name="object 575"/>
          <p:cNvSpPr/>
          <p:nvPr/>
        </p:nvSpPr>
        <p:spPr>
          <a:xfrm>
            <a:off x="7095185" y="6138798"/>
            <a:ext cx="73977" cy="134909"/>
          </a:xfrm>
          <a:prstGeom prst="rect">
            <a:avLst/>
          </a:prstGeom>
          <a:blipFill>
            <a:blip r:embed="rId4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6" name="object 576"/>
          <p:cNvSpPr/>
          <p:nvPr/>
        </p:nvSpPr>
        <p:spPr>
          <a:xfrm>
            <a:off x="7095185" y="6071647"/>
            <a:ext cx="73977" cy="134915"/>
          </a:xfrm>
          <a:prstGeom prst="rect">
            <a:avLst/>
          </a:prstGeom>
          <a:blipFill>
            <a:blip r:embed="rId4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7" name="object 577"/>
          <p:cNvSpPr/>
          <p:nvPr/>
        </p:nvSpPr>
        <p:spPr>
          <a:xfrm>
            <a:off x="7095185" y="6004500"/>
            <a:ext cx="73977" cy="134293"/>
          </a:xfrm>
          <a:prstGeom prst="rect">
            <a:avLst/>
          </a:prstGeom>
          <a:blipFill>
            <a:blip r:embed="rId4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8" name="object 578"/>
          <p:cNvSpPr/>
          <p:nvPr/>
        </p:nvSpPr>
        <p:spPr>
          <a:xfrm>
            <a:off x="7095185" y="5936732"/>
            <a:ext cx="73977" cy="134908"/>
          </a:xfrm>
          <a:prstGeom prst="rect">
            <a:avLst/>
          </a:prstGeom>
          <a:blipFill>
            <a:blip r:embed="rId4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9" name="object 579"/>
          <p:cNvSpPr/>
          <p:nvPr/>
        </p:nvSpPr>
        <p:spPr>
          <a:xfrm>
            <a:off x="7095185" y="5869585"/>
            <a:ext cx="73977" cy="134910"/>
          </a:xfrm>
          <a:prstGeom prst="rect">
            <a:avLst/>
          </a:prstGeom>
          <a:blipFill>
            <a:blip r:embed="rId4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0" name="object 580"/>
          <p:cNvSpPr/>
          <p:nvPr/>
        </p:nvSpPr>
        <p:spPr>
          <a:xfrm>
            <a:off x="7095185" y="5802439"/>
            <a:ext cx="73977" cy="134289"/>
          </a:xfrm>
          <a:prstGeom prst="rect">
            <a:avLst/>
          </a:prstGeom>
          <a:blipFill>
            <a:blip r:embed="rId4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1" name="object 581"/>
          <p:cNvSpPr/>
          <p:nvPr/>
        </p:nvSpPr>
        <p:spPr>
          <a:xfrm>
            <a:off x="7095185" y="580243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2" name="object 582"/>
          <p:cNvSpPr/>
          <p:nvPr/>
        </p:nvSpPr>
        <p:spPr>
          <a:xfrm>
            <a:off x="7095185" y="573529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44"/>
                </a:moveTo>
                <a:lnTo>
                  <a:pt x="73977" y="0"/>
                </a:lnTo>
                <a:lnTo>
                  <a:pt x="0" y="67144"/>
                </a:lnTo>
                <a:lnTo>
                  <a:pt x="73977" y="67144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3" name="object 583"/>
          <p:cNvSpPr/>
          <p:nvPr/>
        </p:nvSpPr>
        <p:spPr>
          <a:xfrm>
            <a:off x="7095185" y="573529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4" name="object 584"/>
          <p:cNvSpPr/>
          <p:nvPr/>
        </p:nvSpPr>
        <p:spPr>
          <a:xfrm>
            <a:off x="7095185" y="5600382"/>
            <a:ext cx="73977" cy="134909"/>
          </a:xfrm>
          <a:prstGeom prst="rect">
            <a:avLst/>
          </a:prstGeom>
          <a:blipFill>
            <a:blip r:embed="rId4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5" name="object 585"/>
          <p:cNvSpPr/>
          <p:nvPr/>
        </p:nvSpPr>
        <p:spPr>
          <a:xfrm>
            <a:off x="7095185" y="5533230"/>
            <a:ext cx="73977" cy="134293"/>
          </a:xfrm>
          <a:prstGeom prst="rect">
            <a:avLst/>
          </a:prstGeom>
          <a:blipFill>
            <a:blip r:embed="rId4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6" name="object 586"/>
          <p:cNvSpPr/>
          <p:nvPr/>
        </p:nvSpPr>
        <p:spPr>
          <a:xfrm>
            <a:off x="7095185" y="5465461"/>
            <a:ext cx="73977" cy="134914"/>
          </a:xfrm>
          <a:prstGeom prst="rect">
            <a:avLst/>
          </a:prstGeom>
          <a:blipFill>
            <a:blip r:embed="rId4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7" name="object 587"/>
          <p:cNvSpPr/>
          <p:nvPr/>
        </p:nvSpPr>
        <p:spPr>
          <a:xfrm>
            <a:off x="7095185" y="5398315"/>
            <a:ext cx="73977" cy="134909"/>
          </a:xfrm>
          <a:prstGeom prst="rect">
            <a:avLst/>
          </a:prstGeom>
          <a:blipFill>
            <a:blip r:embed="rId2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8" name="object 588"/>
          <p:cNvSpPr/>
          <p:nvPr/>
        </p:nvSpPr>
        <p:spPr>
          <a:xfrm>
            <a:off x="7095185" y="5331168"/>
            <a:ext cx="73977" cy="134289"/>
          </a:xfrm>
          <a:prstGeom prst="rect">
            <a:avLst/>
          </a:prstGeom>
          <a:blipFill>
            <a:blip r:embed="rId2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9" name="object 589"/>
          <p:cNvSpPr/>
          <p:nvPr/>
        </p:nvSpPr>
        <p:spPr>
          <a:xfrm>
            <a:off x="7095185" y="5263400"/>
            <a:ext cx="73977" cy="134912"/>
          </a:xfrm>
          <a:prstGeom prst="rect">
            <a:avLst/>
          </a:prstGeom>
          <a:blipFill>
            <a:blip r:embed="rId2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0" name="object 590"/>
          <p:cNvSpPr/>
          <p:nvPr/>
        </p:nvSpPr>
        <p:spPr>
          <a:xfrm>
            <a:off x="7095185" y="5196255"/>
            <a:ext cx="73977" cy="134912"/>
          </a:xfrm>
          <a:prstGeom prst="rect">
            <a:avLst/>
          </a:prstGeom>
          <a:blipFill>
            <a:blip r:embed="rId4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1" name="object 591"/>
          <p:cNvSpPr/>
          <p:nvPr/>
        </p:nvSpPr>
        <p:spPr>
          <a:xfrm>
            <a:off x="7095185" y="5129110"/>
            <a:ext cx="73977" cy="134288"/>
          </a:xfrm>
          <a:prstGeom prst="rect">
            <a:avLst/>
          </a:prstGeom>
          <a:blipFill>
            <a:blip r:embed="rId4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2" name="object 592"/>
          <p:cNvSpPr/>
          <p:nvPr/>
        </p:nvSpPr>
        <p:spPr>
          <a:xfrm>
            <a:off x="7095185" y="5061343"/>
            <a:ext cx="73977" cy="134909"/>
          </a:xfrm>
          <a:prstGeom prst="rect">
            <a:avLst/>
          </a:prstGeom>
          <a:blipFill>
            <a:blip r:embed="rId3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3" name="object 593"/>
          <p:cNvSpPr/>
          <p:nvPr/>
        </p:nvSpPr>
        <p:spPr>
          <a:xfrm>
            <a:off x="7095185" y="4994191"/>
            <a:ext cx="73977" cy="134914"/>
          </a:xfrm>
          <a:prstGeom prst="rect">
            <a:avLst/>
          </a:prstGeom>
          <a:blipFill>
            <a:blip r:embed="rId4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4" name="object 594"/>
          <p:cNvSpPr/>
          <p:nvPr/>
        </p:nvSpPr>
        <p:spPr>
          <a:xfrm>
            <a:off x="7095185" y="4927044"/>
            <a:ext cx="73977" cy="134292"/>
          </a:xfrm>
          <a:prstGeom prst="rect">
            <a:avLst/>
          </a:prstGeom>
          <a:blipFill>
            <a:blip r:embed="rId4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5" name="object 595"/>
          <p:cNvSpPr/>
          <p:nvPr/>
        </p:nvSpPr>
        <p:spPr>
          <a:xfrm>
            <a:off x="7095185" y="4859897"/>
            <a:ext cx="73977" cy="134288"/>
          </a:xfrm>
          <a:prstGeom prst="rect">
            <a:avLst/>
          </a:prstGeom>
          <a:blipFill>
            <a:blip r:embed="rId4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6" name="object 596"/>
          <p:cNvSpPr/>
          <p:nvPr/>
        </p:nvSpPr>
        <p:spPr>
          <a:xfrm>
            <a:off x="7095185" y="4792129"/>
            <a:ext cx="73977" cy="134912"/>
          </a:xfrm>
          <a:prstGeom prst="rect">
            <a:avLst/>
          </a:prstGeom>
          <a:blipFill>
            <a:blip r:embed="rId4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7" name="object 597"/>
          <p:cNvSpPr/>
          <p:nvPr/>
        </p:nvSpPr>
        <p:spPr>
          <a:xfrm>
            <a:off x="7095185" y="4724984"/>
            <a:ext cx="73977" cy="134912"/>
          </a:xfrm>
          <a:prstGeom prst="rect">
            <a:avLst/>
          </a:prstGeom>
          <a:blipFill>
            <a:blip r:embed="rId4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8" name="object 598"/>
          <p:cNvSpPr/>
          <p:nvPr/>
        </p:nvSpPr>
        <p:spPr>
          <a:xfrm>
            <a:off x="7095185" y="4657839"/>
            <a:ext cx="73977" cy="134289"/>
          </a:xfrm>
          <a:prstGeom prst="rect">
            <a:avLst/>
          </a:prstGeom>
          <a:blipFill>
            <a:blip r:embed="rId4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9" name="object 599"/>
          <p:cNvSpPr/>
          <p:nvPr/>
        </p:nvSpPr>
        <p:spPr>
          <a:xfrm>
            <a:off x="7095185" y="4590072"/>
            <a:ext cx="73977" cy="134910"/>
          </a:xfrm>
          <a:prstGeom prst="rect">
            <a:avLst/>
          </a:prstGeom>
          <a:blipFill>
            <a:blip r:embed="rId4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0" name="object 600"/>
          <p:cNvSpPr/>
          <p:nvPr/>
        </p:nvSpPr>
        <p:spPr>
          <a:xfrm>
            <a:off x="7095185" y="4522920"/>
            <a:ext cx="73977" cy="134914"/>
          </a:xfrm>
          <a:prstGeom prst="rect">
            <a:avLst/>
          </a:prstGeom>
          <a:blipFill>
            <a:blip r:embed="rId4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1" name="object 601"/>
          <p:cNvSpPr/>
          <p:nvPr/>
        </p:nvSpPr>
        <p:spPr>
          <a:xfrm>
            <a:off x="7095185" y="4455774"/>
            <a:ext cx="73977" cy="134292"/>
          </a:xfrm>
          <a:prstGeom prst="rect">
            <a:avLst/>
          </a:prstGeom>
          <a:blipFill>
            <a:blip r:embed="rId4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2" name="object 602"/>
          <p:cNvSpPr/>
          <p:nvPr/>
        </p:nvSpPr>
        <p:spPr>
          <a:xfrm>
            <a:off x="7095185" y="4388006"/>
            <a:ext cx="73977" cy="134908"/>
          </a:xfrm>
          <a:prstGeom prst="rect">
            <a:avLst/>
          </a:prstGeom>
          <a:blipFill>
            <a:blip r:embed="rId4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3" name="object 603"/>
          <p:cNvSpPr/>
          <p:nvPr/>
        </p:nvSpPr>
        <p:spPr>
          <a:xfrm>
            <a:off x="7095185" y="4320858"/>
            <a:ext cx="73977" cy="134910"/>
          </a:xfrm>
          <a:prstGeom prst="rect">
            <a:avLst/>
          </a:prstGeom>
          <a:blipFill>
            <a:blip r:embed="rId4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4" name="object 604"/>
          <p:cNvSpPr/>
          <p:nvPr/>
        </p:nvSpPr>
        <p:spPr>
          <a:xfrm>
            <a:off x="7095185" y="4253712"/>
            <a:ext cx="73977" cy="134289"/>
          </a:xfrm>
          <a:prstGeom prst="rect">
            <a:avLst/>
          </a:prstGeom>
          <a:blipFill>
            <a:blip r:embed="rId4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5" name="object 605"/>
          <p:cNvSpPr/>
          <p:nvPr/>
        </p:nvSpPr>
        <p:spPr>
          <a:xfrm>
            <a:off x="7095185" y="4185945"/>
            <a:ext cx="73977" cy="134912"/>
          </a:xfrm>
          <a:prstGeom prst="rect">
            <a:avLst/>
          </a:prstGeom>
          <a:blipFill>
            <a:blip r:embed="rId4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6" name="object 606"/>
          <p:cNvSpPr/>
          <p:nvPr/>
        </p:nvSpPr>
        <p:spPr>
          <a:xfrm>
            <a:off x="7095185" y="4118800"/>
            <a:ext cx="73977" cy="134912"/>
          </a:xfrm>
          <a:prstGeom prst="rect">
            <a:avLst/>
          </a:prstGeom>
          <a:blipFill>
            <a:blip r:embed="rId4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7" name="object 607"/>
          <p:cNvSpPr/>
          <p:nvPr/>
        </p:nvSpPr>
        <p:spPr>
          <a:xfrm>
            <a:off x="7095185" y="4051655"/>
            <a:ext cx="73977" cy="134287"/>
          </a:xfrm>
          <a:prstGeom prst="rect">
            <a:avLst/>
          </a:prstGeom>
          <a:blipFill>
            <a:blip r:embed="rId4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8" name="object 608"/>
          <p:cNvSpPr/>
          <p:nvPr/>
        </p:nvSpPr>
        <p:spPr>
          <a:xfrm>
            <a:off x="7095185" y="3984502"/>
            <a:ext cx="73977" cy="134293"/>
          </a:xfrm>
          <a:prstGeom prst="rect">
            <a:avLst/>
          </a:prstGeom>
          <a:blipFill>
            <a:blip r:embed="rId4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9" name="object 609"/>
          <p:cNvSpPr/>
          <p:nvPr/>
        </p:nvSpPr>
        <p:spPr>
          <a:xfrm>
            <a:off x="7095185" y="3916734"/>
            <a:ext cx="73977" cy="134914"/>
          </a:xfrm>
          <a:prstGeom prst="rect">
            <a:avLst/>
          </a:prstGeom>
          <a:blipFill>
            <a:blip r:embed="rId4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0" name="object 610"/>
          <p:cNvSpPr/>
          <p:nvPr/>
        </p:nvSpPr>
        <p:spPr>
          <a:xfrm>
            <a:off x="7095185" y="3849588"/>
            <a:ext cx="73977" cy="134909"/>
          </a:xfrm>
          <a:prstGeom prst="rect">
            <a:avLst/>
          </a:prstGeom>
          <a:blipFill>
            <a:blip r:embed="rId4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1" name="object 611"/>
          <p:cNvSpPr/>
          <p:nvPr/>
        </p:nvSpPr>
        <p:spPr>
          <a:xfrm>
            <a:off x="7095185" y="3782440"/>
            <a:ext cx="73977" cy="134289"/>
          </a:xfrm>
          <a:prstGeom prst="rect">
            <a:avLst/>
          </a:prstGeom>
          <a:blipFill>
            <a:blip r:embed="rId4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2" name="object 612"/>
          <p:cNvSpPr/>
          <p:nvPr/>
        </p:nvSpPr>
        <p:spPr>
          <a:xfrm>
            <a:off x="7095185" y="3714673"/>
            <a:ext cx="73977" cy="134912"/>
          </a:xfrm>
          <a:prstGeom prst="rect">
            <a:avLst/>
          </a:prstGeom>
          <a:blipFill>
            <a:blip r:embed="rId4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3" name="object 613"/>
          <p:cNvSpPr/>
          <p:nvPr/>
        </p:nvSpPr>
        <p:spPr>
          <a:xfrm>
            <a:off x="7095185" y="3647528"/>
            <a:ext cx="73977" cy="134912"/>
          </a:xfrm>
          <a:prstGeom prst="rect">
            <a:avLst/>
          </a:prstGeom>
          <a:blipFill>
            <a:blip r:embed="rId4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4" name="object 614"/>
          <p:cNvSpPr/>
          <p:nvPr/>
        </p:nvSpPr>
        <p:spPr>
          <a:xfrm>
            <a:off x="7095185" y="3647528"/>
            <a:ext cx="73977" cy="67143"/>
          </a:xfrm>
          <a:prstGeom prst="rect">
            <a:avLst/>
          </a:prstGeom>
          <a:blipFill>
            <a:blip r:embed="rId4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5" name="object 615"/>
          <p:cNvSpPr/>
          <p:nvPr/>
        </p:nvSpPr>
        <p:spPr>
          <a:xfrm>
            <a:off x="7169169" y="6138798"/>
            <a:ext cx="73983" cy="134909"/>
          </a:xfrm>
          <a:prstGeom prst="rect">
            <a:avLst/>
          </a:prstGeom>
          <a:blipFill>
            <a:blip r:embed="rId4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6" name="object 616"/>
          <p:cNvSpPr/>
          <p:nvPr/>
        </p:nvSpPr>
        <p:spPr>
          <a:xfrm>
            <a:off x="7169169" y="6071647"/>
            <a:ext cx="73983" cy="134915"/>
          </a:xfrm>
          <a:prstGeom prst="rect">
            <a:avLst/>
          </a:prstGeom>
          <a:blipFill>
            <a:blip r:embed="rId4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7" name="object 617"/>
          <p:cNvSpPr/>
          <p:nvPr/>
        </p:nvSpPr>
        <p:spPr>
          <a:xfrm>
            <a:off x="7169169" y="6004500"/>
            <a:ext cx="73983" cy="134293"/>
          </a:xfrm>
          <a:prstGeom prst="rect">
            <a:avLst/>
          </a:prstGeom>
          <a:blipFill>
            <a:blip r:embed="rId4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8" name="object 618"/>
          <p:cNvSpPr/>
          <p:nvPr/>
        </p:nvSpPr>
        <p:spPr>
          <a:xfrm>
            <a:off x="7169169" y="5936732"/>
            <a:ext cx="73983" cy="134908"/>
          </a:xfrm>
          <a:prstGeom prst="rect">
            <a:avLst/>
          </a:prstGeom>
          <a:blipFill>
            <a:blip r:embed="rId1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9" name="object 619"/>
          <p:cNvSpPr/>
          <p:nvPr/>
        </p:nvSpPr>
        <p:spPr>
          <a:xfrm>
            <a:off x="7169169" y="5869585"/>
            <a:ext cx="73983" cy="134910"/>
          </a:xfrm>
          <a:prstGeom prst="rect">
            <a:avLst/>
          </a:prstGeom>
          <a:blipFill>
            <a:blip r:embed="rId4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0" name="object 620"/>
          <p:cNvSpPr/>
          <p:nvPr/>
        </p:nvSpPr>
        <p:spPr>
          <a:xfrm>
            <a:off x="7169169" y="5802439"/>
            <a:ext cx="73983" cy="134289"/>
          </a:xfrm>
          <a:prstGeom prst="rect">
            <a:avLst/>
          </a:prstGeom>
          <a:blipFill>
            <a:blip r:embed="rId1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1" name="object 621"/>
          <p:cNvSpPr/>
          <p:nvPr/>
        </p:nvSpPr>
        <p:spPr>
          <a:xfrm>
            <a:off x="7169169" y="5735294"/>
            <a:ext cx="73983" cy="134289"/>
          </a:xfrm>
          <a:prstGeom prst="rect">
            <a:avLst/>
          </a:prstGeom>
          <a:blipFill>
            <a:blip r:embed="rId4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2" name="object 622"/>
          <p:cNvSpPr/>
          <p:nvPr/>
        </p:nvSpPr>
        <p:spPr>
          <a:xfrm>
            <a:off x="7169169" y="5667527"/>
            <a:ext cx="73983" cy="134910"/>
          </a:xfrm>
          <a:prstGeom prst="rect">
            <a:avLst/>
          </a:prstGeom>
          <a:blipFill>
            <a:blip r:embed="rId4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3" name="object 623"/>
          <p:cNvSpPr/>
          <p:nvPr/>
        </p:nvSpPr>
        <p:spPr>
          <a:xfrm>
            <a:off x="7169169" y="5600382"/>
            <a:ext cx="73983" cy="134909"/>
          </a:xfrm>
          <a:prstGeom prst="rect">
            <a:avLst/>
          </a:prstGeom>
          <a:blipFill>
            <a:blip r:embed="rId4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4" name="object 624"/>
          <p:cNvSpPr/>
          <p:nvPr/>
        </p:nvSpPr>
        <p:spPr>
          <a:xfrm>
            <a:off x="7169169" y="5533230"/>
            <a:ext cx="73983" cy="134293"/>
          </a:xfrm>
          <a:prstGeom prst="rect">
            <a:avLst/>
          </a:prstGeom>
          <a:blipFill>
            <a:blip r:embed="rId4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5" name="object 625"/>
          <p:cNvSpPr/>
          <p:nvPr/>
        </p:nvSpPr>
        <p:spPr>
          <a:xfrm>
            <a:off x="7169169" y="5465461"/>
            <a:ext cx="73983" cy="134914"/>
          </a:xfrm>
          <a:prstGeom prst="rect">
            <a:avLst/>
          </a:prstGeom>
          <a:blipFill>
            <a:blip r:embed="rId4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6" name="object 626"/>
          <p:cNvSpPr/>
          <p:nvPr/>
        </p:nvSpPr>
        <p:spPr>
          <a:xfrm>
            <a:off x="7169169" y="5398315"/>
            <a:ext cx="73983" cy="134909"/>
          </a:xfrm>
          <a:prstGeom prst="rect">
            <a:avLst/>
          </a:prstGeom>
          <a:blipFill>
            <a:blip r:embed="rId4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7" name="object 627"/>
          <p:cNvSpPr/>
          <p:nvPr/>
        </p:nvSpPr>
        <p:spPr>
          <a:xfrm>
            <a:off x="7169169" y="5331168"/>
            <a:ext cx="73983" cy="134289"/>
          </a:xfrm>
          <a:prstGeom prst="rect">
            <a:avLst/>
          </a:prstGeom>
          <a:blipFill>
            <a:blip r:embed="rId4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8" name="object 628"/>
          <p:cNvSpPr/>
          <p:nvPr/>
        </p:nvSpPr>
        <p:spPr>
          <a:xfrm>
            <a:off x="7169169" y="5263400"/>
            <a:ext cx="73983" cy="134912"/>
          </a:xfrm>
          <a:prstGeom prst="rect">
            <a:avLst/>
          </a:prstGeom>
          <a:blipFill>
            <a:blip r:embed="rId4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9" name="object 629"/>
          <p:cNvSpPr/>
          <p:nvPr/>
        </p:nvSpPr>
        <p:spPr>
          <a:xfrm>
            <a:off x="7169169" y="5196255"/>
            <a:ext cx="73983" cy="134912"/>
          </a:xfrm>
          <a:prstGeom prst="rect">
            <a:avLst/>
          </a:prstGeom>
          <a:blipFill>
            <a:blip r:embed="rId4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0" name="object 630"/>
          <p:cNvSpPr/>
          <p:nvPr/>
        </p:nvSpPr>
        <p:spPr>
          <a:xfrm>
            <a:off x="7169169" y="5129110"/>
            <a:ext cx="73983" cy="134288"/>
          </a:xfrm>
          <a:prstGeom prst="rect">
            <a:avLst/>
          </a:prstGeom>
          <a:blipFill>
            <a:blip r:embed="rId4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1" name="object 631"/>
          <p:cNvSpPr/>
          <p:nvPr/>
        </p:nvSpPr>
        <p:spPr>
          <a:xfrm>
            <a:off x="7169169" y="5061343"/>
            <a:ext cx="73983" cy="134909"/>
          </a:xfrm>
          <a:prstGeom prst="rect">
            <a:avLst/>
          </a:prstGeom>
          <a:blipFill>
            <a:blip r:embed="rId4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2" name="object 632"/>
          <p:cNvSpPr/>
          <p:nvPr/>
        </p:nvSpPr>
        <p:spPr>
          <a:xfrm>
            <a:off x="7169169" y="4994191"/>
            <a:ext cx="73983" cy="134914"/>
          </a:xfrm>
          <a:prstGeom prst="rect">
            <a:avLst/>
          </a:prstGeom>
          <a:blipFill>
            <a:blip r:embed="rId4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3" name="object 633"/>
          <p:cNvSpPr/>
          <p:nvPr/>
        </p:nvSpPr>
        <p:spPr>
          <a:xfrm>
            <a:off x="7169169" y="4927044"/>
            <a:ext cx="73983" cy="134292"/>
          </a:xfrm>
          <a:prstGeom prst="rect">
            <a:avLst/>
          </a:prstGeom>
          <a:blipFill>
            <a:blip r:embed="rId4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4" name="object 634"/>
          <p:cNvSpPr/>
          <p:nvPr/>
        </p:nvSpPr>
        <p:spPr>
          <a:xfrm>
            <a:off x="7169169" y="4859897"/>
            <a:ext cx="73983" cy="134288"/>
          </a:xfrm>
          <a:prstGeom prst="rect">
            <a:avLst/>
          </a:prstGeom>
          <a:blipFill>
            <a:blip r:embed="rId4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5" name="object 635"/>
          <p:cNvSpPr/>
          <p:nvPr/>
        </p:nvSpPr>
        <p:spPr>
          <a:xfrm>
            <a:off x="7169169" y="4792129"/>
            <a:ext cx="73983" cy="134912"/>
          </a:xfrm>
          <a:prstGeom prst="rect">
            <a:avLst/>
          </a:prstGeom>
          <a:blipFill>
            <a:blip r:embed="rId4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6" name="object 636"/>
          <p:cNvSpPr/>
          <p:nvPr/>
        </p:nvSpPr>
        <p:spPr>
          <a:xfrm>
            <a:off x="7169169" y="4724984"/>
            <a:ext cx="73983" cy="134912"/>
          </a:xfrm>
          <a:prstGeom prst="rect">
            <a:avLst/>
          </a:prstGeom>
          <a:blipFill>
            <a:blip r:embed="rId4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7" name="object 637"/>
          <p:cNvSpPr/>
          <p:nvPr/>
        </p:nvSpPr>
        <p:spPr>
          <a:xfrm>
            <a:off x="7169169" y="4657839"/>
            <a:ext cx="73983" cy="134289"/>
          </a:xfrm>
          <a:prstGeom prst="rect">
            <a:avLst/>
          </a:prstGeom>
          <a:blipFill>
            <a:blip r:embed="rId4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8" name="object 638"/>
          <p:cNvSpPr/>
          <p:nvPr/>
        </p:nvSpPr>
        <p:spPr>
          <a:xfrm>
            <a:off x="7169169" y="4590072"/>
            <a:ext cx="73983" cy="134910"/>
          </a:xfrm>
          <a:prstGeom prst="rect">
            <a:avLst/>
          </a:prstGeom>
          <a:blipFill>
            <a:blip r:embed="rId4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9" name="object 639"/>
          <p:cNvSpPr/>
          <p:nvPr/>
        </p:nvSpPr>
        <p:spPr>
          <a:xfrm>
            <a:off x="7169169" y="4522920"/>
            <a:ext cx="73983" cy="134914"/>
          </a:xfrm>
          <a:prstGeom prst="rect">
            <a:avLst/>
          </a:prstGeom>
          <a:blipFill>
            <a:blip r:embed="rId4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0" name="object 640"/>
          <p:cNvSpPr/>
          <p:nvPr/>
        </p:nvSpPr>
        <p:spPr>
          <a:xfrm>
            <a:off x="7169169" y="4455774"/>
            <a:ext cx="73983" cy="134292"/>
          </a:xfrm>
          <a:prstGeom prst="rect">
            <a:avLst/>
          </a:prstGeom>
          <a:blipFill>
            <a:blip r:embed="rId4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1" name="object 641"/>
          <p:cNvSpPr/>
          <p:nvPr/>
        </p:nvSpPr>
        <p:spPr>
          <a:xfrm>
            <a:off x="7169169" y="4388006"/>
            <a:ext cx="73983" cy="134908"/>
          </a:xfrm>
          <a:prstGeom prst="rect">
            <a:avLst/>
          </a:prstGeom>
          <a:blipFill>
            <a:blip r:embed="rId4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2" name="object 642"/>
          <p:cNvSpPr/>
          <p:nvPr/>
        </p:nvSpPr>
        <p:spPr>
          <a:xfrm>
            <a:off x="7169169" y="4320858"/>
            <a:ext cx="73983" cy="134910"/>
          </a:xfrm>
          <a:prstGeom prst="rect">
            <a:avLst/>
          </a:prstGeom>
          <a:blipFill>
            <a:blip r:embed="rId4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3" name="object 643"/>
          <p:cNvSpPr/>
          <p:nvPr/>
        </p:nvSpPr>
        <p:spPr>
          <a:xfrm>
            <a:off x="7169169" y="4253712"/>
            <a:ext cx="73983" cy="134289"/>
          </a:xfrm>
          <a:prstGeom prst="rect">
            <a:avLst/>
          </a:prstGeom>
          <a:blipFill>
            <a:blip r:embed="rId4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4" name="object 644"/>
          <p:cNvSpPr/>
          <p:nvPr/>
        </p:nvSpPr>
        <p:spPr>
          <a:xfrm>
            <a:off x="7169169" y="4185945"/>
            <a:ext cx="73983" cy="134912"/>
          </a:xfrm>
          <a:prstGeom prst="rect">
            <a:avLst/>
          </a:prstGeom>
          <a:blipFill>
            <a:blip r:embed="rId4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5" name="object 645"/>
          <p:cNvSpPr/>
          <p:nvPr/>
        </p:nvSpPr>
        <p:spPr>
          <a:xfrm>
            <a:off x="7169169" y="4118800"/>
            <a:ext cx="73983" cy="134912"/>
          </a:xfrm>
          <a:prstGeom prst="rect">
            <a:avLst/>
          </a:prstGeom>
          <a:blipFill>
            <a:blip r:embed="rId4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6" name="object 646"/>
          <p:cNvSpPr/>
          <p:nvPr/>
        </p:nvSpPr>
        <p:spPr>
          <a:xfrm>
            <a:off x="7169169" y="4051655"/>
            <a:ext cx="73983" cy="134287"/>
          </a:xfrm>
          <a:prstGeom prst="rect">
            <a:avLst/>
          </a:prstGeom>
          <a:blipFill>
            <a:blip r:embed="rId4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7" name="object 647"/>
          <p:cNvSpPr/>
          <p:nvPr/>
        </p:nvSpPr>
        <p:spPr>
          <a:xfrm>
            <a:off x="7169169" y="3984502"/>
            <a:ext cx="73983" cy="134293"/>
          </a:xfrm>
          <a:prstGeom prst="rect">
            <a:avLst/>
          </a:prstGeom>
          <a:blipFill>
            <a:blip r:embed="rId4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8" name="object 648"/>
          <p:cNvSpPr/>
          <p:nvPr/>
        </p:nvSpPr>
        <p:spPr>
          <a:xfrm>
            <a:off x="7169169" y="3916734"/>
            <a:ext cx="73983" cy="134914"/>
          </a:xfrm>
          <a:prstGeom prst="rect">
            <a:avLst/>
          </a:prstGeom>
          <a:blipFill>
            <a:blip r:embed="rId4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9" name="object 649"/>
          <p:cNvSpPr/>
          <p:nvPr/>
        </p:nvSpPr>
        <p:spPr>
          <a:xfrm>
            <a:off x="7169169" y="3849588"/>
            <a:ext cx="73983" cy="134909"/>
          </a:xfrm>
          <a:prstGeom prst="rect">
            <a:avLst/>
          </a:prstGeom>
          <a:blipFill>
            <a:blip r:embed="rId4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0" name="object 650"/>
          <p:cNvSpPr/>
          <p:nvPr/>
        </p:nvSpPr>
        <p:spPr>
          <a:xfrm>
            <a:off x="7169169" y="3782440"/>
            <a:ext cx="73983" cy="134289"/>
          </a:xfrm>
          <a:prstGeom prst="rect">
            <a:avLst/>
          </a:prstGeom>
          <a:blipFill>
            <a:blip r:embed="rId5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1" name="object 651"/>
          <p:cNvSpPr/>
          <p:nvPr/>
        </p:nvSpPr>
        <p:spPr>
          <a:xfrm>
            <a:off x="7169169" y="3714673"/>
            <a:ext cx="73983" cy="134912"/>
          </a:xfrm>
          <a:prstGeom prst="rect">
            <a:avLst/>
          </a:prstGeom>
          <a:blipFill>
            <a:blip r:embed="rId5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2" name="object 652"/>
          <p:cNvSpPr/>
          <p:nvPr/>
        </p:nvSpPr>
        <p:spPr>
          <a:xfrm>
            <a:off x="7169169" y="3647528"/>
            <a:ext cx="73983" cy="134912"/>
          </a:xfrm>
          <a:prstGeom prst="rect">
            <a:avLst/>
          </a:prstGeom>
          <a:blipFill>
            <a:blip r:embed="rId5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3" name="object 653"/>
          <p:cNvSpPr/>
          <p:nvPr/>
        </p:nvSpPr>
        <p:spPr>
          <a:xfrm>
            <a:off x="7169169" y="3647528"/>
            <a:ext cx="73983" cy="67143"/>
          </a:xfrm>
          <a:prstGeom prst="rect">
            <a:avLst/>
          </a:prstGeom>
          <a:blipFill>
            <a:blip r:embed="rId5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4" name="object 654"/>
          <p:cNvSpPr/>
          <p:nvPr/>
        </p:nvSpPr>
        <p:spPr>
          <a:xfrm>
            <a:off x="7243155" y="6138798"/>
            <a:ext cx="74609" cy="134909"/>
          </a:xfrm>
          <a:prstGeom prst="rect">
            <a:avLst/>
          </a:prstGeom>
          <a:blipFill>
            <a:blip r:embed="rId5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5" name="object 655"/>
          <p:cNvSpPr/>
          <p:nvPr/>
        </p:nvSpPr>
        <p:spPr>
          <a:xfrm>
            <a:off x="7243155" y="6071647"/>
            <a:ext cx="74609" cy="134915"/>
          </a:xfrm>
          <a:prstGeom prst="rect">
            <a:avLst/>
          </a:prstGeom>
          <a:blipFill>
            <a:blip r:embed="rId5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6" name="object 656"/>
          <p:cNvSpPr/>
          <p:nvPr/>
        </p:nvSpPr>
        <p:spPr>
          <a:xfrm>
            <a:off x="7243155" y="6004500"/>
            <a:ext cx="74609" cy="134293"/>
          </a:xfrm>
          <a:prstGeom prst="rect">
            <a:avLst/>
          </a:prstGeom>
          <a:blipFill>
            <a:blip r:embed="rId5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7" name="object 657"/>
          <p:cNvSpPr/>
          <p:nvPr/>
        </p:nvSpPr>
        <p:spPr>
          <a:xfrm>
            <a:off x="7243155" y="5936732"/>
            <a:ext cx="74609" cy="134908"/>
          </a:xfrm>
          <a:prstGeom prst="rect">
            <a:avLst/>
          </a:prstGeom>
          <a:blipFill>
            <a:blip r:embed="rId5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8" name="object 658"/>
          <p:cNvSpPr/>
          <p:nvPr/>
        </p:nvSpPr>
        <p:spPr>
          <a:xfrm>
            <a:off x="7243155" y="5869585"/>
            <a:ext cx="74609" cy="134910"/>
          </a:xfrm>
          <a:prstGeom prst="rect">
            <a:avLst/>
          </a:prstGeom>
          <a:blipFill>
            <a:blip r:embed="rId5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9" name="object 659"/>
          <p:cNvSpPr/>
          <p:nvPr/>
        </p:nvSpPr>
        <p:spPr>
          <a:xfrm>
            <a:off x="7243155" y="5802439"/>
            <a:ext cx="74609" cy="134289"/>
          </a:xfrm>
          <a:prstGeom prst="rect">
            <a:avLst/>
          </a:prstGeom>
          <a:blipFill>
            <a:blip r:embed="rId5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0" name="object 660"/>
          <p:cNvSpPr/>
          <p:nvPr/>
        </p:nvSpPr>
        <p:spPr>
          <a:xfrm>
            <a:off x="7243155" y="5735294"/>
            <a:ext cx="74609" cy="134289"/>
          </a:xfrm>
          <a:prstGeom prst="rect">
            <a:avLst/>
          </a:prstGeom>
          <a:blipFill>
            <a:blip r:embed="rId5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1" name="object 661"/>
          <p:cNvSpPr/>
          <p:nvPr/>
        </p:nvSpPr>
        <p:spPr>
          <a:xfrm>
            <a:off x="7243155" y="5667527"/>
            <a:ext cx="74609" cy="134910"/>
          </a:xfrm>
          <a:prstGeom prst="rect">
            <a:avLst/>
          </a:prstGeom>
          <a:blipFill>
            <a:blip r:embed="rId5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2" name="object 662"/>
          <p:cNvSpPr/>
          <p:nvPr/>
        </p:nvSpPr>
        <p:spPr>
          <a:xfrm>
            <a:off x="7243155" y="5600382"/>
            <a:ext cx="74609" cy="134909"/>
          </a:xfrm>
          <a:prstGeom prst="rect">
            <a:avLst/>
          </a:prstGeom>
          <a:blipFill>
            <a:blip r:embed="rId5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3" name="object 663"/>
          <p:cNvSpPr/>
          <p:nvPr/>
        </p:nvSpPr>
        <p:spPr>
          <a:xfrm>
            <a:off x="7243155" y="5533230"/>
            <a:ext cx="74609" cy="134293"/>
          </a:xfrm>
          <a:prstGeom prst="rect">
            <a:avLst/>
          </a:prstGeom>
          <a:blipFill>
            <a:blip r:embed="rId5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4" name="object 664"/>
          <p:cNvSpPr/>
          <p:nvPr/>
        </p:nvSpPr>
        <p:spPr>
          <a:xfrm>
            <a:off x="7243155" y="5465461"/>
            <a:ext cx="74609" cy="134914"/>
          </a:xfrm>
          <a:prstGeom prst="rect">
            <a:avLst/>
          </a:prstGeom>
          <a:blipFill>
            <a:blip r:embed="rId5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5" name="object 665"/>
          <p:cNvSpPr/>
          <p:nvPr/>
        </p:nvSpPr>
        <p:spPr>
          <a:xfrm>
            <a:off x="7243155" y="5398315"/>
            <a:ext cx="74609" cy="134909"/>
          </a:xfrm>
          <a:prstGeom prst="rect">
            <a:avLst/>
          </a:prstGeom>
          <a:blipFill>
            <a:blip r:embed="rId2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6" name="object 666"/>
          <p:cNvSpPr/>
          <p:nvPr/>
        </p:nvSpPr>
        <p:spPr>
          <a:xfrm>
            <a:off x="7243155" y="5331168"/>
            <a:ext cx="74609" cy="134289"/>
          </a:xfrm>
          <a:prstGeom prst="rect">
            <a:avLst/>
          </a:prstGeom>
          <a:blipFill>
            <a:blip r:embed="rId5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7" name="object 667"/>
          <p:cNvSpPr/>
          <p:nvPr/>
        </p:nvSpPr>
        <p:spPr>
          <a:xfrm>
            <a:off x="7243155" y="5263400"/>
            <a:ext cx="74609" cy="134912"/>
          </a:xfrm>
          <a:prstGeom prst="rect">
            <a:avLst/>
          </a:prstGeom>
          <a:blipFill>
            <a:blip r:embed="rId5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8" name="object 668"/>
          <p:cNvSpPr/>
          <p:nvPr/>
        </p:nvSpPr>
        <p:spPr>
          <a:xfrm>
            <a:off x="7243155" y="5196255"/>
            <a:ext cx="74609" cy="134912"/>
          </a:xfrm>
          <a:prstGeom prst="rect">
            <a:avLst/>
          </a:prstGeom>
          <a:blipFill>
            <a:blip r:embed="rId5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9" name="object 669"/>
          <p:cNvSpPr/>
          <p:nvPr/>
        </p:nvSpPr>
        <p:spPr>
          <a:xfrm>
            <a:off x="7243155" y="5129110"/>
            <a:ext cx="74609" cy="134288"/>
          </a:xfrm>
          <a:prstGeom prst="rect">
            <a:avLst/>
          </a:prstGeom>
          <a:blipFill>
            <a:blip r:embed="rId5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0" name="object 670"/>
          <p:cNvSpPr/>
          <p:nvPr/>
        </p:nvSpPr>
        <p:spPr>
          <a:xfrm>
            <a:off x="7243155" y="5061343"/>
            <a:ext cx="74609" cy="134909"/>
          </a:xfrm>
          <a:prstGeom prst="rect">
            <a:avLst/>
          </a:prstGeom>
          <a:blipFill>
            <a:blip r:embed="rId5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1" name="object 671"/>
          <p:cNvSpPr/>
          <p:nvPr/>
        </p:nvSpPr>
        <p:spPr>
          <a:xfrm>
            <a:off x="7243155" y="4994191"/>
            <a:ext cx="74609" cy="134914"/>
          </a:xfrm>
          <a:prstGeom prst="rect">
            <a:avLst/>
          </a:prstGeom>
          <a:blipFill>
            <a:blip r:embed="rId5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2" name="object 672"/>
          <p:cNvSpPr/>
          <p:nvPr/>
        </p:nvSpPr>
        <p:spPr>
          <a:xfrm>
            <a:off x="7243155" y="4927044"/>
            <a:ext cx="74609" cy="134292"/>
          </a:xfrm>
          <a:prstGeom prst="rect">
            <a:avLst/>
          </a:prstGeom>
          <a:blipFill>
            <a:blip r:embed="rId5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3" name="object 673"/>
          <p:cNvSpPr/>
          <p:nvPr/>
        </p:nvSpPr>
        <p:spPr>
          <a:xfrm>
            <a:off x="7243155" y="4859897"/>
            <a:ext cx="74609" cy="134288"/>
          </a:xfrm>
          <a:prstGeom prst="rect">
            <a:avLst/>
          </a:prstGeom>
          <a:blipFill>
            <a:blip r:embed="rId5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4" name="object 674"/>
          <p:cNvSpPr/>
          <p:nvPr/>
        </p:nvSpPr>
        <p:spPr>
          <a:xfrm>
            <a:off x="7243155" y="4792129"/>
            <a:ext cx="74609" cy="134912"/>
          </a:xfrm>
          <a:prstGeom prst="rect">
            <a:avLst/>
          </a:prstGeom>
          <a:blipFill>
            <a:blip r:embed="rId5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5" name="object 675"/>
          <p:cNvSpPr/>
          <p:nvPr/>
        </p:nvSpPr>
        <p:spPr>
          <a:xfrm>
            <a:off x="7243155" y="4724984"/>
            <a:ext cx="74609" cy="134912"/>
          </a:xfrm>
          <a:prstGeom prst="rect">
            <a:avLst/>
          </a:prstGeom>
          <a:blipFill>
            <a:blip r:embed="rId5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6" name="object 676"/>
          <p:cNvSpPr/>
          <p:nvPr/>
        </p:nvSpPr>
        <p:spPr>
          <a:xfrm>
            <a:off x="7243155" y="4657839"/>
            <a:ext cx="74609" cy="134289"/>
          </a:xfrm>
          <a:prstGeom prst="rect">
            <a:avLst/>
          </a:prstGeom>
          <a:blipFill>
            <a:blip r:embed="rId5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7" name="object 677"/>
          <p:cNvSpPr/>
          <p:nvPr/>
        </p:nvSpPr>
        <p:spPr>
          <a:xfrm>
            <a:off x="7243155" y="4590072"/>
            <a:ext cx="74609" cy="134910"/>
          </a:xfrm>
          <a:prstGeom prst="rect">
            <a:avLst/>
          </a:prstGeom>
          <a:blipFill>
            <a:blip r:embed="rId5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8" name="object 678"/>
          <p:cNvSpPr/>
          <p:nvPr/>
        </p:nvSpPr>
        <p:spPr>
          <a:xfrm>
            <a:off x="7243155" y="4522920"/>
            <a:ext cx="74609" cy="134914"/>
          </a:xfrm>
          <a:prstGeom prst="rect">
            <a:avLst/>
          </a:prstGeom>
          <a:blipFill>
            <a:blip r:embed="rId5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9" name="object 679"/>
          <p:cNvSpPr/>
          <p:nvPr/>
        </p:nvSpPr>
        <p:spPr>
          <a:xfrm>
            <a:off x="7243155" y="4455774"/>
            <a:ext cx="74609" cy="134292"/>
          </a:xfrm>
          <a:prstGeom prst="rect">
            <a:avLst/>
          </a:prstGeom>
          <a:blipFill>
            <a:blip r:embed="rId5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0" name="object 680"/>
          <p:cNvSpPr/>
          <p:nvPr/>
        </p:nvSpPr>
        <p:spPr>
          <a:xfrm>
            <a:off x="7243155" y="4388006"/>
            <a:ext cx="74609" cy="134908"/>
          </a:xfrm>
          <a:prstGeom prst="rect">
            <a:avLst/>
          </a:prstGeom>
          <a:blipFill>
            <a:blip r:embed="rId5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1" name="object 681"/>
          <p:cNvSpPr/>
          <p:nvPr/>
        </p:nvSpPr>
        <p:spPr>
          <a:xfrm>
            <a:off x="7243155" y="4320858"/>
            <a:ext cx="74609" cy="134910"/>
          </a:xfrm>
          <a:prstGeom prst="rect">
            <a:avLst/>
          </a:prstGeom>
          <a:blipFill>
            <a:blip r:embed="rId5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2" name="object 682"/>
          <p:cNvSpPr/>
          <p:nvPr/>
        </p:nvSpPr>
        <p:spPr>
          <a:xfrm>
            <a:off x="7243155" y="4253712"/>
            <a:ext cx="74609" cy="134289"/>
          </a:xfrm>
          <a:prstGeom prst="rect">
            <a:avLst/>
          </a:prstGeom>
          <a:blipFill>
            <a:blip r:embed="rId5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3" name="object 683"/>
          <p:cNvSpPr/>
          <p:nvPr/>
        </p:nvSpPr>
        <p:spPr>
          <a:xfrm>
            <a:off x="7243155" y="4185945"/>
            <a:ext cx="74609" cy="134912"/>
          </a:xfrm>
          <a:prstGeom prst="rect">
            <a:avLst/>
          </a:prstGeom>
          <a:blipFill>
            <a:blip r:embed="rId5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4" name="object 684"/>
          <p:cNvSpPr/>
          <p:nvPr/>
        </p:nvSpPr>
        <p:spPr>
          <a:xfrm>
            <a:off x="7243155" y="4118800"/>
            <a:ext cx="74609" cy="134912"/>
          </a:xfrm>
          <a:prstGeom prst="rect">
            <a:avLst/>
          </a:prstGeom>
          <a:blipFill>
            <a:blip r:embed="rId5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5" name="object 685"/>
          <p:cNvSpPr/>
          <p:nvPr/>
        </p:nvSpPr>
        <p:spPr>
          <a:xfrm>
            <a:off x="7243155" y="4051655"/>
            <a:ext cx="74609" cy="134287"/>
          </a:xfrm>
          <a:prstGeom prst="rect">
            <a:avLst/>
          </a:prstGeom>
          <a:blipFill>
            <a:blip r:embed="rId5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6" name="object 686"/>
          <p:cNvSpPr/>
          <p:nvPr/>
        </p:nvSpPr>
        <p:spPr>
          <a:xfrm>
            <a:off x="7243155" y="3984502"/>
            <a:ext cx="74609" cy="134293"/>
          </a:xfrm>
          <a:prstGeom prst="rect">
            <a:avLst/>
          </a:prstGeom>
          <a:blipFill>
            <a:blip r:embed="rId5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7" name="object 687"/>
          <p:cNvSpPr/>
          <p:nvPr/>
        </p:nvSpPr>
        <p:spPr>
          <a:xfrm>
            <a:off x="7243155" y="3916734"/>
            <a:ext cx="74609" cy="134914"/>
          </a:xfrm>
          <a:prstGeom prst="rect">
            <a:avLst/>
          </a:prstGeom>
          <a:blipFill>
            <a:blip r:embed="rId5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8" name="object 688"/>
          <p:cNvSpPr/>
          <p:nvPr/>
        </p:nvSpPr>
        <p:spPr>
          <a:xfrm>
            <a:off x="7243155" y="3849588"/>
            <a:ext cx="74609" cy="134909"/>
          </a:xfrm>
          <a:prstGeom prst="rect">
            <a:avLst/>
          </a:prstGeom>
          <a:blipFill>
            <a:blip r:embed="rId5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9" name="object 689"/>
          <p:cNvSpPr/>
          <p:nvPr/>
        </p:nvSpPr>
        <p:spPr>
          <a:xfrm>
            <a:off x="7243155" y="3782440"/>
            <a:ext cx="74609" cy="134289"/>
          </a:xfrm>
          <a:prstGeom prst="rect">
            <a:avLst/>
          </a:prstGeom>
          <a:blipFill>
            <a:blip r:embed="rId5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0" name="object 690"/>
          <p:cNvSpPr/>
          <p:nvPr/>
        </p:nvSpPr>
        <p:spPr>
          <a:xfrm>
            <a:off x="7243155" y="3714673"/>
            <a:ext cx="74609" cy="134912"/>
          </a:xfrm>
          <a:prstGeom prst="rect">
            <a:avLst/>
          </a:prstGeom>
          <a:blipFill>
            <a:blip r:embed="rId5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1" name="object 691"/>
          <p:cNvSpPr/>
          <p:nvPr/>
        </p:nvSpPr>
        <p:spPr>
          <a:xfrm>
            <a:off x="7243155" y="3647528"/>
            <a:ext cx="74609" cy="134912"/>
          </a:xfrm>
          <a:prstGeom prst="rect">
            <a:avLst/>
          </a:prstGeom>
          <a:blipFill>
            <a:blip r:embed="rId5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2" name="object 692"/>
          <p:cNvSpPr/>
          <p:nvPr/>
        </p:nvSpPr>
        <p:spPr>
          <a:xfrm>
            <a:off x="7243155" y="3647528"/>
            <a:ext cx="74607" cy="67143"/>
          </a:xfrm>
          <a:prstGeom prst="rect">
            <a:avLst/>
          </a:prstGeom>
          <a:blipFill>
            <a:blip r:embed="rId5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3" name="object 693"/>
          <p:cNvSpPr/>
          <p:nvPr/>
        </p:nvSpPr>
        <p:spPr>
          <a:xfrm>
            <a:off x="7317765" y="6138798"/>
            <a:ext cx="73977" cy="134909"/>
          </a:xfrm>
          <a:prstGeom prst="rect">
            <a:avLst/>
          </a:prstGeom>
          <a:blipFill>
            <a:blip r:embed="rId5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4" name="object 694"/>
          <p:cNvSpPr/>
          <p:nvPr/>
        </p:nvSpPr>
        <p:spPr>
          <a:xfrm>
            <a:off x="7317765" y="6071647"/>
            <a:ext cx="73977" cy="134915"/>
          </a:xfrm>
          <a:prstGeom prst="rect">
            <a:avLst/>
          </a:prstGeom>
          <a:blipFill>
            <a:blip r:embed="rId5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5" name="object 695"/>
          <p:cNvSpPr/>
          <p:nvPr/>
        </p:nvSpPr>
        <p:spPr>
          <a:xfrm>
            <a:off x="7317765" y="6004500"/>
            <a:ext cx="73977" cy="134293"/>
          </a:xfrm>
          <a:prstGeom prst="rect">
            <a:avLst/>
          </a:prstGeom>
          <a:blipFill>
            <a:blip r:embed="rId5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6" name="object 696"/>
          <p:cNvSpPr/>
          <p:nvPr/>
        </p:nvSpPr>
        <p:spPr>
          <a:xfrm>
            <a:off x="7317765" y="5936732"/>
            <a:ext cx="73977" cy="134908"/>
          </a:xfrm>
          <a:prstGeom prst="rect">
            <a:avLst/>
          </a:prstGeom>
          <a:blipFill>
            <a:blip r:embed="rId5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7" name="object 697"/>
          <p:cNvSpPr/>
          <p:nvPr/>
        </p:nvSpPr>
        <p:spPr>
          <a:xfrm>
            <a:off x="7317765" y="5869585"/>
            <a:ext cx="73977" cy="134910"/>
          </a:xfrm>
          <a:prstGeom prst="rect">
            <a:avLst/>
          </a:prstGeom>
          <a:blipFill>
            <a:blip r:embed="rId5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8" name="object 698"/>
          <p:cNvSpPr/>
          <p:nvPr/>
        </p:nvSpPr>
        <p:spPr>
          <a:xfrm>
            <a:off x="7317765" y="5802439"/>
            <a:ext cx="73977" cy="134289"/>
          </a:xfrm>
          <a:prstGeom prst="rect">
            <a:avLst/>
          </a:prstGeom>
          <a:blipFill>
            <a:blip r:embed="rId5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9" name="object 699"/>
          <p:cNvSpPr/>
          <p:nvPr/>
        </p:nvSpPr>
        <p:spPr>
          <a:xfrm>
            <a:off x="7317765" y="5735294"/>
            <a:ext cx="73977" cy="134289"/>
          </a:xfrm>
          <a:prstGeom prst="rect">
            <a:avLst/>
          </a:prstGeom>
          <a:blipFill>
            <a:blip r:embed="rId5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0" name="object 700"/>
          <p:cNvSpPr/>
          <p:nvPr/>
        </p:nvSpPr>
        <p:spPr>
          <a:xfrm>
            <a:off x="7317765" y="5667527"/>
            <a:ext cx="73977" cy="134910"/>
          </a:xfrm>
          <a:prstGeom prst="rect">
            <a:avLst/>
          </a:prstGeom>
          <a:blipFill>
            <a:blip r:embed="rId5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1" name="object 701"/>
          <p:cNvSpPr/>
          <p:nvPr/>
        </p:nvSpPr>
        <p:spPr>
          <a:xfrm>
            <a:off x="7317765" y="5600382"/>
            <a:ext cx="73977" cy="134909"/>
          </a:xfrm>
          <a:prstGeom prst="rect">
            <a:avLst/>
          </a:prstGeom>
          <a:blipFill>
            <a:blip r:embed="rId5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2" name="object 702"/>
          <p:cNvSpPr/>
          <p:nvPr/>
        </p:nvSpPr>
        <p:spPr>
          <a:xfrm>
            <a:off x="7317765" y="5533230"/>
            <a:ext cx="73977" cy="134293"/>
          </a:xfrm>
          <a:prstGeom prst="rect">
            <a:avLst/>
          </a:prstGeom>
          <a:blipFill>
            <a:blip r:embed="rId5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3" name="object 703"/>
          <p:cNvSpPr/>
          <p:nvPr/>
        </p:nvSpPr>
        <p:spPr>
          <a:xfrm>
            <a:off x="7317765" y="5465461"/>
            <a:ext cx="73977" cy="134914"/>
          </a:xfrm>
          <a:prstGeom prst="rect">
            <a:avLst/>
          </a:prstGeom>
          <a:blipFill>
            <a:blip r:embed="rId5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4" name="object 704"/>
          <p:cNvSpPr/>
          <p:nvPr/>
        </p:nvSpPr>
        <p:spPr>
          <a:xfrm>
            <a:off x="7317765" y="5398315"/>
            <a:ext cx="73977" cy="134909"/>
          </a:xfrm>
          <a:prstGeom prst="rect">
            <a:avLst/>
          </a:prstGeom>
          <a:blipFill>
            <a:blip r:embed="rId5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5" name="object 705"/>
          <p:cNvSpPr/>
          <p:nvPr/>
        </p:nvSpPr>
        <p:spPr>
          <a:xfrm>
            <a:off x="7317765" y="5331168"/>
            <a:ext cx="73977" cy="134289"/>
          </a:xfrm>
          <a:prstGeom prst="rect">
            <a:avLst/>
          </a:prstGeom>
          <a:blipFill>
            <a:blip r:embed="rId5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6" name="object 706"/>
          <p:cNvSpPr/>
          <p:nvPr/>
        </p:nvSpPr>
        <p:spPr>
          <a:xfrm>
            <a:off x="7317765" y="5263400"/>
            <a:ext cx="73977" cy="134912"/>
          </a:xfrm>
          <a:prstGeom prst="rect">
            <a:avLst/>
          </a:prstGeom>
          <a:blipFill>
            <a:blip r:embed="rId5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7" name="object 707"/>
          <p:cNvSpPr/>
          <p:nvPr/>
        </p:nvSpPr>
        <p:spPr>
          <a:xfrm>
            <a:off x="7317765" y="5196255"/>
            <a:ext cx="73977" cy="134912"/>
          </a:xfrm>
          <a:prstGeom prst="rect">
            <a:avLst/>
          </a:prstGeom>
          <a:blipFill>
            <a:blip r:embed="rId5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8" name="object 708"/>
          <p:cNvSpPr/>
          <p:nvPr/>
        </p:nvSpPr>
        <p:spPr>
          <a:xfrm>
            <a:off x="7317765" y="5129110"/>
            <a:ext cx="73977" cy="134288"/>
          </a:xfrm>
          <a:prstGeom prst="rect">
            <a:avLst/>
          </a:prstGeom>
          <a:blipFill>
            <a:blip r:embed="rId5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9" name="object 709"/>
          <p:cNvSpPr/>
          <p:nvPr/>
        </p:nvSpPr>
        <p:spPr>
          <a:xfrm>
            <a:off x="7317765" y="5061343"/>
            <a:ext cx="73977" cy="134909"/>
          </a:xfrm>
          <a:prstGeom prst="rect">
            <a:avLst/>
          </a:prstGeom>
          <a:blipFill>
            <a:blip r:embed="rId5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0" name="object 710"/>
          <p:cNvSpPr/>
          <p:nvPr/>
        </p:nvSpPr>
        <p:spPr>
          <a:xfrm>
            <a:off x="7317765" y="4994191"/>
            <a:ext cx="73977" cy="134914"/>
          </a:xfrm>
          <a:prstGeom prst="rect">
            <a:avLst/>
          </a:prstGeom>
          <a:blipFill>
            <a:blip r:embed="rId5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1" name="object 711"/>
          <p:cNvSpPr/>
          <p:nvPr/>
        </p:nvSpPr>
        <p:spPr>
          <a:xfrm>
            <a:off x="7317765" y="4927044"/>
            <a:ext cx="73977" cy="134292"/>
          </a:xfrm>
          <a:prstGeom prst="rect">
            <a:avLst/>
          </a:prstGeom>
          <a:blipFill>
            <a:blip r:embed="rId5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2" name="object 712"/>
          <p:cNvSpPr/>
          <p:nvPr/>
        </p:nvSpPr>
        <p:spPr>
          <a:xfrm>
            <a:off x="7317765" y="4859897"/>
            <a:ext cx="73977" cy="134288"/>
          </a:xfrm>
          <a:prstGeom prst="rect">
            <a:avLst/>
          </a:prstGeom>
          <a:blipFill>
            <a:blip r:embed="rId4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3" name="object 713"/>
          <p:cNvSpPr/>
          <p:nvPr/>
        </p:nvSpPr>
        <p:spPr>
          <a:xfrm>
            <a:off x="7317765" y="4792129"/>
            <a:ext cx="73977" cy="134912"/>
          </a:xfrm>
          <a:prstGeom prst="rect">
            <a:avLst/>
          </a:prstGeom>
          <a:blipFill>
            <a:blip r:embed="rId5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4" name="object 714"/>
          <p:cNvSpPr/>
          <p:nvPr/>
        </p:nvSpPr>
        <p:spPr>
          <a:xfrm>
            <a:off x="7317765" y="4724984"/>
            <a:ext cx="73977" cy="134912"/>
          </a:xfrm>
          <a:prstGeom prst="rect">
            <a:avLst/>
          </a:prstGeom>
          <a:blipFill>
            <a:blip r:embed="rId5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5" name="object 715"/>
          <p:cNvSpPr/>
          <p:nvPr/>
        </p:nvSpPr>
        <p:spPr>
          <a:xfrm>
            <a:off x="7317765" y="4657839"/>
            <a:ext cx="73977" cy="134289"/>
          </a:xfrm>
          <a:prstGeom prst="rect">
            <a:avLst/>
          </a:prstGeom>
          <a:blipFill>
            <a:blip r:embed="rId5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6" name="object 716"/>
          <p:cNvSpPr/>
          <p:nvPr/>
        </p:nvSpPr>
        <p:spPr>
          <a:xfrm>
            <a:off x="7317765" y="4590072"/>
            <a:ext cx="73977" cy="134910"/>
          </a:xfrm>
          <a:prstGeom prst="rect">
            <a:avLst/>
          </a:prstGeom>
          <a:blipFill>
            <a:blip r:embed="rId5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7" name="object 717"/>
          <p:cNvSpPr/>
          <p:nvPr/>
        </p:nvSpPr>
        <p:spPr>
          <a:xfrm>
            <a:off x="7317765" y="4522920"/>
            <a:ext cx="73977" cy="134914"/>
          </a:xfrm>
          <a:prstGeom prst="rect">
            <a:avLst/>
          </a:prstGeom>
          <a:blipFill>
            <a:blip r:embed="rId5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8" name="object 718"/>
          <p:cNvSpPr/>
          <p:nvPr/>
        </p:nvSpPr>
        <p:spPr>
          <a:xfrm>
            <a:off x="7317765" y="4455774"/>
            <a:ext cx="73977" cy="134292"/>
          </a:xfrm>
          <a:prstGeom prst="rect">
            <a:avLst/>
          </a:prstGeom>
          <a:blipFill>
            <a:blip r:embed="rId5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9" name="object 719"/>
          <p:cNvSpPr/>
          <p:nvPr/>
        </p:nvSpPr>
        <p:spPr>
          <a:xfrm>
            <a:off x="7317765" y="4388006"/>
            <a:ext cx="73977" cy="134908"/>
          </a:xfrm>
          <a:prstGeom prst="rect">
            <a:avLst/>
          </a:prstGeom>
          <a:blipFill>
            <a:blip r:embed="rId5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0" name="object 720"/>
          <p:cNvSpPr/>
          <p:nvPr/>
        </p:nvSpPr>
        <p:spPr>
          <a:xfrm>
            <a:off x="7317765" y="4320858"/>
            <a:ext cx="73977" cy="134910"/>
          </a:xfrm>
          <a:prstGeom prst="rect">
            <a:avLst/>
          </a:prstGeom>
          <a:blipFill>
            <a:blip r:embed="rId5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1" name="object 721"/>
          <p:cNvSpPr/>
          <p:nvPr/>
        </p:nvSpPr>
        <p:spPr>
          <a:xfrm>
            <a:off x="7317765" y="4253712"/>
            <a:ext cx="73977" cy="134289"/>
          </a:xfrm>
          <a:prstGeom prst="rect">
            <a:avLst/>
          </a:prstGeom>
          <a:blipFill>
            <a:blip r:embed="rId5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2" name="object 722"/>
          <p:cNvSpPr/>
          <p:nvPr/>
        </p:nvSpPr>
        <p:spPr>
          <a:xfrm>
            <a:off x="7317765" y="4185945"/>
            <a:ext cx="73977" cy="134912"/>
          </a:xfrm>
          <a:prstGeom prst="rect">
            <a:avLst/>
          </a:prstGeom>
          <a:blipFill>
            <a:blip r:embed="rId5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3" name="object 723"/>
          <p:cNvSpPr/>
          <p:nvPr/>
        </p:nvSpPr>
        <p:spPr>
          <a:xfrm>
            <a:off x="7317765" y="4118800"/>
            <a:ext cx="73977" cy="134912"/>
          </a:xfrm>
          <a:prstGeom prst="rect">
            <a:avLst/>
          </a:prstGeom>
          <a:blipFill>
            <a:blip r:embed="rId5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4" name="object 724"/>
          <p:cNvSpPr/>
          <p:nvPr/>
        </p:nvSpPr>
        <p:spPr>
          <a:xfrm>
            <a:off x="7317765" y="4051655"/>
            <a:ext cx="73977" cy="134287"/>
          </a:xfrm>
          <a:prstGeom prst="rect">
            <a:avLst/>
          </a:prstGeom>
          <a:blipFill>
            <a:blip r:embed="rId5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5" name="object 725"/>
          <p:cNvSpPr/>
          <p:nvPr/>
        </p:nvSpPr>
        <p:spPr>
          <a:xfrm>
            <a:off x="7317765" y="3984502"/>
            <a:ext cx="73977" cy="134293"/>
          </a:xfrm>
          <a:prstGeom prst="rect">
            <a:avLst/>
          </a:prstGeom>
          <a:blipFill>
            <a:blip r:embed="rId5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6" name="object 726"/>
          <p:cNvSpPr/>
          <p:nvPr/>
        </p:nvSpPr>
        <p:spPr>
          <a:xfrm>
            <a:off x="7317765" y="3916734"/>
            <a:ext cx="73977" cy="134914"/>
          </a:xfrm>
          <a:prstGeom prst="rect">
            <a:avLst/>
          </a:prstGeom>
          <a:blipFill>
            <a:blip r:embed="rId5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7" name="object 727"/>
          <p:cNvSpPr/>
          <p:nvPr/>
        </p:nvSpPr>
        <p:spPr>
          <a:xfrm>
            <a:off x="7317765" y="3849588"/>
            <a:ext cx="73977" cy="134909"/>
          </a:xfrm>
          <a:prstGeom prst="rect">
            <a:avLst/>
          </a:prstGeom>
          <a:blipFill>
            <a:blip r:embed="rId5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8" name="object 728"/>
          <p:cNvSpPr/>
          <p:nvPr/>
        </p:nvSpPr>
        <p:spPr>
          <a:xfrm>
            <a:off x="7317765" y="3782440"/>
            <a:ext cx="73977" cy="134289"/>
          </a:xfrm>
          <a:prstGeom prst="rect">
            <a:avLst/>
          </a:prstGeom>
          <a:blipFill>
            <a:blip r:embed="rId5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9" name="object 729"/>
          <p:cNvSpPr/>
          <p:nvPr/>
        </p:nvSpPr>
        <p:spPr>
          <a:xfrm>
            <a:off x="7317765" y="3714673"/>
            <a:ext cx="73977" cy="134912"/>
          </a:xfrm>
          <a:prstGeom prst="rect">
            <a:avLst/>
          </a:prstGeom>
          <a:blipFill>
            <a:blip r:embed="rId5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0" name="object 730"/>
          <p:cNvSpPr/>
          <p:nvPr/>
        </p:nvSpPr>
        <p:spPr>
          <a:xfrm>
            <a:off x="7317765" y="3647528"/>
            <a:ext cx="73977" cy="134912"/>
          </a:xfrm>
          <a:prstGeom prst="rect">
            <a:avLst/>
          </a:prstGeom>
          <a:blipFill>
            <a:blip r:embed="rId5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1" name="object 731"/>
          <p:cNvSpPr/>
          <p:nvPr/>
        </p:nvSpPr>
        <p:spPr>
          <a:xfrm>
            <a:off x="7317765" y="3647528"/>
            <a:ext cx="73977" cy="67143"/>
          </a:xfrm>
          <a:prstGeom prst="rect">
            <a:avLst/>
          </a:prstGeom>
          <a:blipFill>
            <a:blip r:embed="rId5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2" name="object 732"/>
          <p:cNvSpPr/>
          <p:nvPr/>
        </p:nvSpPr>
        <p:spPr>
          <a:xfrm>
            <a:off x="7391748" y="6138798"/>
            <a:ext cx="74607" cy="134909"/>
          </a:xfrm>
          <a:prstGeom prst="rect">
            <a:avLst/>
          </a:prstGeom>
          <a:blipFill>
            <a:blip r:embed="rId5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3" name="object 733"/>
          <p:cNvSpPr/>
          <p:nvPr/>
        </p:nvSpPr>
        <p:spPr>
          <a:xfrm>
            <a:off x="7391748" y="6071647"/>
            <a:ext cx="74607" cy="134915"/>
          </a:xfrm>
          <a:prstGeom prst="rect">
            <a:avLst/>
          </a:prstGeom>
          <a:blipFill>
            <a:blip r:embed="rId5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4" name="object 734"/>
          <p:cNvSpPr/>
          <p:nvPr/>
        </p:nvSpPr>
        <p:spPr>
          <a:xfrm>
            <a:off x="7391748" y="6004500"/>
            <a:ext cx="74607" cy="134293"/>
          </a:xfrm>
          <a:prstGeom prst="rect">
            <a:avLst/>
          </a:prstGeom>
          <a:blipFill>
            <a:blip r:embed="rId5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5" name="object 735"/>
          <p:cNvSpPr/>
          <p:nvPr/>
        </p:nvSpPr>
        <p:spPr>
          <a:xfrm>
            <a:off x="7391748" y="5936732"/>
            <a:ext cx="74607" cy="134908"/>
          </a:xfrm>
          <a:prstGeom prst="rect">
            <a:avLst/>
          </a:prstGeom>
          <a:blipFill>
            <a:blip r:embed="rId5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6" name="object 736"/>
          <p:cNvSpPr/>
          <p:nvPr/>
        </p:nvSpPr>
        <p:spPr>
          <a:xfrm>
            <a:off x="7391748" y="5869585"/>
            <a:ext cx="74607" cy="134910"/>
          </a:xfrm>
          <a:prstGeom prst="rect">
            <a:avLst/>
          </a:prstGeom>
          <a:blipFill>
            <a:blip r:embed="rId5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7" name="object 737"/>
          <p:cNvSpPr/>
          <p:nvPr/>
        </p:nvSpPr>
        <p:spPr>
          <a:xfrm>
            <a:off x="7391748" y="5802439"/>
            <a:ext cx="74607" cy="134289"/>
          </a:xfrm>
          <a:prstGeom prst="rect">
            <a:avLst/>
          </a:prstGeom>
          <a:blipFill>
            <a:blip r:embed="rId5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8" name="object 738"/>
          <p:cNvSpPr/>
          <p:nvPr/>
        </p:nvSpPr>
        <p:spPr>
          <a:xfrm>
            <a:off x="7391748" y="5735294"/>
            <a:ext cx="74607" cy="134289"/>
          </a:xfrm>
          <a:prstGeom prst="rect">
            <a:avLst/>
          </a:prstGeom>
          <a:blipFill>
            <a:blip r:embed="rId5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9" name="object 739"/>
          <p:cNvSpPr/>
          <p:nvPr/>
        </p:nvSpPr>
        <p:spPr>
          <a:xfrm>
            <a:off x="7391748" y="5667527"/>
            <a:ext cx="74607" cy="134910"/>
          </a:xfrm>
          <a:prstGeom prst="rect">
            <a:avLst/>
          </a:prstGeom>
          <a:blipFill>
            <a:blip r:embed="rId5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0" name="object 740"/>
          <p:cNvSpPr/>
          <p:nvPr/>
        </p:nvSpPr>
        <p:spPr>
          <a:xfrm>
            <a:off x="7391748" y="5600382"/>
            <a:ext cx="74607" cy="134909"/>
          </a:xfrm>
          <a:prstGeom prst="rect">
            <a:avLst/>
          </a:prstGeom>
          <a:blipFill>
            <a:blip r:embed="rId5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1" name="object 741"/>
          <p:cNvSpPr/>
          <p:nvPr/>
        </p:nvSpPr>
        <p:spPr>
          <a:xfrm>
            <a:off x="7391748" y="5533230"/>
            <a:ext cx="74607" cy="134293"/>
          </a:xfrm>
          <a:prstGeom prst="rect">
            <a:avLst/>
          </a:prstGeom>
          <a:blipFill>
            <a:blip r:embed="rId5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2" name="object 742"/>
          <p:cNvSpPr/>
          <p:nvPr/>
        </p:nvSpPr>
        <p:spPr>
          <a:xfrm>
            <a:off x="7391748" y="5465461"/>
            <a:ext cx="74607" cy="134914"/>
          </a:xfrm>
          <a:prstGeom prst="rect">
            <a:avLst/>
          </a:prstGeom>
          <a:blipFill>
            <a:blip r:embed="rId5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3" name="object 743"/>
          <p:cNvSpPr/>
          <p:nvPr/>
        </p:nvSpPr>
        <p:spPr>
          <a:xfrm>
            <a:off x="7391748" y="5398315"/>
            <a:ext cx="74607" cy="134909"/>
          </a:xfrm>
          <a:prstGeom prst="rect">
            <a:avLst/>
          </a:prstGeom>
          <a:blipFill>
            <a:blip r:embed="rId5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4" name="object 744"/>
          <p:cNvSpPr/>
          <p:nvPr/>
        </p:nvSpPr>
        <p:spPr>
          <a:xfrm>
            <a:off x="7391748" y="5331168"/>
            <a:ext cx="74607" cy="134289"/>
          </a:xfrm>
          <a:prstGeom prst="rect">
            <a:avLst/>
          </a:prstGeom>
          <a:blipFill>
            <a:blip r:embed="rId5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5" name="object 745"/>
          <p:cNvSpPr/>
          <p:nvPr/>
        </p:nvSpPr>
        <p:spPr>
          <a:xfrm>
            <a:off x="7391748" y="5263400"/>
            <a:ext cx="74607" cy="134912"/>
          </a:xfrm>
          <a:prstGeom prst="rect">
            <a:avLst/>
          </a:prstGeom>
          <a:blipFill>
            <a:blip r:embed="rId5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6" name="object 746"/>
          <p:cNvSpPr/>
          <p:nvPr/>
        </p:nvSpPr>
        <p:spPr>
          <a:xfrm>
            <a:off x="7391748" y="5196255"/>
            <a:ext cx="74607" cy="134912"/>
          </a:xfrm>
          <a:prstGeom prst="rect">
            <a:avLst/>
          </a:prstGeom>
          <a:blipFill>
            <a:blip r:embed="rId5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7" name="object 747"/>
          <p:cNvSpPr/>
          <p:nvPr/>
        </p:nvSpPr>
        <p:spPr>
          <a:xfrm>
            <a:off x="7391748" y="5129110"/>
            <a:ext cx="74607" cy="134288"/>
          </a:xfrm>
          <a:prstGeom prst="rect">
            <a:avLst/>
          </a:prstGeom>
          <a:blipFill>
            <a:blip r:embed="rId5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8" name="object 748"/>
          <p:cNvSpPr/>
          <p:nvPr/>
        </p:nvSpPr>
        <p:spPr>
          <a:xfrm>
            <a:off x="7391748" y="5061343"/>
            <a:ext cx="74607" cy="134909"/>
          </a:xfrm>
          <a:prstGeom prst="rect">
            <a:avLst/>
          </a:prstGeom>
          <a:blipFill>
            <a:blip r:embed="rId5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9" name="object 749"/>
          <p:cNvSpPr/>
          <p:nvPr/>
        </p:nvSpPr>
        <p:spPr>
          <a:xfrm>
            <a:off x="7391748" y="4994191"/>
            <a:ext cx="74607" cy="134914"/>
          </a:xfrm>
          <a:prstGeom prst="rect">
            <a:avLst/>
          </a:prstGeom>
          <a:blipFill>
            <a:blip r:embed="rId5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0" name="object 750"/>
          <p:cNvSpPr/>
          <p:nvPr/>
        </p:nvSpPr>
        <p:spPr>
          <a:xfrm>
            <a:off x="7391748" y="4927044"/>
            <a:ext cx="74607" cy="134292"/>
          </a:xfrm>
          <a:prstGeom prst="rect">
            <a:avLst/>
          </a:prstGeom>
          <a:blipFill>
            <a:blip r:embed="rId5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1" name="object 751"/>
          <p:cNvSpPr/>
          <p:nvPr/>
        </p:nvSpPr>
        <p:spPr>
          <a:xfrm>
            <a:off x="7391748" y="4859897"/>
            <a:ext cx="74607" cy="134288"/>
          </a:xfrm>
          <a:prstGeom prst="rect">
            <a:avLst/>
          </a:prstGeom>
          <a:blipFill>
            <a:blip r:embed="rId5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2" name="object 752"/>
          <p:cNvSpPr/>
          <p:nvPr/>
        </p:nvSpPr>
        <p:spPr>
          <a:xfrm>
            <a:off x="7391748" y="4792129"/>
            <a:ext cx="74607" cy="134912"/>
          </a:xfrm>
          <a:prstGeom prst="rect">
            <a:avLst/>
          </a:prstGeom>
          <a:blipFill>
            <a:blip r:embed="rId5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3" name="object 753"/>
          <p:cNvSpPr/>
          <p:nvPr/>
        </p:nvSpPr>
        <p:spPr>
          <a:xfrm>
            <a:off x="7391748" y="4724984"/>
            <a:ext cx="74607" cy="134912"/>
          </a:xfrm>
          <a:prstGeom prst="rect">
            <a:avLst/>
          </a:prstGeom>
          <a:blipFill>
            <a:blip r:embed="rId6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4" name="object 754"/>
          <p:cNvSpPr/>
          <p:nvPr/>
        </p:nvSpPr>
        <p:spPr>
          <a:xfrm>
            <a:off x="7391748" y="4657839"/>
            <a:ext cx="74607" cy="134289"/>
          </a:xfrm>
          <a:prstGeom prst="rect">
            <a:avLst/>
          </a:prstGeom>
          <a:blipFill>
            <a:blip r:embed="rId6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5" name="object 755"/>
          <p:cNvSpPr/>
          <p:nvPr/>
        </p:nvSpPr>
        <p:spPr>
          <a:xfrm>
            <a:off x="7391748" y="4590072"/>
            <a:ext cx="74607" cy="134910"/>
          </a:xfrm>
          <a:prstGeom prst="rect">
            <a:avLst/>
          </a:prstGeom>
          <a:blipFill>
            <a:blip r:embed="rId6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6" name="object 756"/>
          <p:cNvSpPr/>
          <p:nvPr/>
        </p:nvSpPr>
        <p:spPr>
          <a:xfrm>
            <a:off x="7391748" y="4522920"/>
            <a:ext cx="74607" cy="134914"/>
          </a:xfrm>
          <a:prstGeom prst="rect">
            <a:avLst/>
          </a:prstGeom>
          <a:blipFill>
            <a:blip r:embed="rId6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7" name="object 757"/>
          <p:cNvSpPr/>
          <p:nvPr/>
        </p:nvSpPr>
        <p:spPr>
          <a:xfrm>
            <a:off x="7391748" y="4455774"/>
            <a:ext cx="74607" cy="134292"/>
          </a:xfrm>
          <a:prstGeom prst="rect">
            <a:avLst/>
          </a:prstGeom>
          <a:blipFill>
            <a:blip r:embed="rId6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8" name="object 758"/>
          <p:cNvSpPr/>
          <p:nvPr/>
        </p:nvSpPr>
        <p:spPr>
          <a:xfrm>
            <a:off x="7391748" y="4388006"/>
            <a:ext cx="74607" cy="134908"/>
          </a:xfrm>
          <a:prstGeom prst="rect">
            <a:avLst/>
          </a:prstGeom>
          <a:blipFill>
            <a:blip r:embed="rId6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9" name="object 759"/>
          <p:cNvSpPr/>
          <p:nvPr/>
        </p:nvSpPr>
        <p:spPr>
          <a:xfrm>
            <a:off x="7391748" y="4320858"/>
            <a:ext cx="74607" cy="134910"/>
          </a:xfrm>
          <a:prstGeom prst="rect">
            <a:avLst/>
          </a:prstGeom>
          <a:blipFill>
            <a:blip r:embed="rId6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0" name="object 760"/>
          <p:cNvSpPr/>
          <p:nvPr/>
        </p:nvSpPr>
        <p:spPr>
          <a:xfrm>
            <a:off x="7391748" y="4253712"/>
            <a:ext cx="74607" cy="134289"/>
          </a:xfrm>
          <a:prstGeom prst="rect">
            <a:avLst/>
          </a:prstGeom>
          <a:blipFill>
            <a:blip r:embed="rId6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1" name="object 761"/>
          <p:cNvSpPr/>
          <p:nvPr/>
        </p:nvSpPr>
        <p:spPr>
          <a:xfrm>
            <a:off x="7391748" y="4185945"/>
            <a:ext cx="74607" cy="134912"/>
          </a:xfrm>
          <a:prstGeom prst="rect">
            <a:avLst/>
          </a:prstGeom>
          <a:blipFill>
            <a:blip r:embed="rId6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2" name="object 762"/>
          <p:cNvSpPr/>
          <p:nvPr/>
        </p:nvSpPr>
        <p:spPr>
          <a:xfrm>
            <a:off x="7391748" y="4118800"/>
            <a:ext cx="74607" cy="134912"/>
          </a:xfrm>
          <a:prstGeom prst="rect">
            <a:avLst/>
          </a:prstGeom>
          <a:blipFill>
            <a:blip r:embed="rId6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3" name="object 763"/>
          <p:cNvSpPr/>
          <p:nvPr/>
        </p:nvSpPr>
        <p:spPr>
          <a:xfrm>
            <a:off x="7391748" y="4051655"/>
            <a:ext cx="74607" cy="134287"/>
          </a:xfrm>
          <a:prstGeom prst="rect">
            <a:avLst/>
          </a:prstGeom>
          <a:blipFill>
            <a:blip r:embed="rId6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4" name="object 764"/>
          <p:cNvSpPr/>
          <p:nvPr/>
        </p:nvSpPr>
        <p:spPr>
          <a:xfrm>
            <a:off x="7391748" y="3984502"/>
            <a:ext cx="74607" cy="134293"/>
          </a:xfrm>
          <a:prstGeom prst="rect">
            <a:avLst/>
          </a:prstGeom>
          <a:blipFill>
            <a:blip r:embed="rId6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5" name="object 765"/>
          <p:cNvSpPr/>
          <p:nvPr/>
        </p:nvSpPr>
        <p:spPr>
          <a:xfrm>
            <a:off x="7391748" y="3916734"/>
            <a:ext cx="74607" cy="134914"/>
          </a:xfrm>
          <a:prstGeom prst="rect">
            <a:avLst/>
          </a:prstGeom>
          <a:blipFill>
            <a:blip r:embed="rId6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6" name="object 766"/>
          <p:cNvSpPr/>
          <p:nvPr/>
        </p:nvSpPr>
        <p:spPr>
          <a:xfrm>
            <a:off x="7391748" y="3849588"/>
            <a:ext cx="74607" cy="134909"/>
          </a:xfrm>
          <a:prstGeom prst="rect">
            <a:avLst/>
          </a:prstGeom>
          <a:blipFill>
            <a:blip r:embed="rId6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7" name="object 767"/>
          <p:cNvSpPr/>
          <p:nvPr/>
        </p:nvSpPr>
        <p:spPr>
          <a:xfrm>
            <a:off x="7391748" y="3782440"/>
            <a:ext cx="74607" cy="134289"/>
          </a:xfrm>
          <a:prstGeom prst="rect">
            <a:avLst/>
          </a:prstGeom>
          <a:blipFill>
            <a:blip r:embed="rId6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8" name="object 768"/>
          <p:cNvSpPr/>
          <p:nvPr/>
        </p:nvSpPr>
        <p:spPr>
          <a:xfrm>
            <a:off x="7391748" y="3714673"/>
            <a:ext cx="74607" cy="134912"/>
          </a:xfrm>
          <a:prstGeom prst="rect">
            <a:avLst/>
          </a:prstGeom>
          <a:blipFill>
            <a:blip r:embed="rId6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9" name="object 769"/>
          <p:cNvSpPr/>
          <p:nvPr/>
        </p:nvSpPr>
        <p:spPr>
          <a:xfrm>
            <a:off x="7391748" y="3647528"/>
            <a:ext cx="74607" cy="134912"/>
          </a:xfrm>
          <a:prstGeom prst="rect">
            <a:avLst/>
          </a:prstGeom>
          <a:blipFill>
            <a:blip r:embed="rId6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0" name="object 770"/>
          <p:cNvSpPr/>
          <p:nvPr/>
        </p:nvSpPr>
        <p:spPr>
          <a:xfrm>
            <a:off x="7391748" y="3647528"/>
            <a:ext cx="74607" cy="67143"/>
          </a:xfrm>
          <a:prstGeom prst="rect">
            <a:avLst/>
          </a:prstGeom>
          <a:blipFill>
            <a:blip r:embed="rId6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1" name="object 771"/>
          <p:cNvSpPr/>
          <p:nvPr/>
        </p:nvSpPr>
        <p:spPr>
          <a:xfrm>
            <a:off x="7466355" y="6138798"/>
            <a:ext cx="73990" cy="134909"/>
          </a:xfrm>
          <a:prstGeom prst="rect">
            <a:avLst/>
          </a:prstGeom>
          <a:blipFill>
            <a:blip r:embed="rId6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2" name="object 772"/>
          <p:cNvSpPr/>
          <p:nvPr/>
        </p:nvSpPr>
        <p:spPr>
          <a:xfrm>
            <a:off x="7466355" y="6071647"/>
            <a:ext cx="73990" cy="134915"/>
          </a:xfrm>
          <a:prstGeom prst="rect">
            <a:avLst/>
          </a:prstGeom>
          <a:blipFill>
            <a:blip r:embed="rId6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3" name="object 773"/>
          <p:cNvSpPr/>
          <p:nvPr/>
        </p:nvSpPr>
        <p:spPr>
          <a:xfrm>
            <a:off x="7466355" y="6004500"/>
            <a:ext cx="73990" cy="134293"/>
          </a:xfrm>
          <a:prstGeom prst="rect">
            <a:avLst/>
          </a:prstGeom>
          <a:blipFill>
            <a:blip r:embed="rId6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4" name="object 774"/>
          <p:cNvSpPr/>
          <p:nvPr/>
        </p:nvSpPr>
        <p:spPr>
          <a:xfrm>
            <a:off x="7466355" y="5936732"/>
            <a:ext cx="73990" cy="134908"/>
          </a:xfrm>
          <a:prstGeom prst="rect">
            <a:avLst/>
          </a:prstGeom>
          <a:blipFill>
            <a:blip r:embed="rId6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5" name="object 775"/>
          <p:cNvSpPr/>
          <p:nvPr/>
        </p:nvSpPr>
        <p:spPr>
          <a:xfrm>
            <a:off x="7466355" y="5869585"/>
            <a:ext cx="73990" cy="134910"/>
          </a:xfrm>
          <a:prstGeom prst="rect">
            <a:avLst/>
          </a:prstGeom>
          <a:blipFill>
            <a:blip r:embed="rId6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6" name="object 776"/>
          <p:cNvSpPr/>
          <p:nvPr/>
        </p:nvSpPr>
        <p:spPr>
          <a:xfrm>
            <a:off x="7466355" y="5802439"/>
            <a:ext cx="73990" cy="134289"/>
          </a:xfrm>
          <a:prstGeom prst="rect">
            <a:avLst/>
          </a:prstGeom>
          <a:blipFill>
            <a:blip r:embed="rId6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7" name="object 777"/>
          <p:cNvSpPr/>
          <p:nvPr/>
        </p:nvSpPr>
        <p:spPr>
          <a:xfrm>
            <a:off x="7466355" y="5735294"/>
            <a:ext cx="73990" cy="134289"/>
          </a:xfrm>
          <a:prstGeom prst="rect">
            <a:avLst/>
          </a:prstGeom>
          <a:blipFill>
            <a:blip r:embed="rId6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8" name="object 778"/>
          <p:cNvSpPr/>
          <p:nvPr/>
        </p:nvSpPr>
        <p:spPr>
          <a:xfrm>
            <a:off x="7466355" y="5667527"/>
            <a:ext cx="73990" cy="134910"/>
          </a:xfrm>
          <a:prstGeom prst="rect">
            <a:avLst/>
          </a:prstGeom>
          <a:blipFill>
            <a:blip r:embed="rId6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9" name="object 779"/>
          <p:cNvSpPr/>
          <p:nvPr/>
        </p:nvSpPr>
        <p:spPr>
          <a:xfrm>
            <a:off x="7466355" y="5600382"/>
            <a:ext cx="73990" cy="134909"/>
          </a:xfrm>
          <a:prstGeom prst="rect">
            <a:avLst/>
          </a:prstGeom>
          <a:blipFill>
            <a:blip r:embed="rId6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0" name="object 780"/>
          <p:cNvSpPr/>
          <p:nvPr/>
        </p:nvSpPr>
        <p:spPr>
          <a:xfrm>
            <a:off x="7466355" y="5533230"/>
            <a:ext cx="73990" cy="134293"/>
          </a:xfrm>
          <a:prstGeom prst="rect">
            <a:avLst/>
          </a:prstGeom>
          <a:blipFill>
            <a:blip r:embed="rId6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1" name="object 781"/>
          <p:cNvSpPr/>
          <p:nvPr/>
        </p:nvSpPr>
        <p:spPr>
          <a:xfrm>
            <a:off x="7466355" y="5465461"/>
            <a:ext cx="73990" cy="134914"/>
          </a:xfrm>
          <a:prstGeom prst="rect">
            <a:avLst/>
          </a:prstGeom>
          <a:blipFill>
            <a:blip r:embed="rId6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2" name="object 782"/>
          <p:cNvSpPr/>
          <p:nvPr/>
        </p:nvSpPr>
        <p:spPr>
          <a:xfrm>
            <a:off x="7466355" y="5398315"/>
            <a:ext cx="73990" cy="134909"/>
          </a:xfrm>
          <a:prstGeom prst="rect">
            <a:avLst/>
          </a:prstGeom>
          <a:blipFill>
            <a:blip r:embed="rId6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3" name="object 783"/>
          <p:cNvSpPr/>
          <p:nvPr/>
        </p:nvSpPr>
        <p:spPr>
          <a:xfrm>
            <a:off x="7466355" y="5331168"/>
            <a:ext cx="73990" cy="134289"/>
          </a:xfrm>
          <a:prstGeom prst="rect">
            <a:avLst/>
          </a:prstGeom>
          <a:blipFill>
            <a:blip r:embed="rId6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4" name="object 784"/>
          <p:cNvSpPr/>
          <p:nvPr/>
        </p:nvSpPr>
        <p:spPr>
          <a:xfrm>
            <a:off x="7466355" y="5263400"/>
            <a:ext cx="73990" cy="134912"/>
          </a:xfrm>
          <a:prstGeom prst="rect">
            <a:avLst/>
          </a:prstGeom>
          <a:blipFill>
            <a:blip r:embed="rId6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5" name="object 785"/>
          <p:cNvSpPr/>
          <p:nvPr/>
        </p:nvSpPr>
        <p:spPr>
          <a:xfrm>
            <a:off x="7466355" y="5196255"/>
            <a:ext cx="73990" cy="134912"/>
          </a:xfrm>
          <a:prstGeom prst="rect">
            <a:avLst/>
          </a:prstGeom>
          <a:blipFill>
            <a:blip r:embed="rId6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6" name="object 786"/>
          <p:cNvSpPr/>
          <p:nvPr/>
        </p:nvSpPr>
        <p:spPr>
          <a:xfrm>
            <a:off x="7466355" y="5129110"/>
            <a:ext cx="73990" cy="134288"/>
          </a:xfrm>
          <a:prstGeom prst="rect">
            <a:avLst/>
          </a:prstGeom>
          <a:blipFill>
            <a:blip r:embed="rId6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7" name="object 787"/>
          <p:cNvSpPr/>
          <p:nvPr/>
        </p:nvSpPr>
        <p:spPr>
          <a:xfrm>
            <a:off x="7466355" y="5061343"/>
            <a:ext cx="73990" cy="134909"/>
          </a:xfrm>
          <a:prstGeom prst="rect">
            <a:avLst/>
          </a:prstGeom>
          <a:blipFill>
            <a:blip r:embed="rId6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8" name="object 788"/>
          <p:cNvSpPr/>
          <p:nvPr/>
        </p:nvSpPr>
        <p:spPr>
          <a:xfrm>
            <a:off x="7466355" y="4994191"/>
            <a:ext cx="73990" cy="134914"/>
          </a:xfrm>
          <a:prstGeom prst="rect">
            <a:avLst/>
          </a:prstGeom>
          <a:blipFill>
            <a:blip r:embed="rId6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9" name="object 789"/>
          <p:cNvSpPr/>
          <p:nvPr/>
        </p:nvSpPr>
        <p:spPr>
          <a:xfrm>
            <a:off x="7466355" y="4927044"/>
            <a:ext cx="73990" cy="134292"/>
          </a:xfrm>
          <a:prstGeom prst="rect">
            <a:avLst/>
          </a:prstGeom>
          <a:blipFill>
            <a:blip r:embed="rId6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0" name="object 790"/>
          <p:cNvSpPr/>
          <p:nvPr/>
        </p:nvSpPr>
        <p:spPr>
          <a:xfrm>
            <a:off x="7466355" y="4859897"/>
            <a:ext cx="73990" cy="134288"/>
          </a:xfrm>
          <a:prstGeom prst="rect">
            <a:avLst/>
          </a:prstGeom>
          <a:blipFill>
            <a:blip r:embed="rId6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1" name="object 791"/>
          <p:cNvSpPr/>
          <p:nvPr/>
        </p:nvSpPr>
        <p:spPr>
          <a:xfrm>
            <a:off x="7466355" y="4792129"/>
            <a:ext cx="73990" cy="134912"/>
          </a:xfrm>
          <a:prstGeom prst="rect">
            <a:avLst/>
          </a:prstGeom>
          <a:blipFill>
            <a:blip r:embed="rId6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2" name="object 792"/>
          <p:cNvSpPr/>
          <p:nvPr/>
        </p:nvSpPr>
        <p:spPr>
          <a:xfrm>
            <a:off x="7466355" y="4724984"/>
            <a:ext cx="73990" cy="134912"/>
          </a:xfrm>
          <a:prstGeom prst="rect">
            <a:avLst/>
          </a:prstGeom>
          <a:blipFill>
            <a:blip r:embed="rId6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3" name="object 793"/>
          <p:cNvSpPr/>
          <p:nvPr/>
        </p:nvSpPr>
        <p:spPr>
          <a:xfrm>
            <a:off x="7466355" y="4657839"/>
            <a:ext cx="73990" cy="134289"/>
          </a:xfrm>
          <a:prstGeom prst="rect">
            <a:avLst/>
          </a:prstGeom>
          <a:blipFill>
            <a:blip r:embed="rId6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4" name="object 794"/>
          <p:cNvSpPr/>
          <p:nvPr/>
        </p:nvSpPr>
        <p:spPr>
          <a:xfrm>
            <a:off x="7466355" y="4590072"/>
            <a:ext cx="73990" cy="134910"/>
          </a:xfrm>
          <a:prstGeom prst="rect">
            <a:avLst/>
          </a:prstGeom>
          <a:blipFill>
            <a:blip r:embed="rId6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5" name="object 795"/>
          <p:cNvSpPr/>
          <p:nvPr/>
        </p:nvSpPr>
        <p:spPr>
          <a:xfrm>
            <a:off x="7466355" y="4522920"/>
            <a:ext cx="73990" cy="134914"/>
          </a:xfrm>
          <a:prstGeom prst="rect">
            <a:avLst/>
          </a:prstGeom>
          <a:blipFill>
            <a:blip r:embed="rId6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6" name="object 796"/>
          <p:cNvSpPr/>
          <p:nvPr/>
        </p:nvSpPr>
        <p:spPr>
          <a:xfrm>
            <a:off x="7466355" y="4455774"/>
            <a:ext cx="73990" cy="134292"/>
          </a:xfrm>
          <a:prstGeom prst="rect">
            <a:avLst/>
          </a:prstGeom>
          <a:blipFill>
            <a:blip r:embed="rId6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7" name="object 797"/>
          <p:cNvSpPr/>
          <p:nvPr/>
        </p:nvSpPr>
        <p:spPr>
          <a:xfrm>
            <a:off x="7466355" y="4388006"/>
            <a:ext cx="73990" cy="134908"/>
          </a:xfrm>
          <a:prstGeom prst="rect">
            <a:avLst/>
          </a:prstGeom>
          <a:blipFill>
            <a:blip r:embed="rId6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8" name="object 798"/>
          <p:cNvSpPr/>
          <p:nvPr/>
        </p:nvSpPr>
        <p:spPr>
          <a:xfrm>
            <a:off x="7466355" y="4320858"/>
            <a:ext cx="73990" cy="134910"/>
          </a:xfrm>
          <a:prstGeom prst="rect">
            <a:avLst/>
          </a:prstGeom>
          <a:blipFill>
            <a:blip r:embed="rId6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9" name="object 799"/>
          <p:cNvSpPr/>
          <p:nvPr/>
        </p:nvSpPr>
        <p:spPr>
          <a:xfrm>
            <a:off x="7466355" y="4320857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0" name="object 800"/>
          <p:cNvSpPr/>
          <p:nvPr/>
        </p:nvSpPr>
        <p:spPr>
          <a:xfrm>
            <a:off x="7466355" y="4185945"/>
            <a:ext cx="73990" cy="134912"/>
          </a:xfrm>
          <a:prstGeom prst="rect">
            <a:avLst/>
          </a:prstGeom>
          <a:blipFill>
            <a:blip r:embed="rId6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1" name="object 801"/>
          <p:cNvSpPr/>
          <p:nvPr/>
        </p:nvSpPr>
        <p:spPr>
          <a:xfrm>
            <a:off x="7466355" y="4118800"/>
            <a:ext cx="73990" cy="134912"/>
          </a:xfrm>
          <a:prstGeom prst="rect">
            <a:avLst/>
          </a:prstGeom>
          <a:blipFill>
            <a:blip r:embed="rId6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2" name="object 802"/>
          <p:cNvSpPr/>
          <p:nvPr/>
        </p:nvSpPr>
        <p:spPr>
          <a:xfrm>
            <a:off x="7466355" y="4051655"/>
            <a:ext cx="73990" cy="134287"/>
          </a:xfrm>
          <a:prstGeom prst="rect">
            <a:avLst/>
          </a:prstGeom>
          <a:blipFill>
            <a:blip r:embed="rId6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3" name="object 803"/>
          <p:cNvSpPr/>
          <p:nvPr/>
        </p:nvSpPr>
        <p:spPr>
          <a:xfrm>
            <a:off x="7466355" y="3984502"/>
            <a:ext cx="73990" cy="134293"/>
          </a:xfrm>
          <a:prstGeom prst="rect">
            <a:avLst/>
          </a:prstGeom>
          <a:blipFill>
            <a:blip r:embed="rId6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4" name="object 804"/>
          <p:cNvSpPr/>
          <p:nvPr/>
        </p:nvSpPr>
        <p:spPr>
          <a:xfrm>
            <a:off x="7466355" y="3916734"/>
            <a:ext cx="73990" cy="134914"/>
          </a:xfrm>
          <a:prstGeom prst="rect">
            <a:avLst/>
          </a:prstGeom>
          <a:blipFill>
            <a:blip r:embed="rId6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5" name="object 805"/>
          <p:cNvSpPr/>
          <p:nvPr/>
        </p:nvSpPr>
        <p:spPr>
          <a:xfrm>
            <a:off x="7466355" y="3849588"/>
            <a:ext cx="73990" cy="134909"/>
          </a:xfrm>
          <a:prstGeom prst="rect">
            <a:avLst/>
          </a:prstGeom>
          <a:blipFill>
            <a:blip r:embed="rId6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6" name="object 806"/>
          <p:cNvSpPr/>
          <p:nvPr/>
        </p:nvSpPr>
        <p:spPr>
          <a:xfrm>
            <a:off x="7466355" y="3782440"/>
            <a:ext cx="73990" cy="134289"/>
          </a:xfrm>
          <a:prstGeom prst="rect">
            <a:avLst/>
          </a:prstGeom>
          <a:blipFill>
            <a:blip r:embed="rId6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7" name="object 807"/>
          <p:cNvSpPr/>
          <p:nvPr/>
        </p:nvSpPr>
        <p:spPr>
          <a:xfrm>
            <a:off x="7466355" y="3714673"/>
            <a:ext cx="73990" cy="134912"/>
          </a:xfrm>
          <a:prstGeom prst="rect">
            <a:avLst/>
          </a:prstGeom>
          <a:blipFill>
            <a:blip r:embed="rId6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8" name="object 808"/>
          <p:cNvSpPr/>
          <p:nvPr/>
        </p:nvSpPr>
        <p:spPr>
          <a:xfrm>
            <a:off x="7466355" y="3647528"/>
            <a:ext cx="73990" cy="134912"/>
          </a:xfrm>
          <a:prstGeom prst="rect">
            <a:avLst/>
          </a:prstGeom>
          <a:blipFill>
            <a:blip r:embed="rId6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9" name="object 809"/>
          <p:cNvSpPr/>
          <p:nvPr/>
        </p:nvSpPr>
        <p:spPr>
          <a:xfrm>
            <a:off x="7466355" y="3647528"/>
            <a:ext cx="73985" cy="67143"/>
          </a:xfrm>
          <a:prstGeom prst="rect">
            <a:avLst/>
          </a:prstGeom>
          <a:blipFill>
            <a:blip r:embed="rId6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0" name="object 810"/>
          <p:cNvSpPr/>
          <p:nvPr/>
        </p:nvSpPr>
        <p:spPr>
          <a:xfrm>
            <a:off x="7540345" y="6138798"/>
            <a:ext cx="73977" cy="134909"/>
          </a:xfrm>
          <a:prstGeom prst="rect">
            <a:avLst/>
          </a:prstGeom>
          <a:blipFill>
            <a:blip r:embed="rId6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1" name="object 811"/>
          <p:cNvSpPr/>
          <p:nvPr/>
        </p:nvSpPr>
        <p:spPr>
          <a:xfrm>
            <a:off x="7540345" y="6071647"/>
            <a:ext cx="73977" cy="134915"/>
          </a:xfrm>
          <a:prstGeom prst="rect">
            <a:avLst/>
          </a:prstGeom>
          <a:blipFill>
            <a:blip r:embed="rId6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2" name="object 812"/>
          <p:cNvSpPr/>
          <p:nvPr/>
        </p:nvSpPr>
        <p:spPr>
          <a:xfrm>
            <a:off x="7540345" y="6004500"/>
            <a:ext cx="73977" cy="134293"/>
          </a:xfrm>
          <a:prstGeom prst="rect">
            <a:avLst/>
          </a:prstGeom>
          <a:blipFill>
            <a:blip r:embed="rId6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3" name="object 813"/>
          <p:cNvSpPr/>
          <p:nvPr/>
        </p:nvSpPr>
        <p:spPr>
          <a:xfrm>
            <a:off x="7540345" y="5936732"/>
            <a:ext cx="73977" cy="134908"/>
          </a:xfrm>
          <a:prstGeom prst="rect">
            <a:avLst/>
          </a:prstGeom>
          <a:blipFill>
            <a:blip r:embed="rId6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4" name="object 814"/>
          <p:cNvSpPr/>
          <p:nvPr/>
        </p:nvSpPr>
        <p:spPr>
          <a:xfrm>
            <a:off x="7540345" y="5869585"/>
            <a:ext cx="73977" cy="134910"/>
          </a:xfrm>
          <a:prstGeom prst="rect">
            <a:avLst/>
          </a:prstGeom>
          <a:blipFill>
            <a:blip r:embed="rId6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5" name="object 815"/>
          <p:cNvSpPr/>
          <p:nvPr/>
        </p:nvSpPr>
        <p:spPr>
          <a:xfrm>
            <a:off x="7540345" y="5802439"/>
            <a:ext cx="73977" cy="134289"/>
          </a:xfrm>
          <a:prstGeom prst="rect">
            <a:avLst/>
          </a:prstGeom>
          <a:blipFill>
            <a:blip r:embed="rId6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6" name="object 816"/>
          <p:cNvSpPr/>
          <p:nvPr/>
        </p:nvSpPr>
        <p:spPr>
          <a:xfrm>
            <a:off x="7540345" y="5735294"/>
            <a:ext cx="73977" cy="134289"/>
          </a:xfrm>
          <a:prstGeom prst="rect">
            <a:avLst/>
          </a:prstGeom>
          <a:blipFill>
            <a:blip r:embed="rId2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7" name="object 817"/>
          <p:cNvSpPr/>
          <p:nvPr/>
        </p:nvSpPr>
        <p:spPr>
          <a:xfrm>
            <a:off x="7540345" y="5667527"/>
            <a:ext cx="73977" cy="134910"/>
          </a:xfrm>
          <a:prstGeom prst="rect">
            <a:avLst/>
          </a:prstGeom>
          <a:blipFill>
            <a:blip r:embed="rId2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8" name="object 818"/>
          <p:cNvSpPr/>
          <p:nvPr/>
        </p:nvSpPr>
        <p:spPr>
          <a:xfrm>
            <a:off x="7540345" y="5600382"/>
            <a:ext cx="73977" cy="134909"/>
          </a:xfrm>
          <a:prstGeom prst="rect">
            <a:avLst/>
          </a:prstGeom>
          <a:blipFill>
            <a:blip r:embed="rId6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9" name="object 819"/>
          <p:cNvSpPr/>
          <p:nvPr/>
        </p:nvSpPr>
        <p:spPr>
          <a:xfrm>
            <a:off x="7540345" y="5533230"/>
            <a:ext cx="73977" cy="134293"/>
          </a:xfrm>
          <a:prstGeom prst="rect">
            <a:avLst/>
          </a:prstGeom>
          <a:blipFill>
            <a:blip r:embed="rId6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0" name="object 820"/>
          <p:cNvSpPr/>
          <p:nvPr/>
        </p:nvSpPr>
        <p:spPr>
          <a:xfrm>
            <a:off x="7540345" y="5465461"/>
            <a:ext cx="73977" cy="134914"/>
          </a:xfrm>
          <a:prstGeom prst="rect">
            <a:avLst/>
          </a:prstGeom>
          <a:blipFill>
            <a:blip r:embed="rId6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1" name="object 821"/>
          <p:cNvSpPr/>
          <p:nvPr/>
        </p:nvSpPr>
        <p:spPr>
          <a:xfrm>
            <a:off x="7540345" y="5398315"/>
            <a:ext cx="73977" cy="134909"/>
          </a:xfrm>
          <a:prstGeom prst="rect">
            <a:avLst/>
          </a:prstGeom>
          <a:blipFill>
            <a:blip r:embed="rId6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2" name="object 822"/>
          <p:cNvSpPr/>
          <p:nvPr/>
        </p:nvSpPr>
        <p:spPr>
          <a:xfrm>
            <a:off x="7540345" y="5331168"/>
            <a:ext cx="73977" cy="134289"/>
          </a:xfrm>
          <a:prstGeom prst="rect">
            <a:avLst/>
          </a:prstGeom>
          <a:blipFill>
            <a:blip r:embed="rId6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3" name="object 823"/>
          <p:cNvSpPr/>
          <p:nvPr/>
        </p:nvSpPr>
        <p:spPr>
          <a:xfrm>
            <a:off x="7540345" y="5263400"/>
            <a:ext cx="73977" cy="134912"/>
          </a:xfrm>
          <a:prstGeom prst="rect">
            <a:avLst/>
          </a:prstGeom>
          <a:blipFill>
            <a:blip r:embed="rId5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4" name="object 824"/>
          <p:cNvSpPr/>
          <p:nvPr/>
        </p:nvSpPr>
        <p:spPr>
          <a:xfrm>
            <a:off x="7540345" y="5196255"/>
            <a:ext cx="73977" cy="134912"/>
          </a:xfrm>
          <a:prstGeom prst="rect">
            <a:avLst/>
          </a:prstGeom>
          <a:blipFill>
            <a:blip r:embed="rId6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5" name="object 825"/>
          <p:cNvSpPr/>
          <p:nvPr/>
        </p:nvSpPr>
        <p:spPr>
          <a:xfrm>
            <a:off x="7540345" y="5129110"/>
            <a:ext cx="73977" cy="134288"/>
          </a:xfrm>
          <a:prstGeom prst="rect">
            <a:avLst/>
          </a:prstGeom>
          <a:blipFill>
            <a:blip r:embed="rId6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6" name="object 826"/>
          <p:cNvSpPr/>
          <p:nvPr/>
        </p:nvSpPr>
        <p:spPr>
          <a:xfrm>
            <a:off x="7540345" y="5061343"/>
            <a:ext cx="73977" cy="134909"/>
          </a:xfrm>
          <a:prstGeom prst="rect">
            <a:avLst/>
          </a:prstGeom>
          <a:blipFill>
            <a:blip r:embed="rId4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7" name="object 827"/>
          <p:cNvSpPr/>
          <p:nvPr/>
        </p:nvSpPr>
        <p:spPr>
          <a:xfrm>
            <a:off x="7540345" y="4994191"/>
            <a:ext cx="73977" cy="134914"/>
          </a:xfrm>
          <a:prstGeom prst="rect">
            <a:avLst/>
          </a:prstGeom>
          <a:blipFill>
            <a:blip r:embed="rId6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8" name="object 828"/>
          <p:cNvSpPr/>
          <p:nvPr/>
        </p:nvSpPr>
        <p:spPr>
          <a:xfrm>
            <a:off x="7540345" y="4927044"/>
            <a:ext cx="73977" cy="134292"/>
          </a:xfrm>
          <a:prstGeom prst="rect">
            <a:avLst/>
          </a:prstGeom>
          <a:blipFill>
            <a:blip r:embed="rId6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9" name="object 829"/>
          <p:cNvSpPr/>
          <p:nvPr/>
        </p:nvSpPr>
        <p:spPr>
          <a:xfrm>
            <a:off x="7540345" y="4859897"/>
            <a:ext cx="73977" cy="134288"/>
          </a:xfrm>
          <a:prstGeom prst="rect">
            <a:avLst/>
          </a:prstGeom>
          <a:blipFill>
            <a:blip r:embed="rId5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0" name="object 830"/>
          <p:cNvSpPr/>
          <p:nvPr/>
        </p:nvSpPr>
        <p:spPr>
          <a:xfrm>
            <a:off x="7540345" y="4792129"/>
            <a:ext cx="73977" cy="134912"/>
          </a:xfrm>
          <a:prstGeom prst="rect">
            <a:avLst/>
          </a:prstGeom>
          <a:blipFill>
            <a:blip r:embed="rId5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1" name="object 831"/>
          <p:cNvSpPr/>
          <p:nvPr/>
        </p:nvSpPr>
        <p:spPr>
          <a:xfrm>
            <a:off x="7540345" y="4724984"/>
            <a:ext cx="73977" cy="134912"/>
          </a:xfrm>
          <a:prstGeom prst="rect">
            <a:avLst/>
          </a:prstGeom>
          <a:blipFill>
            <a:blip r:embed="rId6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2" name="object 832"/>
          <p:cNvSpPr/>
          <p:nvPr/>
        </p:nvSpPr>
        <p:spPr>
          <a:xfrm>
            <a:off x="7540345" y="4657839"/>
            <a:ext cx="73977" cy="134289"/>
          </a:xfrm>
          <a:prstGeom prst="rect">
            <a:avLst/>
          </a:prstGeom>
          <a:blipFill>
            <a:blip r:embed="rId6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3" name="object 833"/>
          <p:cNvSpPr/>
          <p:nvPr/>
        </p:nvSpPr>
        <p:spPr>
          <a:xfrm>
            <a:off x="7540345" y="4590072"/>
            <a:ext cx="73977" cy="134910"/>
          </a:xfrm>
          <a:prstGeom prst="rect">
            <a:avLst/>
          </a:prstGeom>
          <a:blipFill>
            <a:blip r:embed="rId6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4" name="object 834"/>
          <p:cNvSpPr/>
          <p:nvPr/>
        </p:nvSpPr>
        <p:spPr>
          <a:xfrm>
            <a:off x="7540345" y="4522920"/>
            <a:ext cx="73977" cy="134914"/>
          </a:xfrm>
          <a:prstGeom prst="rect">
            <a:avLst/>
          </a:prstGeom>
          <a:blipFill>
            <a:blip r:embed="rId6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5" name="object 835"/>
          <p:cNvSpPr/>
          <p:nvPr/>
        </p:nvSpPr>
        <p:spPr>
          <a:xfrm>
            <a:off x="7540345" y="4522914"/>
            <a:ext cx="73977" cy="67152"/>
          </a:xfrm>
          <a:prstGeom prst="rect">
            <a:avLst/>
          </a:prstGeom>
          <a:blipFill>
            <a:blip r:embed="rId6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6" name="object 836"/>
          <p:cNvSpPr/>
          <p:nvPr/>
        </p:nvSpPr>
        <p:spPr>
          <a:xfrm>
            <a:off x="7540345" y="445576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44"/>
                </a:moveTo>
                <a:lnTo>
                  <a:pt x="73977" y="0"/>
                </a:lnTo>
                <a:lnTo>
                  <a:pt x="0" y="67144"/>
                </a:lnTo>
                <a:lnTo>
                  <a:pt x="73977" y="67144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7" name="object 837"/>
          <p:cNvSpPr/>
          <p:nvPr/>
        </p:nvSpPr>
        <p:spPr>
          <a:xfrm>
            <a:off x="7540345" y="445576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8" name="object 838"/>
          <p:cNvSpPr/>
          <p:nvPr/>
        </p:nvSpPr>
        <p:spPr>
          <a:xfrm>
            <a:off x="7540345" y="438800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77" y="67767"/>
                </a:moveTo>
                <a:lnTo>
                  <a:pt x="73977" y="0"/>
                </a:lnTo>
                <a:lnTo>
                  <a:pt x="0" y="67767"/>
                </a:lnTo>
                <a:lnTo>
                  <a:pt x="73977" y="67767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9" name="object 839"/>
          <p:cNvSpPr/>
          <p:nvPr/>
        </p:nvSpPr>
        <p:spPr>
          <a:xfrm>
            <a:off x="7540345" y="438800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77" y="0"/>
                </a:moveTo>
                <a:lnTo>
                  <a:pt x="0" y="0"/>
                </a:lnTo>
                <a:lnTo>
                  <a:pt x="0" y="67767"/>
                </a:lnTo>
                <a:lnTo>
                  <a:pt x="73977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0" name="object 840"/>
          <p:cNvSpPr/>
          <p:nvPr/>
        </p:nvSpPr>
        <p:spPr>
          <a:xfrm>
            <a:off x="7540345" y="4253712"/>
            <a:ext cx="73977" cy="134289"/>
          </a:xfrm>
          <a:prstGeom prst="rect">
            <a:avLst/>
          </a:prstGeom>
          <a:blipFill>
            <a:blip r:embed="rId6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1" name="object 841"/>
          <p:cNvSpPr/>
          <p:nvPr/>
        </p:nvSpPr>
        <p:spPr>
          <a:xfrm>
            <a:off x="7540345" y="4185945"/>
            <a:ext cx="73977" cy="134912"/>
          </a:xfrm>
          <a:prstGeom prst="rect">
            <a:avLst/>
          </a:prstGeom>
          <a:blipFill>
            <a:blip r:embed="rId6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2" name="object 842"/>
          <p:cNvSpPr/>
          <p:nvPr/>
        </p:nvSpPr>
        <p:spPr>
          <a:xfrm>
            <a:off x="7540345" y="4118800"/>
            <a:ext cx="73977" cy="134912"/>
          </a:xfrm>
          <a:prstGeom prst="rect">
            <a:avLst/>
          </a:prstGeom>
          <a:blipFill>
            <a:blip r:embed="rId6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3" name="object 843"/>
          <p:cNvSpPr/>
          <p:nvPr/>
        </p:nvSpPr>
        <p:spPr>
          <a:xfrm>
            <a:off x="7540345" y="4051655"/>
            <a:ext cx="73977" cy="134287"/>
          </a:xfrm>
          <a:prstGeom prst="rect">
            <a:avLst/>
          </a:prstGeom>
          <a:blipFill>
            <a:blip r:embed="rId6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4" name="object 844"/>
          <p:cNvSpPr/>
          <p:nvPr/>
        </p:nvSpPr>
        <p:spPr>
          <a:xfrm>
            <a:off x="7540345" y="3984502"/>
            <a:ext cx="73977" cy="134293"/>
          </a:xfrm>
          <a:prstGeom prst="rect">
            <a:avLst/>
          </a:prstGeom>
          <a:blipFill>
            <a:blip r:embed="rId6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5" name="object 845"/>
          <p:cNvSpPr/>
          <p:nvPr/>
        </p:nvSpPr>
        <p:spPr>
          <a:xfrm>
            <a:off x="7540345" y="3916734"/>
            <a:ext cx="73977" cy="134914"/>
          </a:xfrm>
          <a:prstGeom prst="rect">
            <a:avLst/>
          </a:prstGeom>
          <a:blipFill>
            <a:blip r:embed="rId6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6" name="object 846"/>
          <p:cNvSpPr/>
          <p:nvPr/>
        </p:nvSpPr>
        <p:spPr>
          <a:xfrm>
            <a:off x="7540345" y="3849588"/>
            <a:ext cx="73977" cy="134909"/>
          </a:xfrm>
          <a:prstGeom prst="rect">
            <a:avLst/>
          </a:prstGeom>
          <a:blipFill>
            <a:blip r:embed="rId6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7" name="object 847"/>
          <p:cNvSpPr/>
          <p:nvPr/>
        </p:nvSpPr>
        <p:spPr>
          <a:xfrm>
            <a:off x="7540345" y="3782440"/>
            <a:ext cx="73977" cy="134289"/>
          </a:xfrm>
          <a:prstGeom prst="rect">
            <a:avLst/>
          </a:prstGeom>
          <a:blipFill>
            <a:blip r:embed="rId6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8" name="object 848"/>
          <p:cNvSpPr/>
          <p:nvPr/>
        </p:nvSpPr>
        <p:spPr>
          <a:xfrm>
            <a:off x="7540345" y="3714673"/>
            <a:ext cx="73977" cy="134912"/>
          </a:xfrm>
          <a:prstGeom prst="rect">
            <a:avLst/>
          </a:prstGeom>
          <a:blipFill>
            <a:blip r:embed="rId6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9" name="object 849"/>
          <p:cNvSpPr/>
          <p:nvPr/>
        </p:nvSpPr>
        <p:spPr>
          <a:xfrm>
            <a:off x="7540345" y="3647528"/>
            <a:ext cx="73977" cy="134912"/>
          </a:xfrm>
          <a:prstGeom prst="rect">
            <a:avLst/>
          </a:prstGeom>
          <a:blipFill>
            <a:blip r:embed="rId6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0" name="object 850"/>
          <p:cNvSpPr/>
          <p:nvPr/>
        </p:nvSpPr>
        <p:spPr>
          <a:xfrm>
            <a:off x="7540345" y="3647528"/>
            <a:ext cx="73977" cy="67143"/>
          </a:xfrm>
          <a:prstGeom prst="rect">
            <a:avLst/>
          </a:prstGeom>
          <a:blipFill>
            <a:blip r:embed="rId6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1" name="object 851"/>
          <p:cNvSpPr/>
          <p:nvPr/>
        </p:nvSpPr>
        <p:spPr>
          <a:xfrm>
            <a:off x="7614326" y="6138798"/>
            <a:ext cx="74608" cy="134909"/>
          </a:xfrm>
          <a:prstGeom prst="rect">
            <a:avLst/>
          </a:prstGeom>
          <a:blipFill>
            <a:blip r:embed="rId6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2" name="object 852"/>
          <p:cNvSpPr/>
          <p:nvPr/>
        </p:nvSpPr>
        <p:spPr>
          <a:xfrm>
            <a:off x="7614326" y="6071647"/>
            <a:ext cx="74608" cy="134915"/>
          </a:xfrm>
          <a:prstGeom prst="rect">
            <a:avLst/>
          </a:prstGeom>
          <a:blipFill>
            <a:blip r:embed="rId6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3" name="object 853"/>
          <p:cNvSpPr/>
          <p:nvPr/>
        </p:nvSpPr>
        <p:spPr>
          <a:xfrm>
            <a:off x="7614326" y="6004500"/>
            <a:ext cx="74608" cy="134293"/>
          </a:xfrm>
          <a:prstGeom prst="rect">
            <a:avLst/>
          </a:prstGeom>
          <a:blipFill>
            <a:blip r:embed="rId6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4" name="object 854"/>
          <p:cNvSpPr/>
          <p:nvPr/>
        </p:nvSpPr>
        <p:spPr>
          <a:xfrm>
            <a:off x="7614326" y="5936732"/>
            <a:ext cx="74608" cy="134908"/>
          </a:xfrm>
          <a:prstGeom prst="rect">
            <a:avLst/>
          </a:prstGeom>
          <a:blipFill>
            <a:blip r:embed="rId6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5" name="object 855"/>
          <p:cNvSpPr/>
          <p:nvPr/>
        </p:nvSpPr>
        <p:spPr>
          <a:xfrm>
            <a:off x="7614326" y="5869585"/>
            <a:ext cx="74608" cy="134910"/>
          </a:xfrm>
          <a:prstGeom prst="rect">
            <a:avLst/>
          </a:prstGeom>
          <a:blipFill>
            <a:blip r:embed="rId6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6" name="object 856"/>
          <p:cNvSpPr/>
          <p:nvPr/>
        </p:nvSpPr>
        <p:spPr>
          <a:xfrm>
            <a:off x="7614326" y="5802439"/>
            <a:ext cx="74608" cy="134289"/>
          </a:xfrm>
          <a:prstGeom prst="rect">
            <a:avLst/>
          </a:prstGeom>
          <a:blipFill>
            <a:blip r:embed="rId6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7" name="object 857"/>
          <p:cNvSpPr/>
          <p:nvPr/>
        </p:nvSpPr>
        <p:spPr>
          <a:xfrm>
            <a:off x="7614326" y="5735294"/>
            <a:ext cx="74608" cy="134289"/>
          </a:xfrm>
          <a:prstGeom prst="rect">
            <a:avLst/>
          </a:prstGeom>
          <a:blipFill>
            <a:blip r:embed="rId6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8" name="object 858"/>
          <p:cNvSpPr/>
          <p:nvPr/>
        </p:nvSpPr>
        <p:spPr>
          <a:xfrm>
            <a:off x="7614326" y="5667527"/>
            <a:ext cx="74608" cy="134910"/>
          </a:xfrm>
          <a:prstGeom prst="rect">
            <a:avLst/>
          </a:prstGeom>
          <a:blipFill>
            <a:blip r:embed="rId6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9" name="object 859"/>
          <p:cNvSpPr/>
          <p:nvPr/>
        </p:nvSpPr>
        <p:spPr>
          <a:xfrm>
            <a:off x="7614326" y="5600382"/>
            <a:ext cx="74608" cy="134909"/>
          </a:xfrm>
          <a:prstGeom prst="rect">
            <a:avLst/>
          </a:prstGeom>
          <a:blipFill>
            <a:blip r:embed="rId6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0" name="object 860"/>
          <p:cNvSpPr/>
          <p:nvPr/>
        </p:nvSpPr>
        <p:spPr>
          <a:xfrm>
            <a:off x="7614326" y="5533230"/>
            <a:ext cx="74608" cy="134293"/>
          </a:xfrm>
          <a:prstGeom prst="rect">
            <a:avLst/>
          </a:prstGeom>
          <a:blipFill>
            <a:blip r:embed="rId6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1" name="object 861"/>
          <p:cNvSpPr/>
          <p:nvPr/>
        </p:nvSpPr>
        <p:spPr>
          <a:xfrm>
            <a:off x="7614326" y="5465461"/>
            <a:ext cx="74608" cy="134914"/>
          </a:xfrm>
          <a:prstGeom prst="rect">
            <a:avLst/>
          </a:prstGeom>
          <a:blipFill>
            <a:blip r:embed="rId6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2" name="object 862"/>
          <p:cNvSpPr/>
          <p:nvPr/>
        </p:nvSpPr>
        <p:spPr>
          <a:xfrm>
            <a:off x="7614326" y="5398315"/>
            <a:ext cx="74608" cy="134909"/>
          </a:xfrm>
          <a:prstGeom prst="rect">
            <a:avLst/>
          </a:prstGeom>
          <a:blipFill>
            <a:blip r:embed="rId6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3" name="object 863"/>
          <p:cNvSpPr/>
          <p:nvPr/>
        </p:nvSpPr>
        <p:spPr>
          <a:xfrm>
            <a:off x="7614326" y="5331168"/>
            <a:ext cx="74608" cy="134289"/>
          </a:xfrm>
          <a:prstGeom prst="rect">
            <a:avLst/>
          </a:prstGeom>
          <a:blipFill>
            <a:blip r:embed="rId6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4" name="object 864"/>
          <p:cNvSpPr/>
          <p:nvPr/>
        </p:nvSpPr>
        <p:spPr>
          <a:xfrm>
            <a:off x="7614326" y="5263400"/>
            <a:ext cx="74608" cy="134912"/>
          </a:xfrm>
          <a:prstGeom prst="rect">
            <a:avLst/>
          </a:prstGeom>
          <a:blipFill>
            <a:blip r:embed="rId6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5" name="object 865"/>
          <p:cNvSpPr/>
          <p:nvPr/>
        </p:nvSpPr>
        <p:spPr>
          <a:xfrm>
            <a:off x="7614326" y="5196255"/>
            <a:ext cx="74608" cy="134912"/>
          </a:xfrm>
          <a:prstGeom prst="rect">
            <a:avLst/>
          </a:prstGeom>
          <a:blipFill>
            <a:blip r:embed="rId7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6" name="object 866"/>
          <p:cNvSpPr/>
          <p:nvPr/>
        </p:nvSpPr>
        <p:spPr>
          <a:xfrm>
            <a:off x="7614326" y="5129110"/>
            <a:ext cx="74608" cy="134288"/>
          </a:xfrm>
          <a:prstGeom prst="rect">
            <a:avLst/>
          </a:prstGeom>
          <a:blipFill>
            <a:blip r:embed="rId7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7" name="object 867"/>
          <p:cNvSpPr/>
          <p:nvPr/>
        </p:nvSpPr>
        <p:spPr>
          <a:xfrm>
            <a:off x="7614326" y="5061343"/>
            <a:ext cx="74608" cy="134909"/>
          </a:xfrm>
          <a:prstGeom prst="rect">
            <a:avLst/>
          </a:prstGeom>
          <a:blipFill>
            <a:blip r:embed="rId7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8" name="object 868"/>
          <p:cNvSpPr/>
          <p:nvPr/>
        </p:nvSpPr>
        <p:spPr>
          <a:xfrm>
            <a:off x="7614326" y="4994191"/>
            <a:ext cx="74608" cy="134914"/>
          </a:xfrm>
          <a:prstGeom prst="rect">
            <a:avLst/>
          </a:prstGeom>
          <a:blipFill>
            <a:blip r:embed="rId7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9" name="object 869"/>
          <p:cNvSpPr/>
          <p:nvPr/>
        </p:nvSpPr>
        <p:spPr>
          <a:xfrm>
            <a:off x="7614326" y="4927044"/>
            <a:ext cx="74608" cy="134292"/>
          </a:xfrm>
          <a:prstGeom prst="rect">
            <a:avLst/>
          </a:prstGeom>
          <a:blipFill>
            <a:blip r:embed="rId7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0" name="object 870"/>
          <p:cNvSpPr/>
          <p:nvPr/>
        </p:nvSpPr>
        <p:spPr>
          <a:xfrm>
            <a:off x="7614326" y="4859897"/>
            <a:ext cx="74608" cy="134288"/>
          </a:xfrm>
          <a:prstGeom prst="rect">
            <a:avLst/>
          </a:prstGeom>
          <a:blipFill>
            <a:blip r:embed="rId7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1" name="object 871"/>
          <p:cNvSpPr/>
          <p:nvPr/>
        </p:nvSpPr>
        <p:spPr>
          <a:xfrm>
            <a:off x="7614326" y="4792129"/>
            <a:ext cx="74608" cy="134912"/>
          </a:xfrm>
          <a:prstGeom prst="rect">
            <a:avLst/>
          </a:prstGeom>
          <a:blipFill>
            <a:blip r:embed="rId7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2" name="object 872"/>
          <p:cNvSpPr/>
          <p:nvPr/>
        </p:nvSpPr>
        <p:spPr>
          <a:xfrm>
            <a:off x="7614326" y="4724984"/>
            <a:ext cx="74608" cy="134912"/>
          </a:xfrm>
          <a:prstGeom prst="rect">
            <a:avLst/>
          </a:prstGeom>
          <a:blipFill>
            <a:blip r:embed="rId7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3" name="object 873"/>
          <p:cNvSpPr/>
          <p:nvPr/>
        </p:nvSpPr>
        <p:spPr>
          <a:xfrm>
            <a:off x="7614326" y="4657839"/>
            <a:ext cx="74608" cy="134289"/>
          </a:xfrm>
          <a:prstGeom prst="rect">
            <a:avLst/>
          </a:prstGeom>
          <a:blipFill>
            <a:blip r:embed="rId7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4" name="object 874"/>
          <p:cNvSpPr/>
          <p:nvPr/>
        </p:nvSpPr>
        <p:spPr>
          <a:xfrm>
            <a:off x="7614326" y="4590072"/>
            <a:ext cx="74608" cy="134910"/>
          </a:xfrm>
          <a:prstGeom prst="rect">
            <a:avLst/>
          </a:prstGeom>
          <a:blipFill>
            <a:blip r:embed="rId7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5" name="object 875"/>
          <p:cNvSpPr/>
          <p:nvPr/>
        </p:nvSpPr>
        <p:spPr>
          <a:xfrm>
            <a:off x="7614326" y="4522920"/>
            <a:ext cx="74608" cy="134914"/>
          </a:xfrm>
          <a:prstGeom prst="rect">
            <a:avLst/>
          </a:prstGeom>
          <a:blipFill>
            <a:blip r:embed="rId7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6" name="object 876"/>
          <p:cNvSpPr/>
          <p:nvPr/>
        </p:nvSpPr>
        <p:spPr>
          <a:xfrm>
            <a:off x="7614326" y="4455774"/>
            <a:ext cx="74608" cy="134292"/>
          </a:xfrm>
          <a:prstGeom prst="rect">
            <a:avLst/>
          </a:prstGeom>
          <a:blipFill>
            <a:blip r:embed="rId7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7" name="object 877"/>
          <p:cNvSpPr/>
          <p:nvPr/>
        </p:nvSpPr>
        <p:spPr>
          <a:xfrm>
            <a:off x="7614326" y="4388006"/>
            <a:ext cx="74608" cy="134908"/>
          </a:xfrm>
          <a:prstGeom prst="rect">
            <a:avLst/>
          </a:prstGeom>
          <a:blipFill>
            <a:blip r:embed="rId7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8" name="object 878"/>
          <p:cNvSpPr/>
          <p:nvPr/>
        </p:nvSpPr>
        <p:spPr>
          <a:xfrm>
            <a:off x="7614326" y="4320858"/>
            <a:ext cx="74608" cy="134910"/>
          </a:xfrm>
          <a:prstGeom prst="rect">
            <a:avLst/>
          </a:prstGeom>
          <a:blipFill>
            <a:blip r:embed="rId7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9" name="object 879"/>
          <p:cNvSpPr/>
          <p:nvPr/>
        </p:nvSpPr>
        <p:spPr>
          <a:xfrm>
            <a:off x="7614326" y="4253712"/>
            <a:ext cx="74608" cy="134289"/>
          </a:xfrm>
          <a:prstGeom prst="rect">
            <a:avLst/>
          </a:prstGeom>
          <a:blipFill>
            <a:blip r:embed="rId7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0" name="object 880"/>
          <p:cNvSpPr/>
          <p:nvPr/>
        </p:nvSpPr>
        <p:spPr>
          <a:xfrm>
            <a:off x="7614322" y="4253712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1" name="object 881"/>
          <p:cNvSpPr/>
          <p:nvPr/>
        </p:nvSpPr>
        <p:spPr>
          <a:xfrm>
            <a:off x="7614326" y="4118800"/>
            <a:ext cx="74608" cy="134912"/>
          </a:xfrm>
          <a:prstGeom prst="rect">
            <a:avLst/>
          </a:prstGeom>
          <a:blipFill>
            <a:blip r:embed="rId7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2" name="object 882"/>
          <p:cNvSpPr/>
          <p:nvPr/>
        </p:nvSpPr>
        <p:spPr>
          <a:xfrm>
            <a:off x="7614326" y="4051655"/>
            <a:ext cx="74608" cy="134287"/>
          </a:xfrm>
          <a:prstGeom prst="rect">
            <a:avLst/>
          </a:prstGeom>
          <a:blipFill>
            <a:blip r:embed="rId7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3" name="object 883"/>
          <p:cNvSpPr/>
          <p:nvPr/>
        </p:nvSpPr>
        <p:spPr>
          <a:xfrm>
            <a:off x="7614326" y="3984502"/>
            <a:ext cx="74608" cy="134293"/>
          </a:xfrm>
          <a:prstGeom prst="rect">
            <a:avLst/>
          </a:prstGeom>
          <a:blipFill>
            <a:blip r:embed="rId7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4" name="object 884"/>
          <p:cNvSpPr/>
          <p:nvPr/>
        </p:nvSpPr>
        <p:spPr>
          <a:xfrm>
            <a:off x="7614326" y="3916734"/>
            <a:ext cx="74608" cy="134914"/>
          </a:xfrm>
          <a:prstGeom prst="rect">
            <a:avLst/>
          </a:prstGeom>
          <a:blipFill>
            <a:blip r:embed="rId7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5" name="object 885"/>
          <p:cNvSpPr/>
          <p:nvPr/>
        </p:nvSpPr>
        <p:spPr>
          <a:xfrm>
            <a:off x="7614326" y="3849588"/>
            <a:ext cx="74608" cy="134909"/>
          </a:xfrm>
          <a:prstGeom prst="rect">
            <a:avLst/>
          </a:prstGeom>
          <a:blipFill>
            <a:blip r:embed="rId7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6" name="object 886"/>
          <p:cNvSpPr/>
          <p:nvPr/>
        </p:nvSpPr>
        <p:spPr>
          <a:xfrm>
            <a:off x="7614326" y="3782440"/>
            <a:ext cx="74608" cy="134289"/>
          </a:xfrm>
          <a:prstGeom prst="rect">
            <a:avLst/>
          </a:prstGeom>
          <a:blipFill>
            <a:blip r:embed="rId7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7" name="object 887"/>
          <p:cNvSpPr/>
          <p:nvPr/>
        </p:nvSpPr>
        <p:spPr>
          <a:xfrm>
            <a:off x="7614326" y="3714673"/>
            <a:ext cx="74608" cy="134912"/>
          </a:xfrm>
          <a:prstGeom prst="rect">
            <a:avLst/>
          </a:prstGeom>
          <a:blipFill>
            <a:blip r:embed="rId7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8" name="object 888"/>
          <p:cNvSpPr/>
          <p:nvPr/>
        </p:nvSpPr>
        <p:spPr>
          <a:xfrm>
            <a:off x="7614326" y="3647528"/>
            <a:ext cx="74608" cy="134912"/>
          </a:xfrm>
          <a:prstGeom prst="rect">
            <a:avLst/>
          </a:prstGeom>
          <a:blipFill>
            <a:blip r:embed="rId7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9" name="object 889"/>
          <p:cNvSpPr/>
          <p:nvPr/>
        </p:nvSpPr>
        <p:spPr>
          <a:xfrm>
            <a:off x="7614326" y="3647528"/>
            <a:ext cx="74607" cy="67143"/>
          </a:xfrm>
          <a:prstGeom prst="rect">
            <a:avLst/>
          </a:prstGeom>
          <a:blipFill>
            <a:blip r:embed="rId7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0" name="object 890"/>
          <p:cNvSpPr/>
          <p:nvPr/>
        </p:nvSpPr>
        <p:spPr>
          <a:xfrm>
            <a:off x="7688935" y="6138798"/>
            <a:ext cx="73990" cy="134909"/>
          </a:xfrm>
          <a:prstGeom prst="rect">
            <a:avLst/>
          </a:prstGeom>
          <a:blipFill>
            <a:blip r:embed="rId7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1" name="object 891"/>
          <p:cNvSpPr/>
          <p:nvPr/>
        </p:nvSpPr>
        <p:spPr>
          <a:xfrm>
            <a:off x="7688935" y="6071647"/>
            <a:ext cx="73990" cy="134915"/>
          </a:xfrm>
          <a:prstGeom prst="rect">
            <a:avLst/>
          </a:prstGeom>
          <a:blipFill>
            <a:blip r:embed="rId7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2" name="object 892"/>
          <p:cNvSpPr/>
          <p:nvPr/>
        </p:nvSpPr>
        <p:spPr>
          <a:xfrm>
            <a:off x="7688935" y="6004500"/>
            <a:ext cx="73990" cy="134293"/>
          </a:xfrm>
          <a:prstGeom prst="rect">
            <a:avLst/>
          </a:prstGeom>
          <a:blipFill>
            <a:blip r:embed="rId7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3" name="object 893"/>
          <p:cNvSpPr/>
          <p:nvPr/>
        </p:nvSpPr>
        <p:spPr>
          <a:xfrm>
            <a:off x="7688935" y="5936732"/>
            <a:ext cx="73990" cy="134908"/>
          </a:xfrm>
          <a:prstGeom prst="rect">
            <a:avLst/>
          </a:prstGeom>
          <a:blipFill>
            <a:blip r:embed="rId7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4" name="object 894"/>
          <p:cNvSpPr/>
          <p:nvPr/>
        </p:nvSpPr>
        <p:spPr>
          <a:xfrm>
            <a:off x="7688935" y="5869585"/>
            <a:ext cx="73990" cy="134910"/>
          </a:xfrm>
          <a:prstGeom prst="rect">
            <a:avLst/>
          </a:prstGeom>
          <a:blipFill>
            <a:blip r:embed="rId7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5" name="object 895"/>
          <p:cNvSpPr/>
          <p:nvPr/>
        </p:nvSpPr>
        <p:spPr>
          <a:xfrm>
            <a:off x="7688935" y="5802439"/>
            <a:ext cx="73990" cy="134289"/>
          </a:xfrm>
          <a:prstGeom prst="rect">
            <a:avLst/>
          </a:prstGeom>
          <a:blipFill>
            <a:blip r:embed="rId7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6" name="object 896"/>
          <p:cNvSpPr/>
          <p:nvPr/>
        </p:nvSpPr>
        <p:spPr>
          <a:xfrm>
            <a:off x="7688935" y="5735294"/>
            <a:ext cx="73990" cy="134289"/>
          </a:xfrm>
          <a:prstGeom prst="rect">
            <a:avLst/>
          </a:prstGeom>
          <a:blipFill>
            <a:blip r:embed="rId7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7" name="object 897"/>
          <p:cNvSpPr/>
          <p:nvPr/>
        </p:nvSpPr>
        <p:spPr>
          <a:xfrm>
            <a:off x="7688935" y="5667527"/>
            <a:ext cx="73990" cy="134910"/>
          </a:xfrm>
          <a:prstGeom prst="rect">
            <a:avLst/>
          </a:prstGeom>
          <a:blipFill>
            <a:blip r:embed="rId7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8" name="object 898"/>
          <p:cNvSpPr/>
          <p:nvPr/>
        </p:nvSpPr>
        <p:spPr>
          <a:xfrm>
            <a:off x="7688935" y="5600382"/>
            <a:ext cx="73990" cy="134909"/>
          </a:xfrm>
          <a:prstGeom prst="rect">
            <a:avLst/>
          </a:prstGeom>
          <a:blipFill>
            <a:blip r:embed="rId7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9" name="object 899"/>
          <p:cNvSpPr/>
          <p:nvPr/>
        </p:nvSpPr>
        <p:spPr>
          <a:xfrm>
            <a:off x="7688935" y="5533230"/>
            <a:ext cx="73990" cy="134293"/>
          </a:xfrm>
          <a:prstGeom prst="rect">
            <a:avLst/>
          </a:prstGeom>
          <a:blipFill>
            <a:blip r:embed="rId7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0" name="object 900"/>
          <p:cNvSpPr/>
          <p:nvPr/>
        </p:nvSpPr>
        <p:spPr>
          <a:xfrm>
            <a:off x="7688935" y="5465461"/>
            <a:ext cx="73990" cy="134914"/>
          </a:xfrm>
          <a:prstGeom prst="rect">
            <a:avLst/>
          </a:prstGeom>
          <a:blipFill>
            <a:blip r:embed="rId7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1" name="object 901"/>
          <p:cNvSpPr/>
          <p:nvPr/>
        </p:nvSpPr>
        <p:spPr>
          <a:xfrm>
            <a:off x="7688935" y="5398315"/>
            <a:ext cx="73990" cy="134909"/>
          </a:xfrm>
          <a:prstGeom prst="rect">
            <a:avLst/>
          </a:prstGeom>
          <a:blipFill>
            <a:blip r:embed="rId7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2" name="object 902"/>
          <p:cNvSpPr/>
          <p:nvPr/>
        </p:nvSpPr>
        <p:spPr>
          <a:xfrm>
            <a:off x="7688935" y="5331168"/>
            <a:ext cx="73990" cy="134289"/>
          </a:xfrm>
          <a:prstGeom prst="rect">
            <a:avLst/>
          </a:prstGeom>
          <a:blipFill>
            <a:blip r:embed="rId7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3" name="object 903"/>
          <p:cNvSpPr/>
          <p:nvPr/>
        </p:nvSpPr>
        <p:spPr>
          <a:xfrm>
            <a:off x="7688935" y="5263400"/>
            <a:ext cx="73990" cy="134912"/>
          </a:xfrm>
          <a:prstGeom prst="rect">
            <a:avLst/>
          </a:prstGeom>
          <a:blipFill>
            <a:blip r:embed="rId7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4" name="object 904"/>
          <p:cNvSpPr/>
          <p:nvPr/>
        </p:nvSpPr>
        <p:spPr>
          <a:xfrm>
            <a:off x="7688935" y="5196255"/>
            <a:ext cx="73990" cy="134912"/>
          </a:xfrm>
          <a:prstGeom prst="rect">
            <a:avLst/>
          </a:prstGeom>
          <a:blipFill>
            <a:blip r:embed="rId7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5" name="object 905"/>
          <p:cNvSpPr/>
          <p:nvPr/>
        </p:nvSpPr>
        <p:spPr>
          <a:xfrm>
            <a:off x="7688935" y="5129110"/>
            <a:ext cx="73990" cy="134288"/>
          </a:xfrm>
          <a:prstGeom prst="rect">
            <a:avLst/>
          </a:prstGeom>
          <a:blipFill>
            <a:blip r:embed="rId7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6" name="object 906"/>
          <p:cNvSpPr/>
          <p:nvPr/>
        </p:nvSpPr>
        <p:spPr>
          <a:xfrm>
            <a:off x="7688935" y="5061343"/>
            <a:ext cx="73990" cy="134909"/>
          </a:xfrm>
          <a:prstGeom prst="rect">
            <a:avLst/>
          </a:prstGeom>
          <a:blipFill>
            <a:blip r:embed="rId7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7" name="object 907"/>
          <p:cNvSpPr/>
          <p:nvPr/>
        </p:nvSpPr>
        <p:spPr>
          <a:xfrm>
            <a:off x="7688935" y="4994191"/>
            <a:ext cx="73990" cy="134914"/>
          </a:xfrm>
          <a:prstGeom prst="rect">
            <a:avLst/>
          </a:prstGeom>
          <a:blipFill>
            <a:blip r:embed="rId7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8" name="object 908"/>
          <p:cNvSpPr/>
          <p:nvPr/>
        </p:nvSpPr>
        <p:spPr>
          <a:xfrm>
            <a:off x="7688935" y="4927044"/>
            <a:ext cx="73990" cy="134292"/>
          </a:xfrm>
          <a:prstGeom prst="rect">
            <a:avLst/>
          </a:prstGeom>
          <a:blipFill>
            <a:blip r:embed="rId7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9" name="object 909"/>
          <p:cNvSpPr/>
          <p:nvPr/>
        </p:nvSpPr>
        <p:spPr>
          <a:xfrm>
            <a:off x="7688935" y="4859897"/>
            <a:ext cx="73990" cy="134288"/>
          </a:xfrm>
          <a:prstGeom prst="rect">
            <a:avLst/>
          </a:prstGeom>
          <a:blipFill>
            <a:blip r:embed="rId7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0" name="object 910"/>
          <p:cNvSpPr/>
          <p:nvPr/>
        </p:nvSpPr>
        <p:spPr>
          <a:xfrm>
            <a:off x="7688935" y="4792129"/>
            <a:ext cx="73990" cy="134912"/>
          </a:xfrm>
          <a:prstGeom prst="rect">
            <a:avLst/>
          </a:prstGeom>
          <a:blipFill>
            <a:blip r:embed="rId7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1" name="object 911"/>
          <p:cNvSpPr/>
          <p:nvPr/>
        </p:nvSpPr>
        <p:spPr>
          <a:xfrm>
            <a:off x="7688935" y="4724984"/>
            <a:ext cx="73990" cy="134912"/>
          </a:xfrm>
          <a:prstGeom prst="rect">
            <a:avLst/>
          </a:prstGeom>
          <a:blipFill>
            <a:blip r:embed="rId7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2" name="object 912"/>
          <p:cNvSpPr/>
          <p:nvPr/>
        </p:nvSpPr>
        <p:spPr>
          <a:xfrm>
            <a:off x="7688935" y="4657839"/>
            <a:ext cx="73990" cy="134289"/>
          </a:xfrm>
          <a:prstGeom prst="rect">
            <a:avLst/>
          </a:prstGeom>
          <a:blipFill>
            <a:blip r:embed="rId7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3" name="object 913"/>
          <p:cNvSpPr/>
          <p:nvPr/>
        </p:nvSpPr>
        <p:spPr>
          <a:xfrm>
            <a:off x="7688935" y="4590072"/>
            <a:ext cx="73990" cy="134910"/>
          </a:xfrm>
          <a:prstGeom prst="rect">
            <a:avLst/>
          </a:prstGeom>
          <a:blipFill>
            <a:blip r:embed="rId7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4" name="object 914"/>
          <p:cNvSpPr/>
          <p:nvPr/>
        </p:nvSpPr>
        <p:spPr>
          <a:xfrm>
            <a:off x="7688935" y="4522920"/>
            <a:ext cx="73990" cy="134914"/>
          </a:xfrm>
          <a:prstGeom prst="rect">
            <a:avLst/>
          </a:prstGeom>
          <a:blipFill>
            <a:blip r:embed="rId7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5" name="object 915"/>
          <p:cNvSpPr/>
          <p:nvPr/>
        </p:nvSpPr>
        <p:spPr>
          <a:xfrm>
            <a:off x="7688935" y="4522914"/>
            <a:ext cx="73983" cy="67152"/>
          </a:xfrm>
          <a:prstGeom prst="rect">
            <a:avLst/>
          </a:prstGeom>
          <a:blipFill>
            <a:blip r:embed="rId7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6" name="object 916"/>
          <p:cNvSpPr/>
          <p:nvPr/>
        </p:nvSpPr>
        <p:spPr>
          <a:xfrm>
            <a:off x="7688935" y="445576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7" name="object 917"/>
          <p:cNvSpPr/>
          <p:nvPr/>
        </p:nvSpPr>
        <p:spPr>
          <a:xfrm>
            <a:off x="7688935" y="445576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8" name="object 918"/>
          <p:cNvSpPr/>
          <p:nvPr/>
        </p:nvSpPr>
        <p:spPr>
          <a:xfrm>
            <a:off x="7688935" y="438800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9" name="object 919"/>
          <p:cNvSpPr/>
          <p:nvPr/>
        </p:nvSpPr>
        <p:spPr>
          <a:xfrm>
            <a:off x="7688935" y="438800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0" name="object 920"/>
          <p:cNvSpPr/>
          <p:nvPr/>
        </p:nvSpPr>
        <p:spPr>
          <a:xfrm>
            <a:off x="7688935" y="4320857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1" name="object 921"/>
          <p:cNvSpPr/>
          <p:nvPr/>
        </p:nvSpPr>
        <p:spPr>
          <a:xfrm>
            <a:off x="7688935" y="4320857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2" name="object 922"/>
          <p:cNvSpPr/>
          <p:nvPr/>
        </p:nvSpPr>
        <p:spPr>
          <a:xfrm>
            <a:off x="7688935" y="4185945"/>
            <a:ext cx="73990" cy="134912"/>
          </a:xfrm>
          <a:prstGeom prst="rect">
            <a:avLst/>
          </a:prstGeom>
          <a:blipFill>
            <a:blip r:embed="rId7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3" name="object 923"/>
          <p:cNvSpPr/>
          <p:nvPr/>
        </p:nvSpPr>
        <p:spPr>
          <a:xfrm>
            <a:off x="7688935" y="4118800"/>
            <a:ext cx="73990" cy="134912"/>
          </a:xfrm>
          <a:prstGeom prst="rect">
            <a:avLst/>
          </a:prstGeom>
          <a:blipFill>
            <a:blip r:embed="rId7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4" name="object 924"/>
          <p:cNvSpPr/>
          <p:nvPr/>
        </p:nvSpPr>
        <p:spPr>
          <a:xfrm>
            <a:off x="7688935" y="4051655"/>
            <a:ext cx="73990" cy="134287"/>
          </a:xfrm>
          <a:prstGeom prst="rect">
            <a:avLst/>
          </a:prstGeom>
          <a:blipFill>
            <a:blip r:embed="rId7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5" name="object 925"/>
          <p:cNvSpPr/>
          <p:nvPr/>
        </p:nvSpPr>
        <p:spPr>
          <a:xfrm>
            <a:off x="7688935" y="3984502"/>
            <a:ext cx="73990" cy="134293"/>
          </a:xfrm>
          <a:prstGeom prst="rect">
            <a:avLst/>
          </a:prstGeom>
          <a:blipFill>
            <a:blip r:embed="rId7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6" name="object 926"/>
          <p:cNvSpPr/>
          <p:nvPr/>
        </p:nvSpPr>
        <p:spPr>
          <a:xfrm>
            <a:off x="7688935" y="3916734"/>
            <a:ext cx="73990" cy="134914"/>
          </a:xfrm>
          <a:prstGeom prst="rect">
            <a:avLst/>
          </a:prstGeom>
          <a:blipFill>
            <a:blip r:embed="rId7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7" name="object 927"/>
          <p:cNvSpPr/>
          <p:nvPr/>
        </p:nvSpPr>
        <p:spPr>
          <a:xfrm>
            <a:off x="7688935" y="3849588"/>
            <a:ext cx="73990" cy="134909"/>
          </a:xfrm>
          <a:prstGeom prst="rect">
            <a:avLst/>
          </a:prstGeom>
          <a:blipFill>
            <a:blip r:embed="rId7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8" name="object 928"/>
          <p:cNvSpPr/>
          <p:nvPr/>
        </p:nvSpPr>
        <p:spPr>
          <a:xfrm>
            <a:off x="7688935" y="3782440"/>
            <a:ext cx="73990" cy="134289"/>
          </a:xfrm>
          <a:prstGeom prst="rect">
            <a:avLst/>
          </a:prstGeom>
          <a:blipFill>
            <a:blip r:embed="rId7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9" name="object 929"/>
          <p:cNvSpPr/>
          <p:nvPr/>
        </p:nvSpPr>
        <p:spPr>
          <a:xfrm>
            <a:off x="7688935" y="3714673"/>
            <a:ext cx="73990" cy="134912"/>
          </a:xfrm>
          <a:prstGeom prst="rect">
            <a:avLst/>
          </a:prstGeom>
          <a:blipFill>
            <a:blip r:embed="rId7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0" name="object 930"/>
          <p:cNvSpPr/>
          <p:nvPr/>
        </p:nvSpPr>
        <p:spPr>
          <a:xfrm>
            <a:off x="7688935" y="3647528"/>
            <a:ext cx="73990" cy="134912"/>
          </a:xfrm>
          <a:prstGeom prst="rect">
            <a:avLst/>
          </a:prstGeom>
          <a:blipFill>
            <a:blip r:embed="rId7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1" name="object 931"/>
          <p:cNvSpPr/>
          <p:nvPr/>
        </p:nvSpPr>
        <p:spPr>
          <a:xfrm>
            <a:off x="7688935" y="3647528"/>
            <a:ext cx="73983" cy="67143"/>
          </a:xfrm>
          <a:prstGeom prst="rect">
            <a:avLst/>
          </a:prstGeom>
          <a:blipFill>
            <a:blip r:embed="rId7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2" name="object 932"/>
          <p:cNvSpPr/>
          <p:nvPr/>
        </p:nvSpPr>
        <p:spPr>
          <a:xfrm>
            <a:off x="7762926" y="6138798"/>
            <a:ext cx="74599" cy="134909"/>
          </a:xfrm>
          <a:prstGeom prst="rect">
            <a:avLst/>
          </a:prstGeom>
          <a:blipFill>
            <a:blip r:embed="rId7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3" name="object 933"/>
          <p:cNvSpPr/>
          <p:nvPr/>
        </p:nvSpPr>
        <p:spPr>
          <a:xfrm>
            <a:off x="7762926" y="6071647"/>
            <a:ext cx="74599" cy="134915"/>
          </a:xfrm>
          <a:prstGeom prst="rect">
            <a:avLst/>
          </a:prstGeom>
          <a:blipFill>
            <a:blip r:embed="rId7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4" name="object 934"/>
          <p:cNvSpPr/>
          <p:nvPr/>
        </p:nvSpPr>
        <p:spPr>
          <a:xfrm>
            <a:off x="7762926" y="6004500"/>
            <a:ext cx="74599" cy="134293"/>
          </a:xfrm>
          <a:prstGeom prst="rect">
            <a:avLst/>
          </a:prstGeom>
          <a:blipFill>
            <a:blip r:embed="rId7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5" name="object 935"/>
          <p:cNvSpPr/>
          <p:nvPr/>
        </p:nvSpPr>
        <p:spPr>
          <a:xfrm>
            <a:off x="7762926" y="5936732"/>
            <a:ext cx="74599" cy="134908"/>
          </a:xfrm>
          <a:prstGeom prst="rect">
            <a:avLst/>
          </a:prstGeom>
          <a:blipFill>
            <a:blip r:embed="rId7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6" name="object 936"/>
          <p:cNvSpPr/>
          <p:nvPr/>
        </p:nvSpPr>
        <p:spPr>
          <a:xfrm>
            <a:off x="7762926" y="5869585"/>
            <a:ext cx="74599" cy="134910"/>
          </a:xfrm>
          <a:prstGeom prst="rect">
            <a:avLst/>
          </a:prstGeom>
          <a:blipFill>
            <a:blip r:embed="rId7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7" name="object 937"/>
          <p:cNvSpPr/>
          <p:nvPr/>
        </p:nvSpPr>
        <p:spPr>
          <a:xfrm>
            <a:off x="7762926" y="5802439"/>
            <a:ext cx="74599" cy="134289"/>
          </a:xfrm>
          <a:prstGeom prst="rect">
            <a:avLst/>
          </a:prstGeom>
          <a:blipFill>
            <a:blip r:embed="rId7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8" name="object 938"/>
          <p:cNvSpPr/>
          <p:nvPr/>
        </p:nvSpPr>
        <p:spPr>
          <a:xfrm>
            <a:off x="7762926" y="5735294"/>
            <a:ext cx="74599" cy="134289"/>
          </a:xfrm>
          <a:prstGeom prst="rect">
            <a:avLst/>
          </a:prstGeom>
          <a:blipFill>
            <a:blip r:embed="rId7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9" name="object 939"/>
          <p:cNvSpPr/>
          <p:nvPr/>
        </p:nvSpPr>
        <p:spPr>
          <a:xfrm>
            <a:off x="7762926" y="5667527"/>
            <a:ext cx="74599" cy="134910"/>
          </a:xfrm>
          <a:prstGeom prst="rect">
            <a:avLst/>
          </a:prstGeom>
          <a:blipFill>
            <a:blip r:embed="rId7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0" name="object 940"/>
          <p:cNvSpPr/>
          <p:nvPr/>
        </p:nvSpPr>
        <p:spPr>
          <a:xfrm>
            <a:off x="7762926" y="5600382"/>
            <a:ext cx="74599" cy="134909"/>
          </a:xfrm>
          <a:prstGeom prst="rect">
            <a:avLst/>
          </a:prstGeom>
          <a:blipFill>
            <a:blip r:embed="rId7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1" name="object 941"/>
          <p:cNvSpPr/>
          <p:nvPr/>
        </p:nvSpPr>
        <p:spPr>
          <a:xfrm>
            <a:off x="7762926" y="5533230"/>
            <a:ext cx="74599" cy="134293"/>
          </a:xfrm>
          <a:prstGeom prst="rect">
            <a:avLst/>
          </a:prstGeom>
          <a:blipFill>
            <a:blip r:embed="rId7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2" name="object 942"/>
          <p:cNvSpPr/>
          <p:nvPr/>
        </p:nvSpPr>
        <p:spPr>
          <a:xfrm>
            <a:off x="7762926" y="5465461"/>
            <a:ext cx="74599" cy="134914"/>
          </a:xfrm>
          <a:prstGeom prst="rect">
            <a:avLst/>
          </a:prstGeom>
          <a:blipFill>
            <a:blip r:embed="rId7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3" name="object 943"/>
          <p:cNvSpPr/>
          <p:nvPr/>
        </p:nvSpPr>
        <p:spPr>
          <a:xfrm>
            <a:off x="7762926" y="5398315"/>
            <a:ext cx="74599" cy="134909"/>
          </a:xfrm>
          <a:prstGeom prst="rect">
            <a:avLst/>
          </a:prstGeom>
          <a:blipFill>
            <a:blip r:embed="rId7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4" name="object 944"/>
          <p:cNvSpPr/>
          <p:nvPr/>
        </p:nvSpPr>
        <p:spPr>
          <a:xfrm>
            <a:off x="7762926" y="5331168"/>
            <a:ext cx="74599" cy="134289"/>
          </a:xfrm>
          <a:prstGeom prst="rect">
            <a:avLst/>
          </a:prstGeom>
          <a:blipFill>
            <a:blip r:embed="rId7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5" name="object 945"/>
          <p:cNvSpPr/>
          <p:nvPr/>
        </p:nvSpPr>
        <p:spPr>
          <a:xfrm>
            <a:off x="7762926" y="5263400"/>
            <a:ext cx="74599" cy="134912"/>
          </a:xfrm>
          <a:prstGeom prst="rect">
            <a:avLst/>
          </a:prstGeom>
          <a:blipFill>
            <a:blip r:embed="rId7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6" name="object 946"/>
          <p:cNvSpPr/>
          <p:nvPr/>
        </p:nvSpPr>
        <p:spPr>
          <a:xfrm>
            <a:off x="7762926" y="5196255"/>
            <a:ext cx="74599" cy="134912"/>
          </a:xfrm>
          <a:prstGeom prst="rect">
            <a:avLst/>
          </a:prstGeom>
          <a:blipFill>
            <a:blip r:embed="rId7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7" name="object 947"/>
          <p:cNvSpPr/>
          <p:nvPr/>
        </p:nvSpPr>
        <p:spPr>
          <a:xfrm>
            <a:off x="7762926" y="5129110"/>
            <a:ext cx="74599" cy="134288"/>
          </a:xfrm>
          <a:prstGeom prst="rect">
            <a:avLst/>
          </a:prstGeom>
          <a:blipFill>
            <a:blip r:embed="rId7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8" name="object 948"/>
          <p:cNvSpPr/>
          <p:nvPr/>
        </p:nvSpPr>
        <p:spPr>
          <a:xfrm>
            <a:off x="7762926" y="5061343"/>
            <a:ext cx="74599" cy="134909"/>
          </a:xfrm>
          <a:prstGeom prst="rect">
            <a:avLst/>
          </a:prstGeom>
          <a:blipFill>
            <a:blip r:embed="rId5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9" name="object 949"/>
          <p:cNvSpPr/>
          <p:nvPr/>
        </p:nvSpPr>
        <p:spPr>
          <a:xfrm>
            <a:off x="7762926" y="4994191"/>
            <a:ext cx="74599" cy="134914"/>
          </a:xfrm>
          <a:prstGeom prst="rect">
            <a:avLst/>
          </a:prstGeom>
          <a:blipFill>
            <a:blip r:embed="rId7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0" name="object 950"/>
          <p:cNvSpPr/>
          <p:nvPr/>
        </p:nvSpPr>
        <p:spPr>
          <a:xfrm>
            <a:off x="7762926" y="4927044"/>
            <a:ext cx="74599" cy="134292"/>
          </a:xfrm>
          <a:prstGeom prst="rect">
            <a:avLst/>
          </a:prstGeom>
          <a:blipFill>
            <a:blip r:embed="rId7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1" name="object 951"/>
          <p:cNvSpPr/>
          <p:nvPr/>
        </p:nvSpPr>
        <p:spPr>
          <a:xfrm>
            <a:off x="7762926" y="4859897"/>
            <a:ext cx="74599" cy="134288"/>
          </a:xfrm>
          <a:prstGeom prst="rect">
            <a:avLst/>
          </a:prstGeom>
          <a:blipFill>
            <a:blip r:embed="rId7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2" name="object 952"/>
          <p:cNvSpPr/>
          <p:nvPr/>
        </p:nvSpPr>
        <p:spPr>
          <a:xfrm>
            <a:off x="7762926" y="4792129"/>
            <a:ext cx="74599" cy="134912"/>
          </a:xfrm>
          <a:prstGeom prst="rect">
            <a:avLst/>
          </a:prstGeom>
          <a:blipFill>
            <a:blip r:embed="rId7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3" name="object 953"/>
          <p:cNvSpPr/>
          <p:nvPr/>
        </p:nvSpPr>
        <p:spPr>
          <a:xfrm>
            <a:off x="7762926" y="4724984"/>
            <a:ext cx="74599" cy="134912"/>
          </a:xfrm>
          <a:prstGeom prst="rect">
            <a:avLst/>
          </a:prstGeom>
          <a:blipFill>
            <a:blip r:embed="rId7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4" name="object 954"/>
          <p:cNvSpPr/>
          <p:nvPr/>
        </p:nvSpPr>
        <p:spPr>
          <a:xfrm>
            <a:off x="7762926" y="4657839"/>
            <a:ext cx="74599" cy="134289"/>
          </a:xfrm>
          <a:prstGeom prst="rect">
            <a:avLst/>
          </a:prstGeom>
          <a:blipFill>
            <a:blip r:embed="rId7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5" name="object 955"/>
          <p:cNvSpPr/>
          <p:nvPr/>
        </p:nvSpPr>
        <p:spPr>
          <a:xfrm>
            <a:off x="7762926" y="4590072"/>
            <a:ext cx="74599" cy="134910"/>
          </a:xfrm>
          <a:prstGeom prst="rect">
            <a:avLst/>
          </a:prstGeom>
          <a:blipFill>
            <a:blip r:embed="rId7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6" name="object 956"/>
          <p:cNvSpPr/>
          <p:nvPr/>
        </p:nvSpPr>
        <p:spPr>
          <a:xfrm>
            <a:off x="7762926" y="4590072"/>
            <a:ext cx="74599" cy="67763"/>
          </a:xfrm>
          <a:prstGeom prst="rect">
            <a:avLst/>
          </a:prstGeom>
          <a:blipFill>
            <a:blip r:embed="rId7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7" name="object 957"/>
          <p:cNvSpPr/>
          <p:nvPr/>
        </p:nvSpPr>
        <p:spPr>
          <a:xfrm>
            <a:off x="7762926" y="4522914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57"/>
                </a:moveTo>
                <a:lnTo>
                  <a:pt x="74599" y="0"/>
                </a:lnTo>
                <a:lnTo>
                  <a:pt x="0" y="67157"/>
                </a:lnTo>
                <a:lnTo>
                  <a:pt x="74599" y="67157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8" name="object 958"/>
          <p:cNvSpPr/>
          <p:nvPr/>
        </p:nvSpPr>
        <p:spPr>
          <a:xfrm>
            <a:off x="7762926" y="4522914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57"/>
                </a:lnTo>
                <a:lnTo>
                  <a:pt x="74599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9" name="object 959"/>
          <p:cNvSpPr/>
          <p:nvPr/>
        </p:nvSpPr>
        <p:spPr>
          <a:xfrm>
            <a:off x="7762926" y="4455769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0" name="object 960"/>
          <p:cNvSpPr/>
          <p:nvPr/>
        </p:nvSpPr>
        <p:spPr>
          <a:xfrm>
            <a:off x="7762926" y="4455769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1" name="object 961"/>
          <p:cNvSpPr/>
          <p:nvPr/>
        </p:nvSpPr>
        <p:spPr>
          <a:xfrm>
            <a:off x="7762926" y="4388002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67767"/>
                </a:moveTo>
                <a:lnTo>
                  <a:pt x="74599" y="0"/>
                </a:lnTo>
                <a:lnTo>
                  <a:pt x="0" y="67767"/>
                </a:lnTo>
                <a:lnTo>
                  <a:pt x="74599" y="67767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2" name="object 962"/>
          <p:cNvSpPr/>
          <p:nvPr/>
        </p:nvSpPr>
        <p:spPr>
          <a:xfrm>
            <a:off x="7762926" y="4388002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0"/>
                </a:moveTo>
                <a:lnTo>
                  <a:pt x="0" y="0"/>
                </a:lnTo>
                <a:lnTo>
                  <a:pt x="0" y="67767"/>
                </a:lnTo>
                <a:lnTo>
                  <a:pt x="74599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3" name="object 963"/>
          <p:cNvSpPr/>
          <p:nvPr/>
        </p:nvSpPr>
        <p:spPr>
          <a:xfrm>
            <a:off x="7762926" y="4320857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4" name="object 964"/>
          <p:cNvSpPr/>
          <p:nvPr/>
        </p:nvSpPr>
        <p:spPr>
          <a:xfrm>
            <a:off x="7762926" y="4320857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5" name="object 965"/>
          <p:cNvSpPr/>
          <p:nvPr/>
        </p:nvSpPr>
        <p:spPr>
          <a:xfrm>
            <a:off x="7762926" y="4253712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6" name="object 966"/>
          <p:cNvSpPr/>
          <p:nvPr/>
        </p:nvSpPr>
        <p:spPr>
          <a:xfrm>
            <a:off x="7762926" y="4253712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7" name="object 967"/>
          <p:cNvSpPr/>
          <p:nvPr/>
        </p:nvSpPr>
        <p:spPr>
          <a:xfrm>
            <a:off x="7762926" y="4118800"/>
            <a:ext cx="74599" cy="134912"/>
          </a:xfrm>
          <a:prstGeom prst="rect">
            <a:avLst/>
          </a:prstGeom>
          <a:blipFill>
            <a:blip r:embed="rId7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8" name="object 968"/>
          <p:cNvSpPr/>
          <p:nvPr/>
        </p:nvSpPr>
        <p:spPr>
          <a:xfrm>
            <a:off x="7762926" y="4051655"/>
            <a:ext cx="74599" cy="134287"/>
          </a:xfrm>
          <a:prstGeom prst="rect">
            <a:avLst/>
          </a:prstGeom>
          <a:blipFill>
            <a:blip r:embed="rId7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9" name="object 969"/>
          <p:cNvSpPr/>
          <p:nvPr/>
        </p:nvSpPr>
        <p:spPr>
          <a:xfrm>
            <a:off x="7762926" y="3984502"/>
            <a:ext cx="74599" cy="134293"/>
          </a:xfrm>
          <a:prstGeom prst="rect">
            <a:avLst/>
          </a:prstGeom>
          <a:blipFill>
            <a:blip r:embed="rId7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0" name="object 970"/>
          <p:cNvSpPr/>
          <p:nvPr/>
        </p:nvSpPr>
        <p:spPr>
          <a:xfrm>
            <a:off x="7762926" y="3916734"/>
            <a:ext cx="74599" cy="134914"/>
          </a:xfrm>
          <a:prstGeom prst="rect">
            <a:avLst/>
          </a:prstGeom>
          <a:blipFill>
            <a:blip r:embed="rId7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1" name="object 971"/>
          <p:cNvSpPr/>
          <p:nvPr/>
        </p:nvSpPr>
        <p:spPr>
          <a:xfrm>
            <a:off x="7762926" y="3849588"/>
            <a:ext cx="74599" cy="134909"/>
          </a:xfrm>
          <a:prstGeom prst="rect">
            <a:avLst/>
          </a:prstGeom>
          <a:blipFill>
            <a:blip r:embed="rId7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2" name="object 972"/>
          <p:cNvSpPr/>
          <p:nvPr/>
        </p:nvSpPr>
        <p:spPr>
          <a:xfrm>
            <a:off x="7762926" y="3782440"/>
            <a:ext cx="74599" cy="134289"/>
          </a:xfrm>
          <a:prstGeom prst="rect">
            <a:avLst/>
          </a:prstGeom>
          <a:blipFill>
            <a:blip r:embed="rId7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3" name="object 973"/>
          <p:cNvSpPr/>
          <p:nvPr/>
        </p:nvSpPr>
        <p:spPr>
          <a:xfrm>
            <a:off x="7762926" y="3714673"/>
            <a:ext cx="74599" cy="134912"/>
          </a:xfrm>
          <a:prstGeom prst="rect">
            <a:avLst/>
          </a:prstGeom>
          <a:blipFill>
            <a:blip r:embed="rId7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4" name="object 974"/>
          <p:cNvSpPr/>
          <p:nvPr/>
        </p:nvSpPr>
        <p:spPr>
          <a:xfrm>
            <a:off x="7762926" y="3647528"/>
            <a:ext cx="74599" cy="134912"/>
          </a:xfrm>
          <a:prstGeom prst="rect">
            <a:avLst/>
          </a:prstGeom>
          <a:blipFill>
            <a:blip r:embed="rId7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5" name="object 975"/>
          <p:cNvSpPr/>
          <p:nvPr/>
        </p:nvSpPr>
        <p:spPr>
          <a:xfrm>
            <a:off x="7762926" y="3647528"/>
            <a:ext cx="74599" cy="67143"/>
          </a:xfrm>
          <a:prstGeom prst="rect">
            <a:avLst/>
          </a:prstGeom>
          <a:blipFill>
            <a:blip r:embed="rId7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6" name="object 976"/>
          <p:cNvSpPr/>
          <p:nvPr/>
        </p:nvSpPr>
        <p:spPr>
          <a:xfrm>
            <a:off x="7837527" y="6138798"/>
            <a:ext cx="73987" cy="134909"/>
          </a:xfrm>
          <a:prstGeom prst="rect">
            <a:avLst/>
          </a:prstGeom>
          <a:blipFill>
            <a:blip r:embed="rId7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7" name="object 977"/>
          <p:cNvSpPr/>
          <p:nvPr/>
        </p:nvSpPr>
        <p:spPr>
          <a:xfrm>
            <a:off x="7837527" y="6071647"/>
            <a:ext cx="73987" cy="134915"/>
          </a:xfrm>
          <a:prstGeom prst="rect">
            <a:avLst/>
          </a:prstGeom>
          <a:blipFill>
            <a:blip r:embed="rId7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8" name="object 978"/>
          <p:cNvSpPr/>
          <p:nvPr/>
        </p:nvSpPr>
        <p:spPr>
          <a:xfrm>
            <a:off x="7837527" y="6004500"/>
            <a:ext cx="73987" cy="134293"/>
          </a:xfrm>
          <a:prstGeom prst="rect">
            <a:avLst/>
          </a:prstGeom>
          <a:blipFill>
            <a:blip r:embed="rId7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9" name="object 979"/>
          <p:cNvSpPr/>
          <p:nvPr/>
        </p:nvSpPr>
        <p:spPr>
          <a:xfrm>
            <a:off x="7837527" y="5936732"/>
            <a:ext cx="73987" cy="134908"/>
          </a:xfrm>
          <a:prstGeom prst="rect">
            <a:avLst/>
          </a:prstGeom>
          <a:blipFill>
            <a:blip r:embed="rId7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0" name="object 980"/>
          <p:cNvSpPr/>
          <p:nvPr/>
        </p:nvSpPr>
        <p:spPr>
          <a:xfrm>
            <a:off x="7837527" y="5869585"/>
            <a:ext cx="73987" cy="134910"/>
          </a:xfrm>
          <a:prstGeom prst="rect">
            <a:avLst/>
          </a:prstGeom>
          <a:blipFill>
            <a:blip r:embed="rId7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1" name="object 981"/>
          <p:cNvSpPr/>
          <p:nvPr/>
        </p:nvSpPr>
        <p:spPr>
          <a:xfrm>
            <a:off x="7837527" y="5802439"/>
            <a:ext cx="73987" cy="134289"/>
          </a:xfrm>
          <a:prstGeom prst="rect">
            <a:avLst/>
          </a:prstGeom>
          <a:blipFill>
            <a:blip r:embed="rId7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2" name="object 982"/>
          <p:cNvSpPr/>
          <p:nvPr/>
        </p:nvSpPr>
        <p:spPr>
          <a:xfrm>
            <a:off x="7837527" y="5735294"/>
            <a:ext cx="73987" cy="134289"/>
          </a:xfrm>
          <a:prstGeom prst="rect">
            <a:avLst/>
          </a:prstGeom>
          <a:blipFill>
            <a:blip r:embed="rId7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3" name="object 983"/>
          <p:cNvSpPr/>
          <p:nvPr/>
        </p:nvSpPr>
        <p:spPr>
          <a:xfrm>
            <a:off x="7837527" y="5667527"/>
            <a:ext cx="73987" cy="134910"/>
          </a:xfrm>
          <a:prstGeom prst="rect">
            <a:avLst/>
          </a:prstGeom>
          <a:blipFill>
            <a:blip r:embed="rId7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4" name="object 984"/>
          <p:cNvSpPr/>
          <p:nvPr/>
        </p:nvSpPr>
        <p:spPr>
          <a:xfrm>
            <a:off x="7837527" y="5600382"/>
            <a:ext cx="73987" cy="134909"/>
          </a:xfrm>
          <a:prstGeom prst="rect">
            <a:avLst/>
          </a:prstGeom>
          <a:blipFill>
            <a:blip r:embed="rId7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5" name="object 985"/>
          <p:cNvSpPr/>
          <p:nvPr/>
        </p:nvSpPr>
        <p:spPr>
          <a:xfrm>
            <a:off x="7837527" y="5533230"/>
            <a:ext cx="73987" cy="134293"/>
          </a:xfrm>
          <a:prstGeom prst="rect">
            <a:avLst/>
          </a:prstGeom>
          <a:blipFill>
            <a:blip r:embed="rId8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6" name="object 986"/>
          <p:cNvSpPr/>
          <p:nvPr/>
        </p:nvSpPr>
        <p:spPr>
          <a:xfrm>
            <a:off x="7837527" y="5465461"/>
            <a:ext cx="73987" cy="134914"/>
          </a:xfrm>
          <a:prstGeom prst="rect">
            <a:avLst/>
          </a:prstGeom>
          <a:blipFill>
            <a:blip r:embed="rId8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7" name="object 987"/>
          <p:cNvSpPr/>
          <p:nvPr/>
        </p:nvSpPr>
        <p:spPr>
          <a:xfrm>
            <a:off x="7837527" y="5398315"/>
            <a:ext cx="73987" cy="134909"/>
          </a:xfrm>
          <a:prstGeom prst="rect">
            <a:avLst/>
          </a:prstGeom>
          <a:blipFill>
            <a:blip r:embed="rId8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8" name="object 988"/>
          <p:cNvSpPr/>
          <p:nvPr/>
        </p:nvSpPr>
        <p:spPr>
          <a:xfrm>
            <a:off x="7837527" y="5331168"/>
            <a:ext cx="73987" cy="134289"/>
          </a:xfrm>
          <a:prstGeom prst="rect">
            <a:avLst/>
          </a:prstGeom>
          <a:blipFill>
            <a:blip r:embed="rId8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9" name="object 989"/>
          <p:cNvSpPr/>
          <p:nvPr/>
        </p:nvSpPr>
        <p:spPr>
          <a:xfrm>
            <a:off x="7837527" y="5263400"/>
            <a:ext cx="73987" cy="134912"/>
          </a:xfrm>
          <a:prstGeom prst="rect">
            <a:avLst/>
          </a:prstGeom>
          <a:blipFill>
            <a:blip r:embed="rId8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0" name="object 990"/>
          <p:cNvSpPr/>
          <p:nvPr/>
        </p:nvSpPr>
        <p:spPr>
          <a:xfrm>
            <a:off x="7837527" y="5196255"/>
            <a:ext cx="73987" cy="134912"/>
          </a:xfrm>
          <a:prstGeom prst="rect">
            <a:avLst/>
          </a:prstGeom>
          <a:blipFill>
            <a:blip r:embed="rId8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1" name="object 991"/>
          <p:cNvSpPr/>
          <p:nvPr/>
        </p:nvSpPr>
        <p:spPr>
          <a:xfrm>
            <a:off x="7837527" y="5129110"/>
            <a:ext cx="73987" cy="134288"/>
          </a:xfrm>
          <a:prstGeom prst="rect">
            <a:avLst/>
          </a:prstGeom>
          <a:blipFill>
            <a:blip r:embed="rId8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2" name="object 992"/>
          <p:cNvSpPr/>
          <p:nvPr/>
        </p:nvSpPr>
        <p:spPr>
          <a:xfrm>
            <a:off x="7837527" y="5061343"/>
            <a:ext cx="73987" cy="134909"/>
          </a:xfrm>
          <a:prstGeom prst="rect">
            <a:avLst/>
          </a:prstGeom>
          <a:blipFill>
            <a:blip r:embed="rId6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3" name="object 993"/>
          <p:cNvSpPr/>
          <p:nvPr/>
        </p:nvSpPr>
        <p:spPr>
          <a:xfrm>
            <a:off x="7837527" y="4994191"/>
            <a:ext cx="73987" cy="134914"/>
          </a:xfrm>
          <a:prstGeom prst="rect">
            <a:avLst/>
          </a:prstGeom>
          <a:blipFill>
            <a:blip r:embed="rId8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4" name="object 994"/>
          <p:cNvSpPr/>
          <p:nvPr/>
        </p:nvSpPr>
        <p:spPr>
          <a:xfrm>
            <a:off x="7837527" y="4927044"/>
            <a:ext cx="73987" cy="134292"/>
          </a:xfrm>
          <a:prstGeom prst="rect">
            <a:avLst/>
          </a:prstGeom>
          <a:blipFill>
            <a:blip r:embed="rId8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5" name="object 995"/>
          <p:cNvSpPr/>
          <p:nvPr/>
        </p:nvSpPr>
        <p:spPr>
          <a:xfrm>
            <a:off x="7837527" y="4859897"/>
            <a:ext cx="73987" cy="134288"/>
          </a:xfrm>
          <a:prstGeom prst="rect">
            <a:avLst/>
          </a:prstGeom>
          <a:blipFill>
            <a:blip r:embed="rId8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6" name="object 996"/>
          <p:cNvSpPr/>
          <p:nvPr/>
        </p:nvSpPr>
        <p:spPr>
          <a:xfrm>
            <a:off x="7837527" y="4792129"/>
            <a:ext cx="73987" cy="134912"/>
          </a:xfrm>
          <a:prstGeom prst="rect">
            <a:avLst/>
          </a:prstGeom>
          <a:blipFill>
            <a:blip r:embed="rId8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7" name="object 997"/>
          <p:cNvSpPr/>
          <p:nvPr/>
        </p:nvSpPr>
        <p:spPr>
          <a:xfrm>
            <a:off x="7837527" y="4724984"/>
            <a:ext cx="73987" cy="134912"/>
          </a:xfrm>
          <a:prstGeom prst="rect">
            <a:avLst/>
          </a:prstGeom>
          <a:blipFill>
            <a:blip r:embed="rId8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8" name="object 998"/>
          <p:cNvSpPr/>
          <p:nvPr/>
        </p:nvSpPr>
        <p:spPr>
          <a:xfrm>
            <a:off x="7837527" y="4657839"/>
            <a:ext cx="73987" cy="134289"/>
          </a:xfrm>
          <a:prstGeom prst="rect">
            <a:avLst/>
          </a:prstGeom>
          <a:blipFill>
            <a:blip r:embed="rId8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9" name="object 999"/>
          <p:cNvSpPr/>
          <p:nvPr/>
        </p:nvSpPr>
        <p:spPr>
          <a:xfrm>
            <a:off x="7837527" y="4657839"/>
            <a:ext cx="73985" cy="67143"/>
          </a:xfrm>
          <a:prstGeom prst="rect">
            <a:avLst/>
          </a:prstGeom>
          <a:blipFill>
            <a:blip r:embed="rId7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0" name="object 1000"/>
          <p:cNvSpPr/>
          <p:nvPr/>
        </p:nvSpPr>
        <p:spPr>
          <a:xfrm>
            <a:off x="7837525" y="459007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1" name="object 1001"/>
          <p:cNvSpPr/>
          <p:nvPr/>
        </p:nvSpPr>
        <p:spPr>
          <a:xfrm>
            <a:off x="7837525" y="459007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2" name="object 1002"/>
          <p:cNvSpPr/>
          <p:nvPr/>
        </p:nvSpPr>
        <p:spPr>
          <a:xfrm>
            <a:off x="7837525" y="452291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57"/>
                </a:moveTo>
                <a:lnTo>
                  <a:pt x="73990" y="0"/>
                </a:lnTo>
                <a:lnTo>
                  <a:pt x="0" y="67157"/>
                </a:lnTo>
                <a:lnTo>
                  <a:pt x="73990" y="67157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3" name="object 1003"/>
          <p:cNvSpPr/>
          <p:nvPr/>
        </p:nvSpPr>
        <p:spPr>
          <a:xfrm>
            <a:off x="7837525" y="452291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57"/>
                </a:lnTo>
                <a:lnTo>
                  <a:pt x="7399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4" name="object 1004"/>
          <p:cNvSpPr/>
          <p:nvPr/>
        </p:nvSpPr>
        <p:spPr>
          <a:xfrm>
            <a:off x="7837525" y="445576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5" name="object 1005"/>
          <p:cNvSpPr/>
          <p:nvPr/>
        </p:nvSpPr>
        <p:spPr>
          <a:xfrm>
            <a:off x="7837525" y="445576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6" name="object 1006"/>
          <p:cNvSpPr/>
          <p:nvPr/>
        </p:nvSpPr>
        <p:spPr>
          <a:xfrm>
            <a:off x="7837525" y="438800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7" name="object 1007"/>
          <p:cNvSpPr/>
          <p:nvPr/>
        </p:nvSpPr>
        <p:spPr>
          <a:xfrm>
            <a:off x="7837525" y="438800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8" name="object 1008"/>
          <p:cNvSpPr/>
          <p:nvPr/>
        </p:nvSpPr>
        <p:spPr>
          <a:xfrm>
            <a:off x="7837525" y="4320857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9" name="object 1009"/>
          <p:cNvSpPr/>
          <p:nvPr/>
        </p:nvSpPr>
        <p:spPr>
          <a:xfrm>
            <a:off x="7837525" y="4320857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0" name="object 1010"/>
          <p:cNvSpPr/>
          <p:nvPr/>
        </p:nvSpPr>
        <p:spPr>
          <a:xfrm>
            <a:off x="7837525" y="4253712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1" name="object 1011"/>
          <p:cNvSpPr/>
          <p:nvPr/>
        </p:nvSpPr>
        <p:spPr>
          <a:xfrm>
            <a:off x="7837525" y="4253712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2" name="object 1012"/>
          <p:cNvSpPr/>
          <p:nvPr/>
        </p:nvSpPr>
        <p:spPr>
          <a:xfrm>
            <a:off x="7837527" y="4118800"/>
            <a:ext cx="73987" cy="134912"/>
          </a:xfrm>
          <a:prstGeom prst="rect">
            <a:avLst/>
          </a:prstGeom>
          <a:blipFill>
            <a:blip r:embed="rId8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3" name="object 1013"/>
          <p:cNvSpPr/>
          <p:nvPr/>
        </p:nvSpPr>
        <p:spPr>
          <a:xfrm>
            <a:off x="7837527" y="4051655"/>
            <a:ext cx="73987" cy="134287"/>
          </a:xfrm>
          <a:prstGeom prst="rect">
            <a:avLst/>
          </a:prstGeom>
          <a:blipFill>
            <a:blip r:embed="rId8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4" name="object 1014"/>
          <p:cNvSpPr/>
          <p:nvPr/>
        </p:nvSpPr>
        <p:spPr>
          <a:xfrm>
            <a:off x="7837527" y="3984502"/>
            <a:ext cx="73987" cy="134293"/>
          </a:xfrm>
          <a:prstGeom prst="rect">
            <a:avLst/>
          </a:prstGeom>
          <a:blipFill>
            <a:blip r:embed="rId8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5" name="object 1015"/>
          <p:cNvSpPr/>
          <p:nvPr/>
        </p:nvSpPr>
        <p:spPr>
          <a:xfrm>
            <a:off x="7837527" y="3916734"/>
            <a:ext cx="73987" cy="134914"/>
          </a:xfrm>
          <a:prstGeom prst="rect">
            <a:avLst/>
          </a:prstGeom>
          <a:blipFill>
            <a:blip r:embed="rId8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6" name="object 1016"/>
          <p:cNvSpPr/>
          <p:nvPr/>
        </p:nvSpPr>
        <p:spPr>
          <a:xfrm>
            <a:off x="7837527" y="3849588"/>
            <a:ext cx="73987" cy="134909"/>
          </a:xfrm>
          <a:prstGeom prst="rect">
            <a:avLst/>
          </a:prstGeom>
          <a:blipFill>
            <a:blip r:embed="rId8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7" name="object 1017"/>
          <p:cNvSpPr/>
          <p:nvPr/>
        </p:nvSpPr>
        <p:spPr>
          <a:xfrm>
            <a:off x="7837527" y="3782440"/>
            <a:ext cx="73987" cy="134289"/>
          </a:xfrm>
          <a:prstGeom prst="rect">
            <a:avLst/>
          </a:prstGeom>
          <a:blipFill>
            <a:blip r:embed="rId8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8" name="object 1018"/>
          <p:cNvSpPr/>
          <p:nvPr/>
        </p:nvSpPr>
        <p:spPr>
          <a:xfrm>
            <a:off x="7837527" y="3714673"/>
            <a:ext cx="73987" cy="134912"/>
          </a:xfrm>
          <a:prstGeom prst="rect">
            <a:avLst/>
          </a:prstGeom>
          <a:blipFill>
            <a:blip r:embed="rId8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9" name="object 1019"/>
          <p:cNvSpPr/>
          <p:nvPr/>
        </p:nvSpPr>
        <p:spPr>
          <a:xfrm>
            <a:off x="7837527" y="3647528"/>
            <a:ext cx="73987" cy="134912"/>
          </a:xfrm>
          <a:prstGeom prst="rect">
            <a:avLst/>
          </a:prstGeom>
          <a:blipFill>
            <a:blip r:embed="rId8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0" name="object 1020"/>
          <p:cNvSpPr/>
          <p:nvPr/>
        </p:nvSpPr>
        <p:spPr>
          <a:xfrm>
            <a:off x="7837527" y="3647528"/>
            <a:ext cx="73985" cy="67143"/>
          </a:xfrm>
          <a:prstGeom prst="rect">
            <a:avLst/>
          </a:prstGeom>
          <a:blipFill>
            <a:blip r:embed="rId8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1" name="object 1021"/>
          <p:cNvSpPr/>
          <p:nvPr/>
        </p:nvSpPr>
        <p:spPr>
          <a:xfrm>
            <a:off x="7911515" y="6138798"/>
            <a:ext cx="73977" cy="134909"/>
          </a:xfrm>
          <a:prstGeom prst="rect">
            <a:avLst/>
          </a:prstGeom>
          <a:blipFill>
            <a:blip r:embed="rId8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2" name="object 1022"/>
          <p:cNvSpPr/>
          <p:nvPr/>
        </p:nvSpPr>
        <p:spPr>
          <a:xfrm>
            <a:off x="7911515" y="6071647"/>
            <a:ext cx="73977" cy="134915"/>
          </a:xfrm>
          <a:prstGeom prst="rect">
            <a:avLst/>
          </a:prstGeom>
          <a:blipFill>
            <a:blip r:embed="rId8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3" name="object 1023"/>
          <p:cNvSpPr/>
          <p:nvPr/>
        </p:nvSpPr>
        <p:spPr>
          <a:xfrm>
            <a:off x="7911515" y="6004500"/>
            <a:ext cx="73977" cy="134293"/>
          </a:xfrm>
          <a:prstGeom prst="rect">
            <a:avLst/>
          </a:prstGeom>
          <a:blipFill>
            <a:blip r:embed="rId8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4" name="object 1024"/>
          <p:cNvSpPr/>
          <p:nvPr/>
        </p:nvSpPr>
        <p:spPr>
          <a:xfrm>
            <a:off x="7911515" y="5936732"/>
            <a:ext cx="73977" cy="134908"/>
          </a:xfrm>
          <a:prstGeom prst="rect">
            <a:avLst/>
          </a:prstGeom>
          <a:blipFill>
            <a:blip r:embed="rId8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5" name="object 1025"/>
          <p:cNvSpPr/>
          <p:nvPr/>
        </p:nvSpPr>
        <p:spPr>
          <a:xfrm>
            <a:off x="7911515" y="5869585"/>
            <a:ext cx="73977" cy="134910"/>
          </a:xfrm>
          <a:prstGeom prst="rect">
            <a:avLst/>
          </a:prstGeom>
          <a:blipFill>
            <a:blip r:embed="rId8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6" name="object 1026"/>
          <p:cNvSpPr/>
          <p:nvPr/>
        </p:nvSpPr>
        <p:spPr>
          <a:xfrm>
            <a:off x="7911515" y="5802439"/>
            <a:ext cx="73977" cy="134289"/>
          </a:xfrm>
          <a:prstGeom prst="rect">
            <a:avLst/>
          </a:prstGeom>
          <a:blipFill>
            <a:blip r:embed="rId8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7" name="object 1027"/>
          <p:cNvSpPr/>
          <p:nvPr/>
        </p:nvSpPr>
        <p:spPr>
          <a:xfrm>
            <a:off x="7911515" y="5735294"/>
            <a:ext cx="73977" cy="134289"/>
          </a:xfrm>
          <a:prstGeom prst="rect">
            <a:avLst/>
          </a:prstGeom>
          <a:blipFill>
            <a:blip r:embed="rId8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8" name="object 1028"/>
          <p:cNvSpPr/>
          <p:nvPr/>
        </p:nvSpPr>
        <p:spPr>
          <a:xfrm>
            <a:off x="7911515" y="5667527"/>
            <a:ext cx="73977" cy="134910"/>
          </a:xfrm>
          <a:prstGeom prst="rect">
            <a:avLst/>
          </a:prstGeom>
          <a:blipFill>
            <a:blip r:embed="rId8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9" name="object 1029"/>
          <p:cNvSpPr/>
          <p:nvPr/>
        </p:nvSpPr>
        <p:spPr>
          <a:xfrm>
            <a:off x="7911515" y="5600382"/>
            <a:ext cx="73977" cy="134909"/>
          </a:xfrm>
          <a:prstGeom prst="rect">
            <a:avLst/>
          </a:prstGeom>
          <a:blipFill>
            <a:blip r:embed="rId8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0" name="object 1030"/>
          <p:cNvSpPr/>
          <p:nvPr/>
        </p:nvSpPr>
        <p:spPr>
          <a:xfrm>
            <a:off x="7911515" y="5533230"/>
            <a:ext cx="73977" cy="134293"/>
          </a:xfrm>
          <a:prstGeom prst="rect">
            <a:avLst/>
          </a:prstGeom>
          <a:blipFill>
            <a:blip r:embed="rId8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1" name="object 1031"/>
          <p:cNvSpPr/>
          <p:nvPr/>
        </p:nvSpPr>
        <p:spPr>
          <a:xfrm>
            <a:off x="7911515" y="5465461"/>
            <a:ext cx="73977" cy="134914"/>
          </a:xfrm>
          <a:prstGeom prst="rect">
            <a:avLst/>
          </a:prstGeom>
          <a:blipFill>
            <a:blip r:embed="rId8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2" name="object 1032"/>
          <p:cNvSpPr/>
          <p:nvPr/>
        </p:nvSpPr>
        <p:spPr>
          <a:xfrm>
            <a:off x="7911515" y="5398315"/>
            <a:ext cx="73977" cy="134909"/>
          </a:xfrm>
          <a:prstGeom prst="rect">
            <a:avLst/>
          </a:prstGeom>
          <a:blipFill>
            <a:blip r:embed="rId8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3" name="object 1033"/>
          <p:cNvSpPr/>
          <p:nvPr/>
        </p:nvSpPr>
        <p:spPr>
          <a:xfrm>
            <a:off x="7911515" y="5331168"/>
            <a:ext cx="73977" cy="134289"/>
          </a:xfrm>
          <a:prstGeom prst="rect">
            <a:avLst/>
          </a:prstGeom>
          <a:blipFill>
            <a:blip r:embed="rId4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4" name="object 1034"/>
          <p:cNvSpPr/>
          <p:nvPr/>
        </p:nvSpPr>
        <p:spPr>
          <a:xfrm>
            <a:off x="7911515" y="5263400"/>
            <a:ext cx="73977" cy="134912"/>
          </a:xfrm>
          <a:prstGeom prst="rect">
            <a:avLst/>
          </a:prstGeom>
          <a:blipFill>
            <a:blip r:embed="rId8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5" name="object 1035"/>
          <p:cNvSpPr/>
          <p:nvPr/>
        </p:nvSpPr>
        <p:spPr>
          <a:xfrm>
            <a:off x="7911515" y="5196255"/>
            <a:ext cx="73977" cy="134912"/>
          </a:xfrm>
          <a:prstGeom prst="rect">
            <a:avLst/>
          </a:prstGeom>
          <a:blipFill>
            <a:blip r:embed="rId8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6" name="object 1036"/>
          <p:cNvSpPr/>
          <p:nvPr/>
        </p:nvSpPr>
        <p:spPr>
          <a:xfrm>
            <a:off x="7911515" y="5129110"/>
            <a:ext cx="73977" cy="134288"/>
          </a:xfrm>
          <a:prstGeom prst="rect">
            <a:avLst/>
          </a:prstGeom>
          <a:blipFill>
            <a:blip r:embed="rId8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7" name="object 1037"/>
          <p:cNvSpPr/>
          <p:nvPr/>
        </p:nvSpPr>
        <p:spPr>
          <a:xfrm>
            <a:off x="7911515" y="5061343"/>
            <a:ext cx="73977" cy="134909"/>
          </a:xfrm>
          <a:prstGeom prst="rect">
            <a:avLst/>
          </a:prstGeom>
          <a:blipFill>
            <a:blip r:embed="rId8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8" name="object 1038"/>
          <p:cNvSpPr/>
          <p:nvPr/>
        </p:nvSpPr>
        <p:spPr>
          <a:xfrm>
            <a:off x="7911515" y="4994191"/>
            <a:ext cx="73977" cy="134914"/>
          </a:xfrm>
          <a:prstGeom prst="rect">
            <a:avLst/>
          </a:prstGeom>
          <a:blipFill>
            <a:blip r:embed="rId8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9" name="object 1039"/>
          <p:cNvSpPr/>
          <p:nvPr/>
        </p:nvSpPr>
        <p:spPr>
          <a:xfrm>
            <a:off x="7911515" y="4927044"/>
            <a:ext cx="73977" cy="134292"/>
          </a:xfrm>
          <a:prstGeom prst="rect">
            <a:avLst/>
          </a:prstGeom>
          <a:blipFill>
            <a:blip r:embed="rId5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0" name="object 1040"/>
          <p:cNvSpPr/>
          <p:nvPr/>
        </p:nvSpPr>
        <p:spPr>
          <a:xfrm>
            <a:off x="7911515" y="4859897"/>
            <a:ext cx="73977" cy="134288"/>
          </a:xfrm>
          <a:prstGeom prst="rect">
            <a:avLst/>
          </a:prstGeom>
          <a:blipFill>
            <a:blip r:embed="rId8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1" name="object 1041"/>
          <p:cNvSpPr/>
          <p:nvPr/>
        </p:nvSpPr>
        <p:spPr>
          <a:xfrm>
            <a:off x="7911515" y="4792129"/>
            <a:ext cx="73977" cy="134912"/>
          </a:xfrm>
          <a:prstGeom prst="rect">
            <a:avLst/>
          </a:prstGeom>
          <a:blipFill>
            <a:blip r:embed="rId6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2" name="object 1042"/>
          <p:cNvSpPr/>
          <p:nvPr/>
        </p:nvSpPr>
        <p:spPr>
          <a:xfrm>
            <a:off x="7911515" y="4724984"/>
            <a:ext cx="73977" cy="134912"/>
          </a:xfrm>
          <a:prstGeom prst="rect">
            <a:avLst/>
          </a:prstGeom>
          <a:blipFill>
            <a:blip r:embed="rId6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3" name="object 1043"/>
          <p:cNvSpPr/>
          <p:nvPr/>
        </p:nvSpPr>
        <p:spPr>
          <a:xfrm>
            <a:off x="7911515" y="4657839"/>
            <a:ext cx="73977" cy="134289"/>
          </a:xfrm>
          <a:prstGeom prst="rect">
            <a:avLst/>
          </a:prstGeom>
          <a:blipFill>
            <a:blip r:embed="rId8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4" name="object 1044"/>
          <p:cNvSpPr/>
          <p:nvPr/>
        </p:nvSpPr>
        <p:spPr>
          <a:xfrm>
            <a:off x="7911515" y="4657839"/>
            <a:ext cx="73977" cy="67143"/>
          </a:xfrm>
          <a:prstGeom prst="rect">
            <a:avLst/>
          </a:prstGeom>
          <a:blipFill>
            <a:blip r:embed="rId7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5" name="object 1045"/>
          <p:cNvSpPr/>
          <p:nvPr/>
        </p:nvSpPr>
        <p:spPr>
          <a:xfrm>
            <a:off x="7911515" y="459007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77" y="67767"/>
                </a:moveTo>
                <a:lnTo>
                  <a:pt x="73977" y="0"/>
                </a:lnTo>
                <a:lnTo>
                  <a:pt x="0" y="67767"/>
                </a:lnTo>
                <a:lnTo>
                  <a:pt x="73977" y="67767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6" name="object 1046"/>
          <p:cNvSpPr/>
          <p:nvPr/>
        </p:nvSpPr>
        <p:spPr>
          <a:xfrm>
            <a:off x="7911515" y="459007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77" y="0"/>
                </a:moveTo>
                <a:lnTo>
                  <a:pt x="0" y="0"/>
                </a:lnTo>
                <a:lnTo>
                  <a:pt x="0" y="67767"/>
                </a:lnTo>
                <a:lnTo>
                  <a:pt x="73977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7" name="object 1047"/>
          <p:cNvSpPr/>
          <p:nvPr/>
        </p:nvSpPr>
        <p:spPr>
          <a:xfrm>
            <a:off x="7911515" y="452291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57"/>
                </a:moveTo>
                <a:lnTo>
                  <a:pt x="73977" y="0"/>
                </a:lnTo>
                <a:lnTo>
                  <a:pt x="0" y="67157"/>
                </a:lnTo>
                <a:lnTo>
                  <a:pt x="73977" y="67157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" name="object 1048"/>
          <p:cNvSpPr/>
          <p:nvPr/>
        </p:nvSpPr>
        <p:spPr>
          <a:xfrm>
            <a:off x="7911515" y="452291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57"/>
                </a:lnTo>
                <a:lnTo>
                  <a:pt x="73977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9" name="object 1049"/>
          <p:cNvSpPr/>
          <p:nvPr/>
        </p:nvSpPr>
        <p:spPr>
          <a:xfrm>
            <a:off x="7911515" y="445576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44"/>
                </a:moveTo>
                <a:lnTo>
                  <a:pt x="73977" y="0"/>
                </a:lnTo>
                <a:lnTo>
                  <a:pt x="0" y="67144"/>
                </a:lnTo>
                <a:lnTo>
                  <a:pt x="73977" y="6714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0" name="object 1050"/>
          <p:cNvSpPr/>
          <p:nvPr/>
        </p:nvSpPr>
        <p:spPr>
          <a:xfrm>
            <a:off x="7911515" y="445576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1" name="object 1051"/>
          <p:cNvSpPr/>
          <p:nvPr/>
        </p:nvSpPr>
        <p:spPr>
          <a:xfrm>
            <a:off x="7911515" y="438800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77" y="67767"/>
                </a:moveTo>
                <a:lnTo>
                  <a:pt x="73977" y="0"/>
                </a:lnTo>
                <a:lnTo>
                  <a:pt x="0" y="67767"/>
                </a:lnTo>
                <a:lnTo>
                  <a:pt x="73977" y="67767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2" name="object 1052"/>
          <p:cNvSpPr/>
          <p:nvPr/>
        </p:nvSpPr>
        <p:spPr>
          <a:xfrm>
            <a:off x="7911515" y="438800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77" y="0"/>
                </a:moveTo>
                <a:lnTo>
                  <a:pt x="0" y="0"/>
                </a:lnTo>
                <a:lnTo>
                  <a:pt x="0" y="67767"/>
                </a:lnTo>
                <a:lnTo>
                  <a:pt x="73977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3" name="object 1053"/>
          <p:cNvSpPr/>
          <p:nvPr/>
        </p:nvSpPr>
        <p:spPr>
          <a:xfrm>
            <a:off x="7911515" y="4320857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44"/>
                </a:moveTo>
                <a:lnTo>
                  <a:pt x="73977" y="0"/>
                </a:lnTo>
                <a:lnTo>
                  <a:pt x="0" y="67144"/>
                </a:lnTo>
                <a:lnTo>
                  <a:pt x="73977" y="6714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4" name="object 1054"/>
          <p:cNvSpPr/>
          <p:nvPr/>
        </p:nvSpPr>
        <p:spPr>
          <a:xfrm>
            <a:off x="7911515" y="4320857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5" name="object 1055"/>
          <p:cNvSpPr/>
          <p:nvPr/>
        </p:nvSpPr>
        <p:spPr>
          <a:xfrm>
            <a:off x="7911515" y="4253712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44"/>
                </a:moveTo>
                <a:lnTo>
                  <a:pt x="73977" y="0"/>
                </a:lnTo>
                <a:lnTo>
                  <a:pt x="0" y="67144"/>
                </a:lnTo>
                <a:lnTo>
                  <a:pt x="73977" y="6714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6" name="object 1056"/>
          <p:cNvSpPr/>
          <p:nvPr/>
        </p:nvSpPr>
        <p:spPr>
          <a:xfrm>
            <a:off x="7911515" y="4253712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7" name="object 1057"/>
          <p:cNvSpPr/>
          <p:nvPr/>
        </p:nvSpPr>
        <p:spPr>
          <a:xfrm>
            <a:off x="7911515" y="4118800"/>
            <a:ext cx="73977" cy="134912"/>
          </a:xfrm>
          <a:prstGeom prst="rect">
            <a:avLst/>
          </a:prstGeom>
          <a:blipFill>
            <a:blip r:embed="rId8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8" name="object 1058"/>
          <p:cNvSpPr/>
          <p:nvPr/>
        </p:nvSpPr>
        <p:spPr>
          <a:xfrm>
            <a:off x="7911515" y="4118800"/>
            <a:ext cx="73977" cy="67142"/>
          </a:xfrm>
          <a:prstGeom prst="rect">
            <a:avLst/>
          </a:prstGeom>
          <a:blipFill>
            <a:blip r:embed="rId8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9" name="object 1059"/>
          <p:cNvSpPr/>
          <p:nvPr/>
        </p:nvSpPr>
        <p:spPr>
          <a:xfrm>
            <a:off x="7911515" y="3984502"/>
            <a:ext cx="73977" cy="134297"/>
          </a:xfrm>
          <a:prstGeom prst="rect">
            <a:avLst/>
          </a:prstGeom>
          <a:blipFill>
            <a:blip r:embed="rId8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0" name="object 1060"/>
          <p:cNvSpPr/>
          <p:nvPr/>
        </p:nvSpPr>
        <p:spPr>
          <a:xfrm>
            <a:off x="7911515" y="3916734"/>
            <a:ext cx="73977" cy="134914"/>
          </a:xfrm>
          <a:prstGeom prst="rect">
            <a:avLst/>
          </a:prstGeom>
          <a:blipFill>
            <a:blip r:embed="rId8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1" name="object 1061"/>
          <p:cNvSpPr/>
          <p:nvPr/>
        </p:nvSpPr>
        <p:spPr>
          <a:xfrm>
            <a:off x="7911515" y="3849588"/>
            <a:ext cx="73977" cy="134909"/>
          </a:xfrm>
          <a:prstGeom prst="rect">
            <a:avLst/>
          </a:prstGeom>
          <a:blipFill>
            <a:blip r:embed="rId8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2" name="object 1062"/>
          <p:cNvSpPr/>
          <p:nvPr/>
        </p:nvSpPr>
        <p:spPr>
          <a:xfrm>
            <a:off x="7911515" y="3782440"/>
            <a:ext cx="73977" cy="134289"/>
          </a:xfrm>
          <a:prstGeom prst="rect">
            <a:avLst/>
          </a:prstGeom>
          <a:blipFill>
            <a:blip r:embed="rId8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3" name="object 1063"/>
          <p:cNvSpPr/>
          <p:nvPr/>
        </p:nvSpPr>
        <p:spPr>
          <a:xfrm>
            <a:off x="7911515" y="3714673"/>
            <a:ext cx="73977" cy="134912"/>
          </a:xfrm>
          <a:prstGeom prst="rect">
            <a:avLst/>
          </a:prstGeom>
          <a:blipFill>
            <a:blip r:embed="rId8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4" name="object 1064"/>
          <p:cNvSpPr/>
          <p:nvPr/>
        </p:nvSpPr>
        <p:spPr>
          <a:xfrm>
            <a:off x="7911515" y="3647528"/>
            <a:ext cx="73977" cy="134912"/>
          </a:xfrm>
          <a:prstGeom prst="rect">
            <a:avLst/>
          </a:prstGeom>
          <a:blipFill>
            <a:blip r:embed="rId8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5" name="object 1065"/>
          <p:cNvSpPr/>
          <p:nvPr/>
        </p:nvSpPr>
        <p:spPr>
          <a:xfrm>
            <a:off x="7911515" y="3647528"/>
            <a:ext cx="73977" cy="67143"/>
          </a:xfrm>
          <a:prstGeom prst="rect">
            <a:avLst/>
          </a:prstGeom>
          <a:blipFill>
            <a:blip r:embed="rId8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6" name="object 1066"/>
          <p:cNvSpPr/>
          <p:nvPr/>
        </p:nvSpPr>
        <p:spPr>
          <a:xfrm>
            <a:off x="7985499" y="6138798"/>
            <a:ext cx="74606" cy="134909"/>
          </a:xfrm>
          <a:prstGeom prst="rect">
            <a:avLst/>
          </a:prstGeom>
          <a:blipFill>
            <a:blip r:embed="rId8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7" name="object 1067"/>
          <p:cNvSpPr/>
          <p:nvPr/>
        </p:nvSpPr>
        <p:spPr>
          <a:xfrm>
            <a:off x="7985499" y="6071647"/>
            <a:ext cx="74606" cy="134915"/>
          </a:xfrm>
          <a:prstGeom prst="rect">
            <a:avLst/>
          </a:prstGeom>
          <a:blipFill>
            <a:blip r:embed="rId8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8" name="object 1068"/>
          <p:cNvSpPr/>
          <p:nvPr/>
        </p:nvSpPr>
        <p:spPr>
          <a:xfrm>
            <a:off x="7985499" y="6004500"/>
            <a:ext cx="74606" cy="134293"/>
          </a:xfrm>
          <a:prstGeom prst="rect">
            <a:avLst/>
          </a:prstGeom>
          <a:blipFill>
            <a:blip r:embed="rId8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9" name="object 1069"/>
          <p:cNvSpPr/>
          <p:nvPr/>
        </p:nvSpPr>
        <p:spPr>
          <a:xfrm>
            <a:off x="7985499" y="5936732"/>
            <a:ext cx="74606" cy="134908"/>
          </a:xfrm>
          <a:prstGeom prst="rect">
            <a:avLst/>
          </a:prstGeom>
          <a:blipFill>
            <a:blip r:embed="rId8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0" name="object 1070"/>
          <p:cNvSpPr/>
          <p:nvPr/>
        </p:nvSpPr>
        <p:spPr>
          <a:xfrm>
            <a:off x="7985499" y="5869585"/>
            <a:ext cx="74606" cy="134910"/>
          </a:xfrm>
          <a:prstGeom prst="rect">
            <a:avLst/>
          </a:prstGeom>
          <a:blipFill>
            <a:blip r:embed="rId8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1" name="object 1071"/>
          <p:cNvSpPr/>
          <p:nvPr/>
        </p:nvSpPr>
        <p:spPr>
          <a:xfrm>
            <a:off x="7985499" y="5802439"/>
            <a:ext cx="74606" cy="134289"/>
          </a:xfrm>
          <a:prstGeom prst="rect">
            <a:avLst/>
          </a:prstGeom>
          <a:blipFill>
            <a:blip r:embed="rId8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2" name="object 1072"/>
          <p:cNvSpPr/>
          <p:nvPr/>
        </p:nvSpPr>
        <p:spPr>
          <a:xfrm>
            <a:off x="7985499" y="5735294"/>
            <a:ext cx="74606" cy="134289"/>
          </a:xfrm>
          <a:prstGeom prst="rect">
            <a:avLst/>
          </a:prstGeom>
          <a:blipFill>
            <a:blip r:embed="rId8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3" name="object 1073"/>
          <p:cNvSpPr/>
          <p:nvPr/>
        </p:nvSpPr>
        <p:spPr>
          <a:xfrm>
            <a:off x="7985499" y="5667527"/>
            <a:ext cx="74606" cy="134910"/>
          </a:xfrm>
          <a:prstGeom prst="rect">
            <a:avLst/>
          </a:prstGeom>
          <a:blipFill>
            <a:blip r:embed="rId8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4" name="object 1074"/>
          <p:cNvSpPr/>
          <p:nvPr/>
        </p:nvSpPr>
        <p:spPr>
          <a:xfrm>
            <a:off x="7985499" y="5600382"/>
            <a:ext cx="74606" cy="134909"/>
          </a:xfrm>
          <a:prstGeom prst="rect">
            <a:avLst/>
          </a:prstGeom>
          <a:blipFill>
            <a:blip r:embed="rId8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5" name="object 1075"/>
          <p:cNvSpPr/>
          <p:nvPr/>
        </p:nvSpPr>
        <p:spPr>
          <a:xfrm>
            <a:off x="7985499" y="5533230"/>
            <a:ext cx="74606" cy="134293"/>
          </a:xfrm>
          <a:prstGeom prst="rect">
            <a:avLst/>
          </a:prstGeom>
          <a:blipFill>
            <a:blip r:embed="rId8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6" name="object 1076"/>
          <p:cNvSpPr/>
          <p:nvPr/>
        </p:nvSpPr>
        <p:spPr>
          <a:xfrm>
            <a:off x="7985499" y="5465461"/>
            <a:ext cx="74606" cy="134914"/>
          </a:xfrm>
          <a:prstGeom prst="rect">
            <a:avLst/>
          </a:prstGeom>
          <a:blipFill>
            <a:blip r:embed="rId8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7" name="object 1077"/>
          <p:cNvSpPr/>
          <p:nvPr/>
        </p:nvSpPr>
        <p:spPr>
          <a:xfrm>
            <a:off x="7985499" y="5398315"/>
            <a:ext cx="74606" cy="134909"/>
          </a:xfrm>
          <a:prstGeom prst="rect">
            <a:avLst/>
          </a:prstGeom>
          <a:blipFill>
            <a:blip r:embed="rId8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8" name="object 1078"/>
          <p:cNvSpPr/>
          <p:nvPr/>
        </p:nvSpPr>
        <p:spPr>
          <a:xfrm>
            <a:off x="7985499" y="5331168"/>
            <a:ext cx="74606" cy="134289"/>
          </a:xfrm>
          <a:prstGeom prst="rect">
            <a:avLst/>
          </a:prstGeom>
          <a:blipFill>
            <a:blip r:embed="rId8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9" name="object 1079"/>
          <p:cNvSpPr/>
          <p:nvPr/>
        </p:nvSpPr>
        <p:spPr>
          <a:xfrm>
            <a:off x="7985499" y="5263400"/>
            <a:ext cx="74606" cy="134912"/>
          </a:xfrm>
          <a:prstGeom prst="rect">
            <a:avLst/>
          </a:prstGeom>
          <a:blipFill>
            <a:blip r:embed="rId8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0" name="object 1080"/>
          <p:cNvSpPr/>
          <p:nvPr/>
        </p:nvSpPr>
        <p:spPr>
          <a:xfrm>
            <a:off x="7985499" y="5196255"/>
            <a:ext cx="74606" cy="134912"/>
          </a:xfrm>
          <a:prstGeom prst="rect">
            <a:avLst/>
          </a:prstGeom>
          <a:blipFill>
            <a:blip r:embed="rId8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1" name="object 1081"/>
          <p:cNvSpPr/>
          <p:nvPr/>
        </p:nvSpPr>
        <p:spPr>
          <a:xfrm>
            <a:off x="7985499" y="5129110"/>
            <a:ext cx="74606" cy="134288"/>
          </a:xfrm>
          <a:prstGeom prst="rect">
            <a:avLst/>
          </a:prstGeom>
          <a:blipFill>
            <a:blip r:embed="rId8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2" name="object 1082"/>
          <p:cNvSpPr/>
          <p:nvPr/>
        </p:nvSpPr>
        <p:spPr>
          <a:xfrm>
            <a:off x="7985499" y="5061343"/>
            <a:ext cx="74606" cy="134909"/>
          </a:xfrm>
          <a:prstGeom prst="rect">
            <a:avLst/>
          </a:prstGeom>
          <a:blipFill>
            <a:blip r:embed="rId7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3" name="object 1083"/>
          <p:cNvSpPr/>
          <p:nvPr/>
        </p:nvSpPr>
        <p:spPr>
          <a:xfrm>
            <a:off x="7985499" y="4994191"/>
            <a:ext cx="74606" cy="134914"/>
          </a:xfrm>
          <a:prstGeom prst="rect">
            <a:avLst/>
          </a:prstGeom>
          <a:blipFill>
            <a:blip r:embed="rId8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4" name="object 1084"/>
          <p:cNvSpPr/>
          <p:nvPr/>
        </p:nvSpPr>
        <p:spPr>
          <a:xfrm>
            <a:off x="7985499" y="4927044"/>
            <a:ext cx="74606" cy="134292"/>
          </a:xfrm>
          <a:prstGeom prst="rect">
            <a:avLst/>
          </a:prstGeom>
          <a:blipFill>
            <a:blip r:embed="rId8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5" name="object 1085"/>
          <p:cNvSpPr/>
          <p:nvPr/>
        </p:nvSpPr>
        <p:spPr>
          <a:xfrm>
            <a:off x="7985499" y="4859897"/>
            <a:ext cx="74606" cy="134288"/>
          </a:xfrm>
          <a:prstGeom prst="rect">
            <a:avLst/>
          </a:prstGeom>
          <a:blipFill>
            <a:blip r:embed="rId8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6" name="object 1086"/>
          <p:cNvSpPr/>
          <p:nvPr/>
        </p:nvSpPr>
        <p:spPr>
          <a:xfrm>
            <a:off x="7985499" y="4792129"/>
            <a:ext cx="74606" cy="134912"/>
          </a:xfrm>
          <a:prstGeom prst="rect">
            <a:avLst/>
          </a:prstGeom>
          <a:blipFill>
            <a:blip r:embed="rId8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7" name="object 1087"/>
          <p:cNvSpPr/>
          <p:nvPr/>
        </p:nvSpPr>
        <p:spPr>
          <a:xfrm>
            <a:off x="7985499" y="4792129"/>
            <a:ext cx="74606" cy="67767"/>
          </a:xfrm>
          <a:prstGeom prst="rect">
            <a:avLst/>
          </a:prstGeom>
          <a:blipFill>
            <a:blip r:embed="rId8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8" name="object 1088"/>
          <p:cNvSpPr/>
          <p:nvPr/>
        </p:nvSpPr>
        <p:spPr>
          <a:xfrm>
            <a:off x="7985493" y="4724984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44"/>
                </a:moveTo>
                <a:lnTo>
                  <a:pt x="74612" y="0"/>
                </a:lnTo>
                <a:lnTo>
                  <a:pt x="0" y="67144"/>
                </a:lnTo>
                <a:lnTo>
                  <a:pt x="74612" y="67144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9" name="object 1089"/>
          <p:cNvSpPr/>
          <p:nvPr/>
        </p:nvSpPr>
        <p:spPr>
          <a:xfrm>
            <a:off x="7985493" y="4724984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0" name="object 1090"/>
          <p:cNvSpPr/>
          <p:nvPr/>
        </p:nvSpPr>
        <p:spPr>
          <a:xfrm>
            <a:off x="7985493" y="4590072"/>
            <a:ext cx="74612" cy="134912"/>
          </a:xfrm>
          <a:prstGeom prst="rect">
            <a:avLst/>
          </a:prstGeom>
          <a:blipFill>
            <a:blip r:embed="rId8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1" name="object 1091"/>
          <p:cNvSpPr/>
          <p:nvPr/>
        </p:nvSpPr>
        <p:spPr>
          <a:xfrm>
            <a:off x="7985493" y="4590072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612" y="0"/>
                </a:moveTo>
                <a:lnTo>
                  <a:pt x="0" y="0"/>
                </a:lnTo>
                <a:lnTo>
                  <a:pt x="0" y="67767"/>
                </a:lnTo>
                <a:lnTo>
                  <a:pt x="74612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2" name="object 1092"/>
          <p:cNvSpPr/>
          <p:nvPr/>
        </p:nvSpPr>
        <p:spPr>
          <a:xfrm>
            <a:off x="7985493" y="4522914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57"/>
                </a:moveTo>
                <a:lnTo>
                  <a:pt x="74612" y="0"/>
                </a:lnTo>
                <a:lnTo>
                  <a:pt x="0" y="67157"/>
                </a:lnTo>
                <a:lnTo>
                  <a:pt x="74612" y="67157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3" name="object 1093"/>
          <p:cNvSpPr/>
          <p:nvPr/>
        </p:nvSpPr>
        <p:spPr>
          <a:xfrm>
            <a:off x="7985493" y="4522914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57"/>
                </a:lnTo>
                <a:lnTo>
                  <a:pt x="74612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4" name="object 1094"/>
          <p:cNvSpPr/>
          <p:nvPr/>
        </p:nvSpPr>
        <p:spPr>
          <a:xfrm>
            <a:off x="7985493" y="4455769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44"/>
                </a:moveTo>
                <a:lnTo>
                  <a:pt x="74612" y="0"/>
                </a:lnTo>
                <a:lnTo>
                  <a:pt x="0" y="67144"/>
                </a:lnTo>
                <a:lnTo>
                  <a:pt x="74612" y="6714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5" name="object 1095"/>
          <p:cNvSpPr/>
          <p:nvPr/>
        </p:nvSpPr>
        <p:spPr>
          <a:xfrm>
            <a:off x="7985493" y="4455769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6" name="object 1096"/>
          <p:cNvSpPr/>
          <p:nvPr/>
        </p:nvSpPr>
        <p:spPr>
          <a:xfrm>
            <a:off x="7985493" y="4388002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612" y="67767"/>
                </a:moveTo>
                <a:lnTo>
                  <a:pt x="74612" y="0"/>
                </a:lnTo>
                <a:lnTo>
                  <a:pt x="0" y="67767"/>
                </a:lnTo>
                <a:lnTo>
                  <a:pt x="74612" y="67767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7" name="object 1097"/>
          <p:cNvSpPr/>
          <p:nvPr/>
        </p:nvSpPr>
        <p:spPr>
          <a:xfrm>
            <a:off x="7985493" y="4388002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612" y="0"/>
                </a:moveTo>
                <a:lnTo>
                  <a:pt x="0" y="0"/>
                </a:lnTo>
                <a:lnTo>
                  <a:pt x="0" y="67767"/>
                </a:lnTo>
                <a:lnTo>
                  <a:pt x="74612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8" name="object 1098"/>
          <p:cNvSpPr/>
          <p:nvPr/>
        </p:nvSpPr>
        <p:spPr>
          <a:xfrm>
            <a:off x="7985493" y="4320857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44"/>
                </a:moveTo>
                <a:lnTo>
                  <a:pt x="74612" y="0"/>
                </a:lnTo>
                <a:lnTo>
                  <a:pt x="0" y="67144"/>
                </a:lnTo>
                <a:lnTo>
                  <a:pt x="74612" y="6714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9" name="object 1099"/>
          <p:cNvSpPr/>
          <p:nvPr/>
        </p:nvSpPr>
        <p:spPr>
          <a:xfrm>
            <a:off x="7985493" y="4320857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0" name="object 1100"/>
          <p:cNvSpPr/>
          <p:nvPr/>
        </p:nvSpPr>
        <p:spPr>
          <a:xfrm>
            <a:off x="7985499" y="4185945"/>
            <a:ext cx="74606" cy="134912"/>
          </a:xfrm>
          <a:prstGeom prst="rect">
            <a:avLst/>
          </a:prstGeom>
          <a:blipFill>
            <a:blip r:embed="rId8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1" name="object 1101"/>
          <p:cNvSpPr/>
          <p:nvPr/>
        </p:nvSpPr>
        <p:spPr>
          <a:xfrm>
            <a:off x="7985499" y="4118800"/>
            <a:ext cx="74606" cy="134912"/>
          </a:xfrm>
          <a:prstGeom prst="rect">
            <a:avLst/>
          </a:prstGeom>
          <a:blipFill>
            <a:blip r:embed="rId8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2" name="object 1102"/>
          <p:cNvSpPr/>
          <p:nvPr/>
        </p:nvSpPr>
        <p:spPr>
          <a:xfrm>
            <a:off x="7985499" y="4118800"/>
            <a:ext cx="74606" cy="67142"/>
          </a:xfrm>
          <a:prstGeom prst="rect">
            <a:avLst/>
          </a:prstGeom>
          <a:blipFill>
            <a:blip r:embed="rId8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3" name="object 1103"/>
          <p:cNvSpPr/>
          <p:nvPr/>
        </p:nvSpPr>
        <p:spPr>
          <a:xfrm>
            <a:off x="7985493" y="4051655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44"/>
                </a:moveTo>
                <a:lnTo>
                  <a:pt x="74612" y="0"/>
                </a:lnTo>
                <a:lnTo>
                  <a:pt x="0" y="67144"/>
                </a:lnTo>
                <a:lnTo>
                  <a:pt x="74612" y="67144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4" name="object 1104"/>
          <p:cNvSpPr/>
          <p:nvPr/>
        </p:nvSpPr>
        <p:spPr>
          <a:xfrm>
            <a:off x="7985493" y="4051655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5" name="object 1105"/>
          <p:cNvSpPr/>
          <p:nvPr/>
        </p:nvSpPr>
        <p:spPr>
          <a:xfrm>
            <a:off x="7985499" y="3916734"/>
            <a:ext cx="74606" cy="134914"/>
          </a:xfrm>
          <a:prstGeom prst="rect">
            <a:avLst/>
          </a:prstGeom>
          <a:blipFill>
            <a:blip r:embed="rId8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6" name="object 1106"/>
          <p:cNvSpPr/>
          <p:nvPr/>
        </p:nvSpPr>
        <p:spPr>
          <a:xfrm>
            <a:off x="7985499" y="3849588"/>
            <a:ext cx="74606" cy="134909"/>
          </a:xfrm>
          <a:prstGeom prst="rect">
            <a:avLst/>
          </a:prstGeom>
          <a:blipFill>
            <a:blip r:embed="rId8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7" name="object 1107"/>
          <p:cNvSpPr/>
          <p:nvPr/>
        </p:nvSpPr>
        <p:spPr>
          <a:xfrm>
            <a:off x="7985499" y="3782440"/>
            <a:ext cx="74606" cy="134289"/>
          </a:xfrm>
          <a:prstGeom prst="rect">
            <a:avLst/>
          </a:prstGeom>
          <a:blipFill>
            <a:blip r:embed="rId8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8" name="object 1108"/>
          <p:cNvSpPr/>
          <p:nvPr/>
        </p:nvSpPr>
        <p:spPr>
          <a:xfrm>
            <a:off x="7985499" y="3714673"/>
            <a:ext cx="74606" cy="134912"/>
          </a:xfrm>
          <a:prstGeom prst="rect">
            <a:avLst/>
          </a:prstGeom>
          <a:blipFill>
            <a:blip r:embed="rId8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9" name="object 1109"/>
          <p:cNvSpPr/>
          <p:nvPr/>
        </p:nvSpPr>
        <p:spPr>
          <a:xfrm>
            <a:off x="7985499" y="3647528"/>
            <a:ext cx="74606" cy="134912"/>
          </a:xfrm>
          <a:prstGeom prst="rect">
            <a:avLst/>
          </a:prstGeom>
          <a:blipFill>
            <a:blip r:embed="rId8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0" name="object 1110"/>
          <p:cNvSpPr/>
          <p:nvPr/>
        </p:nvSpPr>
        <p:spPr>
          <a:xfrm>
            <a:off x="7985499" y="3647528"/>
            <a:ext cx="74606" cy="67143"/>
          </a:xfrm>
          <a:prstGeom prst="rect">
            <a:avLst/>
          </a:prstGeom>
          <a:blipFill>
            <a:blip r:embed="rId8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1" name="object 1111"/>
          <p:cNvSpPr/>
          <p:nvPr/>
        </p:nvSpPr>
        <p:spPr>
          <a:xfrm>
            <a:off x="8060107" y="6138798"/>
            <a:ext cx="73988" cy="134909"/>
          </a:xfrm>
          <a:prstGeom prst="rect">
            <a:avLst/>
          </a:prstGeom>
          <a:blipFill>
            <a:blip r:embed="rId8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2" name="object 1112"/>
          <p:cNvSpPr/>
          <p:nvPr/>
        </p:nvSpPr>
        <p:spPr>
          <a:xfrm>
            <a:off x="8060107" y="6071647"/>
            <a:ext cx="73988" cy="134915"/>
          </a:xfrm>
          <a:prstGeom prst="rect">
            <a:avLst/>
          </a:prstGeom>
          <a:blipFill>
            <a:blip r:embed="rId8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3" name="object 1113"/>
          <p:cNvSpPr/>
          <p:nvPr/>
        </p:nvSpPr>
        <p:spPr>
          <a:xfrm>
            <a:off x="8060107" y="6004500"/>
            <a:ext cx="73988" cy="134293"/>
          </a:xfrm>
          <a:prstGeom prst="rect">
            <a:avLst/>
          </a:prstGeom>
          <a:blipFill>
            <a:blip r:embed="rId8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4" name="object 1114"/>
          <p:cNvSpPr/>
          <p:nvPr/>
        </p:nvSpPr>
        <p:spPr>
          <a:xfrm>
            <a:off x="8060107" y="5936732"/>
            <a:ext cx="73988" cy="134908"/>
          </a:xfrm>
          <a:prstGeom prst="rect">
            <a:avLst/>
          </a:prstGeom>
          <a:blipFill>
            <a:blip r:embed="rId8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5" name="object 1115"/>
          <p:cNvSpPr/>
          <p:nvPr/>
        </p:nvSpPr>
        <p:spPr>
          <a:xfrm>
            <a:off x="8060107" y="5869585"/>
            <a:ext cx="73988" cy="134910"/>
          </a:xfrm>
          <a:prstGeom prst="rect">
            <a:avLst/>
          </a:prstGeom>
          <a:blipFill>
            <a:blip r:embed="rId8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6" name="object 1116"/>
          <p:cNvSpPr/>
          <p:nvPr/>
        </p:nvSpPr>
        <p:spPr>
          <a:xfrm>
            <a:off x="8060107" y="5802439"/>
            <a:ext cx="73988" cy="134289"/>
          </a:xfrm>
          <a:prstGeom prst="rect">
            <a:avLst/>
          </a:prstGeom>
          <a:blipFill>
            <a:blip r:embed="rId8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7" name="object 1117"/>
          <p:cNvSpPr/>
          <p:nvPr/>
        </p:nvSpPr>
        <p:spPr>
          <a:xfrm>
            <a:off x="8060107" y="5735294"/>
            <a:ext cx="73988" cy="134289"/>
          </a:xfrm>
          <a:prstGeom prst="rect">
            <a:avLst/>
          </a:prstGeom>
          <a:blipFill>
            <a:blip r:embed="rId8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8" name="object 1118"/>
          <p:cNvSpPr/>
          <p:nvPr/>
        </p:nvSpPr>
        <p:spPr>
          <a:xfrm>
            <a:off x="8060107" y="5667527"/>
            <a:ext cx="73988" cy="134910"/>
          </a:xfrm>
          <a:prstGeom prst="rect">
            <a:avLst/>
          </a:prstGeom>
          <a:blipFill>
            <a:blip r:embed="rId8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9" name="object 1119"/>
          <p:cNvSpPr/>
          <p:nvPr/>
        </p:nvSpPr>
        <p:spPr>
          <a:xfrm>
            <a:off x="8060107" y="5600382"/>
            <a:ext cx="73988" cy="134909"/>
          </a:xfrm>
          <a:prstGeom prst="rect">
            <a:avLst/>
          </a:prstGeom>
          <a:blipFill>
            <a:blip r:embed="rId7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0" name="object 1120"/>
          <p:cNvSpPr/>
          <p:nvPr/>
        </p:nvSpPr>
        <p:spPr>
          <a:xfrm>
            <a:off x="8060107" y="5533230"/>
            <a:ext cx="73988" cy="134293"/>
          </a:xfrm>
          <a:prstGeom prst="rect">
            <a:avLst/>
          </a:prstGeom>
          <a:blipFill>
            <a:blip r:embed="rId8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1" name="object 1121"/>
          <p:cNvSpPr/>
          <p:nvPr/>
        </p:nvSpPr>
        <p:spPr>
          <a:xfrm>
            <a:off x="8060107" y="5465461"/>
            <a:ext cx="73988" cy="134914"/>
          </a:xfrm>
          <a:prstGeom prst="rect">
            <a:avLst/>
          </a:prstGeom>
          <a:blipFill>
            <a:blip r:embed="rId8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2" name="object 1122"/>
          <p:cNvSpPr/>
          <p:nvPr/>
        </p:nvSpPr>
        <p:spPr>
          <a:xfrm>
            <a:off x="8060107" y="5398315"/>
            <a:ext cx="73988" cy="134909"/>
          </a:xfrm>
          <a:prstGeom prst="rect">
            <a:avLst/>
          </a:prstGeom>
          <a:blipFill>
            <a:blip r:embed="rId8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3" name="object 1123"/>
          <p:cNvSpPr/>
          <p:nvPr/>
        </p:nvSpPr>
        <p:spPr>
          <a:xfrm>
            <a:off x="8060107" y="5331168"/>
            <a:ext cx="73988" cy="134289"/>
          </a:xfrm>
          <a:prstGeom prst="rect">
            <a:avLst/>
          </a:prstGeom>
          <a:blipFill>
            <a:blip r:embed="rId8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4" name="object 1124"/>
          <p:cNvSpPr/>
          <p:nvPr/>
        </p:nvSpPr>
        <p:spPr>
          <a:xfrm>
            <a:off x="8060107" y="5263400"/>
            <a:ext cx="73988" cy="134912"/>
          </a:xfrm>
          <a:prstGeom prst="rect">
            <a:avLst/>
          </a:prstGeom>
          <a:blipFill>
            <a:blip r:embed="rId8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5" name="object 1125"/>
          <p:cNvSpPr/>
          <p:nvPr/>
        </p:nvSpPr>
        <p:spPr>
          <a:xfrm>
            <a:off x="8060107" y="5196255"/>
            <a:ext cx="73988" cy="134912"/>
          </a:xfrm>
          <a:prstGeom prst="rect">
            <a:avLst/>
          </a:prstGeom>
          <a:blipFill>
            <a:blip r:embed="rId8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6" name="object 1126"/>
          <p:cNvSpPr/>
          <p:nvPr/>
        </p:nvSpPr>
        <p:spPr>
          <a:xfrm>
            <a:off x="8060107" y="5129110"/>
            <a:ext cx="73988" cy="134288"/>
          </a:xfrm>
          <a:prstGeom prst="rect">
            <a:avLst/>
          </a:prstGeom>
          <a:blipFill>
            <a:blip r:embed="rId8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7" name="object 1127"/>
          <p:cNvSpPr/>
          <p:nvPr/>
        </p:nvSpPr>
        <p:spPr>
          <a:xfrm>
            <a:off x="8060107" y="5061343"/>
            <a:ext cx="73988" cy="134909"/>
          </a:xfrm>
          <a:prstGeom prst="rect">
            <a:avLst/>
          </a:prstGeom>
          <a:blipFill>
            <a:blip r:embed="rId8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8" name="object 1128"/>
          <p:cNvSpPr/>
          <p:nvPr/>
        </p:nvSpPr>
        <p:spPr>
          <a:xfrm>
            <a:off x="8060107" y="5061343"/>
            <a:ext cx="73985" cy="67762"/>
          </a:xfrm>
          <a:prstGeom prst="rect">
            <a:avLst/>
          </a:prstGeom>
          <a:blipFill>
            <a:blip r:embed="rId8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9" name="object 1129"/>
          <p:cNvSpPr/>
          <p:nvPr/>
        </p:nvSpPr>
        <p:spPr>
          <a:xfrm>
            <a:off x="8060105" y="499418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57"/>
                </a:moveTo>
                <a:lnTo>
                  <a:pt x="73990" y="0"/>
                </a:lnTo>
                <a:lnTo>
                  <a:pt x="0" y="67157"/>
                </a:lnTo>
                <a:lnTo>
                  <a:pt x="73990" y="67157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0" name="object 1130"/>
          <p:cNvSpPr/>
          <p:nvPr/>
        </p:nvSpPr>
        <p:spPr>
          <a:xfrm>
            <a:off x="8060105" y="499418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57"/>
                </a:lnTo>
                <a:lnTo>
                  <a:pt x="73990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1" name="object 1131"/>
          <p:cNvSpPr/>
          <p:nvPr/>
        </p:nvSpPr>
        <p:spPr>
          <a:xfrm>
            <a:off x="8060107" y="4927041"/>
            <a:ext cx="73988" cy="67144"/>
          </a:xfrm>
          <a:prstGeom prst="rect">
            <a:avLst/>
          </a:prstGeom>
          <a:blipFill>
            <a:blip r:embed="rId8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2" name="object 1132"/>
          <p:cNvSpPr/>
          <p:nvPr/>
        </p:nvSpPr>
        <p:spPr>
          <a:xfrm>
            <a:off x="8060105" y="485989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3" name="object 1133"/>
          <p:cNvSpPr/>
          <p:nvPr/>
        </p:nvSpPr>
        <p:spPr>
          <a:xfrm>
            <a:off x="8060105" y="485989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4" name="object 1134"/>
          <p:cNvSpPr/>
          <p:nvPr/>
        </p:nvSpPr>
        <p:spPr>
          <a:xfrm>
            <a:off x="8060105" y="4724984"/>
            <a:ext cx="73990" cy="134912"/>
          </a:xfrm>
          <a:prstGeom prst="rect">
            <a:avLst/>
          </a:prstGeom>
          <a:blipFill>
            <a:blip r:embed="rId8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5" name="object 1135"/>
          <p:cNvSpPr/>
          <p:nvPr/>
        </p:nvSpPr>
        <p:spPr>
          <a:xfrm>
            <a:off x="8060105" y="472498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6" name="object 1136"/>
          <p:cNvSpPr/>
          <p:nvPr/>
        </p:nvSpPr>
        <p:spPr>
          <a:xfrm>
            <a:off x="8060105" y="465783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7" name="object 1137"/>
          <p:cNvSpPr/>
          <p:nvPr/>
        </p:nvSpPr>
        <p:spPr>
          <a:xfrm>
            <a:off x="8060105" y="465783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8" name="object 1138"/>
          <p:cNvSpPr/>
          <p:nvPr/>
        </p:nvSpPr>
        <p:spPr>
          <a:xfrm>
            <a:off x="8060105" y="4522920"/>
            <a:ext cx="73990" cy="134918"/>
          </a:xfrm>
          <a:prstGeom prst="rect">
            <a:avLst/>
          </a:prstGeom>
          <a:blipFill>
            <a:blip r:embed="rId8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9" name="object 1139"/>
          <p:cNvSpPr/>
          <p:nvPr/>
        </p:nvSpPr>
        <p:spPr>
          <a:xfrm>
            <a:off x="8060105" y="452291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57"/>
                </a:lnTo>
                <a:lnTo>
                  <a:pt x="7399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0" name="object 1140"/>
          <p:cNvSpPr/>
          <p:nvPr/>
        </p:nvSpPr>
        <p:spPr>
          <a:xfrm>
            <a:off x="8060105" y="445576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1" name="object 1141"/>
          <p:cNvSpPr/>
          <p:nvPr/>
        </p:nvSpPr>
        <p:spPr>
          <a:xfrm>
            <a:off x="8060105" y="445576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2" name="object 1142"/>
          <p:cNvSpPr/>
          <p:nvPr/>
        </p:nvSpPr>
        <p:spPr>
          <a:xfrm>
            <a:off x="8060105" y="438800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3" name="object 1143"/>
          <p:cNvSpPr/>
          <p:nvPr/>
        </p:nvSpPr>
        <p:spPr>
          <a:xfrm>
            <a:off x="8060105" y="438800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4" name="object 1144"/>
          <p:cNvSpPr/>
          <p:nvPr/>
        </p:nvSpPr>
        <p:spPr>
          <a:xfrm>
            <a:off x="8060107" y="4253712"/>
            <a:ext cx="73988" cy="134289"/>
          </a:xfrm>
          <a:prstGeom prst="rect">
            <a:avLst/>
          </a:prstGeom>
          <a:blipFill>
            <a:blip r:embed="rId9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5" name="object 1145"/>
          <p:cNvSpPr/>
          <p:nvPr/>
        </p:nvSpPr>
        <p:spPr>
          <a:xfrm>
            <a:off x="8060107" y="4253712"/>
            <a:ext cx="73985" cy="67144"/>
          </a:xfrm>
          <a:prstGeom prst="rect">
            <a:avLst/>
          </a:prstGeom>
          <a:blipFill>
            <a:blip r:embed="rId9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6" name="object 1146"/>
          <p:cNvSpPr/>
          <p:nvPr/>
        </p:nvSpPr>
        <p:spPr>
          <a:xfrm>
            <a:off x="8060105" y="4185945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7" name="object 1147"/>
          <p:cNvSpPr/>
          <p:nvPr/>
        </p:nvSpPr>
        <p:spPr>
          <a:xfrm>
            <a:off x="8060105" y="4185945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8" name="object 1148"/>
          <p:cNvSpPr/>
          <p:nvPr/>
        </p:nvSpPr>
        <p:spPr>
          <a:xfrm>
            <a:off x="8060107" y="4051655"/>
            <a:ext cx="73988" cy="134287"/>
          </a:xfrm>
          <a:prstGeom prst="rect">
            <a:avLst/>
          </a:prstGeom>
          <a:blipFill>
            <a:blip r:embed="rId9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9" name="object 1149"/>
          <p:cNvSpPr/>
          <p:nvPr/>
        </p:nvSpPr>
        <p:spPr>
          <a:xfrm>
            <a:off x="8060107" y="3984502"/>
            <a:ext cx="73988" cy="134293"/>
          </a:xfrm>
          <a:prstGeom prst="rect">
            <a:avLst/>
          </a:prstGeom>
          <a:blipFill>
            <a:blip r:embed="rId9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0" name="object 1150"/>
          <p:cNvSpPr/>
          <p:nvPr/>
        </p:nvSpPr>
        <p:spPr>
          <a:xfrm>
            <a:off x="8060107" y="3916734"/>
            <a:ext cx="73988" cy="134914"/>
          </a:xfrm>
          <a:prstGeom prst="rect">
            <a:avLst/>
          </a:prstGeom>
          <a:blipFill>
            <a:blip r:embed="rId9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1" name="object 1151"/>
          <p:cNvSpPr/>
          <p:nvPr/>
        </p:nvSpPr>
        <p:spPr>
          <a:xfrm>
            <a:off x="8060107" y="3849588"/>
            <a:ext cx="73988" cy="134909"/>
          </a:xfrm>
          <a:prstGeom prst="rect">
            <a:avLst/>
          </a:prstGeom>
          <a:blipFill>
            <a:blip r:embed="rId9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2" name="object 1152"/>
          <p:cNvSpPr/>
          <p:nvPr/>
        </p:nvSpPr>
        <p:spPr>
          <a:xfrm>
            <a:off x="8060107" y="3782440"/>
            <a:ext cx="73988" cy="134289"/>
          </a:xfrm>
          <a:prstGeom prst="rect">
            <a:avLst/>
          </a:prstGeom>
          <a:blipFill>
            <a:blip r:embed="rId9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3" name="object 1153"/>
          <p:cNvSpPr/>
          <p:nvPr/>
        </p:nvSpPr>
        <p:spPr>
          <a:xfrm>
            <a:off x="8060107" y="3714673"/>
            <a:ext cx="73988" cy="134912"/>
          </a:xfrm>
          <a:prstGeom prst="rect">
            <a:avLst/>
          </a:prstGeom>
          <a:blipFill>
            <a:blip r:embed="rId9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4" name="object 1154"/>
          <p:cNvSpPr/>
          <p:nvPr/>
        </p:nvSpPr>
        <p:spPr>
          <a:xfrm>
            <a:off x="8060107" y="3647528"/>
            <a:ext cx="73988" cy="134912"/>
          </a:xfrm>
          <a:prstGeom prst="rect">
            <a:avLst/>
          </a:prstGeom>
          <a:blipFill>
            <a:blip r:embed="rId9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5" name="object 1155"/>
          <p:cNvSpPr/>
          <p:nvPr/>
        </p:nvSpPr>
        <p:spPr>
          <a:xfrm>
            <a:off x="8060107" y="3647528"/>
            <a:ext cx="73985" cy="67143"/>
          </a:xfrm>
          <a:prstGeom prst="rect">
            <a:avLst/>
          </a:prstGeom>
          <a:blipFill>
            <a:blip r:embed="rId9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6" name="object 1156"/>
          <p:cNvSpPr/>
          <p:nvPr/>
        </p:nvSpPr>
        <p:spPr>
          <a:xfrm>
            <a:off x="8134095" y="6138798"/>
            <a:ext cx="74599" cy="134909"/>
          </a:xfrm>
          <a:prstGeom prst="rect">
            <a:avLst/>
          </a:prstGeom>
          <a:blipFill>
            <a:blip r:embed="rId9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7" name="object 1157"/>
          <p:cNvSpPr/>
          <p:nvPr/>
        </p:nvSpPr>
        <p:spPr>
          <a:xfrm>
            <a:off x="8134095" y="6071647"/>
            <a:ext cx="74599" cy="134915"/>
          </a:xfrm>
          <a:prstGeom prst="rect">
            <a:avLst/>
          </a:prstGeom>
          <a:blipFill>
            <a:blip r:embed="rId9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8" name="object 1158"/>
          <p:cNvSpPr/>
          <p:nvPr/>
        </p:nvSpPr>
        <p:spPr>
          <a:xfrm>
            <a:off x="8134095" y="6004500"/>
            <a:ext cx="74599" cy="134293"/>
          </a:xfrm>
          <a:prstGeom prst="rect">
            <a:avLst/>
          </a:prstGeom>
          <a:blipFill>
            <a:blip r:embed="rId9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9" name="object 1159"/>
          <p:cNvSpPr/>
          <p:nvPr/>
        </p:nvSpPr>
        <p:spPr>
          <a:xfrm>
            <a:off x="8134095" y="5936732"/>
            <a:ext cx="74599" cy="134908"/>
          </a:xfrm>
          <a:prstGeom prst="rect">
            <a:avLst/>
          </a:prstGeom>
          <a:blipFill>
            <a:blip r:embed="rId9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0" name="object 1160"/>
          <p:cNvSpPr/>
          <p:nvPr/>
        </p:nvSpPr>
        <p:spPr>
          <a:xfrm>
            <a:off x="8134095" y="5869585"/>
            <a:ext cx="74599" cy="134910"/>
          </a:xfrm>
          <a:prstGeom prst="rect">
            <a:avLst/>
          </a:prstGeom>
          <a:blipFill>
            <a:blip r:embed="rId9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1" name="object 1161"/>
          <p:cNvSpPr/>
          <p:nvPr/>
        </p:nvSpPr>
        <p:spPr>
          <a:xfrm>
            <a:off x="8134095" y="5802439"/>
            <a:ext cx="74599" cy="134289"/>
          </a:xfrm>
          <a:prstGeom prst="rect">
            <a:avLst/>
          </a:prstGeom>
          <a:blipFill>
            <a:blip r:embed="rId9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2" name="object 1162"/>
          <p:cNvSpPr/>
          <p:nvPr/>
        </p:nvSpPr>
        <p:spPr>
          <a:xfrm>
            <a:off x="8134095" y="5735294"/>
            <a:ext cx="74599" cy="134289"/>
          </a:xfrm>
          <a:prstGeom prst="rect">
            <a:avLst/>
          </a:prstGeom>
          <a:blipFill>
            <a:blip r:embed="rId9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3" name="object 1163"/>
          <p:cNvSpPr/>
          <p:nvPr/>
        </p:nvSpPr>
        <p:spPr>
          <a:xfrm>
            <a:off x="8134095" y="5667527"/>
            <a:ext cx="74599" cy="134910"/>
          </a:xfrm>
          <a:prstGeom prst="rect">
            <a:avLst/>
          </a:prstGeom>
          <a:blipFill>
            <a:blip r:embed="rId9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4" name="object 1164"/>
          <p:cNvSpPr/>
          <p:nvPr/>
        </p:nvSpPr>
        <p:spPr>
          <a:xfrm>
            <a:off x="8134095" y="5600382"/>
            <a:ext cx="74599" cy="134909"/>
          </a:xfrm>
          <a:prstGeom prst="rect">
            <a:avLst/>
          </a:prstGeom>
          <a:blipFill>
            <a:blip r:embed="rId9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5" name="object 1165"/>
          <p:cNvSpPr/>
          <p:nvPr/>
        </p:nvSpPr>
        <p:spPr>
          <a:xfrm>
            <a:off x="8134095" y="5533230"/>
            <a:ext cx="74599" cy="134293"/>
          </a:xfrm>
          <a:prstGeom prst="rect">
            <a:avLst/>
          </a:prstGeom>
          <a:blipFill>
            <a:blip r:embed="rId9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6" name="object 1166"/>
          <p:cNvSpPr/>
          <p:nvPr/>
        </p:nvSpPr>
        <p:spPr>
          <a:xfrm>
            <a:off x="8134095" y="5465461"/>
            <a:ext cx="74599" cy="134914"/>
          </a:xfrm>
          <a:prstGeom prst="rect">
            <a:avLst/>
          </a:prstGeom>
          <a:blipFill>
            <a:blip r:embed="rId9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7" name="object 1167"/>
          <p:cNvSpPr/>
          <p:nvPr/>
        </p:nvSpPr>
        <p:spPr>
          <a:xfrm>
            <a:off x="8134095" y="5398315"/>
            <a:ext cx="74599" cy="134909"/>
          </a:xfrm>
          <a:prstGeom prst="rect">
            <a:avLst/>
          </a:prstGeom>
          <a:blipFill>
            <a:blip r:embed="rId9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8" name="object 1168"/>
          <p:cNvSpPr/>
          <p:nvPr/>
        </p:nvSpPr>
        <p:spPr>
          <a:xfrm>
            <a:off x="8134095" y="5331168"/>
            <a:ext cx="74599" cy="134289"/>
          </a:xfrm>
          <a:prstGeom prst="rect">
            <a:avLst/>
          </a:prstGeom>
          <a:blipFill>
            <a:blip r:embed="rId9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9" name="object 1169"/>
          <p:cNvSpPr/>
          <p:nvPr/>
        </p:nvSpPr>
        <p:spPr>
          <a:xfrm>
            <a:off x="8134095" y="5263400"/>
            <a:ext cx="74599" cy="134912"/>
          </a:xfrm>
          <a:prstGeom prst="rect">
            <a:avLst/>
          </a:prstGeom>
          <a:blipFill>
            <a:blip r:embed="rId9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0" name="object 1170"/>
          <p:cNvSpPr/>
          <p:nvPr/>
        </p:nvSpPr>
        <p:spPr>
          <a:xfrm>
            <a:off x="8134095" y="5196255"/>
            <a:ext cx="74599" cy="134912"/>
          </a:xfrm>
          <a:prstGeom prst="rect">
            <a:avLst/>
          </a:prstGeom>
          <a:blipFill>
            <a:blip r:embed="rId8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1" name="object 1171"/>
          <p:cNvSpPr/>
          <p:nvPr/>
        </p:nvSpPr>
        <p:spPr>
          <a:xfrm>
            <a:off x="8134095" y="5129110"/>
            <a:ext cx="74599" cy="134288"/>
          </a:xfrm>
          <a:prstGeom prst="rect">
            <a:avLst/>
          </a:prstGeom>
          <a:blipFill>
            <a:blip r:embed="rId9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2" name="object 1172"/>
          <p:cNvSpPr/>
          <p:nvPr/>
        </p:nvSpPr>
        <p:spPr>
          <a:xfrm>
            <a:off x="8134095" y="5129110"/>
            <a:ext cx="74599" cy="67142"/>
          </a:xfrm>
          <a:prstGeom prst="rect">
            <a:avLst/>
          </a:prstGeom>
          <a:blipFill>
            <a:blip r:embed="rId9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3" name="object 1173"/>
          <p:cNvSpPr/>
          <p:nvPr/>
        </p:nvSpPr>
        <p:spPr>
          <a:xfrm>
            <a:off x="8134095" y="5061343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67767"/>
                </a:moveTo>
                <a:lnTo>
                  <a:pt x="74599" y="0"/>
                </a:lnTo>
                <a:lnTo>
                  <a:pt x="0" y="67767"/>
                </a:lnTo>
                <a:lnTo>
                  <a:pt x="74599" y="67767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4" name="object 1174"/>
          <p:cNvSpPr/>
          <p:nvPr/>
        </p:nvSpPr>
        <p:spPr>
          <a:xfrm>
            <a:off x="8134095" y="5061343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0"/>
                </a:moveTo>
                <a:lnTo>
                  <a:pt x="0" y="0"/>
                </a:lnTo>
                <a:lnTo>
                  <a:pt x="0" y="67767"/>
                </a:lnTo>
                <a:lnTo>
                  <a:pt x="74599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5" name="object 1175"/>
          <p:cNvSpPr/>
          <p:nvPr/>
        </p:nvSpPr>
        <p:spPr>
          <a:xfrm>
            <a:off x="8134095" y="4994186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57"/>
                </a:moveTo>
                <a:lnTo>
                  <a:pt x="74599" y="0"/>
                </a:lnTo>
                <a:lnTo>
                  <a:pt x="0" y="67157"/>
                </a:lnTo>
                <a:lnTo>
                  <a:pt x="74599" y="67157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6" name="object 1176"/>
          <p:cNvSpPr/>
          <p:nvPr/>
        </p:nvSpPr>
        <p:spPr>
          <a:xfrm>
            <a:off x="8134095" y="4994186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57"/>
                </a:lnTo>
                <a:lnTo>
                  <a:pt x="74599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7" name="object 1177"/>
          <p:cNvSpPr/>
          <p:nvPr/>
        </p:nvSpPr>
        <p:spPr>
          <a:xfrm>
            <a:off x="8134095" y="4927041"/>
            <a:ext cx="74599" cy="67144"/>
          </a:xfrm>
          <a:prstGeom prst="rect">
            <a:avLst/>
          </a:prstGeom>
          <a:blipFill>
            <a:blip r:embed="rId9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8" name="object 1178"/>
          <p:cNvSpPr/>
          <p:nvPr/>
        </p:nvSpPr>
        <p:spPr>
          <a:xfrm>
            <a:off x="8134095" y="4859896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9" name="object 1179"/>
          <p:cNvSpPr/>
          <p:nvPr/>
        </p:nvSpPr>
        <p:spPr>
          <a:xfrm>
            <a:off x="8134095" y="4859896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0" name="object 1180"/>
          <p:cNvSpPr/>
          <p:nvPr/>
        </p:nvSpPr>
        <p:spPr>
          <a:xfrm>
            <a:off x="8134095" y="4792129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67767"/>
                </a:moveTo>
                <a:lnTo>
                  <a:pt x="74599" y="0"/>
                </a:lnTo>
                <a:lnTo>
                  <a:pt x="0" y="67767"/>
                </a:lnTo>
                <a:lnTo>
                  <a:pt x="74599" y="67767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1" name="object 1181"/>
          <p:cNvSpPr/>
          <p:nvPr/>
        </p:nvSpPr>
        <p:spPr>
          <a:xfrm>
            <a:off x="8134095" y="4792129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0"/>
                </a:moveTo>
                <a:lnTo>
                  <a:pt x="0" y="0"/>
                </a:lnTo>
                <a:lnTo>
                  <a:pt x="0" y="67767"/>
                </a:lnTo>
                <a:lnTo>
                  <a:pt x="74599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2" name="object 1182"/>
          <p:cNvSpPr/>
          <p:nvPr/>
        </p:nvSpPr>
        <p:spPr>
          <a:xfrm>
            <a:off x="8134095" y="4724984"/>
            <a:ext cx="74599" cy="67144"/>
          </a:xfrm>
          <a:prstGeom prst="rect">
            <a:avLst/>
          </a:prstGeom>
          <a:blipFill>
            <a:blip r:embed="rId9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3" name="object 1183"/>
          <p:cNvSpPr/>
          <p:nvPr/>
        </p:nvSpPr>
        <p:spPr>
          <a:xfrm>
            <a:off x="8134095" y="4657839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4" name="object 1184"/>
          <p:cNvSpPr/>
          <p:nvPr/>
        </p:nvSpPr>
        <p:spPr>
          <a:xfrm>
            <a:off x="8134095" y="4657839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5" name="object 1185"/>
          <p:cNvSpPr/>
          <p:nvPr/>
        </p:nvSpPr>
        <p:spPr>
          <a:xfrm>
            <a:off x="8134095" y="4590072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67767"/>
                </a:moveTo>
                <a:lnTo>
                  <a:pt x="74599" y="0"/>
                </a:lnTo>
                <a:lnTo>
                  <a:pt x="0" y="67767"/>
                </a:lnTo>
                <a:lnTo>
                  <a:pt x="74599" y="67767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6" name="object 1186"/>
          <p:cNvSpPr/>
          <p:nvPr/>
        </p:nvSpPr>
        <p:spPr>
          <a:xfrm>
            <a:off x="8134095" y="4590072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0"/>
                </a:moveTo>
                <a:lnTo>
                  <a:pt x="0" y="0"/>
                </a:lnTo>
                <a:lnTo>
                  <a:pt x="0" y="67767"/>
                </a:lnTo>
                <a:lnTo>
                  <a:pt x="74599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7" name="object 1187"/>
          <p:cNvSpPr/>
          <p:nvPr/>
        </p:nvSpPr>
        <p:spPr>
          <a:xfrm>
            <a:off x="8134095" y="4455774"/>
            <a:ext cx="74599" cy="134297"/>
          </a:xfrm>
          <a:prstGeom prst="rect">
            <a:avLst/>
          </a:prstGeom>
          <a:blipFill>
            <a:blip r:embed="rId9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8" name="object 1188"/>
          <p:cNvSpPr/>
          <p:nvPr/>
        </p:nvSpPr>
        <p:spPr>
          <a:xfrm>
            <a:off x="8134095" y="4388006"/>
            <a:ext cx="74599" cy="134908"/>
          </a:xfrm>
          <a:prstGeom prst="rect">
            <a:avLst/>
          </a:prstGeom>
          <a:blipFill>
            <a:blip r:embed="rId9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9" name="object 1189"/>
          <p:cNvSpPr/>
          <p:nvPr/>
        </p:nvSpPr>
        <p:spPr>
          <a:xfrm>
            <a:off x="8134095" y="4320858"/>
            <a:ext cx="74599" cy="134910"/>
          </a:xfrm>
          <a:prstGeom prst="rect">
            <a:avLst/>
          </a:prstGeom>
          <a:blipFill>
            <a:blip r:embed="rId9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0" name="object 1190"/>
          <p:cNvSpPr/>
          <p:nvPr/>
        </p:nvSpPr>
        <p:spPr>
          <a:xfrm>
            <a:off x="8134095" y="4320857"/>
            <a:ext cx="74599" cy="67144"/>
          </a:xfrm>
          <a:prstGeom prst="rect">
            <a:avLst/>
          </a:prstGeom>
          <a:blipFill>
            <a:blip r:embed="rId9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1" name="object 1191"/>
          <p:cNvSpPr/>
          <p:nvPr/>
        </p:nvSpPr>
        <p:spPr>
          <a:xfrm>
            <a:off x="8134095" y="4253712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2" name="object 1192"/>
          <p:cNvSpPr/>
          <p:nvPr/>
        </p:nvSpPr>
        <p:spPr>
          <a:xfrm>
            <a:off x="8134095" y="4253712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3" name="object 1193"/>
          <p:cNvSpPr/>
          <p:nvPr/>
        </p:nvSpPr>
        <p:spPr>
          <a:xfrm>
            <a:off x="8134095" y="4118800"/>
            <a:ext cx="74599" cy="134912"/>
          </a:xfrm>
          <a:prstGeom prst="rect">
            <a:avLst/>
          </a:prstGeom>
          <a:blipFill>
            <a:blip r:embed="rId9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4" name="object 1194"/>
          <p:cNvSpPr/>
          <p:nvPr/>
        </p:nvSpPr>
        <p:spPr>
          <a:xfrm>
            <a:off x="8134095" y="4051655"/>
            <a:ext cx="74599" cy="134287"/>
          </a:xfrm>
          <a:prstGeom prst="rect">
            <a:avLst/>
          </a:prstGeom>
          <a:blipFill>
            <a:blip r:embed="rId7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5" name="object 1195"/>
          <p:cNvSpPr/>
          <p:nvPr/>
        </p:nvSpPr>
        <p:spPr>
          <a:xfrm>
            <a:off x="8134095" y="3984502"/>
            <a:ext cx="74599" cy="134293"/>
          </a:xfrm>
          <a:prstGeom prst="rect">
            <a:avLst/>
          </a:prstGeom>
          <a:blipFill>
            <a:blip r:embed="rId7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6" name="object 1196"/>
          <p:cNvSpPr/>
          <p:nvPr/>
        </p:nvSpPr>
        <p:spPr>
          <a:xfrm>
            <a:off x="8134095" y="3916734"/>
            <a:ext cx="74599" cy="134914"/>
          </a:xfrm>
          <a:prstGeom prst="rect">
            <a:avLst/>
          </a:prstGeom>
          <a:blipFill>
            <a:blip r:embed="rId9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7" name="object 1197"/>
          <p:cNvSpPr/>
          <p:nvPr/>
        </p:nvSpPr>
        <p:spPr>
          <a:xfrm>
            <a:off x="8134095" y="3849588"/>
            <a:ext cx="74599" cy="134909"/>
          </a:xfrm>
          <a:prstGeom prst="rect">
            <a:avLst/>
          </a:prstGeom>
          <a:blipFill>
            <a:blip r:embed="rId9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8" name="object 1198"/>
          <p:cNvSpPr/>
          <p:nvPr/>
        </p:nvSpPr>
        <p:spPr>
          <a:xfrm>
            <a:off x="8134095" y="3782440"/>
            <a:ext cx="74599" cy="134289"/>
          </a:xfrm>
          <a:prstGeom prst="rect">
            <a:avLst/>
          </a:prstGeom>
          <a:blipFill>
            <a:blip r:embed="rId9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9" name="object 1199"/>
          <p:cNvSpPr/>
          <p:nvPr/>
        </p:nvSpPr>
        <p:spPr>
          <a:xfrm>
            <a:off x="8134095" y="3714673"/>
            <a:ext cx="74599" cy="134912"/>
          </a:xfrm>
          <a:prstGeom prst="rect">
            <a:avLst/>
          </a:prstGeom>
          <a:blipFill>
            <a:blip r:embed="rId9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0" name="object 1200"/>
          <p:cNvSpPr/>
          <p:nvPr/>
        </p:nvSpPr>
        <p:spPr>
          <a:xfrm>
            <a:off x="8134095" y="3647528"/>
            <a:ext cx="74599" cy="134912"/>
          </a:xfrm>
          <a:prstGeom prst="rect">
            <a:avLst/>
          </a:prstGeom>
          <a:blipFill>
            <a:blip r:embed="rId9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1" name="object 1201"/>
          <p:cNvSpPr/>
          <p:nvPr/>
        </p:nvSpPr>
        <p:spPr>
          <a:xfrm>
            <a:off x="8134095" y="3647528"/>
            <a:ext cx="74599" cy="67143"/>
          </a:xfrm>
          <a:prstGeom prst="rect">
            <a:avLst/>
          </a:prstGeom>
          <a:blipFill>
            <a:blip r:embed="rId9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2" name="object 1202"/>
          <p:cNvSpPr/>
          <p:nvPr/>
        </p:nvSpPr>
        <p:spPr>
          <a:xfrm>
            <a:off x="8208699" y="6138798"/>
            <a:ext cx="73986" cy="134909"/>
          </a:xfrm>
          <a:prstGeom prst="rect">
            <a:avLst/>
          </a:prstGeom>
          <a:blipFill>
            <a:blip r:embed="rId9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3" name="object 1203"/>
          <p:cNvSpPr/>
          <p:nvPr/>
        </p:nvSpPr>
        <p:spPr>
          <a:xfrm>
            <a:off x="8208699" y="6071647"/>
            <a:ext cx="73986" cy="134915"/>
          </a:xfrm>
          <a:prstGeom prst="rect">
            <a:avLst/>
          </a:prstGeom>
          <a:blipFill>
            <a:blip r:embed="rId9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4" name="object 1204"/>
          <p:cNvSpPr/>
          <p:nvPr/>
        </p:nvSpPr>
        <p:spPr>
          <a:xfrm>
            <a:off x="8208699" y="6004500"/>
            <a:ext cx="73986" cy="134293"/>
          </a:xfrm>
          <a:prstGeom prst="rect">
            <a:avLst/>
          </a:prstGeom>
          <a:blipFill>
            <a:blip r:embed="rId9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5" name="object 1205"/>
          <p:cNvSpPr/>
          <p:nvPr/>
        </p:nvSpPr>
        <p:spPr>
          <a:xfrm>
            <a:off x="8208699" y="5936732"/>
            <a:ext cx="73986" cy="134908"/>
          </a:xfrm>
          <a:prstGeom prst="rect">
            <a:avLst/>
          </a:prstGeom>
          <a:blipFill>
            <a:blip r:embed="rId9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6" name="object 1206"/>
          <p:cNvSpPr/>
          <p:nvPr/>
        </p:nvSpPr>
        <p:spPr>
          <a:xfrm>
            <a:off x="8208699" y="5869585"/>
            <a:ext cx="73986" cy="134910"/>
          </a:xfrm>
          <a:prstGeom prst="rect">
            <a:avLst/>
          </a:prstGeom>
          <a:blipFill>
            <a:blip r:embed="rId9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7" name="object 1207"/>
          <p:cNvSpPr/>
          <p:nvPr/>
        </p:nvSpPr>
        <p:spPr>
          <a:xfrm>
            <a:off x="8208699" y="5802439"/>
            <a:ext cx="73986" cy="134289"/>
          </a:xfrm>
          <a:prstGeom prst="rect">
            <a:avLst/>
          </a:prstGeom>
          <a:blipFill>
            <a:blip r:embed="rId9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8" name="object 1208"/>
          <p:cNvSpPr/>
          <p:nvPr/>
        </p:nvSpPr>
        <p:spPr>
          <a:xfrm>
            <a:off x="8208699" y="5735294"/>
            <a:ext cx="73986" cy="134289"/>
          </a:xfrm>
          <a:prstGeom prst="rect">
            <a:avLst/>
          </a:prstGeom>
          <a:blipFill>
            <a:blip r:embed="rId9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9" name="object 1209"/>
          <p:cNvSpPr/>
          <p:nvPr/>
        </p:nvSpPr>
        <p:spPr>
          <a:xfrm>
            <a:off x="8208699" y="5667527"/>
            <a:ext cx="73986" cy="134910"/>
          </a:xfrm>
          <a:prstGeom prst="rect">
            <a:avLst/>
          </a:prstGeom>
          <a:blipFill>
            <a:blip r:embed="rId9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0" name="object 1210"/>
          <p:cNvSpPr/>
          <p:nvPr/>
        </p:nvSpPr>
        <p:spPr>
          <a:xfrm>
            <a:off x="8208699" y="5600382"/>
            <a:ext cx="73986" cy="134909"/>
          </a:xfrm>
          <a:prstGeom prst="rect">
            <a:avLst/>
          </a:prstGeom>
          <a:blipFill>
            <a:blip r:embed="rId9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1" name="object 1211"/>
          <p:cNvSpPr/>
          <p:nvPr/>
        </p:nvSpPr>
        <p:spPr>
          <a:xfrm>
            <a:off x="8208699" y="5533230"/>
            <a:ext cx="73986" cy="134293"/>
          </a:xfrm>
          <a:prstGeom prst="rect">
            <a:avLst/>
          </a:prstGeom>
          <a:blipFill>
            <a:blip r:embed="rId9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2" name="object 1212"/>
          <p:cNvSpPr/>
          <p:nvPr/>
        </p:nvSpPr>
        <p:spPr>
          <a:xfrm>
            <a:off x="8208699" y="5465461"/>
            <a:ext cx="73986" cy="134914"/>
          </a:xfrm>
          <a:prstGeom prst="rect">
            <a:avLst/>
          </a:prstGeom>
          <a:blipFill>
            <a:blip r:embed="rId9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3" name="object 1213"/>
          <p:cNvSpPr/>
          <p:nvPr/>
        </p:nvSpPr>
        <p:spPr>
          <a:xfrm>
            <a:off x="8208699" y="5398315"/>
            <a:ext cx="73986" cy="134909"/>
          </a:xfrm>
          <a:prstGeom prst="rect">
            <a:avLst/>
          </a:prstGeom>
          <a:blipFill>
            <a:blip r:embed="rId9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4" name="object 1214"/>
          <p:cNvSpPr/>
          <p:nvPr/>
        </p:nvSpPr>
        <p:spPr>
          <a:xfrm>
            <a:off x="8208699" y="5331168"/>
            <a:ext cx="73986" cy="134289"/>
          </a:xfrm>
          <a:prstGeom prst="rect">
            <a:avLst/>
          </a:prstGeom>
          <a:blipFill>
            <a:blip r:embed="rId9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5" name="object 1215"/>
          <p:cNvSpPr/>
          <p:nvPr/>
        </p:nvSpPr>
        <p:spPr>
          <a:xfrm>
            <a:off x="8208699" y="5263400"/>
            <a:ext cx="73986" cy="134912"/>
          </a:xfrm>
          <a:prstGeom prst="rect">
            <a:avLst/>
          </a:prstGeom>
          <a:blipFill>
            <a:blip r:embed="rId9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6" name="object 1216"/>
          <p:cNvSpPr/>
          <p:nvPr/>
        </p:nvSpPr>
        <p:spPr>
          <a:xfrm>
            <a:off x="8208699" y="5196255"/>
            <a:ext cx="73986" cy="134912"/>
          </a:xfrm>
          <a:prstGeom prst="rect">
            <a:avLst/>
          </a:prstGeom>
          <a:blipFill>
            <a:blip r:embed="rId9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7" name="object 1217"/>
          <p:cNvSpPr/>
          <p:nvPr/>
        </p:nvSpPr>
        <p:spPr>
          <a:xfrm>
            <a:off x="8208695" y="5196255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8" name="object 1218"/>
          <p:cNvSpPr/>
          <p:nvPr/>
        </p:nvSpPr>
        <p:spPr>
          <a:xfrm>
            <a:off x="8208695" y="512911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9" name="object 1219"/>
          <p:cNvSpPr/>
          <p:nvPr/>
        </p:nvSpPr>
        <p:spPr>
          <a:xfrm>
            <a:off x="8208695" y="512911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0" name="object 1220"/>
          <p:cNvSpPr/>
          <p:nvPr/>
        </p:nvSpPr>
        <p:spPr>
          <a:xfrm>
            <a:off x="8208695" y="5061343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1" name="object 1221"/>
          <p:cNvSpPr/>
          <p:nvPr/>
        </p:nvSpPr>
        <p:spPr>
          <a:xfrm>
            <a:off x="8208695" y="5061343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2" name="object 1222"/>
          <p:cNvSpPr/>
          <p:nvPr/>
        </p:nvSpPr>
        <p:spPr>
          <a:xfrm>
            <a:off x="8208695" y="499418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57"/>
                </a:moveTo>
                <a:lnTo>
                  <a:pt x="73990" y="0"/>
                </a:lnTo>
                <a:lnTo>
                  <a:pt x="0" y="67157"/>
                </a:lnTo>
                <a:lnTo>
                  <a:pt x="73990" y="67157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3" name="object 1223"/>
          <p:cNvSpPr/>
          <p:nvPr/>
        </p:nvSpPr>
        <p:spPr>
          <a:xfrm>
            <a:off x="8208695" y="499418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57"/>
                </a:lnTo>
                <a:lnTo>
                  <a:pt x="73990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4" name="object 1224"/>
          <p:cNvSpPr/>
          <p:nvPr/>
        </p:nvSpPr>
        <p:spPr>
          <a:xfrm>
            <a:off x="8208699" y="4927041"/>
            <a:ext cx="73986" cy="67144"/>
          </a:xfrm>
          <a:prstGeom prst="rect">
            <a:avLst/>
          </a:prstGeom>
          <a:blipFill>
            <a:blip r:embed="rId9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5" name="object 1225"/>
          <p:cNvSpPr/>
          <p:nvPr/>
        </p:nvSpPr>
        <p:spPr>
          <a:xfrm>
            <a:off x="8208695" y="485989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6" name="object 1226"/>
          <p:cNvSpPr/>
          <p:nvPr/>
        </p:nvSpPr>
        <p:spPr>
          <a:xfrm>
            <a:off x="8208695" y="485989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7" name="object 1227"/>
          <p:cNvSpPr/>
          <p:nvPr/>
        </p:nvSpPr>
        <p:spPr>
          <a:xfrm>
            <a:off x="8208695" y="4792129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8" name="object 1228"/>
          <p:cNvSpPr/>
          <p:nvPr/>
        </p:nvSpPr>
        <p:spPr>
          <a:xfrm>
            <a:off x="8208695" y="4792129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9" name="object 1229"/>
          <p:cNvSpPr/>
          <p:nvPr/>
        </p:nvSpPr>
        <p:spPr>
          <a:xfrm>
            <a:off x="8208695" y="4657839"/>
            <a:ext cx="73990" cy="134289"/>
          </a:xfrm>
          <a:prstGeom prst="rect">
            <a:avLst/>
          </a:prstGeom>
          <a:blipFill>
            <a:blip r:embed="rId9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0" name="object 1230"/>
          <p:cNvSpPr/>
          <p:nvPr/>
        </p:nvSpPr>
        <p:spPr>
          <a:xfrm>
            <a:off x="8208699" y="4590072"/>
            <a:ext cx="73986" cy="134910"/>
          </a:xfrm>
          <a:prstGeom prst="rect">
            <a:avLst/>
          </a:prstGeom>
          <a:blipFill>
            <a:blip r:embed="rId9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1" name="object 1231"/>
          <p:cNvSpPr/>
          <p:nvPr/>
        </p:nvSpPr>
        <p:spPr>
          <a:xfrm>
            <a:off x="8208699" y="4522920"/>
            <a:ext cx="73986" cy="134914"/>
          </a:xfrm>
          <a:prstGeom prst="rect">
            <a:avLst/>
          </a:prstGeom>
          <a:blipFill>
            <a:blip r:embed="rId9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2" name="object 1232"/>
          <p:cNvSpPr/>
          <p:nvPr/>
        </p:nvSpPr>
        <p:spPr>
          <a:xfrm>
            <a:off x="8208695" y="452291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57"/>
                </a:lnTo>
                <a:lnTo>
                  <a:pt x="73990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3" name="object 1233"/>
          <p:cNvSpPr/>
          <p:nvPr/>
        </p:nvSpPr>
        <p:spPr>
          <a:xfrm>
            <a:off x="8208695" y="445576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4" name="object 1234"/>
          <p:cNvSpPr/>
          <p:nvPr/>
        </p:nvSpPr>
        <p:spPr>
          <a:xfrm>
            <a:off x="8208695" y="445576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5" name="object 1235"/>
          <p:cNvSpPr/>
          <p:nvPr/>
        </p:nvSpPr>
        <p:spPr>
          <a:xfrm>
            <a:off x="8208695" y="438800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6" name="object 1236"/>
          <p:cNvSpPr/>
          <p:nvPr/>
        </p:nvSpPr>
        <p:spPr>
          <a:xfrm>
            <a:off x="8208695" y="438800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7" name="object 1237"/>
          <p:cNvSpPr/>
          <p:nvPr/>
        </p:nvSpPr>
        <p:spPr>
          <a:xfrm>
            <a:off x="8208699" y="4253712"/>
            <a:ext cx="73986" cy="134289"/>
          </a:xfrm>
          <a:prstGeom prst="rect">
            <a:avLst/>
          </a:prstGeom>
          <a:blipFill>
            <a:blip r:embed="rId9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8" name="object 1238"/>
          <p:cNvSpPr/>
          <p:nvPr/>
        </p:nvSpPr>
        <p:spPr>
          <a:xfrm>
            <a:off x="8208699" y="4185945"/>
            <a:ext cx="73986" cy="134912"/>
          </a:xfrm>
          <a:prstGeom prst="rect">
            <a:avLst/>
          </a:prstGeom>
          <a:blipFill>
            <a:blip r:embed="rId9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9" name="object 1239"/>
          <p:cNvSpPr/>
          <p:nvPr/>
        </p:nvSpPr>
        <p:spPr>
          <a:xfrm>
            <a:off x="8208699" y="4118800"/>
            <a:ext cx="73986" cy="134912"/>
          </a:xfrm>
          <a:prstGeom prst="rect">
            <a:avLst/>
          </a:prstGeom>
          <a:blipFill>
            <a:blip r:embed="rId9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0" name="object 1240"/>
          <p:cNvSpPr/>
          <p:nvPr/>
        </p:nvSpPr>
        <p:spPr>
          <a:xfrm>
            <a:off x="8208699" y="4051655"/>
            <a:ext cx="73986" cy="134287"/>
          </a:xfrm>
          <a:prstGeom prst="rect">
            <a:avLst/>
          </a:prstGeom>
          <a:blipFill>
            <a:blip r:embed="rId9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1" name="object 1241"/>
          <p:cNvSpPr/>
          <p:nvPr/>
        </p:nvSpPr>
        <p:spPr>
          <a:xfrm>
            <a:off x="8208699" y="3984502"/>
            <a:ext cx="73986" cy="134293"/>
          </a:xfrm>
          <a:prstGeom prst="rect">
            <a:avLst/>
          </a:prstGeom>
          <a:blipFill>
            <a:blip r:embed="rId9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2" name="object 1242"/>
          <p:cNvSpPr/>
          <p:nvPr/>
        </p:nvSpPr>
        <p:spPr>
          <a:xfrm>
            <a:off x="8208699" y="3916734"/>
            <a:ext cx="73986" cy="134914"/>
          </a:xfrm>
          <a:prstGeom prst="rect">
            <a:avLst/>
          </a:prstGeom>
          <a:blipFill>
            <a:blip r:embed="rId9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3" name="object 1243"/>
          <p:cNvSpPr/>
          <p:nvPr/>
        </p:nvSpPr>
        <p:spPr>
          <a:xfrm>
            <a:off x="8208699" y="3849588"/>
            <a:ext cx="73986" cy="134909"/>
          </a:xfrm>
          <a:prstGeom prst="rect">
            <a:avLst/>
          </a:prstGeom>
          <a:blipFill>
            <a:blip r:embed="rId9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4" name="object 1244"/>
          <p:cNvSpPr/>
          <p:nvPr/>
        </p:nvSpPr>
        <p:spPr>
          <a:xfrm>
            <a:off x="8208699" y="3782440"/>
            <a:ext cx="73986" cy="134289"/>
          </a:xfrm>
          <a:prstGeom prst="rect">
            <a:avLst/>
          </a:prstGeom>
          <a:blipFill>
            <a:blip r:embed="rId9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5" name="object 1245"/>
          <p:cNvSpPr/>
          <p:nvPr/>
        </p:nvSpPr>
        <p:spPr>
          <a:xfrm>
            <a:off x="8208699" y="3714673"/>
            <a:ext cx="73986" cy="134912"/>
          </a:xfrm>
          <a:prstGeom prst="rect">
            <a:avLst/>
          </a:prstGeom>
          <a:blipFill>
            <a:blip r:embed="rId9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6" name="object 1246"/>
          <p:cNvSpPr/>
          <p:nvPr/>
        </p:nvSpPr>
        <p:spPr>
          <a:xfrm>
            <a:off x="8208699" y="3647528"/>
            <a:ext cx="73986" cy="134912"/>
          </a:xfrm>
          <a:prstGeom prst="rect">
            <a:avLst/>
          </a:prstGeom>
          <a:blipFill>
            <a:blip r:embed="rId9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7" name="object 1247"/>
          <p:cNvSpPr/>
          <p:nvPr/>
        </p:nvSpPr>
        <p:spPr>
          <a:xfrm>
            <a:off x="8208699" y="3647528"/>
            <a:ext cx="73985" cy="67143"/>
          </a:xfrm>
          <a:prstGeom prst="rect">
            <a:avLst/>
          </a:prstGeom>
          <a:blipFill>
            <a:blip r:embed="rId9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8" name="object 1248"/>
          <p:cNvSpPr/>
          <p:nvPr/>
        </p:nvSpPr>
        <p:spPr>
          <a:xfrm>
            <a:off x="8282685" y="6138798"/>
            <a:ext cx="73990" cy="134909"/>
          </a:xfrm>
          <a:prstGeom prst="rect">
            <a:avLst/>
          </a:prstGeom>
          <a:blipFill>
            <a:blip r:embed="rId9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9" name="object 1249"/>
          <p:cNvSpPr/>
          <p:nvPr/>
        </p:nvSpPr>
        <p:spPr>
          <a:xfrm>
            <a:off x="8282685" y="6071647"/>
            <a:ext cx="73990" cy="134915"/>
          </a:xfrm>
          <a:prstGeom prst="rect">
            <a:avLst/>
          </a:prstGeom>
          <a:blipFill>
            <a:blip r:embed="rId9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0" name="object 1250"/>
          <p:cNvSpPr/>
          <p:nvPr/>
        </p:nvSpPr>
        <p:spPr>
          <a:xfrm>
            <a:off x="8282685" y="6004500"/>
            <a:ext cx="73990" cy="134293"/>
          </a:xfrm>
          <a:prstGeom prst="rect">
            <a:avLst/>
          </a:prstGeom>
          <a:blipFill>
            <a:blip r:embed="rId9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1" name="object 1251"/>
          <p:cNvSpPr/>
          <p:nvPr/>
        </p:nvSpPr>
        <p:spPr>
          <a:xfrm>
            <a:off x="8282685" y="5936732"/>
            <a:ext cx="73990" cy="134908"/>
          </a:xfrm>
          <a:prstGeom prst="rect">
            <a:avLst/>
          </a:prstGeom>
          <a:blipFill>
            <a:blip r:embed="rId9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2" name="object 1252"/>
          <p:cNvSpPr/>
          <p:nvPr/>
        </p:nvSpPr>
        <p:spPr>
          <a:xfrm>
            <a:off x="8282685" y="5869585"/>
            <a:ext cx="73990" cy="134910"/>
          </a:xfrm>
          <a:prstGeom prst="rect">
            <a:avLst/>
          </a:prstGeom>
          <a:blipFill>
            <a:blip r:embed="rId9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3" name="object 1253"/>
          <p:cNvSpPr/>
          <p:nvPr/>
        </p:nvSpPr>
        <p:spPr>
          <a:xfrm>
            <a:off x="8282685" y="5802439"/>
            <a:ext cx="73990" cy="134289"/>
          </a:xfrm>
          <a:prstGeom prst="rect">
            <a:avLst/>
          </a:prstGeom>
          <a:blipFill>
            <a:blip r:embed="rId9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4" name="object 1254"/>
          <p:cNvSpPr/>
          <p:nvPr/>
        </p:nvSpPr>
        <p:spPr>
          <a:xfrm>
            <a:off x="8282685" y="5735294"/>
            <a:ext cx="73990" cy="134289"/>
          </a:xfrm>
          <a:prstGeom prst="rect">
            <a:avLst/>
          </a:prstGeom>
          <a:blipFill>
            <a:blip r:embed="rId9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5" name="object 1255"/>
          <p:cNvSpPr/>
          <p:nvPr/>
        </p:nvSpPr>
        <p:spPr>
          <a:xfrm>
            <a:off x="8282685" y="5667527"/>
            <a:ext cx="73990" cy="134910"/>
          </a:xfrm>
          <a:prstGeom prst="rect">
            <a:avLst/>
          </a:prstGeom>
          <a:blipFill>
            <a:blip r:embed="rId9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6" name="object 1256"/>
          <p:cNvSpPr/>
          <p:nvPr/>
        </p:nvSpPr>
        <p:spPr>
          <a:xfrm>
            <a:off x="8282685" y="5600382"/>
            <a:ext cx="73990" cy="134909"/>
          </a:xfrm>
          <a:prstGeom prst="rect">
            <a:avLst/>
          </a:prstGeom>
          <a:blipFill>
            <a:blip r:embed="rId9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7" name="object 1257"/>
          <p:cNvSpPr/>
          <p:nvPr/>
        </p:nvSpPr>
        <p:spPr>
          <a:xfrm>
            <a:off x="8282685" y="5533230"/>
            <a:ext cx="73990" cy="134293"/>
          </a:xfrm>
          <a:prstGeom prst="rect">
            <a:avLst/>
          </a:prstGeom>
          <a:blipFill>
            <a:blip r:embed="rId9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8" name="object 1258"/>
          <p:cNvSpPr/>
          <p:nvPr/>
        </p:nvSpPr>
        <p:spPr>
          <a:xfrm>
            <a:off x="8282685" y="5465461"/>
            <a:ext cx="73990" cy="134914"/>
          </a:xfrm>
          <a:prstGeom prst="rect">
            <a:avLst/>
          </a:prstGeom>
          <a:blipFill>
            <a:blip r:embed="rId9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9" name="object 1259"/>
          <p:cNvSpPr/>
          <p:nvPr/>
        </p:nvSpPr>
        <p:spPr>
          <a:xfrm>
            <a:off x="8282685" y="5398315"/>
            <a:ext cx="73990" cy="134909"/>
          </a:xfrm>
          <a:prstGeom prst="rect">
            <a:avLst/>
          </a:prstGeom>
          <a:blipFill>
            <a:blip r:embed="rId9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0" name="object 1260"/>
          <p:cNvSpPr/>
          <p:nvPr/>
        </p:nvSpPr>
        <p:spPr>
          <a:xfrm>
            <a:off x="8282685" y="5331168"/>
            <a:ext cx="73990" cy="134289"/>
          </a:xfrm>
          <a:prstGeom prst="rect">
            <a:avLst/>
          </a:prstGeom>
          <a:blipFill>
            <a:blip r:embed="rId9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1" name="object 1261"/>
          <p:cNvSpPr/>
          <p:nvPr/>
        </p:nvSpPr>
        <p:spPr>
          <a:xfrm>
            <a:off x="8282685" y="5263400"/>
            <a:ext cx="73990" cy="134912"/>
          </a:xfrm>
          <a:prstGeom prst="rect">
            <a:avLst/>
          </a:prstGeom>
          <a:blipFill>
            <a:blip r:embed="rId9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2" name="object 1262"/>
          <p:cNvSpPr/>
          <p:nvPr/>
        </p:nvSpPr>
        <p:spPr>
          <a:xfrm>
            <a:off x="8282685" y="5263400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3" name="object 1263"/>
          <p:cNvSpPr/>
          <p:nvPr/>
        </p:nvSpPr>
        <p:spPr>
          <a:xfrm>
            <a:off x="8282685" y="5129110"/>
            <a:ext cx="73990" cy="134289"/>
          </a:xfrm>
          <a:prstGeom prst="rect">
            <a:avLst/>
          </a:prstGeom>
          <a:blipFill>
            <a:blip r:embed="rId9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4" name="object 1264"/>
          <p:cNvSpPr/>
          <p:nvPr/>
        </p:nvSpPr>
        <p:spPr>
          <a:xfrm>
            <a:off x="8282685" y="5061343"/>
            <a:ext cx="73990" cy="134909"/>
          </a:xfrm>
          <a:prstGeom prst="rect">
            <a:avLst/>
          </a:prstGeom>
          <a:blipFill>
            <a:blip r:embed="rId9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5" name="object 1265"/>
          <p:cNvSpPr/>
          <p:nvPr/>
        </p:nvSpPr>
        <p:spPr>
          <a:xfrm>
            <a:off x="8282685" y="5061343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6" name="object 1266"/>
          <p:cNvSpPr/>
          <p:nvPr/>
        </p:nvSpPr>
        <p:spPr>
          <a:xfrm>
            <a:off x="8282685" y="499418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57"/>
                </a:moveTo>
                <a:lnTo>
                  <a:pt x="73990" y="0"/>
                </a:lnTo>
                <a:lnTo>
                  <a:pt x="0" y="67157"/>
                </a:lnTo>
                <a:lnTo>
                  <a:pt x="73990" y="67157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7" name="object 1267"/>
          <p:cNvSpPr/>
          <p:nvPr/>
        </p:nvSpPr>
        <p:spPr>
          <a:xfrm>
            <a:off x="8282685" y="499418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57"/>
                </a:lnTo>
                <a:lnTo>
                  <a:pt x="73990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8" name="object 1268"/>
          <p:cNvSpPr/>
          <p:nvPr/>
        </p:nvSpPr>
        <p:spPr>
          <a:xfrm>
            <a:off x="8282685" y="4859897"/>
            <a:ext cx="73990" cy="134288"/>
          </a:xfrm>
          <a:prstGeom prst="rect">
            <a:avLst/>
          </a:prstGeom>
          <a:blipFill>
            <a:blip r:embed="rId9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9" name="object 1269"/>
          <p:cNvSpPr/>
          <p:nvPr/>
        </p:nvSpPr>
        <p:spPr>
          <a:xfrm>
            <a:off x="8282685" y="4792129"/>
            <a:ext cx="73990" cy="134912"/>
          </a:xfrm>
          <a:prstGeom prst="rect">
            <a:avLst/>
          </a:prstGeom>
          <a:blipFill>
            <a:blip r:embed="rId9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0" name="object 1270"/>
          <p:cNvSpPr/>
          <p:nvPr/>
        </p:nvSpPr>
        <p:spPr>
          <a:xfrm>
            <a:off x="8282685" y="4792129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1" name="object 1271"/>
          <p:cNvSpPr/>
          <p:nvPr/>
        </p:nvSpPr>
        <p:spPr>
          <a:xfrm>
            <a:off x="8282685" y="472498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2" name="object 1272"/>
          <p:cNvSpPr/>
          <p:nvPr/>
        </p:nvSpPr>
        <p:spPr>
          <a:xfrm>
            <a:off x="8282685" y="472498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3" name="object 1273"/>
          <p:cNvSpPr/>
          <p:nvPr/>
        </p:nvSpPr>
        <p:spPr>
          <a:xfrm>
            <a:off x="8282685" y="465783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4" name="object 1274"/>
          <p:cNvSpPr/>
          <p:nvPr/>
        </p:nvSpPr>
        <p:spPr>
          <a:xfrm>
            <a:off x="8282685" y="465783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5" name="object 1275"/>
          <p:cNvSpPr/>
          <p:nvPr/>
        </p:nvSpPr>
        <p:spPr>
          <a:xfrm>
            <a:off x="8282685" y="459007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6" name="object 1276"/>
          <p:cNvSpPr/>
          <p:nvPr/>
        </p:nvSpPr>
        <p:spPr>
          <a:xfrm>
            <a:off x="8282685" y="459007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7" name="object 1277"/>
          <p:cNvSpPr/>
          <p:nvPr/>
        </p:nvSpPr>
        <p:spPr>
          <a:xfrm>
            <a:off x="8282685" y="4455774"/>
            <a:ext cx="73990" cy="134297"/>
          </a:xfrm>
          <a:prstGeom prst="rect">
            <a:avLst/>
          </a:prstGeom>
          <a:blipFill>
            <a:blip r:embed="rId9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8" name="object 1278"/>
          <p:cNvSpPr/>
          <p:nvPr/>
        </p:nvSpPr>
        <p:spPr>
          <a:xfrm>
            <a:off x="8282685" y="4388006"/>
            <a:ext cx="73990" cy="134908"/>
          </a:xfrm>
          <a:prstGeom prst="rect">
            <a:avLst/>
          </a:prstGeom>
          <a:blipFill>
            <a:blip r:embed="rId9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9" name="object 1279"/>
          <p:cNvSpPr/>
          <p:nvPr/>
        </p:nvSpPr>
        <p:spPr>
          <a:xfrm>
            <a:off x="8282685" y="4320858"/>
            <a:ext cx="73990" cy="134910"/>
          </a:xfrm>
          <a:prstGeom prst="rect">
            <a:avLst/>
          </a:prstGeom>
          <a:blipFill>
            <a:blip r:embed="rId9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0" name="object 1280"/>
          <p:cNvSpPr/>
          <p:nvPr/>
        </p:nvSpPr>
        <p:spPr>
          <a:xfrm>
            <a:off x="8282685" y="4320857"/>
            <a:ext cx="73985" cy="67144"/>
          </a:xfrm>
          <a:prstGeom prst="rect">
            <a:avLst/>
          </a:prstGeom>
          <a:blipFill>
            <a:blip r:embed="rId8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1" name="object 1281"/>
          <p:cNvSpPr/>
          <p:nvPr/>
        </p:nvSpPr>
        <p:spPr>
          <a:xfrm>
            <a:off x="8282685" y="4253712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2" name="object 1282"/>
          <p:cNvSpPr/>
          <p:nvPr/>
        </p:nvSpPr>
        <p:spPr>
          <a:xfrm>
            <a:off x="8282685" y="4253712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3" name="object 1283"/>
          <p:cNvSpPr/>
          <p:nvPr/>
        </p:nvSpPr>
        <p:spPr>
          <a:xfrm>
            <a:off x="8282685" y="4118800"/>
            <a:ext cx="73990" cy="134912"/>
          </a:xfrm>
          <a:prstGeom prst="rect">
            <a:avLst/>
          </a:prstGeom>
          <a:blipFill>
            <a:blip r:embed="rId9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4" name="object 1284"/>
          <p:cNvSpPr/>
          <p:nvPr/>
        </p:nvSpPr>
        <p:spPr>
          <a:xfrm>
            <a:off x="8282685" y="4118800"/>
            <a:ext cx="73985" cy="67142"/>
          </a:xfrm>
          <a:prstGeom prst="rect">
            <a:avLst/>
          </a:prstGeom>
          <a:blipFill>
            <a:blip r:embed="rId9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5" name="object 1285"/>
          <p:cNvSpPr/>
          <p:nvPr/>
        </p:nvSpPr>
        <p:spPr>
          <a:xfrm>
            <a:off x="8282685" y="4051655"/>
            <a:ext cx="73990" cy="67144"/>
          </a:xfrm>
          <a:prstGeom prst="rect">
            <a:avLst/>
          </a:prstGeom>
          <a:blipFill>
            <a:blip r:embed="rId9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6" name="object 1286"/>
          <p:cNvSpPr/>
          <p:nvPr/>
        </p:nvSpPr>
        <p:spPr>
          <a:xfrm>
            <a:off x="8282685" y="3916734"/>
            <a:ext cx="73990" cy="134914"/>
          </a:xfrm>
          <a:prstGeom prst="rect">
            <a:avLst/>
          </a:prstGeom>
          <a:blipFill>
            <a:blip r:embed="rId9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7" name="object 1287"/>
          <p:cNvSpPr/>
          <p:nvPr/>
        </p:nvSpPr>
        <p:spPr>
          <a:xfrm>
            <a:off x="8282685" y="3916730"/>
            <a:ext cx="73985" cy="67767"/>
          </a:xfrm>
          <a:prstGeom prst="rect">
            <a:avLst/>
          </a:prstGeom>
          <a:blipFill>
            <a:blip r:embed="rId9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8" name="object 1288"/>
          <p:cNvSpPr/>
          <p:nvPr/>
        </p:nvSpPr>
        <p:spPr>
          <a:xfrm>
            <a:off x="8282685" y="3849585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9" name="object 1289"/>
          <p:cNvSpPr/>
          <p:nvPr/>
        </p:nvSpPr>
        <p:spPr>
          <a:xfrm>
            <a:off x="8282685" y="3849585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0" name="object 1290"/>
          <p:cNvSpPr/>
          <p:nvPr/>
        </p:nvSpPr>
        <p:spPr>
          <a:xfrm>
            <a:off x="8282685" y="3714673"/>
            <a:ext cx="73990" cy="134912"/>
          </a:xfrm>
          <a:prstGeom prst="rect">
            <a:avLst/>
          </a:prstGeom>
          <a:blipFill>
            <a:blip r:embed="rId9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1" name="object 1291"/>
          <p:cNvSpPr/>
          <p:nvPr/>
        </p:nvSpPr>
        <p:spPr>
          <a:xfrm>
            <a:off x="8282685" y="3647528"/>
            <a:ext cx="73990" cy="134912"/>
          </a:xfrm>
          <a:prstGeom prst="rect">
            <a:avLst/>
          </a:prstGeom>
          <a:blipFill>
            <a:blip r:embed="rId9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2" name="object 1292"/>
          <p:cNvSpPr/>
          <p:nvPr/>
        </p:nvSpPr>
        <p:spPr>
          <a:xfrm>
            <a:off x="8282685" y="3647528"/>
            <a:ext cx="73985" cy="67143"/>
          </a:xfrm>
          <a:prstGeom prst="rect">
            <a:avLst/>
          </a:prstGeom>
          <a:blipFill>
            <a:blip r:embed="rId9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3" name="object 1293"/>
          <p:cNvSpPr/>
          <p:nvPr/>
        </p:nvSpPr>
        <p:spPr>
          <a:xfrm>
            <a:off x="8356675" y="6138798"/>
            <a:ext cx="74599" cy="134909"/>
          </a:xfrm>
          <a:prstGeom prst="rect">
            <a:avLst/>
          </a:prstGeom>
          <a:blipFill>
            <a:blip r:embed="rId9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4" name="object 1294"/>
          <p:cNvSpPr/>
          <p:nvPr/>
        </p:nvSpPr>
        <p:spPr>
          <a:xfrm>
            <a:off x="8356675" y="6071647"/>
            <a:ext cx="74599" cy="134915"/>
          </a:xfrm>
          <a:prstGeom prst="rect">
            <a:avLst/>
          </a:prstGeom>
          <a:blipFill>
            <a:blip r:embed="rId9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5" name="object 1295"/>
          <p:cNvSpPr/>
          <p:nvPr/>
        </p:nvSpPr>
        <p:spPr>
          <a:xfrm>
            <a:off x="8356675" y="6004500"/>
            <a:ext cx="74599" cy="134293"/>
          </a:xfrm>
          <a:prstGeom prst="rect">
            <a:avLst/>
          </a:prstGeom>
          <a:blipFill>
            <a:blip r:embed="rId9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6" name="object 1296"/>
          <p:cNvSpPr/>
          <p:nvPr/>
        </p:nvSpPr>
        <p:spPr>
          <a:xfrm>
            <a:off x="8356675" y="5936732"/>
            <a:ext cx="74599" cy="134908"/>
          </a:xfrm>
          <a:prstGeom prst="rect">
            <a:avLst/>
          </a:prstGeom>
          <a:blipFill>
            <a:blip r:embed="rId10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7" name="object 1297"/>
          <p:cNvSpPr/>
          <p:nvPr/>
        </p:nvSpPr>
        <p:spPr>
          <a:xfrm>
            <a:off x="8356675" y="5869585"/>
            <a:ext cx="74599" cy="134910"/>
          </a:xfrm>
          <a:prstGeom prst="rect">
            <a:avLst/>
          </a:prstGeom>
          <a:blipFill>
            <a:blip r:embed="rId10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8" name="object 1298"/>
          <p:cNvSpPr/>
          <p:nvPr/>
        </p:nvSpPr>
        <p:spPr>
          <a:xfrm>
            <a:off x="8356675" y="5802439"/>
            <a:ext cx="74599" cy="134289"/>
          </a:xfrm>
          <a:prstGeom prst="rect">
            <a:avLst/>
          </a:prstGeom>
          <a:blipFill>
            <a:blip r:embed="rId10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9" name="object 1299"/>
          <p:cNvSpPr/>
          <p:nvPr/>
        </p:nvSpPr>
        <p:spPr>
          <a:xfrm>
            <a:off x="8356675" y="5735294"/>
            <a:ext cx="74599" cy="134289"/>
          </a:xfrm>
          <a:prstGeom prst="rect">
            <a:avLst/>
          </a:prstGeom>
          <a:blipFill>
            <a:blip r:embed="rId10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0" name="object 1300"/>
          <p:cNvSpPr/>
          <p:nvPr/>
        </p:nvSpPr>
        <p:spPr>
          <a:xfrm>
            <a:off x="8356675" y="5667527"/>
            <a:ext cx="74599" cy="134910"/>
          </a:xfrm>
          <a:prstGeom prst="rect">
            <a:avLst/>
          </a:prstGeom>
          <a:blipFill>
            <a:blip r:embed="rId10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1" name="object 1301"/>
          <p:cNvSpPr/>
          <p:nvPr/>
        </p:nvSpPr>
        <p:spPr>
          <a:xfrm>
            <a:off x="8356675" y="5600382"/>
            <a:ext cx="74599" cy="134909"/>
          </a:xfrm>
          <a:prstGeom prst="rect">
            <a:avLst/>
          </a:prstGeom>
          <a:blipFill>
            <a:blip r:embed="rId9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2" name="object 1302"/>
          <p:cNvSpPr/>
          <p:nvPr/>
        </p:nvSpPr>
        <p:spPr>
          <a:xfrm>
            <a:off x="8356675" y="5533230"/>
            <a:ext cx="74599" cy="134293"/>
          </a:xfrm>
          <a:prstGeom prst="rect">
            <a:avLst/>
          </a:prstGeom>
          <a:blipFill>
            <a:blip r:embed="rId10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3" name="object 1303"/>
          <p:cNvSpPr/>
          <p:nvPr/>
        </p:nvSpPr>
        <p:spPr>
          <a:xfrm>
            <a:off x="8356675" y="5465461"/>
            <a:ext cx="74599" cy="134914"/>
          </a:xfrm>
          <a:prstGeom prst="rect">
            <a:avLst/>
          </a:prstGeom>
          <a:blipFill>
            <a:blip r:embed="rId10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4" name="object 1304"/>
          <p:cNvSpPr/>
          <p:nvPr/>
        </p:nvSpPr>
        <p:spPr>
          <a:xfrm>
            <a:off x="8356675" y="5398315"/>
            <a:ext cx="74599" cy="134909"/>
          </a:xfrm>
          <a:prstGeom prst="rect">
            <a:avLst/>
          </a:prstGeom>
          <a:blipFill>
            <a:blip r:embed="rId10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5" name="object 1305"/>
          <p:cNvSpPr/>
          <p:nvPr/>
        </p:nvSpPr>
        <p:spPr>
          <a:xfrm>
            <a:off x="8356675" y="5331168"/>
            <a:ext cx="74599" cy="134289"/>
          </a:xfrm>
          <a:prstGeom prst="rect">
            <a:avLst/>
          </a:prstGeom>
          <a:blipFill>
            <a:blip r:embed="rId10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6" name="object 1306"/>
          <p:cNvSpPr/>
          <p:nvPr/>
        </p:nvSpPr>
        <p:spPr>
          <a:xfrm>
            <a:off x="8356675" y="5331168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7" name="object 1307"/>
          <p:cNvSpPr/>
          <p:nvPr/>
        </p:nvSpPr>
        <p:spPr>
          <a:xfrm>
            <a:off x="8356675" y="5196255"/>
            <a:ext cx="74599" cy="134912"/>
          </a:xfrm>
          <a:prstGeom prst="rect">
            <a:avLst/>
          </a:prstGeom>
          <a:blipFill>
            <a:blip r:embed="rId10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8" name="object 1308"/>
          <p:cNvSpPr/>
          <p:nvPr/>
        </p:nvSpPr>
        <p:spPr>
          <a:xfrm>
            <a:off x="8356675" y="5196255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9" name="object 1309"/>
          <p:cNvSpPr/>
          <p:nvPr/>
        </p:nvSpPr>
        <p:spPr>
          <a:xfrm>
            <a:off x="8356675" y="5129110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0" name="object 1310"/>
          <p:cNvSpPr/>
          <p:nvPr/>
        </p:nvSpPr>
        <p:spPr>
          <a:xfrm>
            <a:off x="8356675" y="5129110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1" name="object 1311"/>
          <p:cNvSpPr/>
          <p:nvPr/>
        </p:nvSpPr>
        <p:spPr>
          <a:xfrm>
            <a:off x="8356675" y="5061343"/>
            <a:ext cx="74599" cy="67762"/>
          </a:xfrm>
          <a:prstGeom prst="rect">
            <a:avLst/>
          </a:prstGeom>
          <a:blipFill>
            <a:blip r:embed="rId10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2" name="object 1312"/>
          <p:cNvSpPr/>
          <p:nvPr/>
        </p:nvSpPr>
        <p:spPr>
          <a:xfrm>
            <a:off x="8356675" y="4994186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57"/>
                </a:moveTo>
                <a:lnTo>
                  <a:pt x="74599" y="0"/>
                </a:lnTo>
                <a:lnTo>
                  <a:pt x="0" y="67157"/>
                </a:lnTo>
                <a:lnTo>
                  <a:pt x="74599" y="67157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3" name="object 1313"/>
          <p:cNvSpPr/>
          <p:nvPr/>
        </p:nvSpPr>
        <p:spPr>
          <a:xfrm>
            <a:off x="8356675" y="4994186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57"/>
                </a:lnTo>
                <a:lnTo>
                  <a:pt x="74599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4" name="object 1314"/>
          <p:cNvSpPr/>
          <p:nvPr/>
        </p:nvSpPr>
        <p:spPr>
          <a:xfrm>
            <a:off x="8356675" y="4927041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5" name="object 1315"/>
          <p:cNvSpPr/>
          <p:nvPr/>
        </p:nvSpPr>
        <p:spPr>
          <a:xfrm>
            <a:off x="8356675" y="4927041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6" name="object 1316"/>
          <p:cNvSpPr/>
          <p:nvPr/>
        </p:nvSpPr>
        <p:spPr>
          <a:xfrm>
            <a:off x="8356675" y="4859896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7" name="object 1317"/>
          <p:cNvSpPr/>
          <p:nvPr/>
        </p:nvSpPr>
        <p:spPr>
          <a:xfrm>
            <a:off x="8356675" y="4859896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8" name="object 1318"/>
          <p:cNvSpPr/>
          <p:nvPr/>
        </p:nvSpPr>
        <p:spPr>
          <a:xfrm>
            <a:off x="8356675" y="4724984"/>
            <a:ext cx="74599" cy="134912"/>
          </a:xfrm>
          <a:prstGeom prst="rect">
            <a:avLst/>
          </a:prstGeom>
          <a:blipFill>
            <a:blip r:embed="rId10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9" name="object 1319"/>
          <p:cNvSpPr/>
          <p:nvPr/>
        </p:nvSpPr>
        <p:spPr>
          <a:xfrm>
            <a:off x="8356675" y="4657839"/>
            <a:ext cx="74599" cy="134289"/>
          </a:xfrm>
          <a:prstGeom prst="rect">
            <a:avLst/>
          </a:prstGeom>
          <a:blipFill>
            <a:blip r:embed="rId10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0" name="object 1320"/>
          <p:cNvSpPr/>
          <p:nvPr/>
        </p:nvSpPr>
        <p:spPr>
          <a:xfrm>
            <a:off x="8356675" y="4590072"/>
            <a:ext cx="74599" cy="134910"/>
          </a:xfrm>
          <a:prstGeom prst="rect">
            <a:avLst/>
          </a:prstGeom>
          <a:blipFill>
            <a:blip r:embed="rId10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1" name="object 1321"/>
          <p:cNvSpPr/>
          <p:nvPr/>
        </p:nvSpPr>
        <p:spPr>
          <a:xfrm>
            <a:off x="8356675" y="4522920"/>
            <a:ext cx="74599" cy="134914"/>
          </a:xfrm>
          <a:prstGeom prst="rect">
            <a:avLst/>
          </a:prstGeom>
          <a:blipFill>
            <a:blip r:embed="rId10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2" name="object 1322"/>
          <p:cNvSpPr/>
          <p:nvPr/>
        </p:nvSpPr>
        <p:spPr>
          <a:xfrm>
            <a:off x="8356675" y="4455774"/>
            <a:ext cx="74599" cy="134292"/>
          </a:xfrm>
          <a:prstGeom prst="rect">
            <a:avLst/>
          </a:prstGeom>
          <a:blipFill>
            <a:blip r:embed="rId10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3" name="object 1323"/>
          <p:cNvSpPr/>
          <p:nvPr/>
        </p:nvSpPr>
        <p:spPr>
          <a:xfrm>
            <a:off x="8356675" y="4388006"/>
            <a:ext cx="74599" cy="134908"/>
          </a:xfrm>
          <a:prstGeom prst="rect">
            <a:avLst/>
          </a:prstGeom>
          <a:blipFill>
            <a:blip r:embed="rId10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4" name="object 1324"/>
          <p:cNvSpPr/>
          <p:nvPr/>
        </p:nvSpPr>
        <p:spPr>
          <a:xfrm>
            <a:off x="8356675" y="4320858"/>
            <a:ext cx="74599" cy="134910"/>
          </a:xfrm>
          <a:prstGeom prst="rect">
            <a:avLst/>
          </a:prstGeom>
          <a:blipFill>
            <a:blip r:embed="rId10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5" name="object 1325"/>
          <p:cNvSpPr/>
          <p:nvPr/>
        </p:nvSpPr>
        <p:spPr>
          <a:xfrm>
            <a:off x="8356675" y="4253712"/>
            <a:ext cx="74599" cy="134289"/>
          </a:xfrm>
          <a:prstGeom prst="rect">
            <a:avLst/>
          </a:prstGeom>
          <a:blipFill>
            <a:blip r:embed="rId10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6" name="object 1326"/>
          <p:cNvSpPr/>
          <p:nvPr/>
        </p:nvSpPr>
        <p:spPr>
          <a:xfrm>
            <a:off x="8356675" y="4185945"/>
            <a:ext cx="74599" cy="134912"/>
          </a:xfrm>
          <a:prstGeom prst="rect">
            <a:avLst/>
          </a:prstGeom>
          <a:blipFill>
            <a:blip r:embed="rId10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7" name="object 1327"/>
          <p:cNvSpPr/>
          <p:nvPr/>
        </p:nvSpPr>
        <p:spPr>
          <a:xfrm>
            <a:off x="8356675" y="4118800"/>
            <a:ext cx="74599" cy="134912"/>
          </a:xfrm>
          <a:prstGeom prst="rect">
            <a:avLst/>
          </a:prstGeom>
          <a:blipFill>
            <a:blip r:embed="rId10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8" name="object 1328"/>
          <p:cNvSpPr/>
          <p:nvPr/>
        </p:nvSpPr>
        <p:spPr>
          <a:xfrm>
            <a:off x="8356675" y="4051655"/>
            <a:ext cx="74599" cy="134287"/>
          </a:xfrm>
          <a:prstGeom prst="rect">
            <a:avLst/>
          </a:prstGeom>
          <a:blipFill>
            <a:blip r:embed="rId10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9" name="object 1329"/>
          <p:cNvSpPr/>
          <p:nvPr/>
        </p:nvSpPr>
        <p:spPr>
          <a:xfrm>
            <a:off x="8356675" y="3984502"/>
            <a:ext cx="74599" cy="134293"/>
          </a:xfrm>
          <a:prstGeom prst="rect">
            <a:avLst/>
          </a:prstGeom>
          <a:blipFill>
            <a:blip r:embed="rId10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0" name="object 1330"/>
          <p:cNvSpPr/>
          <p:nvPr/>
        </p:nvSpPr>
        <p:spPr>
          <a:xfrm>
            <a:off x="8356675" y="3916734"/>
            <a:ext cx="74599" cy="134914"/>
          </a:xfrm>
          <a:prstGeom prst="rect">
            <a:avLst/>
          </a:prstGeom>
          <a:blipFill>
            <a:blip r:embed="rId10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1" name="object 1331"/>
          <p:cNvSpPr/>
          <p:nvPr/>
        </p:nvSpPr>
        <p:spPr>
          <a:xfrm>
            <a:off x="8356675" y="3916730"/>
            <a:ext cx="74599" cy="67767"/>
          </a:xfrm>
          <a:prstGeom prst="rect">
            <a:avLst/>
          </a:prstGeom>
          <a:blipFill>
            <a:blip r:embed="rId10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2" name="object 1332"/>
          <p:cNvSpPr/>
          <p:nvPr/>
        </p:nvSpPr>
        <p:spPr>
          <a:xfrm>
            <a:off x="8356675" y="3849585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3" name="object 1333"/>
          <p:cNvSpPr/>
          <p:nvPr/>
        </p:nvSpPr>
        <p:spPr>
          <a:xfrm>
            <a:off x="8356675" y="3849585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4" name="object 1334"/>
          <p:cNvSpPr/>
          <p:nvPr/>
        </p:nvSpPr>
        <p:spPr>
          <a:xfrm>
            <a:off x="8356675" y="3714673"/>
            <a:ext cx="74599" cy="134912"/>
          </a:xfrm>
          <a:prstGeom prst="rect">
            <a:avLst/>
          </a:prstGeom>
          <a:blipFill>
            <a:blip r:embed="rId10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5" name="object 1335"/>
          <p:cNvSpPr/>
          <p:nvPr/>
        </p:nvSpPr>
        <p:spPr>
          <a:xfrm>
            <a:off x="8356675" y="3647528"/>
            <a:ext cx="74599" cy="134912"/>
          </a:xfrm>
          <a:prstGeom prst="rect">
            <a:avLst/>
          </a:prstGeom>
          <a:blipFill>
            <a:blip r:embed="rId10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6" name="object 1336"/>
          <p:cNvSpPr/>
          <p:nvPr/>
        </p:nvSpPr>
        <p:spPr>
          <a:xfrm>
            <a:off x="8356675" y="3647528"/>
            <a:ext cx="74599" cy="67143"/>
          </a:xfrm>
          <a:prstGeom prst="rect">
            <a:avLst/>
          </a:prstGeom>
          <a:blipFill>
            <a:blip r:embed="rId10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7" name="object 1337"/>
          <p:cNvSpPr/>
          <p:nvPr/>
        </p:nvSpPr>
        <p:spPr>
          <a:xfrm>
            <a:off x="8431279" y="6138798"/>
            <a:ext cx="73986" cy="134909"/>
          </a:xfrm>
          <a:prstGeom prst="rect">
            <a:avLst/>
          </a:prstGeom>
          <a:blipFill>
            <a:blip r:embed="rId10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8" name="object 1338"/>
          <p:cNvSpPr/>
          <p:nvPr/>
        </p:nvSpPr>
        <p:spPr>
          <a:xfrm>
            <a:off x="8431279" y="6071647"/>
            <a:ext cx="73986" cy="134915"/>
          </a:xfrm>
          <a:prstGeom prst="rect">
            <a:avLst/>
          </a:prstGeom>
          <a:blipFill>
            <a:blip r:embed="rId10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9" name="object 1339"/>
          <p:cNvSpPr/>
          <p:nvPr/>
        </p:nvSpPr>
        <p:spPr>
          <a:xfrm>
            <a:off x="8431279" y="6004500"/>
            <a:ext cx="73986" cy="134293"/>
          </a:xfrm>
          <a:prstGeom prst="rect">
            <a:avLst/>
          </a:prstGeom>
          <a:blipFill>
            <a:blip r:embed="rId10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0" name="object 1340"/>
          <p:cNvSpPr/>
          <p:nvPr/>
        </p:nvSpPr>
        <p:spPr>
          <a:xfrm>
            <a:off x="8431279" y="5936732"/>
            <a:ext cx="73986" cy="134908"/>
          </a:xfrm>
          <a:prstGeom prst="rect">
            <a:avLst/>
          </a:prstGeom>
          <a:blipFill>
            <a:blip r:embed="rId10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1" name="object 1341"/>
          <p:cNvSpPr/>
          <p:nvPr/>
        </p:nvSpPr>
        <p:spPr>
          <a:xfrm>
            <a:off x="8431279" y="5869585"/>
            <a:ext cx="73986" cy="134910"/>
          </a:xfrm>
          <a:prstGeom prst="rect">
            <a:avLst/>
          </a:prstGeom>
          <a:blipFill>
            <a:blip r:embed="rId10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2" name="object 1342"/>
          <p:cNvSpPr/>
          <p:nvPr/>
        </p:nvSpPr>
        <p:spPr>
          <a:xfrm>
            <a:off x="8431279" y="5802439"/>
            <a:ext cx="73986" cy="134289"/>
          </a:xfrm>
          <a:prstGeom prst="rect">
            <a:avLst/>
          </a:prstGeom>
          <a:blipFill>
            <a:blip r:embed="rId10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3" name="object 1343"/>
          <p:cNvSpPr/>
          <p:nvPr/>
        </p:nvSpPr>
        <p:spPr>
          <a:xfrm>
            <a:off x="8431279" y="5735294"/>
            <a:ext cx="73986" cy="134289"/>
          </a:xfrm>
          <a:prstGeom prst="rect">
            <a:avLst/>
          </a:prstGeom>
          <a:blipFill>
            <a:blip r:embed="rId10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4" name="object 1344"/>
          <p:cNvSpPr/>
          <p:nvPr/>
        </p:nvSpPr>
        <p:spPr>
          <a:xfrm>
            <a:off x="8431279" y="5667527"/>
            <a:ext cx="73986" cy="134910"/>
          </a:xfrm>
          <a:prstGeom prst="rect">
            <a:avLst/>
          </a:prstGeom>
          <a:blipFill>
            <a:blip r:embed="rId10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5" name="object 1345"/>
          <p:cNvSpPr/>
          <p:nvPr/>
        </p:nvSpPr>
        <p:spPr>
          <a:xfrm>
            <a:off x="8431279" y="5600382"/>
            <a:ext cx="73986" cy="134909"/>
          </a:xfrm>
          <a:prstGeom prst="rect">
            <a:avLst/>
          </a:prstGeom>
          <a:blipFill>
            <a:blip r:embed="rId10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6" name="object 1346"/>
          <p:cNvSpPr/>
          <p:nvPr/>
        </p:nvSpPr>
        <p:spPr>
          <a:xfrm>
            <a:off x="8431279" y="5533230"/>
            <a:ext cx="73986" cy="134293"/>
          </a:xfrm>
          <a:prstGeom prst="rect">
            <a:avLst/>
          </a:prstGeom>
          <a:blipFill>
            <a:blip r:embed="rId10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7" name="object 1347"/>
          <p:cNvSpPr/>
          <p:nvPr/>
        </p:nvSpPr>
        <p:spPr>
          <a:xfrm>
            <a:off x="8431279" y="5465461"/>
            <a:ext cx="73986" cy="134914"/>
          </a:xfrm>
          <a:prstGeom prst="rect">
            <a:avLst/>
          </a:prstGeom>
          <a:blipFill>
            <a:blip r:embed="rId10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8" name="object 1348"/>
          <p:cNvSpPr/>
          <p:nvPr/>
        </p:nvSpPr>
        <p:spPr>
          <a:xfrm>
            <a:off x="8431276" y="5465457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9" name="object 1349"/>
          <p:cNvSpPr/>
          <p:nvPr/>
        </p:nvSpPr>
        <p:spPr>
          <a:xfrm>
            <a:off x="8431279" y="5398312"/>
            <a:ext cx="73986" cy="67144"/>
          </a:xfrm>
          <a:prstGeom prst="rect">
            <a:avLst/>
          </a:prstGeom>
          <a:blipFill>
            <a:blip r:embed="rId10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0" name="object 1350"/>
          <p:cNvSpPr/>
          <p:nvPr/>
        </p:nvSpPr>
        <p:spPr>
          <a:xfrm>
            <a:off x="8431276" y="5263400"/>
            <a:ext cx="73990" cy="134912"/>
          </a:xfrm>
          <a:prstGeom prst="rect">
            <a:avLst/>
          </a:prstGeom>
          <a:blipFill>
            <a:blip r:embed="rId10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1" name="object 1351"/>
          <p:cNvSpPr/>
          <p:nvPr/>
        </p:nvSpPr>
        <p:spPr>
          <a:xfrm>
            <a:off x="8431276" y="5263400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2" name="object 1352"/>
          <p:cNvSpPr/>
          <p:nvPr/>
        </p:nvSpPr>
        <p:spPr>
          <a:xfrm>
            <a:off x="8431279" y="5196255"/>
            <a:ext cx="73986" cy="67143"/>
          </a:xfrm>
          <a:prstGeom prst="rect">
            <a:avLst/>
          </a:prstGeom>
          <a:blipFill>
            <a:blip r:embed="rId10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3" name="object 1353"/>
          <p:cNvSpPr/>
          <p:nvPr/>
        </p:nvSpPr>
        <p:spPr>
          <a:xfrm>
            <a:off x="8431276" y="512911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4" name="object 1354"/>
          <p:cNvSpPr/>
          <p:nvPr/>
        </p:nvSpPr>
        <p:spPr>
          <a:xfrm>
            <a:off x="8431276" y="512911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5" name="object 1355"/>
          <p:cNvSpPr/>
          <p:nvPr/>
        </p:nvSpPr>
        <p:spPr>
          <a:xfrm>
            <a:off x="8431279" y="5061343"/>
            <a:ext cx="73986" cy="67762"/>
          </a:xfrm>
          <a:prstGeom prst="rect">
            <a:avLst/>
          </a:prstGeom>
          <a:blipFill>
            <a:blip r:embed="rId10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6" name="object 1356"/>
          <p:cNvSpPr/>
          <p:nvPr/>
        </p:nvSpPr>
        <p:spPr>
          <a:xfrm>
            <a:off x="8431276" y="499418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57"/>
                </a:moveTo>
                <a:lnTo>
                  <a:pt x="73990" y="0"/>
                </a:lnTo>
                <a:lnTo>
                  <a:pt x="0" y="67157"/>
                </a:lnTo>
                <a:lnTo>
                  <a:pt x="73990" y="67157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7" name="object 1357"/>
          <p:cNvSpPr/>
          <p:nvPr/>
        </p:nvSpPr>
        <p:spPr>
          <a:xfrm>
            <a:off x="8431276" y="499418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57"/>
                </a:lnTo>
                <a:lnTo>
                  <a:pt x="73990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8" name="object 1358"/>
          <p:cNvSpPr/>
          <p:nvPr/>
        </p:nvSpPr>
        <p:spPr>
          <a:xfrm>
            <a:off x="8431276" y="4927041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9" name="object 1359"/>
          <p:cNvSpPr/>
          <p:nvPr/>
        </p:nvSpPr>
        <p:spPr>
          <a:xfrm>
            <a:off x="8431276" y="4927041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0" name="object 1360"/>
          <p:cNvSpPr/>
          <p:nvPr/>
        </p:nvSpPr>
        <p:spPr>
          <a:xfrm>
            <a:off x="8431276" y="485989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1" name="object 1361"/>
          <p:cNvSpPr/>
          <p:nvPr/>
        </p:nvSpPr>
        <p:spPr>
          <a:xfrm>
            <a:off x="8431276" y="485989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2" name="object 1362"/>
          <p:cNvSpPr/>
          <p:nvPr/>
        </p:nvSpPr>
        <p:spPr>
          <a:xfrm>
            <a:off x="8431276" y="4792129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3" name="object 1363"/>
          <p:cNvSpPr/>
          <p:nvPr/>
        </p:nvSpPr>
        <p:spPr>
          <a:xfrm>
            <a:off x="8431276" y="4792129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4" name="object 1364"/>
          <p:cNvSpPr/>
          <p:nvPr/>
        </p:nvSpPr>
        <p:spPr>
          <a:xfrm>
            <a:off x="8431276" y="472498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5" name="object 1365"/>
          <p:cNvSpPr/>
          <p:nvPr/>
        </p:nvSpPr>
        <p:spPr>
          <a:xfrm>
            <a:off x="8431276" y="472498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6" name="object 1366"/>
          <p:cNvSpPr/>
          <p:nvPr/>
        </p:nvSpPr>
        <p:spPr>
          <a:xfrm>
            <a:off x="8431276" y="465783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7" name="object 1367"/>
          <p:cNvSpPr/>
          <p:nvPr/>
        </p:nvSpPr>
        <p:spPr>
          <a:xfrm>
            <a:off x="8431276" y="465783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8" name="object 1368"/>
          <p:cNvSpPr/>
          <p:nvPr/>
        </p:nvSpPr>
        <p:spPr>
          <a:xfrm>
            <a:off x="8431276" y="459007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9" name="object 1369"/>
          <p:cNvSpPr/>
          <p:nvPr/>
        </p:nvSpPr>
        <p:spPr>
          <a:xfrm>
            <a:off x="8431276" y="459007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0" name="object 1370"/>
          <p:cNvSpPr/>
          <p:nvPr/>
        </p:nvSpPr>
        <p:spPr>
          <a:xfrm>
            <a:off x="8431276" y="452291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57"/>
                </a:moveTo>
                <a:lnTo>
                  <a:pt x="73990" y="0"/>
                </a:lnTo>
                <a:lnTo>
                  <a:pt x="0" y="67157"/>
                </a:lnTo>
                <a:lnTo>
                  <a:pt x="73990" y="67157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1" name="object 1371"/>
          <p:cNvSpPr/>
          <p:nvPr/>
        </p:nvSpPr>
        <p:spPr>
          <a:xfrm>
            <a:off x="8431276" y="452291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57"/>
                </a:lnTo>
                <a:lnTo>
                  <a:pt x="73990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2" name="object 1372"/>
          <p:cNvSpPr/>
          <p:nvPr/>
        </p:nvSpPr>
        <p:spPr>
          <a:xfrm>
            <a:off x="8431276" y="445576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3" name="object 1373"/>
          <p:cNvSpPr/>
          <p:nvPr/>
        </p:nvSpPr>
        <p:spPr>
          <a:xfrm>
            <a:off x="8431276" y="445576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4" name="object 1374"/>
          <p:cNvSpPr/>
          <p:nvPr/>
        </p:nvSpPr>
        <p:spPr>
          <a:xfrm>
            <a:off x="8431279" y="4320858"/>
            <a:ext cx="73986" cy="134910"/>
          </a:xfrm>
          <a:prstGeom prst="rect">
            <a:avLst/>
          </a:prstGeom>
          <a:blipFill>
            <a:blip r:embed="rId10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5" name="object 1375"/>
          <p:cNvSpPr/>
          <p:nvPr/>
        </p:nvSpPr>
        <p:spPr>
          <a:xfrm>
            <a:off x="8431279" y="4253712"/>
            <a:ext cx="73986" cy="134289"/>
          </a:xfrm>
          <a:prstGeom prst="rect">
            <a:avLst/>
          </a:prstGeom>
          <a:blipFill>
            <a:blip r:embed="rId10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6" name="object 1376"/>
          <p:cNvSpPr/>
          <p:nvPr/>
        </p:nvSpPr>
        <p:spPr>
          <a:xfrm>
            <a:off x="8431279" y="4185945"/>
            <a:ext cx="73986" cy="134912"/>
          </a:xfrm>
          <a:prstGeom prst="rect">
            <a:avLst/>
          </a:prstGeom>
          <a:blipFill>
            <a:blip r:embed="rId10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7" name="object 1377"/>
          <p:cNvSpPr/>
          <p:nvPr/>
        </p:nvSpPr>
        <p:spPr>
          <a:xfrm>
            <a:off x="8431279" y="4118800"/>
            <a:ext cx="73986" cy="134912"/>
          </a:xfrm>
          <a:prstGeom prst="rect">
            <a:avLst/>
          </a:prstGeom>
          <a:blipFill>
            <a:blip r:embed="rId10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8" name="object 1378"/>
          <p:cNvSpPr/>
          <p:nvPr/>
        </p:nvSpPr>
        <p:spPr>
          <a:xfrm>
            <a:off x="8431279" y="4118800"/>
            <a:ext cx="73985" cy="67142"/>
          </a:xfrm>
          <a:prstGeom prst="rect">
            <a:avLst/>
          </a:prstGeom>
          <a:blipFill>
            <a:blip r:embed="rId10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9" name="object 1379"/>
          <p:cNvSpPr/>
          <p:nvPr/>
        </p:nvSpPr>
        <p:spPr>
          <a:xfrm>
            <a:off x="8431276" y="4051655"/>
            <a:ext cx="73990" cy="67144"/>
          </a:xfrm>
          <a:prstGeom prst="rect">
            <a:avLst/>
          </a:prstGeom>
          <a:blipFill>
            <a:blip r:embed="rId10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0" name="object 1380"/>
          <p:cNvSpPr/>
          <p:nvPr/>
        </p:nvSpPr>
        <p:spPr>
          <a:xfrm>
            <a:off x="8431279" y="3916734"/>
            <a:ext cx="73986" cy="134914"/>
          </a:xfrm>
          <a:prstGeom prst="rect">
            <a:avLst/>
          </a:prstGeom>
          <a:blipFill>
            <a:blip r:embed="rId10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1" name="object 1381"/>
          <p:cNvSpPr/>
          <p:nvPr/>
        </p:nvSpPr>
        <p:spPr>
          <a:xfrm>
            <a:off x="8431279" y="3849588"/>
            <a:ext cx="73986" cy="134909"/>
          </a:xfrm>
          <a:prstGeom prst="rect">
            <a:avLst/>
          </a:prstGeom>
          <a:blipFill>
            <a:blip r:embed="rId10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2" name="object 1382"/>
          <p:cNvSpPr/>
          <p:nvPr/>
        </p:nvSpPr>
        <p:spPr>
          <a:xfrm>
            <a:off x="8431279" y="3782440"/>
            <a:ext cx="73986" cy="134289"/>
          </a:xfrm>
          <a:prstGeom prst="rect">
            <a:avLst/>
          </a:prstGeom>
          <a:blipFill>
            <a:blip r:embed="rId10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3" name="object 1383"/>
          <p:cNvSpPr/>
          <p:nvPr/>
        </p:nvSpPr>
        <p:spPr>
          <a:xfrm>
            <a:off x="8431279" y="3714673"/>
            <a:ext cx="73986" cy="134912"/>
          </a:xfrm>
          <a:prstGeom prst="rect">
            <a:avLst/>
          </a:prstGeom>
          <a:blipFill>
            <a:blip r:embed="rId9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4" name="object 1384"/>
          <p:cNvSpPr/>
          <p:nvPr/>
        </p:nvSpPr>
        <p:spPr>
          <a:xfrm>
            <a:off x="8431279" y="3714673"/>
            <a:ext cx="73985" cy="67767"/>
          </a:xfrm>
          <a:prstGeom prst="rect">
            <a:avLst/>
          </a:prstGeom>
          <a:blipFill>
            <a:blip r:embed="rId10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5" name="object 1385"/>
          <p:cNvSpPr/>
          <p:nvPr/>
        </p:nvSpPr>
        <p:spPr>
          <a:xfrm>
            <a:off x="8431276" y="3647528"/>
            <a:ext cx="73990" cy="67144"/>
          </a:xfrm>
          <a:prstGeom prst="rect">
            <a:avLst/>
          </a:prstGeom>
          <a:blipFill>
            <a:blip r:embed="rId10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6" name="object 1386"/>
          <p:cNvSpPr/>
          <p:nvPr/>
        </p:nvSpPr>
        <p:spPr>
          <a:xfrm>
            <a:off x="8505266" y="6138798"/>
            <a:ext cx="74599" cy="134909"/>
          </a:xfrm>
          <a:prstGeom prst="rect">
            <a:avLst/>
          </a:prstGeom>
          <a:blipFill>
            <a:blip r:embed="rId10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7" name="object 1387"/>
          <p:cNvSpPr/>
          <p:nvPr/>
        </p:nvSpPr>
        <p:spPr>
          <a:xfrm>
            <a:off x="8505266" y="6071647"/>
            <a:ext cx="74599" cy="134915"/>
          </a:xfrm>
          <a:prstGeom prst="rect">
            <a:avLst/>
          </a:prstGeom>
          <a:blipFill>
            <a:blip r:embed="rId10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8" name="object 1388"/>
          <p:cNvSpPr/>
          <p:nvPr/>
        </p:nvSpPr>
        <p:spPr>
          <a:xfrm>
            <a:off x="8505266" y="6004500"/>
            <a:ext cx="74599" cy="134293"/>
          </a:xfrm>
          <a:prstGeom prst="rect">
            <a:avLst/>
          </a:prstGeom>
          <a:blipFill>
            <a:blip r:embed="rId10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9" name="object 1389"/>
          <p:cNvSpPr/>
          <p:nvPr/>
        </p:nvSpPr>
        <p:spPr>
          <a:xfrm>
            <a:off x="8505266" y="5936732"/>
            <a:ext cx="74599" cy="134908"/>
          </a:xfrm>
          <a:prstGeom prst="rect">
            <a:avLst/>
          </a:prstGeom>
          <a:blipFill>
            <a:blip r:embed="rId10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0" name="object 1390"/>
          <p:cNvSpPr/>
          <p:nvPr/>
        </p:nvSpPr>
        <p:spPr>
          <a:xfrm>
            <a:off x="8505266" y="5869585"/>
            <a:ext cx="74599" cy="134910"/>
          </a:xfrm>
          <a:prstGeom prst="rect">
            <a:avLst/>
          </a:prstGeom>
          <a:blipFill>
            <a:blip r:embed="rId10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1" name="object 1391"/>
          <p:cNvSpPr/>
          <p:nvPr/>
        </p:nvSpPr>
        <p:spPr>
          <a:xfrm>
            <a:off x="8505266" y="5802439"/>
            <a:ext cx="74599" cy="134289"/>
          </a:xfrm>
          <a:prstGeom prst="rect">
            <a:avLst/>
          </a:prstGeom>
          <a:blipFill>
            <a:blip r:embed="rId10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2" name="object 1392"/>
          <p:cNvSpPr/>
          <p:nvPr/>
        </p:nvSpPr>
        <p:spPr>
          <a:xfrm>
            <a:off x="8505266" y="5735294"/>
            <a:ext cx="74599" cy="134289"/>
          </a:xfrm>
          <a:prstGeom prst="rect">
            <a:avLst/>
          </a:prstGeom>
          <a:blipFill>
            <a:blip r:embed="rId10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3" name="object 1393"/>
          <p:cNvSpPr/>
          <p:nvPr/>
        </p:nvSpPr>
        <p:spPr>
          <a:xfrm>
            <a:off x="8505266" y="5667527"/>
            <a:ext cx="74599" cy="134910"/>
          </a:xfrm>
          <a:prstGeom prst="rect">
            <a:avLst/>
          </a:prstGeom>
          <a:blipFill>
            <a:blip r:embed="rId10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4" name="object 1394"/>
          <p:cNvSpPr/>
          <p:nvPr/>
        </p:nvSpPr>
        <p:spPr>
          <a:xfrm>
            <a:off x="8505266" y="5600382"/>
            <a:ext cx="74599" cy="134909"/>
          </a:xfrm>
          <a:prstGeom prst="rect">
            <a:avLst/>
          </a:prstGeom>
          <a:blipFill>
            <a:blip r:embed="rId10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5" name="object 1395"/>
          <p:cNvSpPr/>
          <p:nvPr/>
        </p:nvSpPr>
        <p:spPr>
          <a:xfrm>
            <a:off x="8505266" y="5533230"/>
            <a:ext cx="74599" cy="134293"/>
          </a:xfrm>
          <a:prstGeom prst="rect">
            <a:avLst/>
          </a:prstGeom>
          <a:blipFill>
            <a:blip r:embed="rId10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6" name="object 1396"/>
          <p:cNvSpPr/>
          <p:nvPr/>
        </p:nvSpPr>
        <p:spPr>
          <a:xfrm>
            <a:off x="8505266" y="5465461"/>
            <a:ext cx="74599" cy="134914"/>
          </a:xfrm>
          <a:prstGeom prst="rect">
            <a:avLst/>
          </a:prstGeom>
          <a:blipFill>
            <a:blip r:embed="rId10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7" name="object 1397"/>
          <p:cNvSpPr/>
          <p:nvPr/>
        </p:nvSpPr>
        <p:spPr>
          <a:xfrm>
            <a:off x="8505266" y="5398315"/>
            <a:ext cx="74599" cy="134909"/>
          </a:xfrm>
          <a:prstGeom prst="rect">
            <a:avLst/>
          </a:prstGeom>
          <a:blipFill>
            <a:blip r:embed="rId10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8" name="object 1398"/>
          <p:cNvSpPr/>
          <p:nvPr/>
        </p:nvSpPr>
        <p:spPr>
          <a:xfrm>
            <a:off x="8505266" y="5331168"/>
            <a:ext cx="74599" cy="134289"/>
          </a:xfrm>
          <a:prstGeom prst="rect">
            <a:avLst/>
          </a:prstGeom>
          <a:blipFill>
            <a:blip r:embed="rId9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9" name="object 1399"/>
          <p:cNvSpPr/>
          <p:nvPr/>
        </p:nvSpPr>
        <p:spPr>
          <a:xfrm>
            <a:off x="8505266" y="5331168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0" name="object 1400"/>
          <p:cNvSpPr/>
          <p:nvPr/>
        </p:nvSpPr>
        <p:spPr>
          <a:xfrm>
            <a:off x="8505266" y="5196255"/>
            <a:ext cx="74599" cy="134912"/>
          </a:xfrm>
          <a:prstGeom prst="rect">
            <a:avLst/>
          </a:prstGeom>
          <a:blipFill>
            <a:blip r:embed="rId7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1" name="object 1401"/>
          <p:cNvSpPr/>
          <p:nvPr/>
        </p:nvSpPr>
        <p:spPr>
          <a:xfrm>
            <a:off x="8505266" y="5196255"/>
            <a:ext cx="74599" cy="67143"/>
          </a:xfrm>
          <a:prstGeom prst="rect">
            <a:avLst/>
          </a:prstGeom>
          <a:blipFill>
            <a:blip r:embed="rId8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2" name="object 1402"/>
          <p:cNvSpPr/>
          <p:nvPr/>
        </p:nvSpPr>
        <p:spPr>
          <a:xfrm>
            <a:off x="8505266" y="5129110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3" name="object 1403"/>
          <p:cNvSpPr/>
          <p:nvPr/>
        </p:nvSpPr>
        <p:spPr>
          <a:xfrm>
            <a:off x="8505266" y="5129110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4" name="object 1404"/>
          <p:cNvSpPr/>
          <p:nvPr/>
        </p:nvSpPr>
        <p:spPr>
          <a:xfrm>
            <a:off x="8505266" y="5061343"/>
            <a:ext cx="74599" cy="67762"/>
          </a:xfrm>
          <a:prstGeom prst="rect">
            <a:avLst/>
          </a:prstGeom>
          <a:blipFill>
            <a:blip r:embed="rId10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5" name="object 1405"/>
          <p:cNvSpPr/>
          <p:nvPr/>
        </p:nvSpPr>
        <p:spPr>
          <a:xfrm>
            <a:off x="8505266" y="4994186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57"/>
                </a:moveTo>
                <a:lnTo>
                  <a:pt x="74599" y="0"/>
                </a:lnTo>
                <a:lnTo>
                  <a:pt x="0" y="67157"/>
                </a:lnTo>
                <a:lnTo>
                  <a:pt x="74599" y="67157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6" name="object 1406"/>
          <p:cNvSpPr/>
          <p:nvPr/>
        </p:nvSpPr>
        <p:spPr>
          <a:xfrm>
            <a:off x="8505266" y="4994186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57"/>
                </a:lnTo>
                <a:lnTo>
                  <a:pt x="74599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7" name="object 1407"/>
          <p:cNvSpPr/>
          <p:nvPr/>
        </p:nvSpPr>
        <p:spPr>
          <a:xfrm>
            <a:off x="8505266" y="4927041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8" name="object 1408"/>
          <p:cNvSpPr/>
          <p:nvPr/>
        </p:nvSpPr>
        <p:spPr>
          <a:xfrm>
            <a:off x="8505266" y="4927041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9" name="object 1409"/>
          <p:cNvSpPr/>
          <p:nvPr/>
        </p:nvSpPr>
        <p:spPr>
          <a:xfrm>
            <a:off x="8505266" y="4792129"/>
            <a:ext cx="74599" cy="134912"/>
          </a:xfrm>
          <a:prstGeom prst="rect">
            <a:avLst/>
          </a:prstGeom>
          <a:blipFill>
            <a:blip r:embed="rId10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0" name="object 1410"/>
          <p:cNvSpPr/>
          <p:nvPr/>
        </p:nvSpPr>
        <p:spPr>
          <a:xfrm>
            <a:off x="8505266" y="4724984"/>
            <a:ext cx="74599" cy="134912"/>
          </a:xfrm>
          <a:prstGeom prst="rect">
            <a:avLst/>
          </a:prstGeom>
          <a:blipFill>
            <a:blip r:embed="rId10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1" name="object 1411"/>
          <p:cNvSpPr/>
          <p:nvPr/>
        </p:nvSpPr>
        <p:spPr>
          <a:xfrm>
            <a:off x="8505266" y="4657839"/>
            <a:ext cx="74599" cy="134289"/>
          </a:xfrm>
          <a:prstGeom prst="rect">
            <a:avLst/>
          </a:prstGeom>
          <a:blipFill>
            <a:blip r:embed="rId10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2" name="object 1412"/>
          <p:cNvSpPr/>
          <p:nvPr/>
        </p:nvSpPr>
        <p:spPr>
          <a:xfrm>
            <a:off x="8505266" y="4590072"/>
            <a:ext cx="74599" cy="134910"/>
          </a:xfrm>
          <a:prstGeom prst="rect">
            <a:avLst/>
          </a:prstGeom>
          <a:blipFill>
            <a:blip r:embed="rId10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3" name="object 1413"/>
          <p:cNvSpPr/>
          <p:nvPr/>
        </p:nvSpPr>
        <p:spPr>
          <a:xfrm>
            <a:off x="8505266" y="4522920"/>
            <a:ext cx="74599" cy="134914"/>
          </a:xfrm>
          <a:prstGeom prst="rect">
            <a:avLst/>
          </a:prstGeom>
          <a:blipFill>
            <a:blip r:embed="rId10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4" name="object 1414"/>
          <p:cNvSpPr/>
          <p:nvPr/>
        </p:nvSpPr>
        <p:spPr>
          <a:xfrm>
            <a:off x="8505266" y="4455774"/>
            <a:ext cx="74599" cy="134292"/>
          </a:xfrm>
          <a:prstGeom prst="rect">
            <a:avLst/>
          </a:prstGeom>
          <a:blipFill>
            <a:blip r:embed="rId10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5" name="object 1415"/>
          <p:cNvSpPr/>
          <p:nvPr/>
        </p:nvSpPr>
        <p:spPr>
          <a:xfrm>
            <a:off x="8505266" y="4388006"/>
            <a:ext cx="74599" cy="134908"/>
          </a:xfrm>
          <a:prstGeom prst="rect">
            <a:avLst/>
          </a:prstGeom>
          <a:blipFill>
            <a:blip r:embed="rId10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6" name="object 1416"/>
          <p:cNvSpPr/>
          <p:nvPr/>
        </p:nvSpPr>
        <p:spPr>
          <a:xfrm>
            <a:off x="8505266" y="4388002"/>
            <a:ext cx="74599" cy="67767"/>
          </a:xfrm>
          <a:prstGeom prst="rect">
            <a:avLst/>
          </a:prstGeom>
          <a:blipFill>
            <a:blip r:embed="rId10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7" name="object 1417"/>
          <p:cNvSpPr/>
          <p:nvPr/>
        </p:nvSpPr>
        <p:spPr>
          <a:xfrm>
            <a:off x="8505266" y="4320857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8" name="object 1418"/>
          <p:cNvSpPr/>
          <p:nvPr/>
        </p:nvSpPr>
        <p:spPr>
          <a:xfrm>
            <a:off x="8505266" y="4320857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9" name="object 1419"/>
          <p:cNvSpPr/>
          <p:nvPr/>
        </p:nvSpPr>
        <p:spPr>
          <a:xfrm>
            <a:off x="8505266" y="4253712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0" name="object 1420"/>
          <p:cNvSpPr/>
          <p:nvPr/>
        </p:nvSpPr>
        <p:spPr>
          <a:xfrm>
            <a:off x="8505266" y="4253712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1" name="object 1421"/>
          <p:cNvSpPr/>
          <p:nvPr/>
        </p:nvSpPr>
        <p:spPr>
          <a:xfrm>
            <a:off x="8505266" y="4185945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67767"/>
                </a:moveTo>
                <a:lnTo>
                  <a:pt x="74599" y="0"/>
                </a:lnTo>
                <a:lnTo>
                  <a:pt x="0" y="67767"/>
                </a:lnTo>
                <a:lnTo>
                  <a:pt x="74599" y="67767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2" name="object 1422"/>
          <p:cNvSpPr/>
          <p:nvPr/>
        </p:nvSpPr>
        <p:spPr>
          <a:xfrm>
            <a:off x="8505266" y="4185945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0"/>
                </a:moveTo>
                <a:lnTo>
                  <a:pt x="0" y="0"/>
                </a:lnTo>
                <a:lnTo>
                  <a:pt x="0" y="67767"/>
                </a:lnTo>
                <a:lnTo>
                  <a:pt x="74599" y="0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3" name="object 1423"/>
          <p:cNvSpPr/>
          <p:nvPr/>
        </p:nvSpPr>
        <p:spPr>
          <a:xfrm>
            <a:off x="8505266" y="4051655"/>
            <a:ext cx="74599" cy="134287"/>
          </a:xfrm>
          <a:prstGeom prst="rect">
            <a:avLst/>
          </a:prstGeom>
          <a:blipFill>
            <a:blip r:embed="rId10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4" name="object 1424"/>
          <p:cNvSpPr/>
          <p:nvPr/>
        </p:nvSpPr>
        <p:spPr>
          <a:xfrm>
            <a:off x="8505266" y="3984502"/>
            <a:ext cx="74599" cy="134293"/>
          </a:xfrm>
          <a:prstGeom prst="rect">
            <a:avLst/>
          </a:prstGeom>
          <a:blipFill>
            <a:blip r:embed="rId10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5" name="object 1425"/>
          <p:cNvSpPr/>
          <p:nvPr/>
        </p:nvSpPr>
        <p:spPr>
          <a:xfrm>
            <a:off x="8505266" y="3984497"/>
            <a:ext cx="74599" cy="67151"/>
          </a:xfrm>
          <a:prstGeom prst="rect">
            <a:avLst/>
          </a:prstGeom>
          <a:blipFill>
            <a:blip r:embed="rId10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6" name="object 1426"/>
          <p:cNvSpPr/>
          <p:nvPr/>
        </p:nvSpPr>
        <p:spPr>
          <a:xfrm>
            <a:off x="8505266" y="3916730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67767"/>
                </a:moveTo>
                <a:lnTo>
                  <a:pt x="74599" y="0"/>
                </a:lnTo>
                <a:lnTo>
                  <a:pt x="0" y="67767"/>
                </a:lnTo>
                <a:lnTo>
                  <a:pt x="74599" y="67767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7" name="object 1427"/>
          <p:cNvSpPr/>
          <p:nvPr/>
        </p:nvSpPr>
        <p:spPr>
          <a:xfrm>
            <a:off x="8505266" y="3916730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0"/>
                </a:moveTo>
                <a:lnTo>
                  <a:pt x="0" y="0"/>
                </a:lnTo>
                <a:lnTo>
                  <a:pt x="0" y="67767"/>
                </a:lnTo>
                <a:lnTo>
                  <a:pt x="74599" y="0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8" name="object 1428"/>
          <p:cNvSpPr/>
          <p:nvPr/>
        </p:nvSpPr>
        <p:spPr>
          <a:xfrm>
            <a:off x="8505266" y="3849585"/>
            <a:ext cx="74599" cy="67144"/>
          </a:xfrm>
          <a:prstGeom prst="rect">
            <a:avLst/>
          </a:prstGeom>
          <a:blipFill>
            <a:blip r:embed="rId10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9" name="object 1429"/>
          <p:cNvSpPr/>
          <p:nvPr/>
        </p:nvSpPr>
        <p:spPr>
          <a:xfrm>
            <a:off x="8505266" y="3782440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0" name="object 1430"/>
          <p:cNvSpPr/>
          <p:nvPr/>
        </p:nvSpPr>
        <p:spPr>
          <a:xfrm>
            <a:off x="8505266" y="3782440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1" name="object 1431"/>
          <p:cNvSpPr/>
          <p:nvPr/>
        </p:nvSpPr>
        <p:spPr>
          <a:xfrm>
            <a:off x="8505266" y="3647528"/>
            <a:ext cx="74599" cy="134912"/>
          </a:xfrm>
          <a:prstGeom prst="rect">
            <a:avLst/>
          </a:prstGeom>
          <a:blipFill>
            <a:blip r:embed="rId10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2" name="object 1432"/>
          <p:cNvSpPr/>
          <p:nvPr/>
        </p:nvSpPr>
        <p:spPr>
          <a:xfrm>
            <a:off x="8505266" y="3647528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3" name="object 1433"/>
          <p:cNvSpPr/>
          <p:nvPr/>
        </p:nvSpPr>
        <p:spPr>
          <a:xfrm>
            <a:off x="8579872" y="6138798"/>
            <a:ext cx="73983" cy="134909"/>
          </a:xfrm>
          <a:prstGeom prst="rect">
            <a:avLst/>
          </a:prstGeom>
          <a:blipFill>
            <a:blip r:embed="rId10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4" name="object 1434"/>
          <p:cNvSpPr/>
          <p:nvPr/>
        </p:nvSpPr>
        <p:spPr>
          <a:xfrm>
            <a:off x="8579872" y="6071647"/>
            <a:ext cx="73983" cy="134915"/>
          </a:xfrm>
          <a:prstGeom prst="rect">
            <a:avLst/>
          </a:prstGeom>
          <a:blipFill>
            <a:blip r:embed="rId10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5" name="object 1435"/>
          <p:cNvSpPr/>
          <p:nvPr/>
        </p:nvSpPr>
        <p:spPr>
          <a:xfrm>
            <a:off x="8579872" y="6004500"/>
            <a:ext cx="73983" cy="134293"/>
          </a:xfrm>
          <a:prstGeom prst="rect">
            <a:avLst/>
          </a:prstGeom>
          <a:blipFill>
            <a:blip r:embed="rId10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6" name="object 1436"/>
          <p:cNvSpPr/>
          <p:nvPr/>
        </p:nvSpPr>
        <p:spPr>
          <a:xfrm>
            <a:off x="8579872" y="5936732"/>
            <a:ext cx="73983" cy="134908"/>
          </a:xfrm>
          <a:prstGeom prst="rect">
            <a:avLst/>
          </a:prstGeom>
          <a:blipFill>
            <a:blip r:embed="rId10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7" name="object 1437"/>
          <p:cNvSpPr/>
          <p:nvPr/>
        </p:nvSpPr>
        <p:spPr>
          <a:xfrm>
            <a:off x="8579872" y="5869585"/>
            <a:ext cx="73983" cy="134910"/>
          </a:xfrm>
          <a:prstGeom prst="rect">
            <a:avLst/>
          </a:prstGeom>
          <a:blipFill>
            <a:blip r:embed="rId10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8" name="object 1438"/>
          <p:cNvSpPr/>
          <p:nvPr/>
        </p:nvSpPr>
        <p:spPr>
          <a:xfrm>
            <a:off x="8579872" y="5802439"/>
            <a:ext cx="73983" cy="134289"/>
          </a:xfrm>
          <a:prstGeom prst="rect">
            <a:avLst/>
          </a:prstGeom>
          <a:blipFill>
            <a:blip r:embed="rId10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9" name="object 1439"/>
          <p:cNvSpPr/>
          <p:nvPr/>
        </p:nvSpPr>
        <p:spPr>
          <a:xfrm>
            <a:off x="8579872" y="5735294"/>
            <a:ext cx="73983" cy="134289"/>
          </a:xfrm>
          <a:prstGeom prst="rect">
            <a:avLst/>
          </a:prstGeom>
          <a:blipFill>
            <a:blip r:embed="rId10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0" name="object 1440"/>
          <p:cNvSpPr/>
          <p:nvPr/>
        </p:nvSpPr>
        <p:spPr>
          <a:xfrm>
            <a:off x="8579872" y="5667527"/>
            <a:ext cx="73983" cy="134910"/>
          </a:xfrm>
          <a:prstGeom prst="rect">
            <a:avLst/>
          </a:prstGeom>
          <a:blipFill>
            <a:blip r:embed="rId10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1" name="object 1441"/>
          <p:cNvSpPr/>
          <p:nvPr/>
        </p:nvSpPr>
        <p:spPr>
          <a:xfrm>
            <a:off x="8579872" y="5600382"/>
            <a:ext cx="73983" cy="134909"/>
          </a:xfrm>
          <a:prstGeom prst="rect">
            <a:avLst/>
          </a:prstGeom>
          <a:blipFill>
            <a:blip r:embed="rId10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2" name="object 1442"/>
          <p:cNvSpPr/>
          <p:nvPr/>
        </p:nvSpPr>
        <p:spPr>
          <a:xfrm>
            <a:off x="8579872" y="5533230"/>
            <a:ext cx="73983" cy="134293"/>
          </a:xfrm>
          <a:prstGeom prst="rect">
            <a:avLst/>
          </a:prstGeom>
          <a:blipFill>
            <a:blip r:embed="rId10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3" name="object 1443"/>
          <p:cNvSpPr/>
          <p:nvPr/>
        </p:nvSpPr>
        <p:spPr>
          <a:xfrm>
            <a:off x="8579872" y="5465461"/>
            <a:ext cx="73983" cy="134914"/>
          </a:xfrm>
          <a:prstGeom prst="rect">
            <a:avLst/>
          </a:prstGeom>
          <a:blipFill>
            <a:blip r:embed="rId10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4" name="object 1444"/>
          <p:cNvSpPr/>
          <p:nvPr/>
        </p:nvSpPr>
        <p:spPr>
          <a:xfrm>
            <a:off x="8579872" y="5398315"/>
            <a:ext cx="73983" cy="134909"/>
          </a:xfrm>
          <a:prstGeom prst="rect">
            <a:avLst/>
          </a:prstGeom>
          <a:blipFill>
            <a:blip r:embed="rId10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5" name="object 1445"/>
          <p:cNvSpPr/>
          <p:nvPr/>
        </p:nvSpPr>
        <p:spPr>
          <a:xfrm>
            <a:off x="8579872" y="5331168"/>
            <a:ext cx="73983" cy="134289"/>
          </a:xfrm>
          <a:prstGeom prst="rect">
            <a:avLst/>
          </a:prstGeom>
          <a:blipFill>
            <a:blip r:embed="rId10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6" name="object 1446"/>
          <p:cNvSpPr/>
          <p:nvPr/>
        </p:nvSpPr>
        <p:spPr>
          <a:xfrm>
            <a:off x="8579872" y="5263400"/>
            <a:ext cx="73983" cy="134912"/>
          </a:xfrm>
          <a:prstGeom prst="rect">
            <a:avLst/>
          </a:prstGeom>
          <a:blipFill>
            <a:blip r:embed="rId10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7" name="object 1447"/>
          <p:cNvSpPr/>
          <p:nvPr/>
        </p:nvSpPr>
        <p:spPr>
          <a:xfrm>
            <a:off x="8579872" y="5196255"/>
            <a:ext cx="73983" cy="134912"/>
          </a:xfrm>
          <a:prstGeom prst="rect">
            <a:avLst/>
          </a:prstGeom>
          <a:blipFill>
            <a:blip r:embed="rId10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8" name="object 1448"/>
          <p:cNvSpPr/>
          <p:nvPr/>
        </p:nvSpPr>
        <p:spPr>
          <a:xfrm>
            <a:off x="8579872" y="5196255"/>
            <a:ext cx="73983" cy="67143"/>
          </a:xfrm>
          <a:prstGeom prst="rect">
            <a:avLst/>
          </a:prstGeom>
          <a:blipFill>
            <a:blip r:embed="rId8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9" name="object 1449"/>
          <p:cNvSpPr/>
          <p:nvPr/>
        </p:nvSpPr>
        <p:spPr>
          <a:xfrm>
            <a:off x="8579866" y="512911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0" name="object 1450"/>
          <p:cNvSpPr/>
          <p:nvPr/>
        </p:nvSpPr>
        <p:spPr>
          <a:xfrm>
            <a:off x="8579866" y="512911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1" name="object 1451"/>
          <p:cNvSpPr/>
          <p:nvPr/>
        </p:nvSpPr>
        <p:spPr>
          <a:xfrm>
            <a:off x="8579872" y="5061343"/>
            <a:ext cx="73983" cy="67762"/>
          </a:xfrm>
          <a:prstGeom prst="rect">
            <a:avLst/>
          </a:prstGeom>
          <a:blipFill>
            <a:blip r:embed="rId10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2" name="object 1452"/>
          <p:cNvSpPr/>
          <p:nvPr/>
        </p:nvSpPr>
        <p:spPr>
          <a:xfrm>
            <a:off x="8579866" y="499418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57"/>
                </a:moveTo>
                <a:lnTo>
                  <a:pt x="73990" y="0"/>
                </a:lnTo>
                <a:lnTo>
                  <a:pt x="0" y="67157"/>
                </a:lnTo>
                <a:lnTo>
                  <a:pt x="73990" y="67157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3" name="object 1453"/>
          <p:cNvSpPr/>
          <p:nvPr/>
        </p:nvSpPr>
        <p:spPr>
          <a:xfrm>
            <a:off x="8579866" y="4994186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57"/>
                </a:lnTo>
                <a:lnTo>
                  <a:pt x="73990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4" name="object 1454"/>
          <p:cNvSpPr/>
          <p:nvPr/>
        </p:nvSpPr>
        <p:spPr>
          <a:xfrm>
            <a:off x="8579872" y="4859897"/>
            <a:ext cx="73983" cy="134288"/>
          </a:xfrm>
          <a:prstGeom prst="rect">
            <a:avLst/>
          </a:prstGeom>
          <a:blipFill>
            <a:blip r:embed="rId10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5" name="object 1455"/>
          <p:cNvSpPr/>
          <p:nvPr/>
        </p:nvSpPr>
        <p:spPr>
          <a:xfrm>
            <a:off x="8579872" y="4859896"/>
            <a:ext cx="73983" cy="67144"/>
          </a:xfrm>
          <a:prstGeom prst="rect">
            <a:avLst/>
          </a:prstGeom>
          <a:blipFill>
            <a:blip r:embed="rId10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6" name="object 1456"/>
          <p:cNvSpPr/>
          <p:nvPr/>
        </p:nvSpPr>
        <p:spPr>
          <a:xfrm>
            <a:off x="8579866" y="4792129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7" name="object 1457"/>
          <p:cNvSpPr/>
          <p:nvPr/>
        </p:nvSpPr>
        <p:spPr>
          <a:xfrm>
            <a:off x="8579866" y="4792129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8" name="object 1458"/>
          <p:cNvSpPr/>
          <p:nvPr/>
        </p:nvSpPr>
        <p:spPr>
          <a:xfrm>
            <a:off x="8579872" y="4657839"/>
            <a:ext cx="73983" cy="134289"/>
          </a:xfrm>
          <a:prstGeom prst="rect">
            <a:avLst/>
          </a:prstGeom>
          <a:blipFill>
            <a:blip r:embed="rId10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9" name="object 1459"/>
          <p:cNvSpPr/>
          <p:nvPr/>
        </p:nvSpPr>
        <p:spPr>
          <a:xfrm>
            <a:off x="8579872" y="4590072"/>
            <a:ext cx="73983" cy="134910"/>
          </a:xfrm>
          <a:prstGeom prst="rect">
            <a:avLst/>
          </a:prstGeom>
          <a:blipFill>
            <a:blip r:embed="rId10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0" name="object 1460"/>
          <p:cNvSpPr/>
          <p:nvPr/>
        </p:nvSpPr>
        <p:spPr>
          <a:xfrm>
            <a:off x="8579872" y="4522920"/>
            <a:ext cx="73983" cy="134914"/>
          </a:xfrm>
          <a:prstGeom prst="rect">
            <a:avLst/>
          </a:prstGeom>
          <a:blipFill>
            <a:blip r:embed="rId10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1" name="object 1461"/>
          <p:cNvSpPr/>
          <p:nvPr/>
        </p:nvSpPr>
        <p:spPr>
          <a:xfrm>
            <a:off x="8579872" y="4455774"/>
            <a:ext cx="73983" cy="134292"/>
          </a:xfrm>
          <a:prstGeom prst="rect">
            <a:avLst/>
          </a:prstGeom>
          <a:blipFill>
            <a:blip r:embed="rId10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2" name="object 1462"/>
          <p:cNvSpPr/>
          <p:nvPr/>
        </p:nvSpPr>
        <p:spPr>
          <a:xfrm>
            <a:off x="8579872" y="4388006"/>
            <a:ext cx="73983" cy="134908"/>
          </a:xfrm>
          <a:prstGeom prst="rect">
            <a:avLst/>
          </a:prstGeom>
          <a:blipFill>
            <a:blip r:embed="rId10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3" name="object 1463"/>
          <p:cNvSpPr/>
          <p:nvPr/>
        </p:nvSpPr>
        <p:spPr>
          <a:xfrm>
            <a:off x="8579872" y="4320858"/>
            <a:ext cx="73983" cy="134910"/>
          </a:xfrm>
          <a:prstGeom prst="rect">
            <a:avLst/>
          </a:prstGeom>
          <a:blipFill>
            <a:blip r:embed="rId9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4" name="object 1464"/>
          <p:cNvSpPr/>
          <p:nvPr/>
        </p:nvSpPr>
        <p:spPr>
          <a:xfrm>
            <a:off x="8579872" y="4253712"/>
            <a:ext cx="73983" cy="134289"/>
          </a:xfrm>
          <a:prstGeom prst="rect">
            <a:avLst/>
          </a:prstGeom>
          <a:blipFill>
            <a:blip r:embed="rId10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5" name="object 1465"/>
          <p:cNvSpPr/>
          <p:nvPr/>
        </p:nvSpPr>
        <p:spPr>
          <a:xfrm>
            <a:off x="8579872" y="4185945"/>
            <a:ext cx="73983" cy="134912"/>
          </a:xfrm>
          <a:prstGeom prst="rect">
            <a:avLst/>
          </a:prstGeom>
          <a:blipFill>
            <a:blip r:embed="rId10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6" name="object 1466"/>
          <p:cNvSpPr/>
          <p:nvPr/>
        </p:nvSpPr>
        <p:spPr>
          <a:xfrm>
            <a:off x="8579872" y="4118800"/>
            <a:ext cx="73983" cy="134912"/>
          </a:xfrm>
          <a:prstGeom prst="rect">
            <a:avLst/>
          </a:prstGeom>
          <a:blipFill>
            <a:blip r:embed="rId9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7" name="object 1467"/>
          <p:cNvSpPr/>
          <p:nvPr/>
        </p:nvSpPr>
        <p:spPr>
          <a:xfrm>
            <a:off x="8579872" y="4118800"/>
            <a:ext cx="73983" cy="67142"/>
          </a:xfrm>
          <a:prstGeom prst="rect">
            <a:avLst/>
          </a:prstGeom>
          <a:blipFill>
            <a:blip r:embed="rId10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8" name="object 1468"/>
          <p:cNvSpPr/>
          <p:nvPr/>
        </p:nvSpPr>
        <p:spPr>
          <a:xfrm>
            <a:off x="8579866" y="4051655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9" name="object 1469"/>
          <p:cNvSpPr/>
          <p:nvPr/>
        </p:nvSpPr>
        <p:spPr>
          <a:xfrm>
            <a:off x="8579866" y="4051655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0" name="object 1470"/>
          <p:cNvSpPr/>
          <p:nvPr/>
        </p:nvSpPr>
        <p:spPr>
          <a:xfrm>
            <a:off x="8579866" y="3984497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57"/>
                </a:moveTo>
                <a:lnTo>
                  <a:pt x="73990" y="0"/>
                </a:lnTo>
                <a:lnTo>
                  <a:pt x="0" y="67157"/>
                </a:lnTo>
                <a:lnTo>
                  <a:pt x="73990" y="67157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1" name="object 1471"/>
          <p:cNvSpPr/>
          <p:nvPr/>
        </p:nvSpPr>
        <p:spPr>
          <a:xfrm>
            <a:off x="8579866" y="3984497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57"/>
                </a:lnTo>
                <a:lnTo>
                  <a:pt x="73990" y="0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2" name="object 1472"/>
          <p:cNvSpPr/>
          <p:nvPr/>
        </p:nvSpPr>
        <p:spPr>
          <a:xfrm>
            <a:off x="8579872" y="3849588"/>
            <a:ext cx="73983" cy="134909"/>
          </a:xfrm>
          <a:prstGeom prst="rect">
            <a:avLst/>
          </a:prstGeom>
          <a:blipFill>
            <a:blip r:embed="rId10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3" name="object 1473"/>
          <p:cNvSpPr/>
          <p:nvPr/>
        </p:nvSpPr>
        <p:spPr>
          <a:xfrm>
            <a:off x="8579872" y="3849585"/>
            <a:ext cx="73983" cy="67144"/>
          </a:xfrm>
          <a:prstGeom prst="rect">
            <a:avLst/>
          </a:prstGeom>
          <a:blipFill>
            <a:blip r:embed="rId10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4" name="object 1474"/>
          <p:cNvSpPr/>
          <p:nvPr/>
        </p:nvSpPr>
        <p:spPr>
          <a:xfrm>
            <a:off x="8579866" y="378244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5" name="object 1475"/>
          <p:cNvSpPr/>
          <p:nvPr/>
        </p:nvSpPr>
        <p:spPr>
          <a:xfrm>
            <a:off x="8579866" y="378244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6" name="object 1476"/>
          <p:cNvSpPr/>
          <p:nvPr/>
        </p:nvSpPr>
        <p:spPr>
          <a:xfrm>
            <a:off x="8579866" y="3714673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7" name="object 1477"/>
          <p:cNvSpPr/>
          <p:nvPr/>
        </p:nvSpPr>
        <p:spPr>
          <a:xfrm>
            <a:off x="8579866" y="3714673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8" name="object 1478"/>
          <p:cNvSpPr/>
          <p:nvPr/>
        </p:nvSpPr>
        <p:spPr>
          <a:xfrm>
            <a:off x="8579872" y="3647528"/>
            <a:ext cx="73983" cy="67143"/>
          </a:xfrm>
          <a:prstGeom prst="rect">
            <a:avLst/>
          </a:prstGeom>
          <a:blipFill>
            <a:blip r:embed="rId10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9" name="object 1479"/>
          <p:cNvSpPr/>
          <p:nvPr/>
        </p:nvSpPr>
        <p:spPr>
          <a:xfrm>
            <a:off x="8653858" y="6138798"/>
            <a:ext cx="73987" cy="134909"/>
          </a:xfrm>
          <a:prstGeom prst="rect">
            <a:avLst/>
          </a:prstGeom>
          <a:blipFill>
            <a:blip r:embed="rId10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0" name="object 1480"/>
          <p:cNvSpPr/>
          <p:nvPr/>
        </p:nvSpPr>
        <p:spPr>
          <a:xfrm>
            <a:off x="8653858" y="6071647"/>
            <a:ext cx="73987" cy="134915"/>
          </a:xfrm>
          <a:prstGeom prst="rect">
            <a:avLst/>
          </a:prstGeom>
          <a:blipFill>
            <a:blip r:embed="rId10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1" name="object 1481"/>
          <p:cNvSpPr/>
          <p:nvPr/>
        </p:nvSpPr>
        <p:spPr>
          <a:xfrm>
            <a:off x="8653858" y="6004500"/>
            <a:ext cx="73987" cy="134293"/>
          </a:xfrm>
          <a:prstGeom prst="rect">
            <a:avLst/>
          </a:prstGeom>
          <a:blipFill>
            <a:blip r:embed="rId10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2" name="object 1482"/>
          <p:cNvSpPr/>
          <p:nvPr/>
        </p:nvSpPr>
        <p:spPr>
          <a:xfrm>
            <a:off x="8653858" y="5936732"/>
            <a:ext cx="73987" cy="134908"/>
          </a:xfrm>
          <a:prstGeom prst="rect">
            <a:avLst/>
          </a:prstGeom>
          <a:blipFill>
            <a:blip r:embed="rId10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3" name="object 1483"/>
          <p:cNvSpPr/>
          <p:nvPr/>
        </p:nvSpPr>
        <p:spPr>
          <a:xfrm>
            <a:off x="8653858" y="5869585"/>
            <a:ext cx="73987" cy="134910"/>
          </a:xfrm>
          <a:prstGeom prst="rect">
            <a:avLst/>
          </a:prstGeom>
          <a:blipFill>
            <a:blip r:embed="rId10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4" name="object 1484"/>
          <p:cNvSpPr/>
          <p:nvPr/>
        </p:nvSpPr>
        <p:spPr>
          <a:xfrm>
            <a:off x="8653858" y="5802439"/>
            <a:ext cx="73987" cy="134289"/>
          </a:xfrm>
          <a:prstGeom prst="rect">
            <a:avLst/>
          </a:prstGeom>
          <a:blipFill>
            <a:blip r:embed="rId10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5" name="object 1485"/>
          <p:cNvSpPr/>
          <p:nvPr/>
        </p:nvSpPr>
        <p:spPr>
          <a:xfrm>
            <a:off x="8653858" y="5735294"/>
            <a:ext cx="73987" cy="134289"/>
          </a:xfrm>
          <a:prstGeom prst="rect">
            <a:avLst/>
          </a:prstGeom>
          <a:blipFill>
            <a:blip r:embed="rId11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6" name="object 1486"/>
          <p:cNvSpPr/>
          <p:nvPr/>
        </p:nvSpPr>
        <p:spPr>
          <a:xfrm>
            <a:off x="8653858" y="5667527"/>
            <a:ext cx="73987" cy="134910"/>
          </a:xfrm>
          <a:prstGeom prst="rect">
            <a:avLst/>
          </a:prstGeom>
          <a:blipFill>
            <a:blip r:embed="rId11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7" name="object 1487"/>
          <p:cNvSpPr/>
          <p:nvPr/>
        </p:nvSpPr>
        <p:spPr>
          <a:xfrm>
            <a:off x="8653858" y="5600382"/>
            <a:ext cx="73987" cy="134909"/>
          </a:xfrm>
          <a:prstGeom prst="rect">
            <a:avLst/>
          </a:prstGeom>
          <a:blipFill>
            <a:blip r:embed="rId11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8" name="object 1488"/>
          <p:cNvSpPr/>
          <p:nvPr/>
        </p:nvSpPr>
        <p:spPr>
          <a:xfrm>
            <a:off x="8653858" y="5533230"/>
            <a:ext cx="73987" cy="134293"/>
          </a:xfrm>
          <a:prstGeom prst="rect">
            <a:avLst/>
          </a:prstGeom>
          <a:blipFill>
            <a:blip r:embed="rId11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9" name="object 1489"/>
          <p:cNvSpPr/>
          <p:nvPr/>
        </p:nvSpPr>
        <p:spPr>
          <a:xfrm>
            <a:off x="8653858" y="5465461"/>
            <a:ext cx="73987" cy="134914"/>
          </a:xfrm>
          <a:prstGeom prst="rect">
            <a:avLst/>
          </a:prstGeom>
          <a:blipFill>
            <a:blip r:embed="rId11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0" name="object 1490"/>
          <p:cNvSpPr/>
          <p:nvPr/>
        </p:nvSpPr>
        <p:spPr>
          <a:xfrm>
            <a:off x="8653858" y="5398315"/>
            <a:ext cx="73987" cy="134909"/>
          </a:xfrm>
          <a:prstGeom prst="rect">
            <a:avLst/>
          </a:prstGeom>
          <a:blipFill>
            <a:blip r:embed="rId11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1" name="object 1491"/>
          <p:cNvSpPr/>
          <p:nvPr/>
        </p:nvSpPr>
        <p:spPr>
          <a:xfrm>
            <a:off x="8653858" y="5331168"/>
            <a:ext cx="73987" cy="134289"/>
          </a:xfrm>
          <a:prstGeom prst="rect">
            <a:avLst/>
          </a:prstGeom>
          <a:blipFill>
            <a:blip r:embed="rId11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2" name="object 1492"/>
          <p:cNvSpPr/>
          <p:nvPr/>
        </p:nvSpPr>
        <p:spPr>
          <a:xfrm>
            <a:off x="8653858" y="5263400"/>
            <a:ext cx="73987" cy="134912"/>
          </a:xfrm>
          <a:prstGeom prst="rect">
            <a:avLst/>
          </a:prstGeom>
          <a:blipFill>
            <a:blip r:embed="rId11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3" name="object 1493"/>
          <p:cNvSpPr/>
          <p:nvPr/>
        </p:nvSpPr>
        <p:spPr>
          <a:xfrm>
            <a:off x="8653858" y="5196255"/>
            <a:ext cx="73987" cy="134912"/>
          </a:xfrm>
          <a:prstGeom prst="rect">
            <a:avLst/>
          </a:prstGeom>
          <a:blipFill>
            <a:blip r:embed="rId11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4" name="object 1494"/>
          <p:cNvSpPr/>
          <p:nvPr/>
        </p:nvSpPr>
        <p:spPr>
          <a:xfrm>
            <a:off x="8653858" y="5196255"/>
            <a:ext cx="73985" cy="67143"/>
          </a:xfrm>
          <a:prstGeom prst="rect">
            <a:avLst/>
          </a:prstGeom>
          <a:blipFill>
            <a:blip r:embed="rId8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5" name="object 1495"/>
          <p:cNvSpPr/>
          <p:nvPr/>
        </p:nvSpPr>
        <p:spPr>
          <a:xfrm>
            <a:off x="8653856" y="512911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6" name="object 1496"/>
          <p:cNvSpPr/>
          <p:nvPr/>
        </p:nvSpPr>
        <p:spPr>
          <a:xfrm>
            <a:off x="8653856" y="512911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7" name="object 1497"/>
          <p:cNvSpPr/>
          <p:nvPr/>
        </p:nvSpPr>
        <p:spPr>
          <a:xfrm>
            <a:off x="8653858" y="4994191"/>
            <a:ext cx="73987" cy="134914"/>
          </a:xfrm>
          <a:prstGeom prst="rect">
            <a:avLst/>
          </a:prstGeom>
          <a:blipFill>
            <a:blip r:embed="rId11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8" name="object 1498"/>
          <p:cNvSpPr/>
          <p:nvPr/>
        </p:nvSpPr>
        <p:spPr>
          <a:xfrm>
            <a:off x="8653858" y="4927044"/>
            <a:ext cx="73987" cy="134292"/>
          </a:xfrm>
          <a:prstGeom prst="rect">
            <a:avLst/>
          </a:prstGeom>
          <a:blipFill>
            <a:blip r:embed="rId11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9" name="object 1499"/>
          <p:cNvSpPr/>
          <p:nvPr/>
        </p:nvSpPr>
        <p:spPr>
          <a:xfrm>
            <a:off x="8653858" y="4859897"/>
            <a:ext cx="73987" cy="134288"/>
          </a:xfrm>
          <a:prstGeom prst="rect">
            <a:avLst/>
          </a:prstGeom>
          <a:blipFill>
            <a:blip r:embed="rId11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0" name="object 1500"/>
          <p:cNvSpPr/>
          <p:nvPr/>
        </p:nvSpPr>
        <p:spPr>
          <a:xfrm>
            <a:off x="8653858" y="4792129"/>
            <a:ext cx="73987" cy="134912"/>
          </a:xfrm>
          <a:prstGeom prst="rect">
            <a:avLst/>
          </a:prstGeom>
          <a:blipFill>
            <a:blip r:embed="rId11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1" name="object 1501"/>
          <p:cNvSpPr/>
          <p:nvPr/>
        </p:nvSpPr>
        <p:spPr>
          <a:xfrm>
            <a:off x="8653858" y="4724984"/>
            <a:ext cx="73987" cy="134912"/>
          </a:xfrm>
          <a:prstGeom prst="rect">
            <a:avLst/>
          </a:prstGeom>
          <a:blipFill>
            <a:blip r:embed="rId11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2" name="object 1502"/>
          <p:cNvSpPr/>
          <p:nvPr/>
        </p:nvSpPr>
        <p:spPr>
          <a:xfrm>
            <a:off x="8653858" y="4657839"/>
            <a:ext cx="73987" cy="134289"/>
          </a:xfrm>
          <a:prstGeom prst="rect">
            <a:avLst/>
          </a:prstGeom>
          <a:blipFill>
            <a:blip r:embed="rId11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3" name="object 1503"/>
          <p:cNvSpPr/>
          <p:nvPr/>
        </p:nvSpPr>
        <p:spPr>
          <a:xfrm>
            <a:off x="8653858" y="4590072"/>
            <a:ext cx="73987" cy="134910"/>
          </a:xfrm>
          <a:prstGeom prst="rect">
            <a:avLst/>
          </a:prstGeom>
          <a:blipFill>
            <a:blip r:embed="rId11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4" name="object 1504"/>
          <p:cNvSpPr/>
          <p:nvPr/>
        </p:nvSpPr>
        <p:spPr>
          <a:xfrm>
            <a:off x="8653858" y="4522920"/>
            <a:ext cx="73987" cy="134914"/>
          </a:xfrm>
          <a:prstGeom prst="rect">
            <a:avLst/>
          </a:prstGeom>
          <a:blipFill>
            <a:blip r:embed="rId11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5" name="object 1505"/>
          <p:cNvSpPr/>
          <p:nvPr/>
        </p:nvSpPr>
        <p:spPr>
          <a:xfrm>
            <a:off x="8653858" y="4455774"/>
            <a:ext cx="73987" cy="134292"/>
          </a:xfrm>
          <a:prstGeom prst="rect">
            <a:avLst/>
          </a:prstGeom>
          <a:blipFill>
            <a:blip r:embed="rId11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6" name="object 1506"/>
          <p:cNvSpPr/>
          <p:nvPr/>
        </p:nvSpPr>
        <p:spPr>
          <a:xfrm>
            <a:off x="8653858" y="4388006"/>
            <a:ext cx="73987" cy="134908"/>
          </a:xfrm>
          <a:prstGeom prst="rect">
            <a:avLst/>
          </a:prstGeom>
          <a:blipFill>
            <a:blip r:embed="rId11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7" name="object 1507"/>
          <p:cNvSpPr/>
          <p:nvPr/>
        </p:nvSpPr>
        <p:spPr>
          <a:xfrm>
            <a:off x="8653858" y="4320858"/>
            <a:ext cx="73987" cy="134910"/>
          </a:xfrm>
          <a:prstGeom prst="rect">
            <a:avLst/>
          </a:prstGeom>
          <a:blipFill>
            <a:blip r:embed="rId11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8" name="object 1508"/>
          <p:cNvSpPr/>
          <p:nvPr/>
        </p:nvSpPr>
        <p:spPr>
          <a:xfrm>
            <a:off x="8653858" y="4253712"/>
            <a:ext cx="73987" cy="134289"/>
          </a:xfrm>
          <a:prstGeom prst="rect">
            <a:avLst/>
          </a:prstGeom>
          <a:blipFill>
            <a:blip r:embed="rId11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9" name="object 1509"/>
          <p:cNvSpPr/>
          <p:nvPr/>
        </p:nvSpPr>
        <p:spPr>
          <a:xfrm>
            <a:off x="8653858" y="4185945"/>
            <a:ext cx="73987" cy="134912"/>
          </a:xfrm>
          <a:prstGeom prst="rect">
            <a:avLst/>
          </a:prstGeom>
          <a:blipFill>
            <a:blip r:embed="rId11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0" name="object 1510"/>
          <p:cNvSpPr/>
          <p:nvPr/>
        </p:nvSpPr>
        <p:spPr>
          <a:xfrm>
            <a:off x="8653858" y="4118800"/>
            <a:ext cx="73987" cy="134912"/>
          </a:xfrm>
          <a:prstGeom prst="rect">
            <a:avLst/>
          </a:prstGeom>
          <a:blipFill>
            <a:blip r:embed="rId11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1" name="object 1511"/>
          <p:cNvSpPr/>
          <p:nvPr/>
        </p:nvSpPr>
        <p:spPr>
          <a:xfrm>
            <a:off x="8653858" y="4051655"/>
            <a:ext cx="73987" cy="134287"/>
          </a:xfrm>
          <a:prstGeom prst="rect">
            <a:avLst/>
          </a:prstGeom>
          <a:blipFill>
            <a:blip r:embed="rId11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2" name="object 1512"/>
          <p:cNvSpPr/>
          <p:nvPr/>
        </p:nvSpPr>
        <p:spPr>
          <a:xfrm>
            <a:off x="8653858" y="3984502"/>
            <a:ext cx="73987" cy="134293"/>
          </a:xfrm>
          <a:prstGeom prst="rect">
            <a:avLst/>
          </a:prstGeom>
          <a:blipFill>
            <a:blip r:embed="rId11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3" name="object 1513"/>
          <p:cNvSpPr/>
          <p:nvPr/>
        </p:nvSpPr>
        <p:spPr>
          <a:xfrm>
            <a:off x="8653858" y="3916734"/>
            <a:ext cx="73987" cy="134914"/>
          </a:xfrm>
          <a:prstGeom prst="rect">
            <a:avLst/>
          </a:prstGeom>
          <a:blipFill>
            <a:blip r:embed="rId11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4" name="object 1514"/>
          <p:cNvSpPr/>
          <p:nvPr/>
        </p:nvSpPr>
        <p:spPr>
          <a:xfrm>
            <a:off x="8653858" y="3916730"/>
            <a:ext cx="73985" cy="67767"/>
          </a:xfrm>
          <a:prstGeom prst="rect">
            <a:avLst/>
          </a:prstGeom>
          <a:blipFill>
            <a:blip r:embed="rId11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5" name="object 1515"/>
          <p:cNvSpPr/>
          <p:nvPr/>
        </p:nvSpPr>
        <p:spPr>
          <a:xfrm>
            <a:off x="8653856" y="3849585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6" name="object 1516"/>
          <p:cNvSpPr/>
          <p:nvPr/>
        </p:nvSpPr>
        <p:spPr>
          <a:xfrm>
            <a:off x="8653856" y="3849585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7" name="object 1517"/>
          <p:cNvSpPr/>
          <p:nvPr/>
        </p:nvSpPr>
        <p:spPr>
          <a:xfrm>
            <a:off x="8653856" y="378244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8" name="object 1518"/>
          <p:cNvSpPr/>
          <p:nvPr/>
        </p:nvSpPr>
        <p:spPr>
          <a:xfrm>
            <a:off x="8653856" y="378244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9" name="object 1519"/>
          <p:cNvSpPr/>
          <p:nvPr/>
        </p:nvSpPr>
        <p:spPr>
          <a:xfrm>
            <a:off x="8653856" y="3714673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0" name="object 1520"/>
          <p:cNvSpPr/>
          <p:nvPr/>
        </p:nvSpPr>
        <p:spPr>
          <a:xfrm>
            <a:off x="8653856" y="3714673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1" name="object 1521"/>
          <p:cNvSpPr/>
          <p:nvPr/>
        </p:nvSpPr>
        <p:spPr>
          <a:xfrm>
            <a:off x="8653856" y="3647528"/>
            <a:ext cx="73990" cy="67144"/>
          </a:xfrm>
          <a:prstGeom prst="rect">
            <a:avLst/>
          </a:prstGeom>
          <a:blipFill>
            <a:blip r:embed="rId1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2" name="object 1522"/>
          <p:cNvSpPr/>
          <p:nvPr/>
        </p:nvSpPr>
        <p:spPr>
          <a:xfrm>
            <a:off x="8727846" y="6138798"/>
            <a:ext cx="74599" cy="134909"/>
          </a:xfrm>
          <a:prstGeom prst="rect">
            <a:avLst/>
          </a:prstGeom>
          <a:blipFill>
            <a:blip r:embed="rId11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3" name="object 1523"/>
          <p:cNvSpPr/>
          <p:nvPr/>
        </p:nvSpPr>
        <p:spPr>
          <a:xfrm>
            <a:off x="8727846" y="6071647"/>
            <a:ext cx="74599" cy="134915"/>
          </a:xfrm>
          <a:prstGeom prst="rect">
            <a:avLst/>
          </a:prstGeom>
          <a:blipFill>
            <a:blip r:embed="rId11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4" name="object 1524"/>
          <p:cNvSpPr/>
          <p:nvPr/>
        </p:nvSpPr>
        <p:spPr>
          <a:xfrm>
            <a:off x="8727846" y="6004500"/>
            <a:ext cx="74599" cy="134293"/>
          </a:xfrm>
          <a:prstGeom prst="rect">
            <a:avLst/>
          </a:prstGeom>
          <a:blipFill>
            <a:blip r:embed="rId11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5" name="object 1525"/>
          <p:cNvSpPr/>
          <p:nvPr/>
        </p:nvSpPr>
        <p:spPr>
          <a:xfrm>
            <a:off x="8727846" y="5936732"/>
            <a:ext cx="74599" cy="134908"/>
          </a:xfrm>
          <a:prstGeom prst="rect">
            <a:avLst/>
          </a:prstGeom>
          <a:blipFill>
            <a:blip r:embed="rId11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6" name="object 1526"/>
          <p:cNvSpPr/>
          <p:nvPr/>
        </p:nvSpPr>
        <p:spPr>
          <a:xfrm>
            <a:off x="8727846" y="5869585"/>
            <a:ext cx="74599" cy="134910"/>
          </a:xfrm>
          <a:prstGeom prst="rect">
            <a:avLst/>
          </a:prstGeom>
          <a:blipFill>
            <a:blip r:embed="rId11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7" name="object 1527"/>
          <p:cNvSpPr/>
          <p:nvPr/>
        </p:nvSpPr>
        <p:spPr>
          <a:xfrm>
            <a:off x="8727846" y="5802439"/>
            <a:ext cx="74599" cy="134289"/>
          </a:xfrm>
          <a:prstGeom prst="rect">
            <a:avLst/>
          </a:prstGeom>
          <a:blipFill>
            <a:blip r:embed="rId11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8" name="object 1528"/>
          <p:cNvSpPr/>
          <p:nvPr/>
        </p:nvSpPr>
        <p:spPr>
          <a:xfrm>
            <a:off x="8727846" y="5735294"/>
            <a:ext cx="74599" cy="134289"/>
          </a:xfrm>
          <a:prstGeom prst="rect">
            <a:avLst/>
          </a:prstGeom>
          <a:blipFill>
            <a:blip r:embed="rId11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9" name="object 1529"/>
          <p:cNvSpPr/>
          <p:nvPr/>
        </p:nvSpPr>
        <p:spPr>
          <a:xfrm>
            <a:off x="8727846" y="5667527"/>
            <a:ext cx="74599" cy="134910"/>
          </a:xfrm>
          <a:prstGeom prst="rect">
            <a:avLst/>
          </a:prstGeom>
          <a:blipFill>
            <a:blip r:embed="rId11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0" name="object 1530"/>
          <p:cNvSpPr/>
          <p:nvPr/>
        </p:nvSpPr>
        <p:spPr>
          <a:xfrm>
            <a:off x="8727846" y="5600382"/>
            <a:ext cx="74599" cy="134909"/>
          </a:xfrm>
          <a:prstGeom prst="rect">
            <a:avLst/>
          </a:prstGeom>
          <a:blipFill>
            <a:blip r:embed="rId11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1" name="object 1531"/>
          <p:cNvSpPr/>
          <p:nvPr/>
        </p:nvSpPr>
        <p:spPr>
          <a:xfrm>
            <a:off x="8727846" y="5533230"/>
            <a:ext cx="74599" cy="134293"/>
          </a:xfrm>
          <a:prstGeom prst="rect">
            <a:avLst/>
          </a:prstGeom>
          <a:blipFill>
            <a:blip r:embed="rId11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2" name="object 1532"/>
          <p:cNvSpPr/>
          <p:nvPr/>
        </p:nvSpPr>
        <p:spPr>
          <a:xfrm>
            <a:off x="8727846" y="5465461"/>
            <a:ext cx="74599" cy="134914"/>
          </a:xfrm>
          <a:prstGeom prst="rect">
            <a:avLst/>
          </a:prstGeom>
          <a:blipFill>
            <a:blip r:embed="rId11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3" name="object 1533"/>
          <p:cNvSpPr/>
          <p:nvPr/>
        </p:nvSpPr>
        <p:spPr>
          <a:xfrm>
            <a:off x="8727846" y="5398315"/>
            <a:ext cx="74599" cy="134909"/>
          </a:xfrm>
          <a:prstGeom prst="rect">
            <a:avLst/>
          </a:prstGeom>
          <a:blipFill>
            <a:blip r:embed="rId11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4" name="object 1534"/>
          <p:cNvSpPr/>
          <p:nvPr/>
        </p:nvSpPr>
        <p:spPr>
          <a:xfrm>
            <a:off x="8727846" y="5331168"/>
            <a:ext cx="74599" cy="134289"/>
          </a:xfrm>
          <a:prstGeom prst="rect">
            <a:avLst/>
          </a:prstGeom>
          <a:blipFill>
            <a:blip r:embed="rId11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5" name="object 1535"/>
          <p:cNvSpPr/>
          <p:nvPr/>
        </p:nvSpPr>
        <p:spPr>
          <a:xfrm>
            <a:off x="8727846" y="5263400"/>
            <a:ext cx="74599" cy="134912"/>
          </a:xfrm>
          <a:prstGeom prst="rect">
            <a:avLst/>
          </a:prstGeom>
          <a:blipFill>
            <a:blip r:embed="rId11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6" name="object 1536"/>
          <p:cNvSpPr/>
          <p:nvPr/>
        </p:nvSpPr>
        <p:spPr>
          <a:xfrm>
            <a:off x="8727846" y="5196255"/>
            <a:ext cx="74599" cy="134912"/>
          </a:xfrm>
          <a:prstGeom prst="rect">
            <a:avLst/>
          </a:prstGeom>
          <a:blipFill>
            <a:blip r:embed="rId11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7" name="object 1537"/>
          <p:cNvSpPr/>
          <p:nvPr/>
        </p:nvSpPr>
        <p:spPr>
          <a:xfrm>
            <a:off x="8727846" y="5129110"/>
            <a:ext cx="74599" cy="134288"/>
          </a:xfrm>
          <a:prstGeom prst="rect">
            <a:avLst/>
          </a:prstGeom>
          <a:blipFill>
            <a:blip r:embed="rId7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8" name="object 1538"/>
          <p:cNvSpPr/>
          <p:nvPr/>
        </p:nvSpPr>
        <p:spPr>
          <a:xfrm>
            <a:off x="8727846" y="5061343"/>
            <a:ext cx="74599" cy="134909"/>
          </a:xfrm>
          <a:prstGeom prst="rect">
            <a:avLst/>
          </a:prstGeom>
          <a:blipFill>
            <a:blip r:embed="rId10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9" name="object 1539"/>
          <p:cNvSpPr/>
          <p:nvPr/>
        </p:nvSpPr>
        <p:spPr>
          <a:xfrm>
            <a:off x="8727846" y="4994191"/>
            <a:ext cx="74599" cy="134914"/>
          </a:xfrm>
          <a:prstGeom prst="rect">
            <a:avLst/>
          </a:prstGeom>
          <a:blipFill>
            <a:blip r:embed="rId10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0" name="object 1540"/>
          <p:cNvSpPr/>
          <p:nvPr/>
        </p:nvSpPr>
        <p:spPr>
          <a:xfrm>
            <a:off x="8727846" y="4927044"/>
            <a:ext cx="74599" cy="134292"/>
          </a:xfrm>
          <a:prstGeom prst="rect">
            <a:avLst/>
          </a:prstGeom>
          <a:blipFill>
            <a:blip r:embed="rId11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1" name="object 1541"/>
          <p:cNvSpPr/>
          <p:nvPr/>
        </p:nvSpPr>
        <p:spPr>
          <a:xfrm>
            <a:off x="8727846" y="4859897"/>
            <a:ext cx="74599" cy="134288"/>
          </a:xfrm>
          <a:prstGeom prst="rect">
            <a:avLst/>
          </a:prstGeom>
          <a:blipFill>
            <a:blip r:embed="rId11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2" name="object 1542"/>
          <p:cNvSpPr/>
          <p:nvPr/>
        </p:nvSpPr>
        <p:spPr>
          <a:xfrm>
            <a:off x="8727846" y="4792129"/>
            <a:ext cx="74599" cy="134912"/>
          </a:xfrm>
          <a:prstGeom prst="rect">
            <a:avLst/>
          </a:prstGeom>
          <a:blipFill>
            <a:blip r:embed="rId11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3" name="object 1543"/>
          <p:cNvSpPr/>
          <p:nvPr/>
        </p:nvSpPr>
        <p:spPr>
          <a:xfrm>
            <a:off x="8727846" y="4724984"/>
            <a:ext cx="74599" cy="134912"/>
          </a:xfrm>
          <a:prstGeom prst="rect">
            <a:avLst/>
          </a:prstGeom>
          <a:blipFill>
            <a:blip r:embed="rId11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4" name="object 1544"/>
          <p:cNvSpPr/>
          <p:nvPr/>
        </p:nvSpPr>
        <p:spPr>
          <a:xfrm>
            <a:off x="8727846" y="4657839"/>
            <a:ext cx="74599" cy="134289"/>
          </a:xfrm>
          <a:prstGeom prst="rect">
            <a:avLst/>
          </a:prstGeom>
          <a:blipFill>
            <a:blip r:embed="rId11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5" name="object 1545"/>
          <p:cNvSpPr/>
          <p:nvPr/>
        </p:nvSpPr>
        <p:spPr>
          <a:xfrm>
            <a:off x="8727846" y="4657839"/>
            <a:ext cx="74599" cy="67143"/>
          </a:xfrm>
          <a:prstGeom prst="rect">
            <a:avLst/>
          </a:prstGeom>
          <a:blipFill>
            <a:blip r:embed="rId11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6" name="object 1546"/>
          <p:cNvSpPr/>
          <p:nvPr/>
        </p:nvSpPr>
        <p:spPr>
          <a:xfrm>
            <a:off x="8727846" y="4590072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67767"/>
                </a:moveTo>
                <a:lnTo>
                  <a:pt x="74599" y="0"/>
                </a:lnTo>
                <a:lnTo>
                  <a:pt x="0" y="67767"/>
                </a:lnTo>
                <a:lnTo>
                  <a:pt x="74599" y="67767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7" name="object 1547"/>
          <p:cNvSpPr/>
          <p:nvPr/>
        </p:nvSpPr>
        <p:spPr>
          <a:xfrm>
            <a:off x="8727846" y="4590072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0"/>
                </a:moveTo>
                <a:lnTo>
                  <a:pt x="0" y="0"/>
                </a:lnTo>
                <a:lnTo>
                  <a:pt x="0" y="67767"/>
                </a:lnTo>
                <a:lnTo>
                  <a:pt x="7459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8" name="object 1548"/>
          <p:cNvSpPr/>
          <p:nvPr/>
        </p:nvSpPr>
        <p:spPr>
          <a:xfrm>
            <a:off x="8727846" y="4522914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57"/>
                </a:moveTo>
                <a:lnTo>
                  <a:pt x="74599" y="0"/>
                </a:lnTo>
                <a:lnTo>
                  <a:pt x="0" y="67157"/>
                </a:lnTo>
                <a:lnTo>
                  <a:pt x="74599" y="67157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9" name="object 1549"/>
          <p:cNvSpPr/>
          <p:nvPr/>
        </p:nvSpPr>
        <p:spPr>
          <a:xfrm>
            <a:off x="8727846" y="4522914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57"/>
                </a:lnTo>
                <a:lnTo>
                  <a:pt x="7459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0" name="object 1550"/>
          <p:cNvSpPr/>
          <p:nvPr/>
        </p:nvSpPr>
        <p:spPr>
          <a:xfrm>
            <a:off x="8727846" y="4455769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1" name="object 1551"/>
          <p:cNvSpPr/>
          <p:nvPr/>
        </p:nvSpPr>
        <p:spPr>
          <a:xfrm>
            <a:off x="8727846" y="4455769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2" name="object 1552"/>
          <p:cNvSpPr/>
          <p:nvPr/>
        </p:nvSpPr>
        <p:spPr>
          <a:xfrm>
            <a:off x="8727846" y="4388002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67767"/>
                </a:moveTo>
                <a:lnTo>
                  <a:pt x="74599" y="0"/>
                </a:lnTo>
                <a:lnTo>
                  <a:pt x="0" y="67767"/>
                </a:lnTo>
                <a:lnTo>
                  <a:pt x="74599" y="67767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3" name="object 1553"/>
          <p:cNvSpPr/>
          <p:nvPr/>
        </p:nvSpPr>
        <p:spPr>
          <a:xfrm>
            <a:off x="8727846" y="4388002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0"/>
                </a:moveTo>
                <a:lnTo>
                  <a:pt x="0" y="0"/>
                </a:lnTo>
                <a:lnTo>
                  <a:pt x="0" y="67767"/>
                </a:lnTo>
                <a:lnTo>
                  <a:pt x="7459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4" name="object 1554"/>
          <p:cNvSpPr/>
          <p:nvPr/>
        </p:nvSpPr>
        <p:spPr>
          <a:xfrm>
            <a:off x="8727846" y="4320857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5" name="object 1555"/>
          <p:cNvSpPr/>
          <p:nvPr/>
        </p:nvSpPr>
        <p:spPr>
          <a:xfrm>
            <a:off x="8727846" y="4320857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6" name="object 1556"/>
          <p:cNvSpPr/>
          <p:nvPr/>
        </p:nvSpPr>
        <p:spPr>
          <a:xfrm>
            <a:off x="8727846" y="4253712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7" name="object 1557"/>
          <p:cNvSpPr/>
          <p:nvPr/>
        </p:nvSpPr>
        <p:spPr>
          <a:xfrm>
            <a:off x="8727846" y="4253712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8" name="object 1558"/>
          <p:cNvSpPr/>
          <p:nvPr/>
        </p:nvSpPr>
        <p:spPr>
          <a:xfrm>
            <a:off x="8727846" y="4185945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67767"/>
                </a:moveTo>
                <a:lnTo>
                  <a:pt x="74599" y="0"/>
                </a:lnTo>
                <a:lnTo>
                  <a:pt x="0" y="67767"/>
                </a:lnTo>
                <a:lnTo>
                  <a:pt x="74599" y="67767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9" name="object 1559"/>
          <p:cNvSpPr/>
          <p:nvPr/>
        </p:nvSpPr>
        <p:spPr>
          <a:xfrm>
            <a:off x="8727846" y="4185945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0"/>
                </a:moveTo>
                <a:lnTo>
                  <a:pt x="0" y="0"/>
                </a:lnTo>
                <a:lnTo>
                  <a:pt x="0" y="67767"/>
                </a:lnTo>
                <a:lnTo>
                  <a:pt x="7459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0" name="object 1560"/>
          <p:cNvSpPr/>
          <p:nvPr/>
        </p:nvSpPr>
        <p:spPr>
          <a:xfrm>
            <a:off x="8727846" y="4118800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1" name="object 1561"/>
          <p:cNvSpPr/>
          <p:nvPr/>
        </p:nvSpPr>
        <p:spPr>
          <a:xfrm>
            <a:off x="8727846" y="4118800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2" name="object 1562"/>
          <p:cNvSpPr/>
          <p:nvPr/>
        </p:nvSpPr>
        <p:spPr>
          <a:xfrm>
            <a:off x="8727846" y="4051655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3" name="object 1563"/>
          <p:cNvSpPr/>
          <p:nvPr/>
        </p:nvSpPr>
        <p:spPr>
          <a:xfrm>
            <a:off x="8727846" y="4051655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4" name="object 1564"/>
          <p:cNvSpPr/>
          <p:nvPr/>
        </p:nvSpPr>
        <p:spPr>
          <a:xfrm>
            <a:off x="8727846" y="3984497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57"/>
                </a:moveTo>
                <a:lnTo>
                  <a:pt x="74599" y="0"/>
                </a:lnTo>
                <a:lnTo>
                  <a:pt x="0" y="67157"/>
                </a:lnTo>
                <a:lnTo>
                  <a:pt x="74599" y="67157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5" name="object 1565"/>
          <p:cNvSpPr/>
          <p:nvPr/>
        </p:nvSpPr>
        <p:spPr>
          <a:xfrm>
            <a:off x="8727846" y="3984497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57"/>
                </a:lnTo>
                <a:lnTo>
                  <a:pt x="7459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6" name="object 1566"/>
          <p:cNvSpPr/>
          <p:nvPr/>
        </p:nvSpPr>
        <p:spPr>
          <a:xfrm>
            <a:off x="8727846" y="3916730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67767"/>
                </a:moveTo>
                <a:lnTo>
                  <a:pt x="74599" y="0"/>
                </a:lnTo>
                <a:lnTo>
                  <a:pt x="0" y="67767"/>
                </a:lnTo>
                <a:lnTo>
                  <a:pt x="74599" y="67767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7" name="object 1567"/>
          <p:cNvSpPr/>
          <p:nvPr/>
        </p:nvSpPr>
        <p:spPr>
          <a:xfrm>
            <a:off x="8727846" y="3916730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0"/>
                </a:moveTo>
                <a:lnTo>
                  <a:pt x="0" y="0"/>
                </a:lnTo>
                <a:lnTo>
                  <a:pt x="0" y="67767"/>
                </a:lnTo>
                <a:lnTo>
                  <a:pt x="7459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8" name="object 1568"/>
          <p:cNvSpPr/>
          <p:nvPr/>
        </p:nvSpPr>
        <p:spPr>
          <a:xfrm>
            <a:off x="8727846" y="3849585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9" name="object 1569"/>
          <p:cNvSpPr/>
          <p:nvPr/>
        </p:nvSpPr>
        <p:spPr>
          <a:xfrm>
            <a:off x="8727846" y="3849585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0" name="object 1570"/>
          <p:cNvSpPr/>
          <p:nvPr/>
        </p:nvSpPr>
        <p:spPr>
          <a:xfrm>
            <a:off x="8727846" y="3782440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1" name="object 1571"/>
          <p:cNvSpPr/>
          <p:nvPr/>
        </p:nvSpPr>
        <p:spPr>
          <a:xfrm>
            <a:off x="8727846" y="3782440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2" name="object 1572"/>
          <p:cNvSpPr/>
          <p:nvPr/>
        </p:nvSpPr>
        <p:spPr>
          <a:xfrm>
            <a:off x="8727846" y="3714673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67767"/>
                </a:moveTo>
                <a:lnTo>
                  <a:pt x="74599" y="0"/>
                </a:lnTo>
                <a:lnTo>
                  <a:pt x="0" y="67767"/>
                </a:lnTo>
                <a:lnTo>
                  <a:pt x="74599" y="67767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3" name="object 1573"/>
          <p:cNvSpPr/>
          <p:nvPr/>
        </p:nvSpPr>
        <p:spPr>
          <a:xfrm>
            <a:off x="8727846" y="3714673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599" y="0"/>
                </a:moveTo>
                <a:lnTo>
                  <a:pt x="0" y="0"/>
                </a:lnTo>
                <a:lnTo>
                  <a:pt x="0" y="67767"/>
                </a:lnTo>
                <a:lnTo>
                  <a:pt x="7459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4" name="object 1574"/>
          <p:cNvSpPr/>
          <p:nvPr/>
        </p:nvSpPr>
        <p:spPr>
          <a:xfrm>
            <a:off x="8727846" y="3647528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67144"/>
                </a:moveTo>
                <a:lnTo>
                  <a:pt x="74599" y="0"/>
                </a:lnTo>
                <a:lnTo>
                  <a:pt x="0" y="67144"/>
                </a:lnTo>
                <a:lnTo>
                  <a:pt x="74599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5" name="object 1575"/>
          <p:cNvSpPr/>
          <p:nvPr/>
        </p:nvSpPr>
        <p:spPr>
          <a:xfrm>
            <a:off x="8727846" y="3647528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599" y="0"/>
                </a:moveTo>
                <a:lnTo>
                  <a:pt x="0" y="0"/>
                </a:lnTo>
                <a:lnTo>
                  <a:pt x="0" y="67144"/>
                </a:lnTo>
                <a:lnTo>
                  <a:pt x="74599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6" name="object 1576"/>
          <p:cNvSpPr/>
          <p:nvPr/>
        </p:nvSpPr>
        <p:spPr>
          <a:xfrm>
            <a:off x="8802450" y="6138798"/>
            <a:ext cx="73986" cy="134909"/>
          </a:xfrm>
          <a:prstGeom prst="rect">
            <a:avLst/>
          </a:prstGeom>
          <a:blipFill>
            <a:blip r:embed="rId11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7" name="object 1577"/>
          <p:cNvSpPr/>
          <p:nvPr/>
        </p:nvSpPr>
        <p:spPr>
          <a:xfrm>
            <a:off x="8802450" y="6071647"/>
            <a:ext cx="73986" cy="134915"/>
          </a:xfrm>
          <a:prstGeom prst="rect">
            <a:avLst/>
          </a:prstGeom>
          <a:blipFill>
            <a:blip r:embed="rId11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8" name="object 1578"/>
          <p:cNvSpPr/>
          <p:nvPr/>
        </p:nvSpPr>
        <p:spPr>
          <a:xfrm>
            <a:off x="8802450" y="6004500"/>
            <a:ext cx="73986" cy="134293"/>
          </a:xfrm>
          <a:prstGeom prst="rect">
            <a:avLst/>
          </a:prstGeom>
          <a:blipFill>
            <a:blip r:embed="rId11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9" name="object 1579"/>
          <p:cNvSpPr/>
          <p:nvPr/>
        </p:nvSpPr>
        <p:spPr>
          <a:xfrm>
            <a:off x="8802450" y="5936732"/>
            <a:ext cx="73986" cy="134908"/>
          </a:xfrm>
          <a:prstGeom prst="rect">
            <a:avLst/>
          </a:prstGeom>
          <a:blipFill>
            <a:blip r:embed="rId11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0" name="object 1580"/>
          <p:cNvSpPr/>
          <p:nvPr/>
        </p:nvSpPr>
        <p:spPr>
          <a:xfrm>
            <a:off x="8802450" y="5869585"/>
            <a:ext cx="73986" cy="134910"/>
          </a:xfrm>
          <a:prstGeom prst="rect">
            <a:avLst/>
          </a:prstGeom>
          <a:blipFill>
            <a:blip r:embed="rId11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1" name="object 1581"/>
          <p:cNvSpPr/>
          <p:nvPr/>
        </p:nvSpPr>
        <p:spPr>
          <a:xfrm>
            <a:off x="8802450" y="5802439"/>
            <a:ext cx="73986" cy="134289"/>
          </a:xfrm>
          <a:prstGeom prst="rect">
            <a:avLst/>
          </a:prstGeom>
          <a:blipFill>
            <a:blip r:embed="rId11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2" name="object 1582"/>
          <p:cNvSpPr/>
          <p:nvPr/>
        </p:nvSpPr>
        <p:spPr>
          <a:xfrm>
            <a:off x="8802450" y="5735294"/>
            <a:ext cx="73986" cy="134289"/>
          </a:xfrm>
          <a:prstGeom prst="rect">
            <a:avLst/>
          </a:prstGeom>
          <a:blipFill>
            <a:blip r:embed="rId11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3" name="object 1583"/>
          <p:cNvSpPr/>
          <p:nvPr/>
        </p:nvSpPr>
        <p:spPr>
          <a:xfrm>
            <a:off x="8802450" y="5667527"/>
            <a:ext cx="73986" cy="134910"/>
          </a:xfrm>
          <a:prstGeom prst="rect">
            <a:avLst/>
          </a:prstGeom>
          <a:blipFill>
            <a:blip r:embed="rId11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4" name="object 1584"/>
          <p:cNvSpPr/>
          <p:nvPr/>
        </p:nvSpPr>
        <p:spPr>
          <a:xfrm>
            <a:off x="8802450" y="5600382"/>
            <a:ext cx="73986" cy="134909"/>
          </a:xfrm>
          <a:prstGeom prst="rect">
            <a:avLst/>
          </a:prstGeom>
          <a:blipFill>
            <a:blip r:embed="rId11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5" name="object 1585"/>
          <p:cNvSpPr/>
          <p:nvPr/>
        </p:nvSpPr>
        <p:spPr>
          <a:xfrm>
            <a:off x="8802450" y="5533230"/>
            <a:ext cx="73986" cy="134293"/>
          </a:xfrm>
          <a:prstGeom prst="rect">
            <a:avLst/>
          </a:prstGeom>
          <a:blipFill>
            <a:blip r:embed="rId11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6" name="object 1586"/>
          <p:cNvSpPr/>
          <p:nvPr/>
        </p:nvSpPr>
        <p:spPr>
          <a:xfrm>
            <a:off x="8802450" y="5465461"/>
            <a:ext cx="73986" cy="134914"/>
          </a:xfrm>
          <a:prstGeom prst="rect">
            <a:avLst/>
          </a:prstGeom>
          <a:blipFill>
            <a:blip r:embed="rId11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7" name="object 1587"/>
          <p:cNvSpPr/>
          <p:nvPr/>
        </p:nvSpPr>
        <p:spPr>
          <a:xfrm>
            <a:off x="8802450" y="5398315"/>
            <a:ext cx="73986" cy="134909"/>
          </a:xfrm>
          <a:prstGeom prst="rect">
            <a:avLst/>
          </a:prstGeom>
          <a:blipFill>
            <a:blip r:embed="rId11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8" name="object 1588"/>
          <p:cNvSpPr/>
          <p:nvPr/>
        </p:nvSpPr>
        <p:spPr>
          <a:xfrm>
            <a:off x="8802450" y="5331168"/>
            <a:ext cx="73986" cy="134289"/>
          </a:xfrm>
          <a:prstGeom prst="rect">
            <a:avLst/>
          </a:prstGeom>
          <a:blipFill>
            <a:blip r:embed="rId11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9" name="object 1589"/>
          <p:cNvSpPr/>
          <p:nvPr/>
        </p:nvSpPr>
        <p:spPr>
          <a:xfrm>
            <a:off x="8802450" y="5263400"/>
            <a:ext cx="73986" cy="134912"/>
          </a:xfrm>
          <a:prstGeom prst="rect">
            <a:avLst/>
          </a:prstGeom>
          <a:blipFill>
            <a:blip r:embed="rId11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0" name="object 1590"/>
          <p:cNvSpPr/>
          <p:nvPr/>
        </p:nvSpPr>
        <p:spPr>
          <a:xfrm>
            <a:off x="8802450" y="5196255"/>
            <a:ext cx="73986" cy="134912"/>
          </a:xfrm>
          <a:prstGeom prst="rect">
            <a:avLst/>
          </a:prstGeom>
          <a:blipFill>
            <a:blip r:embed="rId10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1" name="object 1591"/>
          <p:cNvSpPr/>
          <p:nvPr/>
        </p:nvSpPr>
        <p:spPr>
          <a:xfrm>
            <a:off x="8802450" y="5129110"/>
            <a:ext cx="73986" cy="134288"/>
          </a:xfrm>
          <a:prstGeom prst="rect">
            <a:avLst/>
          </a:prstGeom>
          <a:blipFill>
            <a:blip r:embed="rId11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2" name="object 1592"/>
          <p:cNvSpPr/>
          <p:nvPr/>
        </p:nvSpPr>
        <p:spPr>
          <a:xfrm>
            <a:off x="8802450" y="5061343"/>
            <a:ext cx="73986" cy="134909"/>
          </a:xfrm>
          <a:prstGeom prst="rect">
            <a:avLst/>
          </a:prstGeom>
          <a:blipFill>
            <a:blip r:embed="rId11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3" name="object 1593"/>
          <p:cNvSpPr/>
          <p:nvPr/>
        </p:nvSpPr>
        <p:spPr>
          <a:xfrm>
            <a:off x="8802450" y="4994191"/>
            <a:ext cx="73986" cy="134914"/>
          </a:xfrm>
          <a:prstGeom prst="rect">
            <a:avLst/>
          </a:prstGeom>
          <a:blipFill>
            <a:blip r:embed="rId11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4" name="object 1594"/>
          <p:cNvSpPr/>
          <p:nvPr/>
        </p:nvSpPr>
        <p:spPr>
          <a:xfrm>
            <a:off x="8802450" y="4927044"/>
            <a:ext cx="73986" cy="134292"/>
          </a:xfrm>
          <a:prstGeom prst="rect">
            <a:avLst/>
          </a:prstGeom>
          <a:blipFill>
            <a:blip r:embed="rId11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5" name="object 1595"/>
          <p:cNvSpPr/>
          <p:nvPr/>
        </p:nvSpPr>
        <p:spPr>
          <a:xfrm>
            <a:off x="8802450" y="4859897"/>
            <a:ext cx="73986" cy="134288"/>
          </a:xfrm>
          <a:prstGeom prst="rect">
            <a:avLst/>
          </a:prstGeom>
          <a:blipFill>
            <a:blip r:embed="rId9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6" name="object 1596"/>
          <p:cNvSpPr/>
          <p:nvPr/>
        </p:nvSpPr>
        <p:spPr>
          <a:xfrm>
            <a:off x="8802450" y="4792129"/>
            <a:ext cx="73986" cy="134912"/>
          </a:xfrm>
          <a:prstGeom prst="rect">
            <a:avLst/>
          </a:prstGeom>
          <a:blipFill>
            <a:blip r:embed="rId11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7" name="object 1597"/>
          <p:cNvSpPr/>
          <p:nvPr/>
        </p:nvSpPr>
        <p:spPr>
          <a:xfrm>
            <a:off x="8802450" y="4724984"/>
            <a:ext cx="73986" cy="134912"/>
          </a:xfrm>
          <a:prstGeom prst="rect">
            <a:avLst/>
          </a:prstGeom>
          <a:blipFill>
            <a:blip r:embed="rId11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8" name="object 1598"/>
          <p:cNvSpPr/>
          <p:nvPr/>
        </p:nvSpPr>
        <p:spPr>
          <a:xfrm>
            <a:off x="8802450" y="4657839"/>
            <a:ext cx="73986" cy="134289"/>
          </a:xfrm>
          <a:prstGeom prst="rect">
            <a:avLst/>
          </a:prstGeom>
          <a:blipFill>
            <a:blip r:embed="rId11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9" name="object 1599"/>
          <p:cNvSpPr/>
          <p:nvPr/>
        </p:nvSpPr>
        <p:spPr>
          <a:xfrm>
            <a:off x="8802450" y="4590072"/>
            <a:ext cx="73986" cy="134910"/>
          </a:xfrm>
          <a:prstGeom prst="rect">
            <a:avLst/>
          </a:prstGeom>
          <a:blipFill>
            <a:blip r:embed="rId11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0" name="object 1600"/>
          <p:cNvSpPr/>
          <p:nvPr/>
        </p:nvSpPr>
        <p:spPr>
          <a:xfrm>
            <a:off x="8802450" y="4522920"/>
            <a:ext cx="73986" cy="134914"/>
          </a:xfrm>
          <a:prstGeom prst="rect">
            <a:avLst/>
          </a:prstGeom>
          <a:blipFill>
            <a:blip r:embed="rId11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1" name="object 1601"/>
          <p:cNvSpPr/>
          <p:nvPr/>
        </p:nvSpPr>
        <p:spPr>
          <a:xfrm>
            <a:off x="8802450" y="4455774"/>
            <a:ext cx="73986" cy="134292"/>
          </a:xfrm>
          <a:prstGeom prst="rect">
            <a:avLst/>
          </a:prstGeom>
          <a:blipFill>
            <a:blip r:embed="rId11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2" name="object 1602"/>
          <p:cNvSpPr/>
          <p:nvPr/>
        </p:nvSpPr>
        <p:spPr>
          <a:xfrm>
            <a:off x="8802450" y="4388006"/>
            <a:ext cx="73986" cy="134908"/>
          </a:xfrm>
          <a:prstGeom prst="rect">
            <a:avLst/>
          </a:prstGeom>
          <a:blipFill>
            <a:blip r:embed="rId11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3" name="object 1603"/>
          <p:cNvSpPr/>
          <p:nvPr/>
        </p:nvSpPr>
        <p:spPr>
          <a:xfrm>
            <a:off x="8802450" y="4320858"/>
            <a:ext cx="73986" cy="134910"/>
          </a:xfrm>
          <a:prstGeom prst="rect">
            <a:avLst/>
          </a:prstGeom>
          <a:blipFill>
            <a:blip r:embed="rId11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4" name="object 1604"/>
          <p:cNvSpPr/>
          <p:nvPr/>
        </p:nvSpPr>
        <p:spPr>
          <a:xfrm>
            <a:off x="8802450" y="4253712"/>
            <a:ext cx="73986" cy="134289"/>
          </a:xfrm>
          <a:prstGeom prst="rect">
            <a:avLst/>
          </a:prstGeom>
          <a:blipFill>
            <a:blip r:embed="rId11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5" name="object 1605"/>
          <p:cNvSpPr/>
          <p:nvPr/>
        </p:nvSpPr>
        <p:spPr>
          <a:xfrm>
            <a:off x="8802450" y="4185945"/>
            <a:ext cx="73986" cy="134912"/>
          </a:xfrm>
          <a:prstGeom prst="rect">
            <a:avLst/>
          </a:prstGeom>
          <a:blipFill>
            <a:blip r:embed="rId11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6" name="object 1606"/>
          <p:cNvSpPr/>
          <p:nvPr/>
        </p:nvSpPr>
        <p:spPr>
          <a:xfrm>
            <a:off x="8802450" y="4118800"/>
            <a:ext cx="73986" cy="134912"/>
          </a:xfrm>
          <a:prstGeom prst="rect">
            <a:avLst/>
          </a:prstGeom>
          <a:blipFill>
            <a:blip r:embed="rId11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7" name="object 1607"/>
          <p:cNvSpPr/>
          <p:nvPr/>
        </p:nvSpPr>
        <p:spPr>
          <a:xfrm>
            <a:off x="8802450" y="4051655"/>
            <a:ext cx="73986" cy="134287"/>
          </a:xfrm>
          <a:prstGeom prst="rect">
            <a:avLst/>
          </a:prstGeom>
          <a:blipFill>
            <a:blip r:embed="rId11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8" name="object 1608"/>
          <p:cNvSpPr/>
          <p:nvPr/>
        </p:nvSpPr>
        <p:spPr>
          <a:xfrm>
            <a:off x="8802450" y="3984502"/>
            <a:ext cx="73986" cy="134293"/>
          </a:xfrm>
          <a:prstGeom prst="rect">
            <a:avLst/>
          </a:prstGeom>
          <a:blipFill>
            <a:blip r:embed="rId11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9" name="object 1609"/>
          <p:cNvSpPr/>
          <p:nvPr/>
        </p:nvSpPr>
        <p:spPr>
          <a:xfrm>
            <a:off x="8802446" y="3984497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57"/>
                </a:lnTo>
                <a:lnTo>
                  <a:pt x="73990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0" name="object 1610"/>
          <p:cNvSpPr/>
          <p:nvPr/>
        </p:nvSpPr>
        <p:spPr>
          <a:xfrm>
            <a:off x="8802446" y="3916730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1" name="object 1611"/>
          <p:cNvSpPr/>
          <p:nvPr/>
        </p:nvSpPr>
        <p:spPr>
          <a:xfrm>
            <a:off x="8802446" y="3916730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2" name="object 1612"/>
          <p:cNvSpPr/>
          <p:nvPr/>
        </p:nvSpPr>
        <p:spPr>
          <a:xfrm>
            <a:off x="8802446" y="3849585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3" name="object 1613"/>
          <p:cNvSpPr/>
          <p:nvPr/>
        </p:nvSpPr>
        <p:spPr>
          <a:xfrm>
            <a:off x="8802446" y="3849585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4" name="object 1614"/>
          <p:cNvSpPr/>
          <p:nvPr/>
        </p:nvSpPr>
        <p:spPr>
          <a:xfrm>
            <a:off x="8802446" y="378244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5" name="object 1615"/>
          <p:cNvSpPr/>
          <p:nvPr/>
        </p:nvSpPr>
        <p:spPr>
          <a:xfrm>
            <a:off x="8802446" y="378244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6" name="object 1616"/>
          <p:cNvSpPr/>
          <p:nvPr/>
        </p:nvSpPr>
        <p:spPr>
          <a:xfrm>
            <a:off x="8802446" y="3714673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67767"/>
                </a:moveTo>
                <a:lnTo>
                  <a:pt x="73990" y="0"/>
                </a:lnTo>
                <a:lnTo>
                  <a:pt x="0" y="67767"/>
                </a:lnTo>
                <a:lnTo>
                  <a:pt x="73990" y="67767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7" name="object 1617"/>
          <p:cNvSpPr/>
          <p:nvPr/>
        </p:nvSpPr>
        <p:spPr>
          <a:xfrm>
            <a:off x="8802446" y="3714673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90" y="0"/>
                </a:moveTo>
                <a:lnTo>
                  <a:pt x="0" y="0"/>
                </a:lnTo>
                <a:lnTo>
                  <a:pt x="0" y="67767"/>
                </a:lnTo>
                <a:lnTo>
                  <a:pt x="73990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8" name="object 1618"/>
          <p:cNvSpPr/>
          <p:nvPr/>
        </p:nvSpPr>
        <p:spPr>
          <a:xfrm>
            <a:off x="8802446" y="3647528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67144"/>
                </a:moveTo>
                <a:lnTo>
                  <a:pt x="73990" y="0"/>
                </a:lnTo>
                <a:lnTo>
                  <a:pt x="0" y="67144"/>
                </a:lnTo>
                <a:lnTo>
                  <a:pt x="73990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9" name="object 1619"/>
          <p:cNvSpPr/>
          <p:nvPr/>
        </p:nvSpPr>
        <p:spPr>
          <a:xfrm>
            <a:off x="8802446" y="3647528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90" y="0"/>
                </a:moveTo>
                <a:lnTo>
                  <a:pt x="0" y="0"/>
                </a:lnTo>
                <a:lnTo>
                  <a:pt x="0" y="67144"/>
                </a:lnTo>
                <a:lnTo>
                  <a:pt x="73990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0" name="object 1620"/>
          <p:cNvSpPr/>
          <p:nvPr/>
        </p:nvSpPr>
        <p:spPr>
          <a:xfrm>
            <a:off x="8876436" y="6138798"/>
            <a:ext cx="74612" cy="134909"/>
          </a:xfrm>
          <a:prstGeom prst="rect">
            <a:avLst/>
          </a:prstGeom>
          <a:blipFill>
            <a:blip r:embed="rId11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1" name="object 1621"/>
          <p:cNvSpPr/>
          <p:nvPr/>
        </p:nvSpPr>
        <p:spPr>
          <a:xfrm>
            <a:off x="8876436" y="6071647"/>
            <a:ext cx="74612" cy="134915"/>
          </a:xfrm>
          <a:prstGeom prst="rect">
            <a:avLst/>
          </a:prstGeom>
          <a:blipFill>
            <a:blip r:embed="rId11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2" name="object 1622"/>
          <p:cNvSpPr/>
          <p:nvPr/>
        </p:nvSpPr>
        <p:spPr>
          <a:xfrm>
            <a:off x="8876436" y="6004500"/>
            <a:ext cx="74612" cy="134293"/>
          </a:xfrm>
          <a:prstGeom prst="rect">
            <a:avLst/>
          </a:prstGeom>
          <a:blipFill>
            <a:blip r:embed="rId11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3" name="object 1623"/>
          <p:cNvSpPr/>
          <p:nvPr/>
        </p:nvSpPr>
        <p:spPr>
          <a:xfrm>
            <a:off x="8876436" y="5936732"/>
            <a:ext cx="74612" cy="134908"/>
          </a:xfrm>
          <a:prstGeom prst="rect">
            <a:avLst/>
          </a:prstGeom>
          <a:blipFill>
            <a:blip r:embed="rId11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4" name="object 1624"/>
          <p:cNvSpPr/>
          <p:nvPr/>
        </p:nvSpPr>
        <p:spPr>
          <a:xfrm>
            <a:off x="8876436" y="5869585"/>
            <a:ext cx="74612" cy="134910"/>
          </a:xfrm>
          <a:prstGeom prst="rect">
            <a:avLst/>
          </a:prstGeom>
          <a:blipFill>
            <a:blip r:embed="rId11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5" name="object 1625"/>
          <p:cNvSpPr/>
          <p:nvPr/>
        </p:nvSpPr>
        <p:spPr>
          <a:xfrm>
            <a:off x="8876436" y="5802439"/>
            <a:ext cx="74612" cy="134289"/>
          </a:xfrm>
          <a:prstGeom prst="rect">
            <a:avLst/>
          </a:prstGeom>
          <a:blipFill>
            <a:blip r:embed="rId11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6" name="object 1626"/>
          <p:cNvSpPr/>
          <p:nvPr/>
        </p:nvSpPr>
        <p:spPr>
          <a:xfrm>
            <a:off x="8876436" y="5735294"/>
            <a:ext cx="74612" cy="134289"/>
          </a:xfrm>
          <a:prstGeom prst="rect">
            <a:avLst/>
          </a:prstGeom>
          <a:blipFill>
            <a:blip r:embed="rId11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7" name="object 1627"/>
          <p:cNvSpPr/>
          <p:nvPr/>
        </p:nvSpPr>
        <p:spPr>
          <a:xfrm>
            <a:off x="8876436" y="5667527"/>
            <a:ext cx="74612" cy="134910"/>
          </a:xfrm>
          <a:prstGeom prst="rect">
            <a:avLst/>
          </a:prstGeom>
          <a:blipFill>
            <a:blip r:embed="rId11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8" name="object 1628"/>
          <p:cNvSpPr/>
          <p:nvPr/>
        </p:nvSpPr>
        <p:spPr>
          <a:xfrm>
            <a:off x="8876436" y="5600382"/>
            <a:ext cx="74612" cy="134909"/>
          </a:xfrm>
          <a:prstGeom prst="rect">
            <a:avLst/>
          </a:prstGeom>
          <a:blipFill>
            <a:blip r:embed="rId11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9" name="object 1629"/>
          <p:cNvSpPr/>
          <p:nvPr/>
        </p:nvSpPr>
        <p:spPr>
          <a:xfrm>
            <a:off x="8876436" y="5533230"/>
            <a:ext cx="74612" cy="134293"/>
          </a:xfrm>
          <a:prstGeom prst="rect">
            <a:avLst/>
          </a:prstGeom>
          <a:blipFill>
            <a:blip r:embed="rId11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0" name="object 1630"/>
          <p:cNvSpPr/>
          <p:nvPr/>
        </p:nvSpPr>
        <p:spPr>
          <a:xfrm>
            <a:off x="8876436" y="5465461"/>
            <a:ext cx="74612" cy="134914"/>
          </a:xfrm>
          <a:prstGeom prst="rect">
            <a:avLst/>
          </a:prstGeom>
          <a:blipFill>
            <a:blip r:embed="rId11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1" name="object 1631"/>
          <p:cNvSpPr/>
          <p:nvPr/>
        </p:nvSpPr>
        <p:spPr>
          <a:xfrm>
            <a:off x="8876436" y="5398315"/>
            <a:ext cx="74612" cy="134909"/>
          </a:xfrm>
          <a:prstGeom prst="rect">
            <a:avLst/>
          </a:prstGeom>
          <a:blipFill>
            <a:blip r:embed="rId11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2" name="object 1632"/>
          <p:cNvSpPr/>
          <p:nvPr/>
        </p:nvSpPr>
        <p:spPr>
          <a:xfrm>
            <a:off x="8876436" y="5331168"/>
            <a:ext cx="74612" cy="134289"/>
          </a:xfrm>
          <a:prstGeom prst="rect">
            <a:avLst/>
          </a:prstGeom>
          <a:blipFill>
            <a:blip r:embed="rId11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3" name="object 1633"/>
          <p:cNvSpPr/>
          <p:nvPr/>
        </p:nvSpPr>
        <p:spPr>
          <a:xfrm>
            <a:off x="8876436" y="5263400"/>
            <a:ext cx="74612" cy="134912"/>
          </a:xfrm>
          <a:prstGeom prst="rect">
            <a:avLst/>
          </a:prstGeom>
          <a:blipFill>
            <a:blip r:embed="rId11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4" name="object 1634"/>
          <p:cNvSpPr/>
          <p:nvPr/>
        </p:nvSpPr>
        <p:spPr>
          <a:xfrm>
            <a:off x="8876436" y="5196255"/>
            <a:ext cx="74612" cy="134912"/>
          </a:xfrm>
          <a:prstGeom prst="rect">
            <a:avLst/>
          </a:prstGeom>
          <a:blipFill>
            <a:blip r:embed="rId11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5" name="object 1635"/>
          <p:cNvSpPr/>
          <p:nvPr/>
        </p:nvSpPr>
        <p:spPr>
          <a:xfrm>
            <a:off x="8876436" y="5129110"/>
            <a:ext cx="74612" cy="134288"/>
          </a:xfrm>
          <a:prstGeom prst="rect">
            <a:avLst/>
          </a:prstGeom>
          <a:blipFill>
            <a:blip r:embed="rId11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6" name="object 1636"/>
          <p:cNvSpPr/>
          <p:nvPr/>
        </p:nvSpPr>
        <p:spPr>
          <a:xfrm>
            <a:off x="8876436" y="5061343"/>
            <a:ext cx="74612" cy="134909"/>
          </a:xfrm>
          <a:prstGeom prst="rect">
            <a:avLst/>
          </a:prstGeom>
          <a:blipFill>
            <a:blip r:embed="rId11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7" name="object 1637"/>
          <p:cNvSpPr/>
          <p:nvPr/>
        </p:nvSpPr>
        <p:spPr>
          <a:xfrm>
            <a:off x="8876436" y="4994191"/>
            <a:ext cx="74612" cy="134914"/>
          </a:xfrm>
          <a:prstGeom prst="rect">
            <a:avLst/>
          </a:prstGeom>
          <a:blipFill>
            <a:blip r:embed="rId11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8" name="object 1638"/>
          <p:cNvSpPr/>
          <p:nvPr/>
        </p:nvSpPr>
        <p:spPr>
          <a:xfrm>
            <a:off x="8876436" y="4927044"/>
            <a:ext cx="74612" cy="134292"/>
          </a:xfrm>
          <a:prstGeom prst="rect">
            <a:avLst/>
          </a:prstGeom>
          <a:blipFill>
            <a:blip r:embed="rId11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9" name="object 1639"/>
          <p:cNvSpPr/>
          <p:nvPr/>
        </p:nvSpPr>
        <p:spPr>
          <a:xfrm>
            <a:off x="8876436" y="4859897"/>
            <a:ext cx="74612" cy="134288"/>
          </a:xfrm>
          <a:prstGeom prst="rect">
            <a:avLst/>
          </a:prstGeom>
          <a:blipFill>
            <a:blip r:embed="rId11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0" name="object 1640"/>
          <p:cNvSpPr/>
          <p:nvPr/>
        </p:nvSpPr>
        <p:spPr>
          <a:xfrm>
            <a:off x="8876436" y="4792129"/>
            <a:ext cx="74612" cy="134912"/>
          </a:xfrm>
          <a:prstGeom prst="rect">
            <a:avLst/>
          </a:prstGeom>
          <a:blipFill>
            <a:blip r:embed="rId11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1" name="object 1641"/>
          <p:cNvSpPr/>
          <p:nvPr/>
        </p:nvSpPr>
        <p:spPr>
          <a:xfrm>
            <a:off x="8876436" y="4724984"/>
            <a:ext cx="74612" cy="134912"/>
          </a:xfrm>
          <a:prstGeom prst="rect">
            <a:avLst/>
          </a:prstGeom>
          <a:blipFill>
            <a:blip r:embed="rId11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2" name="object 1642"/>
          <p:cNvSpPr/>
          <p:nvPr/>
        </p:nvSpPr>
        <p:spPr>
          <a:xfrm>
            <a:off x="8876436" y="4724984"/>
            <a:ext cx="74607" cy="67144"/>
          </a:xfrm>
          <a:prstGeom prst="rect">
            <a:avLst/>
          </a:prstGeom>
          <a:blipFill>
            <a:blip r:embed="rId11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3" name="object 1643"/>
          <p:cNvSpPr/>
          <p:nvPr/>
        </p:nvSpPr>
        <p:spPr>
          <a:xfrm>
            <a:off x="8876436" y="4657839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44"/>
                </a:moveTo>
                <a:lnTo>
                  <a:pt x="74612" y="0"/>
                </a:lnTo>
                <a:lnTo>
                  <a:pt x="0" y="67144"/>
                </a:lnTo>
                <a:lnTo>
                  <a:pt x="74612" y="67144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4" name="object 1644"/>
          <p:cNvSpPr/>
          <p:nvPr/>
        </p:nvSpPr>
        <p:spPr>
          <a:xfrm>
            <a:off x="8876436" y="4657839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5" name="object 1645"/>
          <p:cNvSpPr/>
          <p:nvPr/>
        </p:nvSpPr>
        <p:spPr>
          <a:xfrm>
            <a:off x="8876436" y="4522920"/>
            <a:ext cx="74612" cy="134914"/>
          </a:xfrm>
          <a:prstGeom prst="rect">
            <a:avLst/>
          </a:prstGeom>
          <a:blipFill>
            <a:blip r:embed="rId11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6" name="object 1646"/>
          <p:cNvSpPr/>
          <p:nvPr/>
        </p:nvSpPr>
        <p:spPr>
          <a:xfrm>
            <a:off x="8876436" y="4455774"/>
            <a:ext cx="74612" cy="134292"/>
          </a:xfrm>
          <a:prstGeom prst="rect">
            <a:avLst/>
          </a:prstGeom>
          <a:blipFill>
            <a:blip r:embed="rId11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7" name="object 1647"/>
          <p:cNvSpPr/>
          <p:nvPr/>
        </p:nvSpPr>
        <p:spPr>
          <a:xfrm>
            <a:off x="8876436" y="4388006"/>
            <a:ext cx="74612" cy="134908"/>
          </a:xfrm>
          <a:prstGeom prst="rect">
            <a:avLst/>
          </a:prstGeom>
          <a:blipFill>
            <a:blip r:embed="rId11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8" name="object 1648"/>
          <p:cNvSpPr/>
          <p:nvPr/>
        </p:nvSpPr>
        <p:spPr>
          <a:xfrm>
            <a:off x="8876436" y="4320858"/>
            <a:ext cx="74612" cy="134910"/>
          </a:xfrm>
          <a:prstGeom prst="rect">
            <a:avLst/>
          </a:prstGeom>
          <a:blipFill>
            <a:blip r:embed="rId11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9" name="object 1649"/>
          <p:cNvSpPr/>
          <p:nvPr/>
        </p:nvSpPr>
        <p:spPr>
          <a:xfrm>
            <a:off x="8876436" y="4253712"/>
            <a:ext cx="74612" cy="134289"/>
          </a:xfrm>
          <a:prstGeom prst="rect">
            <a:avLst/>
          </a:prstGeom>
          <a:blipFill>
            <a:blip r:embed="rId11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0" name="object 1650"/>
          <p:cNvSpPr/>
          <p:nvPr/>
        </p:nvSpPr>
        <p:spPr>
          <a:xfrm>
            <a:off x="8876436" y="4185945"/>
            <a:ext cx="74612" cy="134912"/>
          </a:xfrm>
          <a:prstGeom prst="rect">
            <a:avLst/>
          </a:prstGeom>
          <a:blipFill>
            <a:blip r:embed="rId11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1" name="object 1651"/>
          <p:cNvSpPr/>
          <p:nvPr/>
        </p:nvSpPr>
        <p:spPr>
          <a:xfrm>
            <a:off x="8876436" y="4185945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612" y="0"/>
                </a:moveTo>
                <a:lnTo>
                  <a:pt x="0" y="0"/>
                </a:lnTo>
                <a:lnTo>
                  <a:pt x="0" y="67767"/>
                </a:lnTo>
                <a:lnTo>
                  <a:pt x="74612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2" name="object 1652"/>
          <p:cNvSpPr/>
          <p:nvPr/>
        </p:nvSpPr>
        <p:spPr>
          <a:xfrm>
            <a:off x="8876436" y="4118800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44"/>
                </a:moveTo>
                <a:lnTo>
                  <a:pt x="74612" y="0"/>
                </a:lnTo>
                <a:lnTo>
                  <a:pt x="0" y="67144"/>
                </a:lnTo>
                <a:lnTo>
                  <a:pt x="74612" y="67144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3" name="object 1653"/>
          <p:cNvSpPr/>
          <p:nvPr/>
        </p:nvSpPr>
        <p:spPr>
          <a:xfrm>
            <a:off x="8876436" y="4118800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4" name="object 1654"/>
          <p:cNvSpPr/>
          <p:nvPr/>
        </p:nvSpPr>
        <p:spPr>
          <a:xfrm>
            <a:off x="8876436" y="4051655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44"/>
                </a:moveTo>
                <a:lnTo>
                  <a:pt x="74612" y="0"/>
                </a:lnTo>
                <a:lnTo>
                  <a:pt x="0" y="67144"/>
                </a:lnTo>
                <a:lnTo>
                  <a:pt x="74612" y="67144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5" name="object 1655"/>
          <p:cNvSpPr/>
          <p:nvPr/>
        </p:nvSpPr>
        <p:spPr>
          <a:xfrm>
            <a:off x="8876436" y="4051655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6" name="object 1656"/>
          <p:cNvSpPr/>
          <p:nvPr/>
        </p:nvSpPr>
        <p:spPr>
          <a:xfrm>
            <a:off x="8876436" y="3916734"/>
            <a:ext cx="74612" cy="134920"/>
          </a:xfrm>
          <a:prstGeom prst="rect">
            <a:avLst/>
          </a:prstGeom>
          <a:blipFill>
            <a:blip r:embed="rId11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7" name="object 1657"/>
          <p:cNvSpPr/>
          <p:nvPr/>
        </p:nvSpPr>
        <p:spPr>
          <a:xfrm>
            <a:off x="8876436" y="3849588"/>
            <a:ext cx="74612" cy="134909"/>
          </a:xfrm>
          <a:prstGeom prst="rect">
            <a:avLst/>
          </a:prstGeom>
          <a:blipFill>
            <a:blip r:embed="rId11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8" name="object 1658"/>
          <p:cNvSpPr/>
          <p:nvPr/>
        </p:nvSpPr>
        <p:spPr>
          <a:xfrm>
            <a:off x="8876436" y="3849585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9" name="object 1659"/>
          <p:cNvSpPr/>
          <p:nvPr/>
        </p:nvSpPr>
        <p:spPr>
          <a:xfrm>
            <a:off x="8876436" y="3782440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44"/>
                </a:moveTo>
                <a:lnTo>
                  <a:pt x="74612" y="0"/>
                </a:lnTo>
                <a:lnTo>
                  <a:pt x="0" y="67144"/>
                </a:lnTo>
                <a:lnTo>
                  <a:pt x="74612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0" name="object 1660"/>
          <p:cNvSpPr/>
          <p:nvPr/>
        </p:nvSpPr>
        <p:spPr>
          <a:xfrm>
            <a:off x="8876436" y="3782440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1" name="object 1661"/>
          <p:cNvSpPr/>
          <p:nvPr/>
        </p:nvSpPr>
        <p:spPr>
          <a:xfrm>
            <a:off x="8876436" y="3714673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612" y="67767"/>
                </a:moveTo>
                <a:lnTo>
                  <a:pt x="74612" y="0"/>
                </a:lnTo>
                <a:lnTo>
                  <a:pt x="0" y="67767"/>
                </a:lnTo>
                <a:lnTo>
                  <a:pt x="74612" y="67767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2" name="object 1662"/>
          <p:cNvSpPr/>
          <p:nvPr/>
        </p:nvSpPr>
        <p:spPr>
          <a:xfrm>
            <a:off x="8876436" y="3714673"/>
            <a:ext cx="74930" cy="67945"/>
          </a:xfrm>
          <a:custGeom>
            <a:avLst/>
            <a:gdLst/>
            <a:ahLst/>
            <a:cxnLst/>
            <a:rect l="l" t="t" r="r" b="b"/>
            <a:pathLst>
              <a:path w="74929" h="67945">
                <a:moveTo>
                  <a:pt x="74612" y="0"/>
                </a:moveTo>
                <a:lnTo>
                  <a:pt x="0" y="0"/>
                </a:lnTo>
                <a:lnTo>
                  <a:pt x="0" y="67767"/>
                </a:lnTo>
                <a:lnTo>
                  <a:pt x="74612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3" name="object 1663"/>
          <p:cNvSpPr/>
          <p:nvPr/>
        </p:nvSpPr>
        <p:spPr>
          <a:xfrm>
            <a:off x="8876436" y="3647528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67144"/>
                </a:moveTo>
                <a:lnTo>
                  <a:pt x="74612" y="0"/>
                </a:lnTo>
                <a:lnTo>
                  <a:pt x="0" y="67144"/>
                </a:lnTo>
                <a:lnTo>
                  <a:pt x="74612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4" name="object 1664"/>
          <p:cNvSpPr/>
          <p:nvPr/>
        </p:nvSpPr>
        <p:spPr>
          <a:xfrm>
            <a:off x="8876436" y="3647528"/>
            <a:ext cx="74930" cy="67310"/>
          </a:xfrm>
          <a:custGeom>
            <a:avLst/>
            <a:gdLst/>
            <a:ahLst/>
            <a:cxnLst/>
            <a:rect l="l" t="t" r="r" b="b"/>
            <a:pathLst>
              <a:path w="74929" h="67310">
                <a:moveTo>
                  <a:pt x="74612" y="0"/>
                </a:moveTo>
                <a:lnTo>
                  <a:pt x="0" y="0"/>
                </a:lnTo>
                <a:lnTo>
                  <a:pt x="0" y="67144"/>
                </a:lnTo>
                <a:lnTo>
                  <a:pt x="74612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5" name="object 1665"/>
          <p:cNvSpPr/>
          <p:nvPr/>
        </p:nvSpPr>
        <p:spPr>
          <a:xfrm>
            <a:off x="8951048" y="6138798"/>
            <a:ext cx="73977" cy="134909"/>
          </a:xfrm>
          <a:prstGeom prst="rect">
            <a:avLst/>
          </a:prstGeom>
          <a:blipFill>
            <a:blip r:embed="rId11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6" name="object 1666"/>
          <p:cNvSpPr/>
          <p:nvPr/>
        </p:nvSpPr>
        <p:spPr>
          <a:xfrm>
            <a:off x="8951048" y="6071647"/>
            <a:ext cx="73977" cy="134915"/>
          </a:xfrm>
          <a:prstGeom prst="rect">
            <a:avLst/>
          </a:prstGeom>
          <a:blipFill>
            <a:blip r:embed="rId11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7" name="object 1667"/>
          <p:cNvSpPr/>
          <p:nvPr/>
        </p:nvSpPr>
        <p:spPr>
          <a:xfrm>
            <a:off x="8951048" y="6004500"/>
            <a:ext cx="73977" cy="134293"/>
          </a:xfrm>
          <a:prstGeom prst="rect">
            <a:avLst/>
          </a:prstGeom>
          <a:blipFill>
            <a:blip r:embed="rId11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8" name="object 1668"/>
          <p:cNvSpPr/>
          <p:nvPr/>
        </p:nvSpPr>
        <p:spPr>
          <a:xfrm>
            <a:off x="8951048" y="5936732"/>
            <a:ext cx="73977" cy="134908"/>
          </a:xfrm>
          <a:prstGeom prst="rect">
            <a:avLst/>
          </a:prstGeom>
          <a:blipFill>
            <a:blip r:embed="rId11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9" name="object 1669"/>
          <p:cNvSpPr/>
          <p:nvPr/>
        </p:nvSpPr>
        <p:spPr>
          <a:xfrm>
            <a:off x="8951048" y="5869585"/>
            <a:ext cx="73977" cy="134910"/>
          </a:xfrm>
          <a:prstGeom prst="rect">
            <a:avLst/>
          </a:prstGeom>
          <a:blipFill>
            <a:blip r:embed="rId12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0" name="object 1670"/>
          <p:cNvSpPr/>
          <p:nvPr/>
        </p:nvSpPr>
        <p:spPr>
          <a:xfrm>
            <a:off x="8951048" y="5802439"/>
            <a:ext cx="73977" cy="134289"/>
          </a:xfrm>
          <a:prstGeom prst="rect">
            <a:avLst/>
          </a:prstGeom>
          <a:blipFill>
            <a:blip r:embed="rId12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1" name="object 1671"/>
          <p:cNvSpPr/>
          <p:nvPr/>
        </p:nvSpPr>
        <p:spPr>
          <a:xfrm>
            <a:off x="8951048" y="5735294"/>
            <a:ext cx="73977" cy="134289"/>
          </a:xfrm>
          <a:prstGeom prst="rect">
            <a:avLst/>
          </a:prstGeom>
          <a:blipFill>
            <a:blip r:embed="rId12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2" name="object 1672"/>
          <p:cNvSpPr/>
          <p:nvPr/>
        </p:nvSpPr>
        <p:spPr>
          <a:xfrm>
            <a:off x="8951048" y="5667527"/>
            <a:ext cx="73977" cy="134910"/>
          </a:xfrm>
          <a:prstGeom prst="rect">
            <a:avLst/>
          </a:prstGeom>
          <a:blipFill>
            <a:blip r:embed="rId12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3" name="object 1673"/>
          <p:cNvSpPr/>
          <p:nvPr/>
        </p:nvSpPr>
        <p:spPr>
          <a:xfrm>
            <a:off x="8951048" y="5600382"/>
            <a:ext cx="73977" cy="134909"/>
          </a:xfrm>
          <a:prstGeom prst="rect">
            <a:avLst/>
          </a:prstGeom>
          <a:blipFill>
            <a:blip r:embed="rId12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4" name="object 1674"/>
          <p:cNvSpPr/>
          <p:nvPr/>
        </p:nvSpPr>
        <p:spPr>
          <a:xfrm>
            <a:off x="8951048" y="5533230"/>
            <a:ext cx="73977" cy="134293"/>
          </a:xfrm>
          <a:prstGeom prst="rect">
            <a:avLst/>
          </a:prstGeom>
          <a:blipFill>
            <a:blip r:embed="rId12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5" name="object 1675"/>
          <p:cNvSpPr/>
          <p:nvPr/>
        </p:nvSpPr>
        <p:spPr>
          <a:xfrm>
            <a:off x="8951048" y="5465461"/>
            <a:ext cx="73977" cy="134914"/>
          </a:xfrm>
          <a:prstGeom prst="rect">
            <a:avLst/>
          </a:prstGeom>
          <a:blipFill>
            <a:blip r:embed="rId12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6" name="object 1676"/>
          <p:cNvSpPr/>
          <p:nvPr/>
        </p:nvSpPr>
        <p:spPr>
          <a:xfrm>
            <a:off x="8951048" y="5398315"/>
            <a:ext cx="73977" cy="134909"/>
          </a:xfrm>
          <a:prstGeom prst="rect">
            <a:avLst/>
          </a:prstGeom>
          <a:blipFill>
            <a:blip r:embed="rId12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7" name="object 1677"/>
          <p:cNvSpPr/>
          <p:nvPr/>
        </p:nvSpPr>
        <p:spPr>
          <a:xfrm>
            <a:off x="8951048" y="5331168"/>
            <a:ext cx="73977" cy="134289"/>
          </a:xfrm>
          <a:prstGeom prst="rect">
            <a:avLst/>
          </a:prstGeom>
          <a:blipFill>
            <a:blip r:embed="rId12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8" name="object 1678"/>
          <p:cNvSpPr/>
          <p:nvPr/>
        </p:nvSpPr>
        <p:spPr>
          <a:xfrm>
            <a:off x="8951048" y="5263400"/>
            <a:ext cx="73977" cy="134912"/>
          </a:xfrm>
          <a:prstGeom prst="rect">
            <a:avLst/>
          </a:prstGeom>
          <a:blipFill>
            <a:blip r:embed="rId11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9" name="object 1679"/>
          <p:cNvSpPr/>
          <p:nvPr/>
        </p:nvSpPr>
        <p:spPr>
          <a:xfrm>
            <a:off x="8951048" y="5196255"/>
            <a:ext cx="73977" cy="134912"/>
          </a:xfrm>
          <a:prstGeom prst="rect">
            <a:avLst/>
          </a:prstGeom>
          <a:blipFill>
            <a:blip r:embed="rId12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0" name="object 1680"/>
          <p:cNvSpPr/>
          <p:nvPr/>
        </p:nvSpPr>
        <p:spPr>
          <a:xfrm>
            <a:off x="8951048" y="5129110"/>
            <a:ext cx="73977" cy="134288"/>
          </a:xfrm>
          <a:prstGeom prst="rect">
            <a:avLst/>
          </a:prstGeom>
          <a:blipFill>
            <a:blip r:embed="rId12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1" name="object 1681"/>
          <p:cNvSpPr/>
          <p:nvPr/>
        </p:nvSpPr>
        <p:spPr>
          <a:xfrm>
            <a:off x="8951048" y="5061343"/>
            <a:ext cx="73977" cy="134909"/>
          </a:xfrm>
          <a:prstGeom prst="rect">
            <a:avLst/>
          </a:prstGeom>
          <a:blipFill>
            <a:blip r:embed="rId12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2" name="object 1682"/>
          <p:cNvSpPr/>
          <p:nvPr/>
        </p:nvSpPr>
        <p:spPr>
          <a:xfrm>
            <a:off x="8951048" y="4994191"/>
            <a:ext cx="73977" cy="134914"/>
          </a:xfrm>
          <a:prstGeom prst="rect">
            <a:avLst/>
          </a:prstGeom>
          <a:blipFill>
            <a:blip r:embed="rId12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3" name="object 1683"/>
          <p:cNvSpPr/>
          <p:nvPr/>
        </p:nvSpPr>
        <p:spPr>
          <a:xfrm>
            <a:off x="8951048" y="4927044"/>
            <a:ext cx="73977" cy="134292"/>
          </a:xfrm>
          <a:prstGeom prst="rect">
            <a:avLst/>
          </a:prstGeom>
          <a:blipFill>
            <a:blip r:embed="rId9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4" name="object 1684"/>
          <p:cNvSpPr/>
          <p:nvPr/>
        </p:nvSpPr>
        <p:spPr>
          <a:xfrm>
            <a:off x="8951048" y="4859897"/>
            <a:ext cx="73977" cy="134288"/>
          </a:xfrm>
          <a:prstGeom prst="rect">
            <a:avLst/>
          </a:prstGeom>
          <a:blipFill>
            <a:blip r:embed="rId12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5" name="object 1685"/>
          <p:cNvSpPr/>
          <p:nvPr/>
        </p:nvSpPr>
        <p:spPr>
          <a:xfrm>
            <a:off x="8951048" y="4792129"/>
            <a:ext cx="73977" cy="134912"/>
          </a:xfrm>
          <a:prstGeom prst="rect">
            <a:avLst/>
          </a:prstGeom>
          <a:blipFill>
            <a:blip r:embed="rId11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6" name="object 1686"/>
          <p:cNvSpPr/>
          <p:nvPr/>
        </p:nvSpPr>
        <p:spPr>
          <a:xfrm>
            <a:off x="8951048" y="4724984"/>
            <a:ext cx="73977" cy="134912"/>
          </a:xfrm>
          <a:prstGeom prst="rect">
            <a:avLst/>
          </a:prstGeom>
          <a:blipFill>
            <a:blip r:embed="rId12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7" name="object 1687"/>
          <p:cNvSpPr/>
          <p:nvPr/>
        </p:nvSpPr>
        <p:spPr>
          <a:xfrm>
            <a:off x="8951048" y="4657839"/>
            <a:ext cx="73977" cy="134289"/>
          </a:xfrm>
          <a:prstGeom prst="rect">
            <a:avLst/>
          </a:prstGeom>
          <a:blipFill>
            <a:blip r:embed="rId12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8" name="object 1688"/>
          <p:cNvSpPr/>
          <p:nvPr/>
        </p:nvSpPr>
        <p:spPr>
          <a:xfrm>
            <a:off x="8951048" y="4590072"/>
            <a:ext cx="73977" cy="134910"/>
          </a:xfrm>
          <a:prstGeom prst="rect">
            <a:avLst/>
          </a:prstGeom>
          <a:blipFill>
            <a:blip r:embed="rId12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9" name="object 1689"/>
          <p:cNvSpPr/>
          <p:nvPr/>
        </p:nvSpPr>
        <p:spPr>
          <a:xfrm>
            <a:off x="8951048" y="4590072"/>
            <a:ext cx="73977" cy="67763"/>
          </a:xfrm>
          <a:prstGeom prst="rect">
            <a:avLst/>
          </a:prstGeom>
          <a:blipFill>
            <a:blip r:embed="rId12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0" name="object 1690"/>
          <p:cNvSpPr/>
          <p:nvPr/>
        </p:nvSpPr>
        <p:spPr>
          <a:xfrm>
            <a:off x="8951048" y="452291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57"/>
                </a:moveTo>
                <a:lnTo>
                  <a:pt x="73977" y="0"/>
                </a:lnTo>
                <a:lnTo>
                  <a:pt x="0" y="67157"/>
                </a:lnTo>
                <a:lnTo>
                  <a:pt x="73977" y="67157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1" name="object 1691"/>
          <p:cNvSpPr/>
          <p:nvPr/>
        </p:nvSpPr>
        <p:spPr>
          <a:xfrm>
            <a:off x="8951048" y="4522914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57"/>
                </a:lnTo>
                <a:lnTo>
                  <a:pt x="73977" y="0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2" name="object 1692"/>
          <p:cNvSpPr/>
          <p:nvPr/>
        </p:nvSpPr>
        <p:spPr>
          <a:xfrm>
            <a:off x="8951048" y="445576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44"/>
                </a:moveTo>
                <a:lnTo>
                  <a:pt x="73977" y="0"/>
                </a:lnTo>
                <a:lnTo>
                  <a:pt x="0" y="67144"/>
                </a:lnTo>
                <a:lnTo>
                  <a:pt x="73977" y="67144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3" name="object 1693"/>
          <p:cNvSpPr/>
          <p:nvPr/>
        </p:nvSpPr>
        <p:spPr>
          <a:xfrm>
            <a:off x="8951048" y="4455769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4" name="object 1694"/>
          <p:cNvSpPr/>
          <p:nvPr/>
        </p:nvSpPr>
        <p:spPr>
          <a:xfrm>
            <a:off x="8951048" y="438800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77" y="67767"/>
                </a:moveTo>
                <a:lnTo>
                  <a:pt x="73977" y="0"/>
                </a:lnTo>
                <a:lnTo>
                  <a:pt x="0" y="67767"/>
                </a:lnTo>
                <a:lnTo>
                  <a:pt x="73977" y="67767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5" name="object 1695"/>
          <p:cNvSpPr/>
          <p:nvPr/>
        </p:nvSpPr>
        <p:spPr>
          <a:xfrm>
            <a:off x="8951048" y="4388002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77" y="0"/>
                </a:moveTo>
                <a:lnTo>
                  <a:pt x="0" y="0"/>
                </a:lnTo>
                <a:lnTo>
                  <a:pt x="0" y="67767"/>
                </a:lnTo>
                <a:lnTo>
                  <a:pt x="73977" y="0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6" name="object 1696"/>
          <p:cNvSpPr/>
          <p:nvPr/>
        </p:nvSpPr>
        <p:spPr>
          <a:xfrm>
            <a:off x="8951048" y="4320857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44"/>
                </a:moveTo>
                <a:lnTo>
                  <a:pt x="73977" y="0"/>
                </a:lnTo>
                <a:lnTo>
                  <a:pt x="0" y="67144"/>
                </a:lnTo>
                <a:lnTo>
                  <a:pt x="73977" y="67144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7" name="object 1697"/>
          <p:cNvSpPr/>
          <p:nvPr/>
        </p:nvSpPr>
        <p:spPr>
          <a:xfrm>
            <a:off x="8951048" y="4320857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8" name="object 1698"/>
          <p:cNvSpPr/>
          <p:nvPr/>
        </p:nvSpPr>
        <p:spPr>
          <a:xfrm>
            <a:off x="8951048" y="4253712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44"/>
                </a:moveTo>
                <a:lnTo>
                  <a:pt x="73977" y="0"/>
                </a:lnTo>
                <a:lnTo>
                  <a:pt x="0" y="67144"/>
                </a:lnTo>
                <a:lnTo>
                  <a:pt x="73977" y="67144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9" name="object 1699"/>
          <p:cNvSpPr/>
          <p:nvPr/>
        </p:nvSpPr>
        <p:spPr>
          <a:xfrm>
            <a:off x="8951048" y="4253712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0" name="object 1700"/>
          <p:cNvSpPr/>
          <p:nvPr/>
        </p:nvSpPr>
        <p:spPr>
          <a:xfrm>
            <a:off x="8951048" y="4118800"/>
            <a:ext cx="73977" cy="134912"/>
          </a:xfrm>
          <a:prstGeom prst="rect">
            <a:avLst/>
          </a:prstGeom>
          <a:blipFill>
            <a:blip r:embed="rId12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1" name="object 1701"/>
          <p:cNvSpPr/>
          <p:nvPr/>
        </p:nvSpPr>
        <p:spPr>
          <a:xfrm>
            <a:off x="8951048" y="4051655"/>
            <a:ext cx="73977" cy="134287"/>
          </a:xfrm>
          <a:prstGeom prst="rect">
            <a:avLst/>
          </a:prstGeom>
          <a:blipFill>
            <a:blip r:embed="rId12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2" name="object 1702"/>
          <p:cNvSpPr/>
          <p:nvPr/>
        </p:nvSpPr>
        <p:spPr>
          <a:xfrm>
            <a:off x="8951048" y="4051655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3" name="object 1703"/>
          <p:cNvSpPr/>
          <p:nvPr/>
        </p:nvSpPr>
        <p:spPr>
          <a:xfrm>
            <a:off x="8951048" y="3984497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57"/>
                </a:moveTo>
                <a:lnTo>
                  <a:pt x="73977" y="0"/>
                </a:lnTo>
                <a:lnTo>
                  <a:pt x="0" y="67157"/>
                </a:lnTo>
                <a:lnTo>
                  <a:pt x="73977" y="67157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4" name="object 1704"/>
          <p:cNvSpPr/>
          <p:nvPr/>
        </p:nvSpPr>
        <p:spPr>
          <a:xfrm>
            <a:off x="8951048" y="3984497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57"/>
                </a:lnTo>
                <a:lnTo>
                  <a:pt x="73977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5" name="object 1705"/>
          <p:cNvSpPr/>
          <p:nvPr/>
        </p:nvSpPr>
        <p:spPr>
          <a:xfrm>
            <a:off x="8951048" y="3916730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77" y="67767"/>
                </a:moveTo>
                <a:lnTo>
                  <a:pt x="73977" y="0"/>
                </a:lnTo>
                <a:lnTo>
                  <a:pt x="0" y="67767"/>
                </a:lnTo>
                <a:lnTo>
                  <a:pt x="73977" y="67767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6" name="object 1706"/>
          <p:cNvSpPr/>
          <p:nvPr/>
        </p:nvSpPr>
        <p:spPr>
          <a:xfrm>
            <a:off x="8951048" y="3916730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77" y="0"/>
                </a:moveTo>
                <a:lnTo>
                  <a:pt x="0" y="0"/>
                </a:lnTo>
                <a:lnTo>
                  <a:pt x="0" y="67767"/>
                </a:lnTo>
                <a:lnTo>
                  <a:pt x="73977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7" name="object 1707"/>
          <p:cNvSpPr/>
          <p:nvPr/>
        </p:nvSpPr>
        <p:spPr>
          <a:xfrm>
            <a:off x="8951048" y="3849585"/>
            <a:ext cx="73977" cy="67144"/>
          </a:xfrm>
          <a:prstGeom prst="rect">
            <a:avLst/>
          </a:prstGeom>
          <a:blipFill>
            <a:blip r:embed="rId12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8" name="object 1708"/>
          <p:cNvSpPr/>
          <p:nvPr/>
        </p:nvSpPr>
        <p:spPr>
          <a:xfrm>
            <a:off x="8951048" y="378244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44"/>
                </a:moveTo>
                <a:lnTo>
                  <a:pt x="73977" y="0"/>
                </a:lnTo>
                <a:lnTo>
                  <a:pt x="0" y="67144"/>
                </a:lnTo>
                <a:lnTo>
                  <a:pt x="73977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9" name="object 1709"/>
          <p:cNvSpPr/>
          <p:nvPr/>
        </p:nvSpPr>
        <p:spPr>
          <a:xfrm>
            <a:off x="8951048" y="3782440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0" name="object 1710"/>
          <p:cNvSpPr/>
          <p:nvPr/>
        </p:nvSpPr>
        <p:spPr>
          <a:xfrm>
            <a:off x="8951048" y="3714673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77" y="67767"/>
                </a:moveTo>
                <a:lnTo>
                  <a:pt x="73977" y="0"/>
                </a:lnTo>
                <a:lnTo>
                  <a:pt x="0" y="67767"/>
                </a:lnTo>
                <a:lnTo>
                  <a:pt x="73977" y="67767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1" name="object 1711"/>
          <p:cNvSpPr/>
          <p:nvPr/>
        </p:nvSpPr>
        <p:spPr>
          <a:xfrm>
            <a:off x="8951048" y="3714673"/>
            <a:ext cx="74295" cy="67945"/>
          </a:xfrm>
          <a:custGeom>
            <a:avLst/>
            <a:gdLst/>
            <a:ahLst/>
            <a:cxnLst/>
            <a:rect l="l" t="t" r="r" b="b"/>
            <a:pathLst>
              <a:path w="74295" h="67945">
                <a:moveTo>
                  <a:pt x="73977" y="0"/>
                </a:moveTo>
                <a:lnTo>
                  <a:pt x="0" y="0"/>
                </a:lnTo>
                <a:lnTo>
                  <a:pt x="0" y="67767"/>
                </a:lnTo>
                <a:lnTo>
                  <a:pt x="73977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2" name="object 1712"/>
          <p:cNvSpPr/>
          <p:nvPr/>
        </p:nvSpPr>
        <p:spPr>
          <a:xfrm>
            <a:off x="8951048" y="3647528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67144"/>
                </a:moveTo>
                <a:lnTo>
                  <a:pt x="73977" y="0"/>
                </a:lnTo>
                <a:lnTo>
                  <a:pt x="0" y="67144"/>
                </a:lnTo>
                <a:lnTo>
                  <a:pt x="73977" y="67144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3" name="object 1713"/>
          <p:cNvSpPr/>
          <p:nvPr/>
        </p:nvSpPr>
        <p:spPr>
          <a:xfrm>
            <a:off x="8951048" y="3647528"/>
            <a:ext cx="74295" cy="67310"/>
          </a:xfrm>
          <a:custGeom>
            <a:avLst/>
            <a:gdLst/>
            <a:ahLst/>
            <a:cxnLst/>
            <a:rect l="l" t="t" r="r" b="b"/>
            <a:pathLst>
              <a:path w="74295" h="67310">
                <a:moveTo>
                  <a:pt x="73977" y="0"/>
                </a:moveTo>
                <a:lnTo>
                  <a:pt x="0" y="0"/>
                </a:lnTo>
                <a:lnTo>
                  <a:pt x="0" y="67144"/>
                </a:lnTo>
                <a:lnTo>
                  <a:pt x="73977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4" name="object 1714"/>
          <p:cNvSpPr/>
          <p:nvPr/>
        </p:nvSpPr>
        <p:spPr>
          <a:xfrm>
            <a:off x="6929183" y="3647528"/>
            <a:ext cx="1005205" cy="2626360"/>
          </a:xfrm>
          <a:custGeom>
            <a:avLst/>
            <a:gdLst/>
            <a:ahLst/>
            <a:cxnLst/>
            <a:rect l="l" t="t" r="r" b="b"/>
            <a:pathLst>
              <a:path w="1005204" h="2626360">
                <a:moveTo>
                  <a:pt x="567016" y="2626182"/>
                </a:moveTo>
                <a:lnTo>
                  <a:pt x="609917" y="2559037"/>
                </a:lnTo>
                <a:lnTo>
                  <a:pt x="611162" y="2557170"/>
                </a:lnTo>
                <a:lnTo>
                  <a:pt x="648461" y="2491270"/>
                </a:lnTo>
                <a:lnTo>
                  <a:pt x="683895" y="2424112"/>
                </a:lnTo>
                <a:lnTo>
                  <a:pt x="685139" y="2420391"/>
                </a:lnTo>
                <a:lnTo>
                  <a:pt x="714362" y="2356967"/>
                </a:lnTo>
                <a:lnTo>
                  <a:pt x="741718" y="2289200"/>
                </a:lnTo>
                <a:lnTo>
                  <a:pt x="759752" y="2237600"/>
                </a:lnTo>
                <a:lnTo>
                  <a:pt x="783374" y="2154910"/>
                </a:lnTo>
                <a:lnTo>
                  <a:pt x="796429" y="2087765"/>
                </a:lnTo>
                <a:lnTo>
                  <a:pt x="803897" y="2019998"/>
                </a:lnTo>
                <a:lnTo>
                  <a:pt x="804519" y="1952853"/>
                </a:lnTo>
                <a:lnTo>
                  <a:pt x="797674" y="1885696"/>
                </a:lnTo>
                <a:lnTo>
                  <a:pt x="781507" y="1817928"/>
                </a:lnTo>
                <a:lnTo>
                  <a:pt x="759752" y="1763839"/>
                </a:lnTo>
                <a:lnTo>
                  <a:pt x="714362" y="1683639"/>
                </a:lnTo>
                <a:lnTo>
                  <a:pt x="685139" y="1646339"/>
                </a:lnTo>
                <a:lnTo>
                  <a:pt x="660273" y="1615871"/>
                </a:lnTo>
                <a:lnTo>
                  <a:pt x="611162" y="1566748"/>
                </a:lnTo>
                <a:lnTo>
                  <a:pt x="537171" y="1502092"/>
                </a:lnTo>
                <a:lnTo>
                  <a:pt x="462559" y="1444269"/>
                </a:lnTo>
                <a:lnTo>
                  <a:pt x="422148" y="1413802"/>
                </a:lnTo>
                <a:lnTo>
                  <a:pt x="388581" y="1389557"/>
                </a:lnTo>
                <a:lnTo>
                  <a:pt x="330136" y="1346657"/>
                </a:lnTo>
                <a:lnTo>
                  <a:pt x="313969" y="1334846"/>
                </a:lnTo>
                <a:lnTo>
                  <a:pt x="243090" y="1279512"/>
                </a:lnTo>
                <a:lnTo>
                  <a:pt x="239979" y="1276400"/>
                </a:lnTo>
                <a:lnTo>
                  <a:pt x="167246" y="1212367"/>
                </a:lnTo>
                <a:lnTo>
                  <a:pt x="166001" y="1210500"/>
                </a:lnTo>
                <a:lnTo>
                  <a:pt x="105067" y="1144600"/>
                </a:lnTo>
                <a:lnTo>
                  <a:pt x="91389" y="1126566"/>
                </a:lnTo>
                <a:lnTo>
                  <a:pt x="57823" y="1077455"/>
                </a:lnTo>
                <a:lnTo>
                  <a:pt x="24866" y="1010310"/>
                </a:lnTo>
                <a:lnTo>
                  <a:pt x="6210" y="942543"/>
                </a:lnTo>
                <a:lnTo>
                  <a:pt x="0" y="875385"/>
                </a:lnTo>
                <a:lnTo>
                  <a:pt x="4965" y="808240"/>
                </a:lnTo>
                <a:lnTo>
                  <a:pt x="17411" y="756018"/>
                </a:lnTo>
                <a:lnTo>
                  <a:pt x="47244" y="673328"/>
                </a:lnTo>
                <a:lnTo>
                  <a:pt x="83934" y="606183"/>
                </a:lnTo>
                <a:lnTo>
                  <a:pt x="131800" y="538416"/>
                </a:lnTo>
                <a:lnTo>
                  <a:pt x="166001" y="499872"/>
                </a:lnTo>
                <a:lnTo>
                  <a:pt x="190868" y="471271"/>
                </a:lnTo>
                <a:lnTo>
                  <a:pt x="239979" y="424014"/>
                </a:lnTo>
                <a:lnTo>
                  <a:pt x="313969" y="361848"/>
                </a:lnTo>
                <a:lnTo>
                  <a:pt x="346303" y="336969"/>
                </a:lnTo>
                <a:lnTo>
                  <a:pt x="388581" y="307136"/>
                </a:lnTo>
                <a:lnTo>
                  <a:pt x="445782" y="269201"/>
                </a:lnTo>
                <a:lnTo>
                  <a:pt x="537171" y="215734"/>
                </a:lnTo>
                <a:lnTo>
                  <a:pt x="611162" y="176568"/>
                </a:lnTo>
                <a:lnTo>
                  <a:pt x="685139" y="139268"/>
                </a:lnTo>
                <a:lnTo>
                  <a:pt x="695718" y="134912"/>
                </a:lnTo>
                <a:lnTo>
                  <a:pt x="759752" y="105067"/>
                </a:lnTo>
                <a:lnTo>
                  <a:pt x="833742" y="72110"/>
                </a:lnTo>
                <a:lnTo>
                  <a:pt x="845553" y="67144"/>
                </a:lnTo>
                <a:lnTo>
                  <a:pt x="908342" y="41033"/>
                </a:lnTo>
                <a:lnTo>
                  <a:pt x="982332" y="9321"/>
                </a:lnTo>
                <a:lnTo>
                  <a:pt x="1004709" y="0"/>
                </a:lnTo>
              </a:path>
            </a:pathLst>
          </a:custGeom>
          <a:ln w="149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5" name="object 1715"/>
          <p:cNvSpPr/>
          <p:nvPr/>
        </p:nvSpPr>
        <p:spPr>
          <a:xfrm>
            <a:off x="7299026" y="3780872"/>
            <a:ext cx="126834" cy="126834"/>
          </a:xfrm>
          <a:prstGeom prst="rect">
            <a:avLst/>
          </a:prstGeom>
          <a:blipFill>
            <a:blip r:embed="rId12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6" name="object 1716"/>
          <p:cNvSpPr/>
          <p:nvPr/>
        </p:nvSpPr>
        <p:spPr>
          <a:xfrm>
            <a:off x="6719906" y="4081862"/>
            <a:ext cx="126834" cy="126834"/>
          </a:xfrm>
          <a:prstGeom prst="rect">
            <a:avLst/>
          </a:prstGeom>
          <a:blipFill>
            <a:blip r:embed="rId12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7" name="object 1717"/>
          <p:cNvSpPr/>
          <p:nvPr/>
        </p:nvSpPr>
        <p:spPr>
          <a:xfrm>
            <a:off x="6307664" y="3762584"/>
            <a:ext cx="126834" cy="126834"/>
          </a:xfrm>
          <a:prstGeom prst="rect">
            <a:avLst/>
          </a:prstGeom>
          <a:blipFill>
            <a:blip r:embed="rId12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8" name="object 1718"/>
          <p:cNvSpPr/>
          <p:nvPr/>
        </p:nvSpPr>
        <p:spPr>
          <a:xfrm>
            <a:off x="6307664" y="4627454"/>
            <a:ext cx="126834" cy="126834"/>
          </a:xfrm>
          <a:prstGeom prst="rect">
            <a:avLst/>
          </a:prstGeom>
          <a:blipFill>
            <a:blip r:embed="rId12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9" name="object 1719"/>
          <p:cNvSpPr/>
          <p:nvPr/>
        </p:nvSpPr>
        <p:spPr>
          <a:xfrm>
            <a:off x="6879164" y="5003120"/>
            <a:ext cx="126834" cy="126834"/>
          </a:xfrm>
          <a:prstGeom prst="rect">
            <a:avLst/>
          </a:prstGeom>
          <a:blipFill>
            <a:blip r:embed="rId12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0" name="object 1720"/>
          <p:cNvSpPr/>
          <p:nvPr/>
        </p:nvSpPr>
        <p:spPr>
          <a:xfrm>
            <a:off x="6290900" y="5199716"/>
            <a:ext cx="126834" cy="126834"/>
          </a:xfrm>
          <a:prstGeom prst="rect">
            <a:avLst/>
          </a:prstGeom>
          <a:blipFill>
            <a:blip r:embed="rId12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1" name="object 1721"/>
          <p:cNvSpPr/>
          <p:nvPr/>
        </p:nvSpPr>
        <p:spPr>
          <a:xfrm>
            <a:off x="7407992" y="5528900"/>
            <a:ext cx="126834" cy="126834"/>
          </a:xfrm>
          <a:prstGeom prst="rect">
            <a:avLst/>
          </a:prstGeom>
          <a:blipFill>
            <a:blip r:embed="rId12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2" name="object 1722"/>
          <p:cNvSpPr/>
          <p:nvPr/>
        </p:nvSpPr>
        <p:spPr>
          <a:xfrm>
            <a:off x="7248734" y="6120974"/>
            <a:ext cx="126834" cy="126834"/>
          </a:xfrm>
          <a:prstGeom prst="rect">
            <a:avLst/>
          </a:prstGeom>
          <a:blipFill>
            <a:blip r:embed="rId12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3" name="object 1723"/>
          <p:cNvSpPr/>
          <p:nvPr/>
        </p:nvSpPr>
        <p:spPr>
          <a:xfrm>
            <a:off x="6887546" y="5698064"/>
            <a:ext cx="126834" cy="126834"/>
          </a:xfrm>
          <a:prstGeom prst="rect">
            <a:avLst/>
          </a:prstGeom>
          <a:blipFill>
            <a:blip r:embed="rId12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4" name="object 1724"/>
          <p:cNvSpPr/>
          <p:nvPr/>
        </p:nvSpPr>
        <p:spPr>
          <a:xfrm>
            <a:off x="6484448" y="5876372"/>
            <a:ext cx="126834" cy="126834"/>
          </a:xfrm>
          <a:prstGeom prst="rect">
            <a:avLst/>
          </a:prstGeom>
          <a:blipFill>
            <a:blip r:embed="rId12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5" name="object 1725"/>
          <p:cNvSpPr/>
          <p:nvPr/>
        </p:nvSpPr>
        <p:spPr>
          <a:xfrm>
            <a:off x="7265498" y="5153234"/>
            <a:ext cx="126834" cy="126834"/>
          </a:xfrm>
          <a:prstGeom prst="rect">
            <a:avLst/>
          </a:prstGeom>
          <a:blipFill>
            <a:blip r:embed="rId12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6" name="object 1726"/>
          <p:cNvSpPr/>
          <p:nvPr/>
        </p:nvSpPr>
        <p:spPr>
          <a:xfrm>
            <a:off x="6140024" y="5801696"/>
            <a:ext cx="126834" cy="126834"/>
          </a:xfrm>
          <a:prstGeom prst="rect">
            <a:avLst/>
          </a:prstGeom>
          <a:blipFill>
            <a:blip r:embed="rId12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7" name="object 1727"/>
          <p:cNvSpPr/>
          <p:nvPr/>
        </p:nvSpPr>
        <p:spPr>
          <a:xfrm>
            <a:off x="8162976" y="4371263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5" h="112395">
                <a:moveTo>
                  <a:pt x="111912" y="55956"/>
                </a:moveTo>
                <a:lnTo>
                  <a:pt x="107512" y="77729"/>
                </a:lnTo>
                <a:lnTo>
                  <a:pt x="95516" y="95516"/>
                </a:lnTo>
                <a:lnTo>
                  <a:pt x="77729" y="107512"/>
                </a:lnTo>
                <a:lnTo>
                  <a:pt x="55956" y="111912"/>
                </a:lnTo>
                <a:lnTo>
                  <a:pt x="34182" y="107512"/>
                </a:lnTo>
                <a:lnTo>
                  <a:pt x="16395" y="95516"/>
                </a:lnTo>
                <a:lnTo>
                  <a:pt x="4399" y="77729"/>
                </a:lnTo>
                <a:lnTo>
                  <a:pt x="0" y="55956"/>
                </a:lnTo>
                <a:lnTo>
                  <a:pt x="4399" y="34182"/>
                </a:lnTo>
                <a:lnTo>
                  <a:pt x="16395" y="16395"/>
                </a:lnTo>
                <a:lnTo>
                  <a:pt x="34182" y="4399"/>
                </a:lnTo>
                <a:lnTo>
                  <a:pt x="55956" y="0"/>
                </a:lnTo>
                <a:lnTo>
                  <a:pt x="77729" y="4399"/>
                </a:lnTo>
                <a:lnTo>
                  <a:pt x="95516" y="16395"/>
                </a:lnTo>
                <a:lnTo>
                  <a:pt x="107512" y="34182"/>
                </a:lnTo>
                <a:lnTo>
                  <a:pt x="111912" y="55956"/>
                </a:lnTo>
              </a:path>
            </a:pathLst>
          </a:custGeom>
          <a:ln w="149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8" name="object 1728"/>
          <p:cNvSpPr/>
          <p:nvPr/>
        </p:nvSpPr>
        <p:spPr>
          <a:xfrm>
            <a:off x="6585032" y="4495628"/>
            <a:ext cx="126834" cy="126834"/>
          </a:xfrm>
          <a:prstGeom prst="rect">
            <a:avLst/>
          </a:prstGeom>
          <a:blipFill>
            <a:blip r:embed="rId12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9" name="object 1729"/>
          <p:cNvSpPr/>
          <p:nvPr/>
        </p:nvSpPr>
        <p:spPr>
          <a:xfrm>
            <a:off x="6795344" y="5266010"/>
            <a:ext cx="126834" cy="126834"/>
          </a:xfrm>
          <a:prstGeom prst="rect">
            <a:avLst/>
          </a:prstGeom>
          <a:blipFill>
            <a:blip r:embed="rId12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0" name="object 1730"/>
          <p:cNvSpPr/>
          <p:nvPr/>
        </p:nvSpPr>
        <p:spPr>
          <a:xfrm>
            <a:off x="7832559" y="39105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7306"/>
                </a:moveTo>
                <a:lnTo>
                  <a:pt x="0" y="37306"/>
                </a:lnTo>
              </a:path>
            </a:pathLst>
          </a:custGeom>
          <a:ln w="746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1" name="object 1731"/>
          <p:cNvSpPr/>
          <p:nvPr/>
        </p:nvSpPr>
        <p:spPr>
          <a:xfrm>
            <a:off x="7454544" y="409827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7306"/>
                </a:moveTo>
                <a:lnTo>
                  <a:pt x="0" y="37306"/>
                </a:lnTo>
              </a:path>
            </a:pathLst>
          </a:custGeom>
          <a:ln w="746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2" name="object 1732"/>
          <p:cNvSpPr/>
          <p:nvPr/>
        </p:nvSpPr>
        <p:spPr>
          <a:xfrm>
            <a:off x="7185952" y="46342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7306"/>
                </a:moveTo>
                <a:lnTo>
                  <a:pt x="0" y="37306"/>
                </a:lnTo>
              </a:path>
            </a:pathLst>
          </a:custGeom>
          <a:ln w="746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3" name="object 1733"/>
          <p:cNvSpPr/>
          <p:nvPr/>
        </p:nvSpPr>
        <p:spPr>
          <a:xfrm>
            <a:off x="7656601" y="50756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7306"/>
                </a:moveTo>
                <a:lnTo>
                  <a:pt x="0" y="37306"/>
                </a:lnTo>
              </a:path>
            </a:pathLst>
          </a:custGeom>
          <a:ln w="746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4" name="object 1734"/>
          <p:cNvSpPr/>
          <p:nvPr/>
        </p:nvSpPr>
        <p:spPr>
          <a:xfrm>
            <a:off x="8093062" y="562089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7306"/>
                </a:moveTo>
                <a:lnTo>
                  <a:pt x="0" y="37306"/>
                </a:lnTo>
              </a:path>
            </a:pathLst>
          </a:custGeom>
          <a:ln w="746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5" name="object 1735"/>
          <p:cNvSpPr/>
          <p:nvPr/>
        </p:nvSpPr>
        <p:spPr>
          <a:xfrm>
            <a:off x="7790903" y="610957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7306"/>
                </a:moveTo>
                <a:lnTo>
                  <a:pt x="0" y="37306"/>
                </a:lnTo>
              </a:path>
            </a:pathLst>
          </a:custGeom>
          <a:ln w="746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6" name="object 1736"/>
          <p:cNvSpPr/>
          <p:nvPr/>
        </p:nvSpPr>
        <p:spPr>
          <a:xfrm>
            <a:off x="8495944" y="615619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7306"/>
                </a:moveTo>
                <a:lnTo>
                  <a:pt x="0" y="37306"/>
                </a:lnTo>
              </a:path>
            </a:pathLst>
          </a:custGeom>
          <a:ln w="746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7" name="object 1737"/>
          <p:cNvSpPr/>
          <p:nvPr/>
        </p:nvSpPr>
        <p:spPr>
          <a:xfrm>
            <a:off x="8706078" y="54797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7306"/>
                </a:moveTo>
                <a:lnTo>
                  <a:pt x="0" y="37306"/>
                </a:lnTo>
              </a:path>
            </a:pathLst>
          </a:custGeom>
          <a:ln w="746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8" name="object 1738"/>
          <p:cNvSpPr/>
          <p:nvPr/>
        </p:nvSpPr>
        <p:spPr>
          <a:xfrm>
            <a:off x="8168284" y="475607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7306"/>
                </a:moveTo>
                <a:lnTo>
                  <a:pt x="0" y="37306"/>
                </a:lnTo>
              </a:path>
            </a:pathLst>
          </a:custGeom>
          <a:ln w="746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9" name="object 1739"/>
          <p:cNvSpPr/>
          <p:nvPr/>
        </p:nvSpPr>
        <p:spPr>
          <a:xfrm>
            <a:off x="7891615" y="418283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7306"/>
                </a:moveTo>
                <a:lnTo>
                  <a:pt x="0" y="37306"/>
                </a:lnTo>
              </a:path>
            </a:pathLst>
          </a:custGeom>
          <a:ln w="746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0" name="object 1740"/>
          <p:cNvSpPr/>
          <p:nvPr/>
        </p:nvSpPr>
        <p:spPr>
          <a:xfrm>
            <a:off x="8672512" y="393849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7306"/>
                </a:moveTo>
                <a:lnTo>
                  <a:pt x="0" y="37306"/>
                </a:lnTo>
              </a:path>
            </a:pathLst>
          </a:custGeom>
          <a:ln w="746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1" name="object 1741"/>
          <p:cNvSpPr/>
          <p:nvPr/>
        </p:nvSpPr>
        <p:spPr>
          <a:xfrm>
            <a:off x="8739657" y="46528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7306"/>
                </a:moveTo>
                <a:lnTo>
                  <a:pt x="0" y="37306"/>
                </a:lnTo>
              </a:path>
            </a:pathLst>
          </a:custGeom>
          <a:ln w="746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2" name="object 1742"/>
          <p:cNvSpPr/>
          <p:nvPr/>
        </p:nvSpPr>
        <p:spPr>
          <a:xfrm>
            <a:off x="7152385" y="434262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7306"/>
                </a:moveTo>
                <a:lnTo>
                  <a:pt x="0" y="37306"/>
                </a:lnTo>
              </a:path>
            </a:pathLst>
          </a:custGeom>
          <a:ln w="746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3" name="object 1743"/>
          <p:cNvSpPr/>
          <p:nvPr/>
        </p:nvSpPr>
        <p:spPr>
          <a:xfrm>
            <a:off x="6396977" y="563021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7306"/>
                </a:moveTo>
                <a:lnTo>
                  <a:pt x="0" y="37306"/>
                </a:lnTo>
              </a:path>
            </a:pathLst>
          </a:custGeom>
          <a:ln w="746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4" name="object 1744"/>
          <p:cNvSpPr/>
          <p:nvPr/>
        </p:nvSpPr>
        <p:spPr>
          <a:xfrm>
            <a:off x="8294496" y="391984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7306"/>
                </a:moveTo>
                <a:lnTo>
                  <a:pt x="0" y="37306"/>
                </a:lnTo>
              </a:path>
            </a:pathLst>
          </a:custGeom>
          <a:ln w="746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5" name="object 1745"/>
          <p:cNvSpPr/>
          <p:nvPr/>
        </p:nvSpPr>
        <p:spPr>
          <a:xfrm>
            <a:off x="8689302" y="431464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-37306"/>
                </a:moveTo>
                <a:lnTo>
                  <a:pt x="0" y="37306"/>
                </a:lnTo>
              </a:path>
            </a:pathLst>
          </a:custGeom>
          <a:ln w="746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6" name="object 1746"/>
          <p:cNvSpPr/>
          <p:nvPr/>
        </p:nvSpPr>
        <p:spPr>
          <a:xfrm>
            <a:off x="6344754" y="5577992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0" y="0"/>
                </a:moveTo>
                <a:lnTo>
                  <a:pt x="104457" y="104457"/>
                </a:lnTo>
              </a:path>
            </a:pathLst>
          </a:custGeom>
          <a:ln w="111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7" name="object 1747"/>
          <p:cNvSpPr/>
          <p:nvPr/>
        </p:nvSpPr>
        <p:spPr>
          <a:xfrm>
            <a:off x="6344754" y="5577992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104457" y="0"/>
                </a:moveTo>
                <a:lnTo>
                  <a:pt x="0" y="104457"/>
                </a:lnTo>
              </a:path>
            </a:pathLst>
          </a:custGeom>
          <a:ln w="111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8" name="object 1748"/>
          <p:cNvSpPr/>
          <p:nvPr/>
        </p:nvSpPr>
        <p:spPr>
          <a:xfrm>
            <a:off x="8166417" y="4374946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0" y="0"/>
                </a:moveTo>
                <a:lnTo>
                  <a:pt x="104457" y="104457"/>
                </a:lnTo>
              </a:path>
            </a:pathLst>
          </a:custGeom>
          <a:ln w="111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9" name="object 1749"/>
          <p:cNvSpPr/>
          <p:nvPr/>
        </p:nvSpPr>
        <p:spPr>
          <a:xfrm>
            <a:off x="8166417" y="4374946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104457" y="0"/>
                </a:moveTo>
                <a:lnTo>
                  <a:pt x="0" y="104457"/>
                </a:lnTo>
              </a:path>
            </a:pathLst>
          </a:custGeom>
          <a:ln w="111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0" name="object 1750"/>
          <p:cNvSpPr txBox="1"/>
          <p:nvPr/>
        </p:nvSpPr>
        <p:spPr>
          <a:xfrm>
            <a:off x="1765045" y="6585928"/>
            <a:ext cx="479869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Using this one can get state-of-the-art</a:t>
            </a:r>
            <a:r>
              <a:rPr sz="2050" spc="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results.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1346784"/>
            <a:ext cx="409702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29	</a:t>
            </a:r>
            <a:r>
              <a:rPr spc="15" dirty="0"/>
              <a:t>SVMs </a:t>
            </a:r>
            <a:r>
              <a:rPr spc="5" dirty="0"/>
              <a:t>: </a:t>
            </a:r>
            <a:r>
              <a:rPr dirty="0"/>
              <a:t>more</a:t>
            </a:r>
            <a:r>
              <a:rPr spc="105" dirty="0"/>
              <a:t> </a:t>
            </a:r>
            <a:r>
              <a:rPr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65045" y="2165744"/>
            <a:ext cx="7738109" cy="41389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95"/>
              </a:spcBef>
            </a:pPr>
            <a:r>
              <a:rPr sz="2050" dirty="0">
                <a:latin typeface="Times New Roman"/>
                <a:cs typeface="Times New Roman"/>
              </a:rPr>
              <a:t>There is </a:t>
            </a:r>
            <a:r>
              <a:rPr sz="2050" spc="5" dirty="0">
                <a:latin typeface="Times New Roman"/>
                <a:cs typeface="Times New Roman"/>
              </a:rPr>
              <a:t>much </a:t>
            </a:r>
            <a:r>
              <a:rPr sz="2050" dirty="0">
                <a:latin typeface="Times New Roman"/>
                <a:cs typeface="Times New Roman"/>
              </a:rPr>
              <a:t>more in the field of </a:t>
            </a:r>
            <a:r>
              <a:rPr sz="2050" spc="5" dirty="0">
                <a:latin typeface="Times New Roman"/>
                <a:cs typeface="Times New Roman"/>
              </a:rPr>
              <a:t>SVMs/ </a:t>
            </a:r>
            <a:r>
              <a:rPr sz="2050" spc="-5" dirty="0">
                <a:latin typeface="Times New Roman"/>
                <a:cs typeface="Times New Roman"/>
              </a:rPr>
              <a:t>kernel </a:t>
            </a:r>
            <a:r>
              <a:rPr sz="2050" dirty="0">
                <a:latin typeface="Times New Roman"/>
                <a:cs typeface="Times New Roman"/>
              </a:rPr>
              <a:t>machines than </a:t>
            </a:r>
            <a:r>
              <a:rPr sz="2050" spc="5" dirty="0">
                <a:latin typeface="Times New Roman"/>
                <a:cs typeface="Times New Roman"/>
              </a:rPr>
              <a:t>we </a:t>
            </a:r>
            <a:r>
              <a:rPr sz="2050" dirty="0">
                <a:latin typeface="Times New Roman"/>
                <a:cs typeface="Times New Roman"/>
              </a:rPr>
              <a:t>could  </a:t>
            </a:r>
            <a:r>
              <a:rPr sz="2050" spc="-15" dirty="0">
                <a:latin typeface="Times New Roman"/>
                <a:cs typeface="Times New Roman"/>
              </a:rPr>
              <a:t>cover </a:t>
            </a:r>
            <a:r>
              <a:rPr sz="2050" dirty="0">
                <a:latin typeface="Times New Roman"/>
                <a:cs typeface="Times New Roman"/>
              </a:rPr>
              <a:t>here,</a:t>
            </a:r>
            <a:r>
              <a:rPr sz="2050" spc="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including:</a:t>
            </a:r>
            <a:endParaRPr sz="2050">
              <a:latin typeface="Times New Roman"/>
              <a:cs typeface="Times New Roman"/>
            </a:endParaRPr>
          </a:p>
          <a:p>
            <a:pPr marL="485140" indent="-262890">
              <a:lnSpc>
                <a:spcPct val="100000"/>
              </a:lnSpc>
              <a:spcBef>
                <a:spcPts val="1680"/>
              </a:spcBef>
              <a:buFont typeface="Menlo"/>
              <a:buChar char="•"/>
              <a:tabLst>
                <a:tab pos="485775" algn="l"/>
              </a:tabLst>
            </a:pP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Regression,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clustering, semi-supervised learning and other</a:t>
            </a:r>
            <a:r>
              <a:rPr sz="2050" spc="1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domains.</a:t>
            </a:r>
            <a:endParaRPr sz="2050">
              <a:latin typeface="Times New Roman"/>
              <a:cs typeface="Times New Roman"/>
            </a:endParaRPr>
          </a:p>
          <a:p>
            <a:pPr marL="485140" indent="-262890">
              <a:lnSpc>
                <a:spcPct val="100000"/>
              </a:lnSpc>
              <a:spcBef>
                <a:spcPts val="1670"/>
              </a:spcBef>
              <a:buFont typeface="Menlo"/>
              <a:buChar char="•"/>
              <a:tabLst>
                <a:tab pos="485775" algn="l"/>
              </a:tabLst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Lots of other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kernels,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e.g. string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kernels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to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handle</a:t>
            </a:r>
            <a:r>
              <a:rPr sz="2050" spc="2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text.</a:t>
            </a:r>
            <a:endParaRPr sz="2050">
              <a:latin typeface="Times New Roman"/>
              <a:cs typeface="Times New Roman"/>
            </a:endParaRPr>
          </a:p>
          <a:p>
            <a:pPr marL="485140" marR="501650" indent="-262255">
              <a:lnSpc>
                <a:spcPct val="119000"/>
              </a:lnSpc>
              <a:spcBef>
                <a:spcPts val="1210"/>
              </a:spcBef>
              <a:buFont typeface="Menlo"/>
              <a:buChar char="•"/>
              <a:tabLst>
                <a:tab pos="485775" algn="l"/>
              </a:tabLst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Lots of research in modifications, e.g.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to 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improve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generalization  </a:t>
            </a:r>
            <a:r>
              <a:rPr sz="2050" spc="-15" dirty="0">
                <a:solidFill>
                  <a:srgbClr val="231F20"/>
                </a:solidFill>
                <a:latin typeface="Times New Roman"/>
                <a:cs typeface="Times New Roman"/>
              </a:rPr>
              <a:t>ability,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or tailoring to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a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particular</a:t>
            </a:r>
            <a:r>
              <a:rPr sz="205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task.</a:t>
            </a:r>
            <a:endParaRPr sz="2050">
              <a:latin typeface="Times New Roman"/>
              <a:cs typeface="Times New Roman"/>
            </a:endParaRPr>
          </a:p>
          <a:p>
            <a:pPr marL="485140" indent="-262890">
              <a:lnSpc>
                <a:spcPct val="100000"/>
              </a:lnSpc>
              <a:spcBef>
                <a:spcPts val="1670"/>
              </a:spcBef>
              <a:buFont typeface="Menlo"/>
              <a:buChar char="•"/>
              <a:tabLst>
                <a:tab pos="485775" algn="l"/>
              </a:tabLst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Lots of research in speeding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up</a:t>
            </a:r>
            <a:r>
              <a:rPr sz="2050" spc="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training.</a:t>
            </a:r>
            <a:endParaRPr sz="2050">
              <a:latin typeface="Times New Roman"/>
              <a:cs typeface="Times New Roman"/>
            </a:endParaRPr>
          </a:p>
          <a:p>
            <a:pPr marL="12700" marR="154305">
              <a:lnSpc>
                <a:spcPct val="119000"/>
              </a:lnSpc>
              <a:spcBef>
                <a:spcPts val="1210"/>
              </a:spcBef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Please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see 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text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books such as the ones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by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Cristianini </a:t>
            </a:r>
            <a:r>
              <a:rPr sz="2050" spc="10" dirty="0">
                <a:solidFill>
                  <a:srgbClr val="231F20"/>
                </a:solidFill>
                <a:latin typeface="Times New Roman"/>
                <a:cs typeface="Times New Roman"/>
              </a:rPr>
              <a:t>&amp; </a:t>
            </a:r>
            <a:r>
              <a:rPr sz="2050" spc="-15" dirty="0">
                <a:solidFill>
                  <a:srgbClr val="231F20"/>
                </a:solidFill>
                <a:latin typeface="Times New Roman"/>
                <a:cs typeface="Times New Roman"/>
              </a:rPr>
              <a:t>Shawe-Taylor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or 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by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Schoelkopf and</a:t>
            </a:r>
            <a:r>
              <a:rPr sz="205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Smola.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045" y="1378788"/>
            <a:ext cx="348361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8350" algn="l"/>
              </a:tabLst>
            </a:pPr>
            <a:r>
              <a:rPr spc="10" dirty="0"/>
              <a:t>30	</a:t>
            </a:r>
            <a:r>
              <a:rPr spc="15" dirty="0"/>
              <a:t>SVMs </a:t>
            </a:r>
            <a:r>
              <a:rPr spc="5" dirty="0"/>
              <a:t>:</a:t>
            </a:r>
            <a:r>
              <a:rPr spc="120" dirty="0"/>
              <a:t> </a:t>
            </a:r>
            <a:r>
              <a:rPr dirty="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65045" y="2256244"/>
            <a:ext cx="7212330" cy="401510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dirty="0">
                <a:latin typeface="Times New Roman"/>
                <a:cs typeface="Times New Roman"/>
              </a:rPr>
              <a:t>Lots of </a:t>
            </a:r>
            <a:r>
              <a:rPr sz="2050" spc="10" dirty="0">
                <a:latin typeface="Times New Roman"/>
                <a:cs typeface="Times New Roman"/>
              </a:rPr>
              <a:t>SVM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5" dirty="0">
                <a:latin typeface="Times New Roman"/>
                <a:cs typeface="Times New Roman"/>
              </a:rPr>
              <a:t>software:</a:t>
            </a:r>
            <a:endParaRPr sz="2050">
              <a:latin typeface="Times New Roman"/>
              <a:cs typeface="Times New Roman"/>
            </a:endParaRPr>
          </a:p>
          <a:p>
            <a:pPr marL="485140" indent="-262890">
              <a:lnSpc>
                <a:spcPct val="100000"/>
              </a:lnSpc>
              <a:spcBef>
                <a:spcPts val="1670"/>
              </a:spcBef>
              <a:buFont typeface="Menlo"/>
              <a:buChar char="•"/>
              <a:tabLst>
                <a:tab pos="485775" algn="l"/>
              </a:tabLst>
            </a:pP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LibSVM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(C++)</a:t>
            </a:r>
            <a:endParaRPr sz="2050">
              <a:latin typeface="Times New Roman"/>
              <a:cs typeface="Times New Roman"/>
            </a:endParaRPr>
          </a:p>
          <a:p>
            <a:pPr marL="485140" indent="-262890">
              <a:lnSpc>
                <a:spcPct val="100000"/>
              </a:lnSpc>
              <a:spcBef>
                <a:spcPts val="1680"/>
              </a:spcBef>
              <a:buFont typeface="Menlo"/>
              <a:buChar char="•"/>
              <a:tabLst>
                <a:tab pos="485775" algn="l"/>
              </a:tabLst>
            </a:pP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SVMLight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(C)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As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well as complete machine learning </a:t>
            </a:r>
            <a:r>
              <a:rPr sz="2050" spc="-5" dirty="0">
                <a:solidFill>
                  <a:srgbClr val="231F20"/>
                </a:solidFill>
                <a:latin typeface="Times New Roman"/>
                <a:cs typeface="Times New Roman"/>
              </a:rPr>
              <a:t>toolboxes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that include</a:t>
            </a:r>
            <a:r>
              <a:rPr sz="2050" spc="17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SVMs:</a:t>
            </a:r>
            <a:endParaRPr sz="2050">
              <a:latin typeface="Times New Roman"/>
              <a:cs typeface="Times New Roman"/>
            </a:endParaRPr>
          </a:p>
          <a:p>
            <a:pPr marL="485140" indent="-262890">
              <a:lnSpc>
                <a:spcPct val="100000"/>
              </a:lnSpc>
              <a:spcBef>
                <a:spcPts val="1680"/>
              </a:spcBef>
              <a:buFont typeface="Menlo"/>
              <a:buChar char="•"/>
              <a:tabLst>
                <a:tab pos="485775" algn="l"/>
              </a:tabLst>
            </a:pPr>
            <a:r>
              <a:rPr sz="2050" spc="-30" dirty="0">
                <a:solidFill>
                  <a:srgbClr val="231F20"/>
                </a:solidFill>
                <a:latin typeface="Times New Roman"/>
                <a:cs typeface="Times New Roman"/>
              </a:rPr>
              <a:t>Torch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(C++)</a:t>
            </a:r>
            <a:endParaRPr sz="2050">
              <a:latin typeface="Times New Roman"/>
              <a:cs typeface="Times New Roman"/>
            </a:endParaRPr>
          </a:p>
          <a:p>
            <a:pPr marL="485140" indent="-262890">
              <a:lnSpc>
                <a:spcPct val="100000"/>
              </a:lnSpc>
              <a:spcBef>
                <a:spcPts val="1670"/>
              </a:spcBef>
              <a:buFont typeface="Menlo"/>
              <a:buChar char="•"/>
              <a:tabLst>
                <a:tab pos="485775" algn="l"/>
              </a:tabLst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Spider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(Matlab)</a:t>
            </a:r>
            <a:endParaRPr sz="2050">
              <a:latin typeface="Times New Roman"/>
              <a:cs typeface="Times New Roman"/>
            </a:endParaRPr>
          </a:p>
          <a:p>
            <a:pPr marL="485140" indent="-262890">
              <a:lnSpc>
                <a:spcPct val="100000"/>
              </a:lnSpc>
              <a:spcBef>
                <a:spcPts val="1680"/>
              </a:spcBef>
              <a:buFont typeface="Menlo"/>
              <a:buChar char="•"/>
              <a:tabLst>
                <a:tab pos="485775" algn="l"/>
              </a:tabLst>
            </a:pPr>
            <a:r>
              <a:rPr sz="2050" spc="-40" dirty="0">
                <a:solidFill>
                  <a:srgbClr val="231F20"/>
                </a:solidFill>
                <a:latin typeface="Times New Roman"/>
                <a:cs typeface="Times New Roman"/>
              </a:rPr>
              <a:t>Weka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-15" dirty="0">
                <a:solidFill>
                  <a:srgbClr val="231F20"/>
                </a:solidFill>
                <a:latin typeface="Times New Roman"/>
                <a:cs typeface="Times New Roman"/>
              </a:rPr>
              <a:t>(Java)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All </a:t>
            </a:r>
            <a:r>
              <a:rPr sz="2050" spc="-10" dirty="0">
                <a:solidFill>
                  <a:srgbClr val="231F20"/>
                </a:solidFill>
                <a:latin typeface="Times New Roman"/>
                <a:cs typeface="Times New Roman"/>
              </a:rPr>
              <a:t>available </a:t>
            </a:r>
            <a:r>
              <a:rPr sz="2050" dirty="0">
                <a:solidFill>
                  <a:srgbClr val="231F20"/>
                </a:solidFill>
                <a:latin typeface="Times New Roman"/>
                <a:cs typeface="Times New Roman"/>
              </a:rPr>
              <a:t>through</a:t>
            </a:r>
            <a:r>
              <a:rPr sz="2050" spc="5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solidFill>
                  <a:srgbClr val="231F20"/>
                </a:solidFill>
                <a:latin typeface="Courier"/>
                <a:cs typeface="Courier"/>
              </a:rPr>
              <a:t>www.kernel-machines.org</a:t>
            </a:r>
            <a:r>
              <a:rPr sz="2050" spc="5" dirty="0">
                <a:solidFill>
                  <a:srgbClr val="231F20"/>
                </a:solidFill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34A41-21E9-4579-BD82-DEFCF7550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045" y="1131900"/>
            <a:ext cx="6325234" cy="453970"/>
          </a:xfrm>
        </p:spPr>
        <p:txBody>
          <a:bodyPr/>
          <a:lstStyle/>
          <a:p>
            <a:r>
              <a:rPr lang="en-US" dirty="0"/>
              <a:t>Viewing Assignment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A7480-AA57-48D4-BCE3-3856D71AF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1752600"/>
            <a:ext cx="8270860" cy="1600200"/>
          </a:xfrm>
        </p:spPr>
        <p:txBody>
          <a:bodyPr/>
          <a:lstStyle/>
          <a:p>
            <a:r>
              <a:rPr lang="en-US" dirty="0"/>
              <a:t>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E302B5-AE06-497A-BD7C-DBCF51478351}"/>
              </a:ext>
            </a:extLst>
          </p:cNvPr>
          <p:cNvSpPr txBox="1"/>
          <p:nvPr/>
        </p:nvSpPr>
        <p:spPr>
          <a:xfrm>
            <a:off x="1765045" y="1905000"/>
            <a:ext cx="7759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https://www.youtube.com/watch?v=_PwhiWxHK8o</a:t>
            </a:r>
            <a:r>
              <a:rPr lang="en-US" dirty="0"/>
              <a:t> (Support Vector Machines by Prof. Patrick Winston of MIT)</a:t>
            </a:r>
          </a:p>
        </p:txBody>
      </p:sp>
    </p:spTree>
    <p:extLst>
      <p:ext uri="{BB962C8B-B14F-4D97-AF65-F5344CB8AC3E}">
        <p14:creationId xmlns:p14="http://schemas.microsoft.com/office/powerpoint/2010/main" val="3168985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31F2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3607</Words>
  <Application>Microsoft Office PowerPoint</Application>
  <PresentationFormat>Custom</PresentationFormat>
  <Paragraphs>823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Arial</vt:lpstr>
      <vt:lpstr>Arial-BoldItalicMT</vt:lpstr>
      <vt:lpstr>Calibri</vt:lpstr>
      <vt:lpstr>Courier</vt:lpstr>
      <vt:lpstr>Georgia-BoldItalic</vt:lpstr>
      <vt:lpstr>Helvetica</vt:lpstr>
      <vt:lpstr>Menlo</vt:lpstr>
      <vt:lpstr>Symbol</vt:lpstr>
      <vt:lpstr>Times New Roman</vt:lpstr>
      <vt:lpstr>Times-BoldItalic</vt:lpstr>
      <vt:lpstr>Wingdings</vt:lpstr>
      <vt:lpstr>Office Theme</vt:lpstr>
      <vt:lpstr>Support Vector Machine</vt:lpstr>
      <vt:lpstr>1 Support Vector Machines: history</vt:lpstr>
      <vt:lpstr>2 Support Vector Machines: history II</vt:lpstr>
      <vt:lpstr>3 Support Vector Machines: basics</vt:lpstr>
      <vt:lpstr>4 Preliminaries:</vt:lpstr>
      <vt:lpstr>5 Example:</vt:lpstr>
      <vt:lpstr>6 Training sets and prediction models</vt:lpstr>
      <vt:lpstr>7 Empirical Risk and the true Risk</vt:lpstr>
      <vt:lpstr>8 Choosing the set of functions</vt:lpstr>
      <vt:lpstr>9 Empirical Risk and the true Risk</vt:lpstr>
      <vt:lpstr>10 VC dimension:</vt:lpstr>
      <vt:lpstr>11 VC dimension and capacity of functions</vt:lpstr>
      <vt:lpstr>12 Capacity of a set of functions (classification)</vt:lpstr>
      <vt:lpstr>13 Capacity of a set of functions (regression)</vt:lpstr>
      <vt:lpstr>14 Controlling the risk: model complexity</vt:lpstr>
      <vt:lpstr>15 Capacity of hyperplanes</vt:lpstr>
      <vt:lpstr>&lt;w, x&gt; + b &gt; 0</vt:lpstr>
      <vt:lpstr>{x | &lt;w, x&gt; + b = +1}</vt:lpstr>
      <vt:lpstr>16 Linear Support Vector Machines (at last!)</vt:lpstr>
      <vt:lpstr>17 Linear Support Vector Machines II</vt:lpstr>
      <vt:lpstr>18 SVMs : non-separable case</vt:lpstr>
      <vt:lpstr>PowerPoint Presentation</vt:lpstr>
      <vt:lpstr>19 Support Vector Machines - Primal</vt:lpstr>
      <vt:lpstr>20 SVMs : non-linear case</vt:lpstr>
      <vt:lpstr>21 SVMs : polynomial mapping</vt:lpstr>
      <vt:lpstr>22 SVMs : non-linear case II</vt:lpstr>
      <vt:lpstr>23 SVMs : full MNIST results</vt:lpstr>
      <vt:lpstr>24 SVMs : the kernel trick</vt:lpstr>
      <vt:lpstr>25 Support Vector Machines - kernel trick II</vt:lpstr>
      <vt:lpstr>26 Support Vector Machines - Dual</vt:lpstr>
      <vt:lpstr>27 Polynomial-SVMs</vt:lpstr>
      <vt:lpstr>28 RBF-SVMs</vt:lpstr>
      <vt:lpstr>29 SVMs : more results</vt:lpstr>
      <vt:lpstr>30 SVMs : software</vt:lpstr>
      <vt:lpstr>Viewing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talk.dvi</dc:title>
  <cp:lastModifiedBy>Rakesh Verma</cp:lastModifiedBy>
  <cp:revision>2</cp:revision>
  <dcterms:created xsi:type="dcterms:W3CDTF">2020-01-06T04:17:10Z</dcterms:created>
  <dcterms:modified xsi:type="dcterms:W3CDTF">2020-03-24T00:43:02Z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2006-11-09T00:00:00Z</vt:filetime>
  </property>
  <property fmtid="{D5CDD505-2E9C-101B-9397-08002B2CF9AE}" pid="3" name="Creator">
    <vt:lpwstr>dvips(k) 5.95b Copyright 2005 Radical Eye Software</vt:lpwstr>
  </property>
  <property fmtid="{D5CDD505-2E9C-101B-9397-08002B2CF9AE}" pid="4" name="LastSaved">
    <vt:filetime>2006-11-09T00:00:00Z</vt:filetime>
  </property>
</Properties>
</file>