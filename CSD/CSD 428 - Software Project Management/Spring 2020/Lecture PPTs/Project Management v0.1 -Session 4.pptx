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664" r:id="rId5"/>
    <p:sldMasterId id="2147483676" r:id="rId6"/>
  </p:sldMasterIdLst>
  <p:notesMasterIdLst>
    <p:notesMasterId r:id="rId33"/>
  </p:notesMasterIdLst>
  <p:handoutMasterIdLst>
    <p:handoutMasterId r:id="rId34"/>
  </p:handoutMasterIdLst>
  <p:sldIdLst>
    <p:sldId id="299" r:id="rId7"/>
    <p:sldId id="302" r:id="rId8"/>
    <p:sldId id="396" r:id="rId9"/>
    <p:sldId id="383" r:id="rId10"/>
    <p:sldId id="403" r:id="rId11"/>
    <p:sldId id="394" r:id="rId12"/>
    <p:sldId id="404" r:id="rId13"/>
    <p:sldId id="405" r:id="rId14"/>
    <p:sldId id="407" r:id="rId15"/>
    <p:sldId id="409" r:id="rId16"/>
    <p:sldId id="410" r:id="rId17"/>
    <p:sldId id="411" r:id="rId18"/>
    <p:sldId id="412" r:id="rId19"/>
    <p:sldId id="414" r:id="rId20"/>
    <p:sldId id="415" r:id="rId21"/>
    <p:sldId id="416" r:id="rId22"/>
    <p:sldId id="417" r:id="rId23"/>
    <p:sldId id="418" r:id="rId24"/>
    <p:sldId id="419" r:id="rId25"/>
    <p:sldId id="420" r:id="rId26"/>
    <p:sldId id="421" r:id="rId27"/>
    <p:sldId id="422" r:id="rId28"/>
    <p:sldId id="423" r:id="rId29"/>
    <p:sldId id="424" r:id="rId30"/>
    <p:sldId id="397" r:id="rId31"/>
    <p:sldId id="300" r:id="rId32"/>
  </p:sldIdLst>
  <p:sldSz cx="9144000" cy="4572000"/>
  <p:notesSz cx="6858000" cy="9144000"/>
  <p:defaultTextStyle>
    <a:defPPr>
      <a:defRPr lang="en-US"/>
    </a:defPPr>
    <a:lvl1pPr marL="0" algn="l" defTabSz="9141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76" algn="l" defTabSz="9141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52" algn="l" defTabSz="9141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228" algn="l" defTabSz="9141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304" algn="l" defTabSz="9141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80" algn="l" defTabSz="9141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456" algn="l" defTabSz="9141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531" algn="l" defTabSz="9141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608" algn="l" defTabSz="9141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8E8"/>
    <a:srgbClr val="E9EDF4"/>
    <a:srgbClr val="642F04"/>
    <a:srgbClr val="00529B"/>
    <a:srgbClr val="AC8300"/>
    <a:srgbClr val="C49500"/>
    <a:srgbClr val="ED1B24"/>
    <a:srgbClr val="B48900"/>
    <a:srgbClr val="D2A000"/>
    <a:srgbClr val="A7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68" autoAdjust="0"/>
    <p:restoredTop sz="95565" autoAdjust="0"/>
  </p:normalViewPr>
  <p:slideViewPr>
    <p:cSldViewPr>
      <p:cViewPr varScale="1">
        <p:scale>
          <a:sx n="99" d="100"/>
          <a:sy n="99" d="100"/>
        </p:scale>
        <p:origin x="96" y="222"/>
      </p:cViewPr>
      <p:guideLst>
        <p:guide orient="horz" pos="14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070A4C-BE32-4E7F-B328-F8383AB8E6BC}" type="doc">
      <dgm:prSet loTypeId="urn:microsoft.com/office/officeart/2008/layout/LinedList" loCatId="list" qsTypeId="urn:microsoft.com/office/officeart/2005/8/quickstyle/3d4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A5FE674-B60E-484A-95ED-2C62051FF4CC}">
      <dgm:prSet phldrT="[Text]" custT="1"/>
      <dgm:spPr/>
      <dgm:t>
        <a:bodyPr/>
        <a:lstStyle/>
        <a:p>
          <a:r>
            <a:rPr lang="en-US" sz="1400" b="0" i="0" dirty="0" smtClean="0"/>
            <a:t>Context setting</a:t>
          </a:r>
          <a:endParaRPr lang="en-US" sz="1400" b="0" i="0" dirty="0"/>
        </a:p>
      </dgm:t>
    </dgm:pt>
    <dgm:pt modelId="{5AF3C93F-3BCA-4078-BD21-E3AC2808E226}" type="parTrans" cxnId="{205F5782-E3FD-4965-BBB0-3AA98C4463D7}">
      <dgm:prSet/>
      <dgm:spPr/>
      <dgm:t>
        <a:bodyPr/>
        <a:lstStyle/>
        <a:p>
          <a:endParaRPr lang="en-US" sz="1400" b="0"/>
        </a:p>
      </dgm:t>
    </dgm:pt>
    <dgm:pt modelId="{E5872C10-77AB-49A6-82DB-238E63E17D09}" type="sibTrans" cxnId="{205F5782-E3FD-4965-BBB0-3AA98C4463D7}">
      <dgm:prSet/>
      <dgm:spPr/>
      <dgm:t>
        <a:bodyPr/>
        <a:lstStyle/>
        <a:p>
          <a:endParaRPr lang="en-US" sz="1400" b="0"/>
        </a:p>
      </dgm:t>
    </dgm:pt>
    <dgm:pt modelId="{7EF4B285-E5B0-4F65-8494-E5EAE618D68E}">
      <dgm:prSet phldrT="[Text]" custT="1"/>
      <dgm:spPr/>
      <dgm:t>
        <a:bodyPr/>
        <a:lstStyle/>
        <a:p>
          <a:r>
            <a:rPr lang="en-US" sz="1400" b="0" i="0" dirty="0" smtClean="0"/>
            <a:t>Quality Management</a:t>
          </a:r>
          <a:endParaRPr lang="en-US" sz="1400" b="0" i="0" dirty="0"/>
        </a:p>
      </dgm:t>
    </dgm:pt>
    <dgm:pt modelId="{062BD010-A056-401C-B24E-CDE5A6113535}" type="parTrans" cxnId="{A20205A2-CFA3-4F95-BC7C-4ABAE7EEDE0E}">
      <dgm:prSet/>
      <dgm:spPr/>
      <dgm:t>
        <a:bodyPr/>
        <a:lstStyle/>
        <a:p>
          <a:endParaRPr lang="en-IN"/>
        </a:p>
      </dgm:t>
    </dgm:pt>
    <dgm:pt modelId="{036B1E43-7B6C-4DF8-ACA6-09915DB92ABE}" type="sibTrans" cxnId="{A20205A2-CFA3-4F95-BC7C-4ABAE7EEDE0E}">
      <dgm:prSet/>
      <dgm:spPr/>
      <dgm:t>
        <a:bodyPr/>
        <a:lstStyle/>
        <a:p>
          <a:endParaRPr lang="en-IN"/>
        </a:p>
      </dgm:t>
    </dgm:pt>
    <dgm:pt modelId="{038362C7-7384-4996-BD27-74F2B36E7944}">
      <dgm:prSet phldrT="[Text]" custT="1"/>
      <dgm:spPr/>
      <dgm:t>
        <a:bodyPr/>
        <a:lstStyle/>
        <a:p>
          <a:r>
            <a:rPr lang="en-US" sz="1400" b="0" dirty="0" smtClean="0"/>
            <a:t>Risk Management</a:t>
          </a:r>
          <a:endParaRPr lang="en-US" sz="1400" b="1" i="1" dirty="0"/>
        </a:p>
      </dgm:t>
    </dgm:pt>
    <dgm:pt modelId="{03327ADC-88BB-482A-939A-FB5049F334E9}" type="parTrans" cxnId="{584A6B29-4F48-46BF-B52E-799EF982A061}">
      <dgm:prSet/>
      <dgm:spPr/>
      <dgm:t>
        <a:bodyPr/>
        <a:lstStyle/>
        <a:p>
          <a:endParaRPr lang="en-IN"/>
        </a:p>
      </dgm:t>
    </dgm:pt>
    <dgm:pt modelId="{ECD3F72C-639B-44E4-B904-E9216902D5C8}" type="sibTrans" cxnId="{584A6B29-4F48-46BF-B52E-799EF982A061}">
      <dgm:prSet/>
      <dgm:spPr/>
      <dgm:t>
        <a:bodyPr/>
        <a:lstStyle/>
        <a:p>
          <a:endParaRPr lang="en-IN"/>
        </a:p>
      </dgm:t>
    </dgm:pt>
    <dgm:pt modelId="{69A30A7E-F49C-49E6-9575-77950A540D47}">
      <dgm:prSet phldrT="[Text]" custT="1"/>
      <dgm:spPr/>
      <dgm:t>
        <a:bodyPr/>
        <a:lstStyle/>
        <a:p>
          <a:r>
            <a:rPr lang="en-US" sz="1400" b="0" dirty="0" smtClean="0"/>
            <a:t>Project </a:t>
          </a:r>
          <a:r>
            <a:rPr lang="en-US" sz="1400" b="0" dirty="0" smtClean="0"/>
            <a:t>Monitoring and Control</a:t>
          </a:r>
          <a:endParaRPr lang="en-US" sz="1400" b="0" i="0" dirty="0"/>
        </a:p>
      </dgm:t>
    </dgm:pt>
    <dgm:pt modelId="{E2E2C69C-8645-4D80-AAED-F3783B4358F1}" type="parTrans" cxnId="{BBA814B0-EC14-444C-874C-7848E2DD4352}">
      <dgm:prSet/>
      <dgm:spPr/>
      <dgm:t>
        <a:bodyPr/>
        <a:lstStyle/>
        <a:p>
          <a:endParaRPr lang="en-IN"/>
        </a:p>
      </dgm:t>
    </dgm:pt>
    <dgm:pt modelId="{006CF632-53FF-4DCE-9AA0-B4B07229CD38}" type="sibTrans" cxnId="{BBA814B0-EC14-444C-874C-7848E2DD4352}">
      <dgm:prSet/>
      <dgm:spPr/>
      <dgm:t>
        <a:bodyPr/>
        <a:lstStyle/>
        <a:p>
          <a:endParaRPr lang="en-IN"/>
        </a:p>
      </dgm:t>
    </dgm:pt>
    <dgm:pt modelId="{DF891462-78A4-4EB1-94D4-A4B149DEF564}" type="pres">
      <dgm:prSet presAssocID="{A2070A4C-BE32-4E7F-B328-F8383AB8E6BC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D1F2B9FE-1EB8-4B2F-9631-4242A4E008F5}" type="pres">
      <dgm:prSet presAssocID="{BA5FE674-B60E-484A-95ED-2C62051FF4CC}" presName="thickLine" presStyleLbl="alignNode1" presStyleIdx="0" presStyleCnt="4"/>
      <dgm:spPr/>
    </dgm:pt>
    <dgm:pt modelId="{67719554-4BEE-47A5-9E2F-F6060C9E04A5}" type="pres">
      <dgm:prSet presAssocID="{BA5FE674-B60E-484A-95ED-2C62051FF4CC}" presName="horz1" presStyleCnt="0"/>
      <dgm:spPr/>
    </dgm:pt>
    <dgm:pt modelId="{AC3824E9-757A-4B6E-9C75-07BC2E05EC16}" type="pres">
      <dgm:prSet presAssocID="{BA5FE674-B60E-484A-95ED-2C62051FF4CC}" presName="tx1" presStyleLbl="revTx" presStyleIdx="0" presStyleCnt="4" custScaleX="487898"/>
      <dgm:spPr/>
      <dgm:t>
        <a:bodyPr/>
        <a:lstStyle/>
        <a:p>
          <a:endParaRPr lang="en-US"/>
        </a:p>
      </dgm:t>
    </dgm:pt>
    <dgm:pt modelId="{6C607018-CC1A-4B1B-B151-8700C8E4D1EA}" type="pres">
      <dgm:prSet presAssocID="{BA5FE674-B60E-484A-95ED-2C62051FF4CC}" presName="vert1" presStyleCnt="0"/>
      <dgm:spPr/>
    </dgm:pt>
    <dgm:pt modelId="{F3E49F96-5EFF-48C0-9AE2-ED24B19CC2AB}" type="pres">
      <dgm:prSet presAssocID="{038362C7-7384-4996-BD27-74F2B36E7944}" presName="thickLine" presStyleLbl="alignNode1" presStyleIdx="1" presStyleCnt="4"/>
      <dgm:spPr/>
    </dgm:pt>
    <dgm:pt modelId="{22F562C0-723C-487D-B87A-FF0EB5C2C1C9}" type="pres">
      <dgm:prSet presAssocID="{038362C7-7384-4996-BD27-74F2B36E7944}" presName="horz1" presStyleCnt="0"/>
      <dgm:spPr/>
    </dgm:pt>
    <dgm:pt modelId="{36CABD2A-C115-4AE3-AAA0-DF8B7D7A6BEA}" type="pres">
      <dgm:prSet presAssocID="{038362C7-7384-4996-BD27-74F2B36E7944}" presName="tx1" presStyleLbl="revTx" presStyleIdx="1" presStyleCnt="4" custScaleX="487898"/>
      <dgm:spPr/>
      <dgm:t>
        <a:bodyPr/>
        <a:lstStyle/>
        <a:p>
          <a:endParaRPr lang="en-IN"/>
        </a:p>
      </dgm:t>
    </dgm:pt>
    <dgm:pt modelId="{4D53217F-ECF6-4134-A109-7B28EE15EF88}" type="pres">
      <dgm:prSet presAssocID="{038362C7-7384-4996-BD27-74F2B36E7944}" presName="vert1" presStyleCnt="0"/>
      <dgm:spPr/>
    </dgm:pt>
    <dgm:pt modelId="{7B009A28-EA29-433F-B63A-769F5155D7F4}" type="pres">
      <dgm:prSet presAssocID="{7EF4B285-E5B0-4F65-8494-E5EAE618D68E}" presName="thickLine" presStyleLbl="alignNode1" presStyleIdx="2" presStyleCnt="4"/>
      <dgm:spPr/>
    </dgm:pt>
    <dgm:pt modelId="{868D3915-8796-40BE-B35F-A724F6EE39BF}" type="pres">
      <dgm:prSet presAssocID="{7EF4B285-E5B0-4F65-8494-E5EAE618D68E}" presName="horz1" presStyleCnt="0"/>
      <dgm:spPr/>
    </dgm:pt>
    <dgm:pt modelId="{18F03672-F799-4722-8A27-B2F95526CD6E}" type="pres">
      <dgm:prSet presAssocID="{7EF4B285-E5B0-4F65-8494-E5EAE618D68E}" presName="tx1" presStyleLbl="revTx" presStyleIdx="2" presStyleCnt="4" custScaleX="487898"/>
      <dgm:spPr/>
      <dgm:t>
        <a:bodyPr/>
        <a:lstStyle/>
        <a:p>
          <a:endParaRPr lang="en-IN"/>
        </a:p>
      </dgm:t>
    </dgm:pt>
    <dgm:pt modelId="{B365D6D5-6AEE-455C-A251-1BEC8846429E}" type="pres">
      <dgm:prSet presAssocID="{7EF4B285-E5B0-4F65-8494-E5EAE618D68E}" presName="vert1" presStyleCnt="0"/>
      <dgm:spPr/>
    </dgm:pt>
    <dgm:pt modelId="{835DAD03-4B41-4B70-AA09-C857D4E10A9B}" type="pres">
      <dgm:prSet presAssocID="{69A30A7E-F49C-49E6-9575-77950A540D47}" presName="thickLine" presStyleLbl="alignNode1" presStyleIdx="3" presStyleCnt="4"/>
      <dgm:spPr/>
    </dgm:pt>
    <dgm:pt modelId="{D86BC5B0-5DCD-4D99-9275-EE235926059D}" type="pres">
      <dgm:prSet presAssocID="{69A30A7E-F49C-49E6-9575-77950A540D47}" presName="horz1" presStyleCnt="0"/>
      <dgm:spPr/>
    </dgm:pt>
    <dgm:pt modelId="{D95A06D1-814C-4690-B7C8-81EC43307797}" type="pres">
      <dgm:prSet presAssocID="{69A30A7E-F49C-49E6-9575-77950A540D47}" presName="tx1" presStyleLbl="revTx" presStyleIdx="3" presStyleCnt="4" custScaleX="487898"/>
      <dgm:spPr/>
      <dgm:t>
        <a:bodyPr/>
        <a:lstStyle/>
        <a:p>
          <a:endParaRPr lang="en-IN"/>
        </a:p>
      </dgm:t>
    </dgm:pt>
    <dgm:pt modelId="{205A5BE8-0E88-473A-99DD-4B61912BB720}" type="pres">
      <dgm:prSet presAssocID="{69A30A7E-F49C-49E6-9575-77950A540D47}" presName="vert1" presStyleCnt="0"/>
      <dgm:spPr/>
    </dgm:pt>
  </dgm:ptLst>
  <dgm:cxnLst>
    <dgm:cxn modelId="{CE91DB94-B4D6-42A2-BE9A-3F0A398A9B67}" type="presOf" srcId="{BA5FE674-B60E-484A-95ED-2C62051FF4CC}" destId="{AC3824E9-757A-4B6E-9C75-07BC2E05EC16}" srcOrd="0" destOrd="0" presId="urn:microsoft.com/office/officeart/2008/layout/LinedList"/>
    <dgm:cxn modelId="{205F5782-E3FD-4965-BBB0-3AA98C4463D7}" srcId="{A2070A4C-BE32-4E7F-B328-F8383AB8E6BC}" destId="{BA5FE674-B60E-484A-95ED-2C62051FF4CC}" srcOrd="0" destOrd="0" parTransId="{5AF3C93F-3BCA-4078-BD21-E3AC2808E226}" sibTransId="{E5872C10-77AB-49A6-82DB-238E63E17D09}"/>
    <dgm:cxn modelId="{584A6B29-4F48-46BF-B52E-799EF982A061}" srcId="{A2070A4C-BE32-4E7F-B328-F8383AB8E6BC}" destId="{038362C7-7384-4996-BD27-74F2B36E7944}" srcOrd="1" destOrd="0" parTransId="{03327ADC-88BB-482A-939A-FB5049F334E9}" sibTransId="{ECD3F72C-639B-44E4-B904-E9216902D5C8}"/>
    <dgm:cxn modelId="{A20205A2-CFA3-4F95-BC7C-4ABAE7EEDE0E}" srcId="{A2070A4C-BE32-4E7F-B328-F8383AB8E6BC}" destId="{7EF4B285-E5B0-4F65-8494-E5EAE618D68E}" srcOrd="2" destOrd="0" parTransId="{062BD010-A056-401C-B24E-CDE5A6113535}" sibTransId="{036B1E43-7B6C-4DF8-ACA6-09915DB92ABE}"/>
    <dgm:cxn modelId="{D202B0A2-134F-4E05-99CA-42277BFC3C4F}" type="presOf" srcId="{038362C7-7384-4996-BD27-74F2B36E7944}" destId="{36CABD2A-C115-4AE3-AAA0-DF8B7D7A6BEA}" srcOrd="0" destOrd="0" presId="urn:microsoft.com/office/officeart/2008/layout/LinedList"/>
    <dgm:cxn modelId="{BBA814B0-EC14-444C-874C-7848E2DD4352}" srcId="{A2070A4C-BE32-4E7F-B328-F8383AB8E6BC}" destId="{69A30A7E-F49C-49E6-9575-77950A540D47}" srcOrd="3" destOrd="0" parTransId="{E2E2C69C-8645-4D80-AAED-F3783B4358F1}" sibTransId="{006CF632-53FF-4DCE-9AA0-B4B07229CD38}"/>
    <dgm:cxn modelId="{7AFB8AF8-FCF2-48FA-B65D-A6C88DF43BEA}" type="presOf" srcId="{7EF4B285-E5B0-4F65-8494-E5EAE618D68E}" destId="{18F03672-F799-4722-8A27-B2F95526CD6E}" srcOrd="0" destOrd="0" presId="urn:microsoft.com/office/officeart/2008/layout/LinedList"/>
    <dgm:cxn modelId="{C670F7FF-37C8-4BE4-AA8E-107686210BCE}" type="presOf" srcId="{69A30A7E-F49C-49E6-9575-77950A540D47}" destId="{D95A06D1-814C-4690-B7C8-81EC43307797}" srcOrd="0" destOrd="0" presId="urn:microsoft.com/office/officeart/2008/layout/LinedList"/>
    <dgm:cxn modelId="{5F31EFEF-806D-4B77-A2A6-DF257E7C86E6}" type="presOf" srcId="{A2070A4C-BE32-4E7F-B328-F8383AB8E6BC}" destId="{DF891462-78A4-4EB1-94D4-A4B149DEF564}" srcOrd="0" destOrd="0" presId="urn:microsoft.com/office/officeart/2008/layout/LinedList"/>
    <dgm:cxn modelId="{CDD3CBC1-F62A-4ED0-BFAC-21757DB30C88}" type="presParOf" srcId="{DF891462-78A4-4EB1-94D4-A4B149DEF564}" destId="{D1F2B9FE-1EB8-4B2F-9631-4242A4E008F5}" srcOrd="0" destOrd="0" presId="urn:microsoft.com/office/officeart/2008/layout/LinedList"/>
    <dgm:cxn modelId="{403ED984-E5F7-42F1-92BB-26328BDAF3D8}" type="presParOf" srcId="{DF891462-78A4-4EB1-94D4-A4B149DEF564}" destId="{67719554-4BEE-47A5-9E2F-F6060C9E04A5}" srcOrd="1" destOrd="0" presId="urn:microsoft.com/office/officeart/2008/layout/LinedList"/>
    <dgm:cxn modelId="{A6C4704E-5141-49B5-8715-B37A64CFECBB}" type="presParOf" srcId="{67719554-4BEE-47A5-9E2F-F6060C9E04A5}" destId="{AC3824E9-757A-4B6E-9C75-07BC2E05EC16}" srcOrd="0" destOrd="0" presId="urn:microsoft.com/office/officeart/2008/layout/LinedList"/>
    <dgm:cxn modelId="{F7576D3D-FA7B-4023-86E2-7DB287284C76}" type="presParOf" srcId="{67719554-4BEE-47A5-9E2F-F6060C9E04A5}" destId="{6C607018-CC1A-4B1B-B151-8700C8E4D1EA}" srcOrd="1" destOrd="0" presId="urn:microsoft.com/office/officeart/2008/layout/LinedList"/>
    <dgm:cxn modelId="{A6B5EDE2-7ED1-4F9A-805B-4FD168C50101}" type="presParOf" srcId="{DF891462-78A4-4EB1-94D4-A4B149DEF564}" destId="{F3E49F96-5EFF-48C0-9AE2-ED24B19CC2AB}" srcOrd="2" destOrd="0" presId="urn:microsoft.com/office/officeart/2008/layout/LinedList"/>
    <dgm:cxn modelId="{14E42D0E-9A80-4DFB-B010-9468C16A0262}" type="presParOf" srcId="{DF891462-78A4-4EB1-94D4-A4B149DEF564}" destId="{22F562C0-723C-487D-B87A-FF0EB5C2C1C9}" srcOrd="3" destOrd="0" presId="urn:microsoft.com/office/officeart/2008/layout/LinedList"/>
    <dgm:cxn modelId="{A5D909AB-0ADB-42B9-97C0-DE77D63513CD}" type="presParOf" srcId="{22F562C0-723C-487D-B87A-FF0EB5C2C1C9}" destId="{36CABD2A-C115-4AE3-AAA0-DF8B7D7A6BEA}" srcOrd="0" destOrd="0" presId="urn:microsoft.com/office/officeart/2008/layout/LinedList"/>
    <dgm:cxn modelId="{4B2E6C92-132B-4AEB-87C3-3EFF5F5ABAF7}" type="presParOf" srcId="{22F562C0-723C-487D-B87A-FF0EB5C2C1C9}" destId="{4D53217F-ECF6-4134-A109-7B28EE15EF88}" srcOrd="1" destOrd="0" presId="urn:microsoft.com/office/officeart/2008/layout/LinedList"/>
    <dgm:cxn modelId="{E564014A-FB9A-4191-AAD8-E3B9D737B08B}" type="presParOf" srcId="{DF891462-78A4-4EB1-94D4-A4B149DEF564}" destId="{7B009A28-EA29-433F-B63A-769F5155D7F4}" srcOrd="4" destOrd="0" presId="urn:microsoft.com/office/officeart/2008/layout/LinedList"/>
    <dgm:cxn modelId="{84CF363C-F8A2-40B0-9439-4ECD0502B426}" type="presParOf" srcId="{DF891462-78A4-4EB1-94D4-A4B149DEF564}" destId="{868D3915-8796-40BE-B35F-A724F6EE39BF}" srcOrd="5" destOrd="0" presId="urn:microsoft.com/office/officeart/2008/layout/LinedList"/>
    <dgm:cxn modelId="{3D3C1002-66FC-4AF7-B8E8-FABF53CCAA7B}" type="presParOf" srcId="{868D3915-8796-40BE-B35F-A724F6EE39BF}" destId="{18F03672-F799-4722-8A27-B2F95526CD6E}" srcOrd="0" destOrd="0" presId="urn:microsoft.com/office/officeart/2008/layout/LinedList"/>
    <dgm:cxn modelId="{F932AB8D-70DD-4973-9B32-C248C08C0D73}" type="presParOf" srcId="{868D3915-8796-40BE-B35F-A724F6EE39BF}" destId="{B365D6D5-6AEE-455C-A251-1BEC8846429E}" srcOrd="1" destOrd="0" presId="urn:microsoft.com/office/officeart/2008/layout/LinedList"/>
    <dgm:cxn modelId="{0136DCAC-2A7E-456E-99A7-5FE68B2A6481}" type="presParOf" srcId="{DF891462-78A4-4EB1-94D4-A4B149DEF564}" destId="{835DAD03-4B41-4B70-AA09-C857D4E10A9B}" srcOrd="6" destOrd="0" presId="urn:microsoft.com/office/officeart/2008/layout/LinedList"/>
    <dgm:cxn modelId="{E89C0A61-3314-47F0-8FC3-18BF921731DA}" type="presParOf" srcId="{DF891462-78A4-4EB1-94D4-A4B149DEF564}" destId="{D86BC5B0-5DCD-4D99-9275-EE235926059D}" srcOrd="7" destOrd="0" presId="urn:microsoft.com/office/officeart/2008/layout/LinedList"/>
    <dgm:cxn modelId="{856E2605-37C2-4A5D-87D1-2611F8CAE100}" type="presParOf" srcId="{D86BC5B0-5DCD-4D99-9275-EE235926059D}" destId="{D95A06D1-814C-4690-B7C8-81EC43307797}" srcOrd="0" destOrd="0" presId="urn:microsoft.com/office/officeart/2008/layout/LinedList"/>
    <dgm:cxn modelId="{61BED283-F71D-4622-B064-B20C5E131B6B}" type="presParOf" srcId="{D86BC5B0-5DCD-4D99-9275-EE235926059D}" destId="{205A5BE8-0E88-473A-99DD-4B61912BB72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B109EA-19BE-48A2-A7DA-366A98C8FAA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93E619D-BBE0-4815-8F2B-14DD8111EA41}">
      <dgm:prSet phldrT="[Text]" custT="1"/>
      <dgm:spPr/>
      <dgm:t>
        <a:bodyPr/>
        <a:lstStyle/>
        <a:p>
          <a:r>
            <a:rPr lang="en-US" sz="1400" dirty="0" smtClean="0"/>
            <a:t>Initiation</a:t>
          </a:r>
          <a:endParaRPr lang="en-US" sz="1400" dirty="0"/>
        </a:p>
      </dgm:t>
    </dgm:pt>
    <dgm:pt modelId="{664F915B-116C-4204-8260-1C4BE4DC8DE0}" type="parTrans" cxnId="{7B434526-4358-4E83-BB13-E89F066E7185}">
      <dgm:prSet/>
      <dgm:spPr/>
      <dgm:t>
        <a:bodyPr/>
        <a:lstStyle/>
        <a:p>
          <a:endParaRPr lang="en-US"/>
        </a:p>
      </dgm:t>
    </dgm:pt>
    <dgm:pt modelId="{0F7F3BD5-C6DD-4C31-AFD8-2318DFA12C61}" type="sibTrans" cxnId="{7B434526-4358-4E83-BB13-E89F066E7185}">
      <dgm:prSet/>
      <dgm:spPr/>
      <dgm:t>
        <a:bodyPr/>
        <a:lstStyle/>
        <a:p>
          <a:endParaRPr lang="en-US"/>
        </a:p>
      </dgm:t>
    </dgm:pt>
    <dgm:pt modelId="{EDA82C9C-1A70-4766-9691-7F509C71A66A}">
      <dgm:prSet phldrT="[Text]" custT="1"/>
      <dgm:spPr/>
      <dgm:t>
        <a:bodyPr/>
        <a:lstStyle/>
        <a:p>
          <a:r>
            <a:rPr lang="en-US" sz="1400" dirty="0" smtClean="0"/>
            <a:t>Closing</a:t>
          </a:r>
          <a:endParaRPr lang="en-US" sz="1400" dirty="0"/>
        </a:p>
      </dgm:t>
    </dgm:pt>
    <dgm:pt modelId="{49F9A76A-45BA-4A17-9E4D-5B33C37590B9}" type="parTrans" cxnId="{07B2294A-CCC5-4E4E-92A5-EFBAC28FBE97}">
      <dgm:prSet/>
      <dgm:spPr/>
      <dgm:t>
        <a:bodyPr/>
        <a:lstStyle/>
        <a:p>
          <a:endParaRPr lang="en-US"/>
        </a:p>
      </dgm:t>
    </dgm:pt>
    <dgm:pt modelId="{C698FACF-53ED-40D3-AC4F-056875A07BBF}" type="sibTrans" cxnId="{07B2294A-CCC5-4E4E-92A5-EFBAC28FBE97}">
      <dgm:prSet/>
      <dgm:spPr/>
      <dgm:t>
        <a:bodyPr/>
        <a:lstStyle/>
        <a:p>
          <a:endParaRPr lang="en-US"/>
        </a:p>
      </dgm:t>
    </dgm:pt>
    <dgm:pt modelId="{BC670947-38B6-4003-AA75-D12E76915374}">
      <dgm:prSet phldrT="[Text]" custT="1"/>
      <dgm:spPr/>
      <dgm:t>
        <a:bodyPr/>
        <a:lstStyle/>
        <a:p>
          <a:r>
            <a:rPr lang="en-US" sz="1400" dirty="0" smtClean="0"/>
            <a:t>Planning</a:t>
          </a:r>
          <a:endParaRPr lang="en-US" sz="1400" dirty="0"/>
        </a:p>
      </dgm:t>
    </dgm:pt>
    <dgm:pt modelId="{6705D8AF-0CFE-4F58-9F0A-8045198E7CA7}" type="parTrans" cxnId="{AB6B00FF-BB67-4014-ABDF-4A9192CE0526}">
      <dgm:prSet/>
      <dgm:spPr/>
      <dgm:t>
        <a:bodyPr/>
        <a:lstStyle/>
        <a:p>
          <a:endParaRPr lang="en-US"/>
        </a:p>
      </dgm:t>
    </dgm:pt>
    <dgm:pt modelId="{0BC1409C-0C58-40D9-8208-44450DF9AFAA}" type="sibTrans" cxnId="{AB6B00FF-BB67-4014-ABDF-4A9192CE0526}">
      <dgm:prSet/>
      <dgm:spPr/>
      <dgm:t>
        <a:bodyPr/>
        <a:lstStyle/>
        <a:p>
          <a:endParaRPr lang="en-US"/>
        </a:p>
      </dgm:t>
    </dgm:pt>
    <dgm:pt modelId="{ED002313-1988-4DFB-B961-03D04DECEBE5}">
      <dgm:prSet phldrT="[Text]" custT="1"/>
      <dgm:spPr/>
      <dgm:t>
        <a:bodyPr/>
        <a:lstStyle/>
        <a:p>
          <a:r>
            <a:rPr lang="en-US" sz="1400" dirty="0" smtClean="0"/>
            <a:t>Executing</a:t>
          </a:r>
          <a:endParaRPr lang="en-US" sz="1400" dirty="0"/>
        </a:p>
      </dgm:t>
    </dgm:pt>
    <dgm:pt modelId="{EABF5D0D-14D8-4EB5-9551-29F3E1E7AD06}" type="parTrans" cxnId="{2B3C8F66-6C65-43AE-826B-6521AB1258F9}">
      <dgm:prSet/>
      <dgm:spPr/>
      <dgm:t>
        <a:bodyPr/>
        <a:lstStyle/>
        <a:p>
          <a:endParaRPr lang="en-US"/>
        </a:p>
      </dgm:t>
    </dgm:pt>
    <dgm:pt modelId="{089137B9-11B4-43AE-BA33-3D562D10E10B}" type="sibTrans" cxnId="{2B3C8F66-6C65-43AE-826B-6521AB1258F9}">
      <dgm:prSet/>
      <dgm:spPr/>
      <dgm:t>
        <a:bodyPr/>
        <a:lstStyle/>
        <a:p>
          <a:endParaRPr lang="en-US"/>
        </a:p>
      </dgm:t>
    </dgm:pt>
    <dgm:pt modelId="{71D57B72-ED4E-4091-99AB-AFF522D86FB5}">
      <dgm:prSet phldrT="[Text]" custT="1"/>
      <dgm:spPr/>
      <dgm:t>
        <a:bodyPr/>
        <a:lstStyle/>
        <a:p>
          <a:r>
            <a:rPr lang="en-US" sz="1400" dirty="0" smtClean="0"/>
            <a:t>Monitoring &amp; Control</a:t>
          </a:r>
          <a:endParaRPr lang="en-US" sz="1400" dirty="0"/>
        </a:p>
      </dgm:t>
    </dgm:pt>
    <dgm:pt modelId="{6C61F24C-BC77-40EF-B760-DFF0B47AC5B5}" type="parTrans" cxnId="{226A84B0-80FB-4D47-A4EA-9C2145F45828}">
      <dgm:prSet/>
      <dgm:spPr/>
      <dgm:t>
        <a:bodyPr/>
        <a:lstStyle/>
        <a:p>
          <a:endParaRPr lang="en-US"/>
        </a:p>
      </dgm:t>
    </dgm:pt>
    <dgm:pt modelId="{B7CD15BD-A41F-40DE-BCD3-D3734DC2A3C3}" type="sibTrans" cxnId="{226A84B0-80FB-4D47-A4EA-9C2145F45828}">
      <dgm:prSet/>
      <dgm:spPr/>
      <dgm:t>
        <a:bodyPr/>
        <a:lstStyle/>
        <a:p>
          <a:endParaRPr lang="en-US"/>
        </a:p>
      </dgm:t>
    </dgm:pt>
    <dgm:pt modelId="{BF110E54-D022-4097-A397-1DD906BA018B}" type="pres">
      <dgm:prSet presAssocID="{99B109EA-19BE-48A2-A7DA-366A98C8FAA7}" presName="Name0" presStyleCnt="0">
        <dgm:presLayoutVars>
          <dgm:dir/>
          <dgm:animLvl val="lvl"/>
          <dgm:resizeHandles val="exact"/>
        </dgm:presLayoutVars>
      </dgm:prSet>
      <dgm:spPr/>
    </dgm:pt>
    <dgm:pt modelId="{8110612D-5821-4FC7-A608-C6F447B71C98}" type="pres">
      <dgm:prSet presAssocID="{993E619D-BBE0-4815-8F2B-14DD8111EA41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932D6F-C64D-4294-B319-946178FDE148}" type="pres">
      <dgm:prSet presAssocID="{0F7F3BD5-C6DD-4C31-AFD8-2318DFA12C61}" presName="parTxOnlySpace" presStyleCnt="0"/>
      <dgm:spPr/>
    </dgm:pt>
    <dgm:pt modelId="{0A6B5D05-F316-499E-8FB8-A15EDE933E1D}" type="pres">
      <dgm:prSet presAssocID="{BC670947-38B6-4003-AA75-D12E76915374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109AB0-8AC3-4803-9BA0-EBBB601331A2}" type="pres">
      <dgm:prSet presAssocID="{0BC1409C-0C58-40D9-8208-44450DF9AFAA}" presName="parTxOnlySpace" presStyleCnt="0"/>
      <dgm:spPr/>
    </dgm:pt>
    <dgm:pt modelId="{3B49EF67-CE2E-443F-8196-4FC2C7EC956D}" type="pres">
      <dgm:prSet presAssocID="{ED002313-1988-4DFB-B961-03D04DECEBE5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2B094C-E3F0-418D-B84E-DA0BC4C53FA9}" type="pres">
      <dgm:prSet presAssocID="{089137B9-11B4-43AE-BA33-3D562D10E10B}" presName="parTxOnlySpace" presStyleCnt="0"/>
      <dgm:spPr/>
    </dgm:pt>
    <dgm:pt modelId="{A81A21C5-66F7-4C3C-94B5-3780F3653DF1}" type="pres">
      <dgm:prSet presAssocID="{71D57B72-ED4E-4091-99AB-AFF522D86FB5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D8D23F-C1CA-47D3-9B05-9BAD35B3AC7C}" type="pres">
      <dgm:prSet presAssocID="{B7CD15BD-A41F-40DE-BCD3-D3734DC2A3C3}" presName="parTxOnlySpace" presStyleCnt="0"/>
      <dgm:spPr/>
    </dgm:pt>
    <dgm:pt modelId="{EFB1396C-5B5F-408D-9D03-003B000C03A9}" type="pres">
      <dgm:prSet presAssocID="{EDA82C9C-1A70-4766-9691-7F509C71A66A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B434526-4358-4E83-BB13-E89F066E7185}" srcId="{99B109EA-19BE-48A2-A7DA-366A98C8FAA7}" destId="{993E619D-BBE0-4815-8F2B-14DD8111EA41}" srcOrd="0" destOrd="0" parTransId="{664F915B-116C-4204-8260-1C4BE4DC8DE0}" sibTransId="{0F7F3BD5-C6DD-4C31-AFD8-2318DFA12C61}"/>
    <dgm:cxn modelId="{07B2294A-CCC5-4E4E-92A5-EFBAC28FBE97}" srcId="{99B109EA-19BE-48A2-A7DA-366A98C8FAA7}" destId="{EDA82C9C-1A70-4766-9691-7F509C71A66A}" srcOrd="4" destOrd="0" parTransId="{49F9A76A-45BA-4A17-9E4D-5B33C37590B9}" sibTransId="{C698FACF-53ED-40D3-AC4F-056875A07BBF}"/>
    <dgm:cxn modelId="{AB6B00FF-BB67-4014-ABDF-4A9192CE0526}" srcId="{99B109EA-19BE-48A2-A7DA-366A98C8FAA7}" destId="{BC670947-38B6-4003-AA75-D12E76915374}" srcOrd="1" destOrd="0" parTransId="{6705D8AF-0CFE-4F58-9F0A-8045198E7CA7}" sibTransId="{0BC1409C-0C58-40D9-8208-44450DF9AFAA}"/>
    <dgm:cxn modelId="{2B3C8F66-6C65-43AE-826B-6521AB1258F9}" srcId="{99B109EA-19BE-48A2-A7DA-366A98C8FAA7}" destId="{ED002313-1988-4DFB-B961-03D04DECEBE5}" srcOrd="2" destOrd="0" parTransId="{EABF5D0D-14D8-4EB5-9551-29F3E1E7AD06}" sibTransId="{089137B9-11B4-43AE-BA33-3D562D10E10B}"/>
    <dgm:cxn modelId="{6B2066AD-AAEA-4120-9D38-D5CE7CEA65E0}" type="presOf" srcId="{EDA82C9C-1A70-4766-9691-7F509C71A66A}" destId="{EFB1396C-5B5F-408D-9D03-003B000C03A9}" srcOrd="0" destOrd="0" presId="urn:microsoft.com/office/officeart/2005/8/layout/chevron1"/>
    <dgm:cxn modelId="{026E9161-EB0D-4CDC-9B39-08B50ACCA0EA}" type="presOf" srcId="{ED002313-1988-4DFB-B961-03D04DECEBE5}" destId="{3B49EF67-CE2E-443F-8196-4FC2C7EC956D}" srcOrd="0" destOrd="0" presId="urn:microsoft.com/office/officeart/2005/8/layout/chevron1"/>
    <dgm:cxn modelId="{226A84B0-80FB-4D47-A4EA-9C2145F45828}" srcId="{99B109EA-19BE-48A2-A7DA-366A98C8FAA7}" destId="{71D57B72-ED4E-4091-99AB-AFF522D86FB5}" srcOrd="3" destOrd="0" parTransId="{6C61F24C-BC77-40EF-B760-DFF0B47AC5B5}" sibTransId="{B7CD15BD-A41F-40DE-BCD3-D3734DC2A3C3}"/>
    <dgm:cxn modelId="{A065098D-E6BD-4A7C-A485-5B377E719FAE}" type="presOf" srcId="{99B109EA-19BE-48A2-A7DA-366A98C8FAA7}" destId="{BF110E54-D022-4097-A397-1DD906BA018B}" srcOrd="0" destOrd="0" presId="urn:microsoft.com/office/officeart/2005/8/layout/chevron1"/>
    <dgm:cxn modelId="{AA94D2DE-E7D2-48E8-9A43-E72DDD9F1A46}" type="presOf" srcId="{71D57B72-ED4E-4091-99AB-AFF522D86FB5}" destId="{A81A21C5-66F7-4C3C-94B5-3780F3653DF1}" srcOrd="0" destOrd="0" presId="urn:microsoft.com/office/officeart/2005/8/layout/chevron1"/>
    <dgm:cxn modelId="{DF413C78-95B6-469C-AF92-073F58586366}" type="presOf" srcId="{993E619D-BBE0-4815-8F2B-14DD8111EA41}" destId="{8110612D-5821-4FC7-A608-C6F447B71C98}" srcOrd="0" destOrd="0" presId="urn:microsoft.com/office/officeart/2005/8/layout/chevron1"/>
    <dgm:cxn modelId="{14AE2E45-8E34-4A63-A2B2-ADA90ADA8305}" type="presOf" srcId="{BC670947-38B6-4003-AA75-D12E76915374}" destId="{0A6B5D05-F316-499E-8FB8-A15EDE933E1D}" srcOrd="0" destOrd="0" presId="urn:microsoft.com/office/officeart/2005/8/layout/chevron1"/>
    <dgm:cxn modelId="{046B309B-3514-49B6-9BBC-0123F713F225}" type="presParOf" srcId="{BF110E54-D022-4097-A397-1DD906BA018B}" destId="{8110612D-5821-4FC7-A608-C6F447B71C98}" srcOrd="0" destOrd="0" presId="urn:microsoft.com/office/officeart/2005/8/layout/chevron1"/>
    <dgm:cxn modelId="{33104825-A07D-422E-81EE-2C137434F962}" type="presParOf" srcId="{BF110E54-D022-4097-A397-1DD906BA018B}" destId="{F7932D6F-C64D-4294-B319-946178FDE148}" srcOrd="1" destOrd="0" presId="urn:microsoft.com/office/officeart/2005/8/layout/chevron1"/>
    <dgm:cxn modelId="{56553068-BBCD-4B30-A0FB-7B1E072314C1}" type="presParOf" srcId="{BF110E54-D022-4097-A397-1DD906BA018B}" destId="{0A6B5D05-F316-499E-8FB8-A15EDE933E1D}" srcOrd="2" destOrd="0" presId="urn:microsoft.com/office/officeart/2005/8/layout/chevron1"/>
    <dgm:cxn modelId="{62A90A36-433D-43E0-BF2D-F1992B245A29}" type="presParOf" srcId="{BF110E54-D022-4097-A397-1DD906BA018B}" destId="{5B109AB0-8AC3-4803-9BA0-EBBB601331A2}" srcOrd="3" destOrd="0" presId="urn:microsoft.com/office/officeart/2005/8/layout/chevron1"/>
    <dgm:cxn modelId="{CE4EF65C-E1ED-4D2E-944C-C91B43DD3854}" type="presParOf" srcId="{BF110E54-D022-4097-A397-1DD906BA018B}" destId="{3B49EF67-CE2E-443F-8196-4FC2C7EC956D}" srcOrd="4" destOrd="0" presId="urn:microsoft.com/office/officeart/2005/8/layout/chevron1"/>
    <dgm:cxn modelId="{C79DA450-2D50-45EB-A730-8C1C0B65EE95}" type="presParOf" srcId="{BF110E54-D022-4097-A397-1DD906BA018B}" destId="{CA2B094C-E3F0-418D-B84E-DA0BC4C53FA9}" srcOrd="5" destOrd="0" presId="urn:microsoft.com/office/officeart/2005/8/layout/chevron1"/>
    <dgm:cxn modelId="{355A4EBD-835C-4491-8598-70526D666B46}" type="presParOf" srcId="{BF110E54-D022-4097-A397-1DD906BA018B}" destId="{A81A21C5-66F7-4C3C-94B5-3780F3653DF1}" srcOrd="6" destOrd="0" presId="urn:microsoft.com/office/officeart/2005/8/layout/chevron1"/>
    <dgm:cxn modelId="{5A87A6DF-6DBC-40A5-BB84-C59835A1780D}" type="presParOf" srcId="{BF110E54-D022-4097-A397-1DD906BA018B}" destId="{B8D8D23F-C1CA-47D3-9B05-9BAD35B3AC7C}" srcOrd="7" destOrd="0" presId="urn:microsoft.com/office/officeart/2005/8/layout/chevron1"/>
    <dgm:cxn modelId="{637B6797-0CFB-4809-BDA6-10430394CB8D}" type="presParOf" srcId="{BF110E54-D022-4097-A397-1DD906BA018B}" destId="{EFB1396C-5B5F-408D-9D03-003B000C03A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2B9FE-1EB8-4B2F-9631-4242A4E008F5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824E9-757A-4B6E-9C75-07BC2E05EC16}">
      <dsp:nvSpPr>
        <dsp:cNvPr id="0" name=""/>
        <dsp:cNvSpPr/>
      </dsp:nvSpPr>
      <dsp:spPr>
        <a:xfrm>
          <a:off x="0" y="0"/>
          <a:ext cx="8224505" cy="812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 dirty="0" smtClean="0"/>
            <a:t>Context setting</a:t>
          </a:r>
          <a:endParaRPr lang="en-US" sz="1400" b="0" i="0" kern="1200" dirty="0"/>
        </a:p>
      </dsp:txBody>
      <dsp:txXfrm>
        <a:off x="0" y="0"/>
        <a:ext cx="8224505" cy="812799"/>
      </dsp:txXfrm>
    </dsp:sp>
    <dsp:sp modelId="{F3E49F96-5EFF-48C0-9AE2-ED24B19CC2AB}">
      <dsp:nvSpPr>
        <dsp:cNvPr id="0" name=""/>
        <dsp:cNvSpPr/>
      </dsp:nvSpPr>
      <dsp:spPr>
        <a:xfrm>
          <a:off x="0" y="812800"/>
          <a:ext cx="8229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CABD2A-C115-4AE3-AAA0-DF8B7D7A6BEA}">
      <dsp:nvSpPr>
        <dsp:cNvPr id="0" name=""/>
        <dsp:cNvSpPr/>
      </dsp:nvSpPr>
      <dsp:spPr>
        <a:xfrm>
          <a:off x="0" y="812799"/>
          <a:ext cx="8224505" cy="812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kern="1200" dirty="0" smtClean="0"/>
            <a:t>Risk Management</a:t>
          </a:r>
          <a:endParaRPr lang="en-US" sz="1400" b="1" i="1" kern="1200" dirty="0"/>
        </a:p>
      </dsp:txBody>
      <dsp:txXfrm>
        <a:off x="0" y="812799"/>
        <a:ext cx="8224505" cy="812799"/>
      </dsp:txXfrm>
    </dsp:sp>
    <dsp:sp modelId="{7B009A28-EA29-433F-B63A-769F5155D7F4}">
      <dsp:nvSpPr>
        <dsp:cNvPr id="0" name=""/>
        <dsp:cNvSpPr/>
      </dsp:nvSpPr>
      <dsp:spPr>
        <a:xfrm>
          <a:off x="0" y="1625600"/>
          <a:ext cx="8229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03672-F799-4722-8A27-B2F95526CD6E}">
      <dsp:nvSpPr>
        <dsp:cNvPr id="0" name=""/>
        <dsp:cNvSpPr/>
      </dsp:nvSpPr>
      <dsp:spPr>
        <a:xfrm>
          <a:off x="0" y="1625599"/>
          <a:ext cx="8224505" cy="812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 dirty="0" smtClean="0"/>
            <a:t>Quality Management</a:t>
          </a:r>
          <a:endParaRPr lang="en-US" sz="1400" b="0" i="0" kern="1200" dirty="0"/>
        </a:p>
      </dsp:txBody>
      <dsp:txXfrm>
        <a:off x="0" y="1625599"/>
        <a:ext cx="8224505" cy="812799"/>
      </dsp:txXfrm>
    </dsp:sp>
    <dsp:sp modelId="{835DAD03-4B41-4B70-AA09-C857D4E10A9B}">
      <dsp:nvSpPr>
        <dsp:cNvPr id="0" name=""/>
        <dsp:cNvSpPr/>
      </dsp:nvSpPr>
      <dsp:spPr>
        <a:xfrm>
          <a:off x="0" y="2438399"/>
          <a:ext cx="8229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A06D1-814C-4690-B7C8-81EC43307797}">
      <dsp:nvSpPr>
        <dsp:cNvPr id="0" name=""/>
        <dsp:cNvSpPr/>
      </dsp:nvSpPr>
      <dsp:spPr>
        <a:xfrm>
          <a:off x="0" y="2438399"/>
          <a:ext cx="8224505" cy="812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kern="1200" dirty="0" smtClean="0"/>
            <a:t>Project </a:t>
          </a:r>
          <a:r>
            <a:rPr lang="en-US" sz="1400" b="0" kern="1200" dirty="0" smtClean="0"/>
            <a:t>Monitoring and Control</a:t>
          </a:r>
          <a:endParaRPr lang="en-US" sz="1400" b="0" i="0" kern="1200" dirty="0"/>
        </a:p>
      </dsp:txBody>
      <dsp:txXfrm>
        <a:off x="0" y="2438399"/>
        <a:ext cx="8224505" cy="8127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10612D-5821-4FC7-A608-C6F447B71C98}">
      <dsp:nvSpPr>
        <dsp:cNvPr id="0" name=""/>
        <dsp:cNvSpPr/>
      </dsp:nvSpPr>
      <dsp:spPr>
        <a:xfrm>
          <a:off x="1862" y="25263"/>
          <a:ext cx="1657782" cy="6631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Initiation</a:t>
          </a:r>
          <a:endParaRPr lang="en-US" sz="1400" kern="1200" dirty="0"/>
        </a:p>
      </dsp:txBody>
      <dsp:txXfrm>
        <a:off x="333418" y="25263"/>
        <a:ext cx="994670" cy="663112"/>
      </dsp:txXfrm>
    </dsp:sp>
    <dsp:sp modelId="{0A6B5D05-F316-499E-8FB8-A15EDE933E1D}">
      <dsp:nvSpPr>
        <dsp:cNvPr id="0" name=""/>
        <dsp:cNvSpPr/>
      </dsp:nvSpPr>
      <dsp:spPr>
        <a:xfrm>
          <a:off x="1493866" y="25263"/>
          <a:ext cx="1657782" cy="6631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Planning</a:t>
          </a:r>
          <a:endParaRPr lang="en-US" sz="1400" kern="1200" dirty="0"/>
        </a:p>
      </dsp:txBody>
      <dsp:txXfrm>
        <a:off x="1825422" y="25263"/>
        <a:ext cx="994670" cy="663112"/>
      </dsp:txXfrm>
    </dsp:sp>
    <dsp:sp modelId="{3B49EF67-CE2E-443F-8196-4FC2C7EC956D}">
      <dsp:nvSpPr>
        <dsp:cNvPr id="0" name=""/>
        <dsp:cNvSpPr/>
      </dsp:nvSpPr>
      <dsp:spPr>
        <a:xfrm>
          <a:off x="2985870" y="25263"/>
          <a:ext cx="1657782" cy="6631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Executing</a:t>
          </a:r>
          <a:endParaRPr lang="en-US" sz="1400" kern="1200" dirty="0"/>
        </a:p>
      </dsp:txBody>
      <dsp:txXfrm>
        <a:off x="3317426" y="25263"/>
        <a:ext cx="994670" cy="663112"/>
      </dsp:txXfrm>
    </dsp:sp>
    <dsp:sp modelId="{A81A21C5-66F7-4C3C-94B5-3780F3653DF1}">
      <dsp:nvSpPr>
        <dsp:cNvPr id="0" name=""/>
        <dsp:cNvSpPr/>
      </dsp:nvSpPr>
      <dsp:spPr>
        <a:xfrm>
          <a:off x="4477874" y="25263"/>
          <a:ext cx="1657782" cy="6631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Monitoring &amp; Control</a:t>
          </a:r>
          <a:endParaRPr lang="en-US" sz="1400" kern="1200" dirty="0"/>
        </a:p>
      </dsp:txBody>
      <dsp:txXfrm>
        <a:off x="4809430" y="25263"/>
        <a:ext cx="994670" cy="663112"/>
      </dsp:txXfrm>
    </dsp:sp>
    <dsp:sp modelId="{EFB1396C-5B5F-408D-9D03-003B000C03A9}">
      <dsp:nvSpPr>
        <dsp:cNvPr id="0" name=""/>
        <dsp:cNvSpPr/>
      </dsp:nvSpPr>
      <dsp:spPr>
        <a:xfrm>
          <a:off x="5969879" y="25263"/>
          <a:ext cx="1657782" cy="6631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Closing</a:t>
          </a:r>
          <a:endParaRPr lang="en-US" sz="1400" kern="1200" dirty="0"/>
        </a:p>
      </dsp:txBody>
      <dsp:txXfrm>
        <a:off x="6301435" y="25263"/>
        <a:ext cx="994670" cy="6631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180F47-42C4-4652-BFDB-5EB90A46E75B}" type="datetimeFigureOut">
              <a:rPr lang="en-US" smtClean="0"/>
              <a:pPr/>
              <a:t>2/2/2018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292C5-63CD-44DE-9AB1-B99F758916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691209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2A5F8-2115-49A6-B3E8-A26A0886D33D}" type="datetimeFigureOut">
              <a:rPr lang="en-US" smtClean="0"/>
              <a:pPr/>
              <a:t>2/2/2018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2433F-D493-4110-9EF4-411864BA75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633302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76" algn="l" defTabSz="914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152" algn="l" defTabSz="914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228" algn="l" defTabSz="914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304" algn="l" defTabSz="914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380" algn="l" defTabSz="914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456" algn="l" defTabSz="914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531" algn="l" defTabSz="914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608" algn="l" defTabSz="914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jpe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0156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" y="50800"/>
            <a:ext cx="8961120" cy="330200"/>
          </a:xfrm>
        </p:spPr>
        <p:txBody>
          <a:bodyPr>
            <a:noAutofit/>
          </a:bodyPr>
          <a:lstStyle>
            <a:lvl1pPr algn="l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91440" y="381000"/>
            <a:ext cx="896112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 userDrawn="1"/>
        </p:nvSpPr>
        <p:spPr>
          <a:xfrm>
            <a:off x="6926" y="4267200"/>
            <a:ext cx="17456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b="1" dirty="0" smtClean="0">
                <a:solidFill>
                  <a:schemeClr val="bg1"/>
                </a:solidFill>
              </a:rPr>
              <a:t>HCL Experience in </a:t>
            </a:r>
          </a:p>
          <a:p>
            <a:r>
              <a:rPr lang="en-US" sz="700" b="1" dirty="0" smtClean="0">
                <a:solidFill>
                  <a:schemeClr val="bg1"/>
                </a:solidFill>
              </a:rPr>
              <a:t>Primary Focus Area of Airtel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4343400"/>
            <a:ext cx="9144000" cy="2286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400" y="4340422"/>
            <a:ext cx="1219200" cy="231577"/>
          </a:xfrm>
        </p:spPr>
        <p:txBody>
          <a:bodyPr/>
          <a:lstStyle>
            <a:lvl1pPr>
              <a:defRPr sz="900" b="1">
                <a:solidFill>
                  <a:schemeClr val="bg1"/>
                </a:solidFill>
              </a:defRPr>
            </a:lvl1pPr>
          </a:lstStyle>
          <a:p>
            <a:fld id="{0B491FB4-905F-488C-AD01-09867DFAF1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7912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" y="50800"/>
            <a:ext cx="8961120" cy="330200"/>
          </a:xfrm>
        </p:spPr>
        <p:txBody>
          <a:bodyPr>
            <a:noAutofit/>
          </a:bodyPr>
          <a:lstStyle>
            <a:lvl1pPr algn="l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91440" y="381000"/>
            <a:ext cx="896112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 userDrawn="1"/>
        </p:nvSpPr>
        <p:spPr>
          <a:xfrm>
            <a:off x="6926" y="4267200"/>
            <a:ext cx="17456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b="1" dirty="0" smtClean="0">
                <a:solidFill>
                  <a:schemeClr val="bg1"/>
                </a:solidFill>
              </a:rPr>
              <a:t>HCL Experience in </a:t>
            </a:r>
          </a:p>
          <a:p>
            <a:r>
              <a:rPr lang="en-US" sz="700" b="1" dirty="0" smtClean="0">
                <a:solidFill>
                  <a:schemeClr val="bg1"/>
                </a:solidFill>
              </a:rPr>
              <a:t>Primary Focus Area of Airtel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4343400"/>
            <a:ext cx="9144000" cy="2286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400" y="4340422"/>
            <a:ext cx="1219200" cy="231577"/>
          </a:xfrm>
        </p:spPr>
        <p:txBody>
          <a:bodyPr/>
          <a:lstStyle>
            <a:lvl1pPr>
              <a:defRPr sz="900" b="1">
                <a:solidFill>
                  <a:schemeClr val="bg1"/>
                </a:solidFill>
              </a:defRPr>
            </a:lvl1pPr>
          </a:lstStyle>
          <a:p>
            <a:fld id="{0B491FB4-905F-488C-AD01-09867DFAF1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ounded Rectangle 2"/>
          <p:cNvSpPr/>
          <p:nvPr userDrawn="1"/>
        </p:nvSpPr>
        <p:spPr>
          <a:xfrm>
            <a:off x="7210824" y="383304"/>
            <a:ext cx="1828800" cy="152400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6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4343400"/>
            <a:ext cx="9144000" cy="228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50800"/>
            <a:ext cx="8763000" cy="330200"/>
          </a:xfrm>
        </p:spPr>
        <p:txBody>
          <a:bodyPr>
            <a:noAutofit/>
          </a:bodyPr>
          <a:lstStyle>
            <a:lvl1pPr algn="l"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7848600" y="4354244"/>
            <a:ext cx="1295400" cy="20005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r>
              <a:rPr lang="en-US" sz="700" b="1" dirty="0" smtClean="0">
                <a:solidFill>
                  <a:schemeClr val="bg1"/>
                </a:solidFill>
              </a:rPr>
              <a:t>Symantec, July 2015</a:t>
            </a:r>
            <a:endParaRPr lang="en-US" sz="700" b="1" dirty="0">
              <a:solidFill>
                <a:schemeClr val="bg1"/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339293"/>
            <a:ext cx="2895600" cy="232708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0B491FB4-905F-488C-AD01-09867DFAF1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0" y="4358030"/>
            <a:ext cx="838200" cy="20005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en-US" sz="700" b="1" dirty="0" smtClean="0">
                <a:solidFill>
                  <a:schemeClr val="bg1"/>
                </a:solidFill>
              </a:rPr>
              <a:t>POWER Review</a:t>
            </a:r>
            <a:endParaRPr lang="en-US" sz="700" b="1" dirty="0">
              <a:solidFill>
                <a:schemeClr val="bg1"/>
              </a:solidFill>
            </a:endParaRPr>
          </a:p>
        </p:txBody>
      </p:sp>
      <p:sp>
        <p:nvSpPr>
          <p:cNvPr id="13" name="Line 17"/>
          <p:cNvSpPr>
            <a:spLocks noChangeShapeType="1"/>
          </p:cNvSpPr>
          <p:nvPr userDrawn="1"/>
        </p:nvSpPr>
        <p:spPr bwMode="auto">
          <a:xfrm>
            <a:off x="152400" y="381000"/>
            <a:ext cx="8778240" cy="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 type="none"/>
            <a:tailEnd type="oval" w="med" len="med"/>
          </a:ln>
        </p:spPr>
        <p:txBody>
          <a:bodyPr lIns="91416" tIns="45707" rIns="91416" bIns="45707"/>
          <a:lstStyle/>
          <a:p>
            <a:pPr lvl="0"/>
            <a:endParaRPr lang="en-GB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7543800" y="386134"/>
            <a:ext cx="1295400" cy="50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7543800" y="386134"/>
            <a:ext cx="1295400" cy="137160"/>
          </a:xfrm>
          <a:prstGeom prst="roundRect">
            <a:avLst>
              <a:gd name="adj" fmla="val 33334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2"/>
          </p:nvPr>
        </p:nvSpPr>
        <p:spPr>
          <a:xfrm>
            <a:off x="7543800" y="387082"/>
            <a:ext cx="1295400" cy="13145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  <a:lvl2pPr marL="457077" indent="0">
              <a:buNone/>
              <a:defRPr sz="800"/>
            </a:lvl2pPr>
            <a:lvl3pPr marL="914152" indent="0">
              <a:buNone/>
              <a:defRPr sz="800"/>
            </a:lvl3pPr>
            <a:lvl4pPr marL="1371228" indent="0">
              <a:buNone/>
              <a:defRPr sz="800"/>
            </a:lvl4pPr>
            <a:lvl5pPr marL="1828304" indent="0">
              <a:buNone/>
              <a:defRPr sz="8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563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6" y="1930401"/>
            <a:ext cx="5638799" cy="908050"/>
          </a:xfrm>
        </p:spPr>
        <p:txBody>
          <a:bodyPr lIns="365661" rIns="365661" anchor="ctr" anchorCtr="0">
            <a:normAutofit/>
          </a:bodyPr>
          <a:lstStyle>
            <a:lvl1pPr algn="l">
              <a:defRPr sz="2400" b="0" cap="none" baseline="0"/>
            </a:lvl1pPr>
          </a:lstStyle>
          <a:p>
            <a:r>
              <a:rPr lang="en-US" dirty="0" smtClean="0"/>
              <a:t>Subsection Title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217AB-FFD0-470D-A01F-8295A8718CCB}" type="datetime1">
              <a:rPr lang="en-US" smtClean="0"/>
              <a:pPr/>
              <a:t>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62000" y="1930400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861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762001"/>
            <a:ext cx="4038600" cy="3322108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762001"/>
            <a:ext cx="4038600" cy="3322108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4E3C-34F9-410F-BC04-2DBD9E19983A}" type="datetime1">
              <a:rPr lang="en-US" smtClean="0"/>
              <a:pPr/>
              <a:t>2/2/2018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52400"/>
            <a:ext cx="0" cy="50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93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762001"/>
            <a:ext cx="4040188" cy="304800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076" indent="0">
              <a:buNone/>
              <a:defRPr sz="2000" b="1"/>
            </a:lvl2pPr>
            <a:lvl3pPr marL="914152" indent="0">
              <a:buNone/>
              <a:defRPr sz="1800" b="1"/>
            </a:lvl3pPr>
            <a:lvl4pPr marL="1371228" indent="0">
              <a:buNone/>
              <a:defRPr sz="1600" b="1"/>
            </a:lvl4pPr>
            <a:lvl5pPr marL="1828304" indent="0">
              <a:buNone/>
              <a:defRPr sz="1600" b="1"/>
            </a:lvl5pPr>
            <a:lvl6pPr marL="2285380" indent="0">
              <a:buNone/>
              <a:defRPr sz="1600" b="1"/>
            </a:lvl6pPr>
            <a:lvl7pPr marL="2742456" indent="0">
              <a:buNone/>
              <a:defRPr sz="1600" b="1"/>
            </a:lvl7pPr>
            <a:lvl8pPr marL="3199531" indent="0">
              <a:buNone/>
              <a:defRPr sz="1600" b="1"/>
            </a:lvl8pPr>
            <a:lvl9pPr marL="365660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1066801"/>
            <a:ext cx="4040188" cy="3017308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762001"/>
            <a:ext cx="4041775" cy="304800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076" indent="0">
              <a:buNone/>
              <a:defRPr sz="2000" b="1"/>
            </a:lvl2pPr>
            <a:lvl3pPr marL="914152" indent="0">
              <a:buNone/>
              <a:defRPr sz="1800" b="1"/>
            </a:lvl3pPr>
            <a:lvl4pPr marL="1371228" indent="0">
              <a:buNone/>
              <a:defRPr sz="1600" b="1"/>
            </a:lvl4pPr>
            <a:lvl5pPr marL="1828304" indent="0">
              <a:buNone/>
              <a:defRPr sz="1600" b="1"/>
            </a:lvl5pPr>
            <a:lvl6pPr marL="2285380" indent="0">
              <a:buNone/>
              <a:defRPr sz="1600" b="1"/>
            </a:lvl6pPr>
            <a:lvl7pPr marL="2742456" indent="0">
              <a:buNone/>
              <a:defRPr sz="1600" b="1"/>
            </a:lvl7pPr>
            <a:lvl8pPr marL="3199531" indent="0">
              <a:buNone/>
              <a:defRPr sz="1600" b="1"/>
            </a:lvl8pPr>
            <a:lvl9pPr marL="3656608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1066801"/>
            <a:ext cx="4041775" cy="3017308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6861-21D0-44B7-96DD-A10D1D6A67EF}" type="datetime1">
              <a:rPr lang="en-US" smtClean="0"/>
              <a:pPr/>
              <a:t>2/2/2018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7200" y="152400"/>
            <a:ext cx="0" cy="50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223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1F10-BDE8-4D25-9C46-A057A59057C6}" type="datetime1">
              <a:rPr lang="en-US" smtClean="0"/>
              <a:pPr/>
              <a:t>2/2/2018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able Placeholder 7"/>
          <p:cNvSpPr>
            <a:spLocks noGrp="1"/>
          </p:cNvSpPr>
          <p:nvPr>
            <p:ph type="tbl" sz="quarter" idx="12"/>
          </p:nvPr>
        </p:nvSpPr>
        <p:spPr>
          <a:xfrm>
            <a:off x="457200" y="762000"/>
            <a:ext cx="8153400" cy="34036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7200" y="152400"/>
            <a:ext cx="0" cy="50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299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1F10-BDE8-4D25-9C46-A057A59057C6}" type="datetime1">
              <a:rPr lang="en-US" smtClean="0"/>
              <a:pPr/>
              <a:t>2/2/2018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martArt Placeholder 5"/>
          <p:cNvSpPr>
            <a:spLocks noGrp="1"/>
          </p:cNvSpPr>
          <p:nvPr>
            <p:ph type="dg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52400"/>
            <a:ext cx="0" cy="50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29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1F10-BDE8-4D25-9C46-A057A59057C6}" type="datetime1">
              <a:rPr lang="en-US" smtClean="0"/>
              <a:pPr/>
              <a:t>2/2/2018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martArt Placeholder 5"/>
          <p:cNvSpPr>
            <a:spLocks noGrp="1"/>
          </p:cNvSpPr>
          <p:nvPr>
            <p:ph type="dgm" sz="quarter" idx="12"/>
          </p:nvPr>
        </p:nvSpPr>
        <p:spPr>
          <a:xfrm>
            <a:off x="2286000" y="1219200"/>
            <a:ext cx="6400800" cy="248920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212379"/>
            <a:ext cx="1676400" cy="250209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400" baseline="0"/>
            </a:lvl1pPr>
          </a:lstStyle>
          <a:p>
            <a:pPr lvl="0"/>
            <a:r>
              <a:rPr lang="en-US" dirty="0" smtClean="0"/>
              <a:t>Enter a note related to the </a:t>
            </a:r>
            <a:r>
              <a:rPr lang="en-US" dirty="0" err="1" smtClean="0"/>
              <a:t>SmartArt</a:t>
            </a:r>
            <a:r>
              <a:rPr lang="en-US" dirty="0" smtClean="0"/>
              <a:t> or a callout, or any information that needs to be highlighted.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11200"/>
            <a:ext cx="8229600" cy="406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400" baseline="0"/>
            </a:lvl1pPr>
          </a:lstStyle>
          <a:p>
            <a:pPr lvl="0"/>
            <a:r>
              <a:rPr lang="en-US" dirty="0" smtClean="0"/>
              <a:t>Enter a brief description as the introduction.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759200"/>
            <a:ext cx="8229600" cy="406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400" baseline="0"/>
            </a:lvl1pPr>
          </a:lstStyle>
          <a:p>
            <a:pPr lvl="0"/>
            <a:r>
              <a:rPr lang="en-US" dirty="0" smtClean="0"/>
              <a:t>Enter  the summary.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457200" y="152400"/>
            <a:ext cx="0" cy="50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299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1F10-BDE8-4D25-9C46-A057A59057C6}" type="datetime1">
              <a:rPr lang="en-US" smtClean="0"/>
              <a:pPr/>
              <a:t>2/2/2018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martArt Placeholder 5"/>
          <p:cNvSpPr>
            <a:spLocks noGrp="1"/>
          </p:cNvSpPr>
          <p:nvPr>
            <p:ph type="dgm" sz="quarter" idx="12"/>
          </p:nvPr>
        </p:nvSpPr>
        <p:spPr>
          <a:xfrm>
            <a:off x="457200" y="1219200"/>
            <a:ext cx="8229600" cy="248920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11200"/>
            <a:ext cx="8229600" cy="406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400" baseline="0"/>
            </a:lvl1pPr>
          </a:lstStyle>
          <a:p>
            <a:pPr lvl="0"/>
            <a:r>
              <a:rPr lang="en-US" dirty="0" smtClean="0"/>
              <a:t>Enter a brief description as the introduction.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759200"/>
            <a:ext cx="8229600" cy="406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400" baseline="0"/>
            </a:lvl1pPr>
          </a:lstStyle>
          <a:p>
            <a:pPr lvl="0"/>
            <a:r>
              <a:rPr lang="en-US" dirty="0" smtClean="0"/>
              <a:t>Enter  the summary.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7200" y="152400"/>
            <a:ext cx="0" cy="50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299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1F10-BDE8-4D25-9C46-A057A59057C6}" type="datetime1">
              <a:rPr lang="en-US" smtClean="0"/>
              <a:pPr/>
              <a:t>2/2/2018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52400"/>
            <a:ext cx="0" cy="50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299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182036"/>
            <a:ext cx="3008313" cy="57996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82037"/>
            <a:ext cx="5111750" cy="3902076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762001"/>
            <a:ext cx="3008313" cy="3322108"/>
          </a:xfrm>
        </p:spPr>
        <p:txBody>
          <a:bodyPr/>
          <a:lstStyle>
            <a:lvl1pPr marL="0" indent="0">
              <a:buNone/>
              <a:defRPr sz="1400"/>
            </a:lvl1pPr>
            <a:lvl2pPr marL="457076" indent="0">
              <a:buNone/>
              <a:defRPr sz="1200"/>
            </a:lvl2pPr>
            <a:lvl3pPr marL="914152" indent="0">
              <a:buNone/>
              <a:defRPr sz="1000"/>
            </a:lvl3pPr>
            <a:lvl4pPr marL="1371228" indent="0">
              <a:buNone/>
              <a:defRPr sz="900"/>
            </a:lvl4pPr>
            <a:lvl5pPr marL="1828304" indent="0">
              <a:buNone/>
              <a:defRPr sz="900"/>
            </a:lvl5pPr>
            <a:lvl6pPr marL="2285380" indent="0">
              <a:buNone/>
              <a:defRPr sz="900"/>
            </a:lvl6pPr>
            <a:lvl7pPr marL="2742456" indent="0">
              <a:buNone/>
              <a:defRPr sz="900"/>
            </a:lvl7pPr>
            <a:lvl8pPr marL="3199531" indent="0">
              <a:buNone/>
              <a:defRPr sz="900"/>
            </a:lvl8pPr>
            <a:lvl9pPr marL="3656608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F81C8-5564-41A6-A173-012DA70D0966}" type="datetime1">
              <a:rPr lang="en-US" smtClean="0"/>
              <a:pPr/>
              <a:t>2/2/2018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203200"/>
            <a:ext cx="0" cy="50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796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200401"/>
            <a:ext cx="5486400" cy="37782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08516"/>
            <a:ext cx="5486400" cy="2743200"/>
          </a:xfrm>
        </p:spPr>
        <p:txBody>
          <a:bodyPr/>
          <a:lstStyle>
            <a:lvl1pPr marL="0" indent="0">
              <a:buNone/>
              <a:defRPr sz="3200"/>
            </a:lvl1pPr>
            <a:lvl2pPr marL="457076" indent="0">
              <a:buNone/>
              <a:defRPr sz="2800"/>
            </a:lvl2pPr>
            <a:lvl3pPr marL="914152" indent="0">
              <a:buNone/>
              <a:defRPr sz="2400"/>
            </a:lvl3pPr>
            <a:lvl4pPr marL="1371228" indent="0">
              <a:buNone/>
              <a:defRPr sz="2000"/>
            </a:lvl4pPr>
            <a:lvl5pPr marL="1828304" indent="0">
              <a:buNone/>
              <a:defRPr sz="2000"/>
            </a:lvl5pPr>
            <a:lvl6pPr marL="2285380" indent="0">
              <a:buNone/>
              <a:defRPr sz="2000"/>
            </a:lvl6pPr>
            <a:lvl7pPr marL="2742456" indent="0">
              <a:buNone/>
              <a:defRPr sz="2000"/>
            </a:lvl7pPr>
            <a:lvl8pPr marL="3199531" indent="0">
              <a:buNone/>
              <a:defRPr sz="2000"/>
            </a:lvl8pPr>
            <a:lvl9pPr marL="3656608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3578228"/>
            <a:ext cx="5486400" cy="536575"/>
          </a:xfrm>
        </p:spPr>
        <p:txBody>
          <a:bodyPr/>
          <a:lstStyle>
            <a:lvl1pPr marL="0" indent="0">
              <a:buNone/>
              <a:defRPr sz="1400"/>
            </a:lvl1pPr>
            <a:lvl2pPr marL="457076" indent="0">
              <a:buNone/>
              <a:defRPr sz="1200"/>
            </a:lvl2pPr>
            <a:lvl3pPr marL="914152" indent="0">
              <a:buNone/>
              <a:defRPr sz="1000"/>
            </a:lvl3pPr>
            <a:lvl4pPr marL="1371228" indent="0">
              <a:buNone/>
              <a:defRPr sz="900"/>
            </a:lvl4pPr>
            <a:lvl5pPr marL="1828304" indent="0">
              <a:buNone/>
              <a:defRPr sz="900"/>
            </a:lvl5pPr>
            <a:lvl6pPr marL="2285380" indent="0">
              <a:buNone/>
              <a:defRPr sz="900"/>
            </a:lvl6pPr>
            <a:lvl7pPr marL="2742456" indent="0">
              <a:buNone/>
              <a:defRPr sz="900"/>
            </a:lvl7pPr>
            <a:lvl8pPr marL="3199531" indent="0">
              <a:buNone/>
              <a:defRPr sz="900"/>
            </a:lvl8pPr>
            <a:lvl9pPr marL="3656608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383CF-3FCF-461D-8614-B40C0FE1F3F7}" type="datetime1">
              <a:rPr lang="en-US" smtClean="0"/>
              <a:pPr/>
              <a:t>2/2/2018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980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B7E77-214E-47AE-AE53-CB96E2D28A02}" type="datetime1">
              <a:rPr lang="en-US" smtClean="0"/>
              <a:pPr/>
              <a:t>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52400"/>
            <a:ext cx="0" cy="50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217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3093"/>
            <a:ext cx="2057400" cy="3901017"/>
          </a:xfrm>
        </p:spPr>
        <p:txBody>
          <a:bodyPr vert="eaVer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3093"/>
            <a:ext cx="6019800" cy="39010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E7284-0B0F-490B-B086-6A2F3ADDFF0D}" type="datetime1">
              <a:rPr lang="en-US" smtClean="0"/>
              <a:pPr/>
              <a:t>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673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63" descr="PPT Templat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914400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060" descr="HCL Logo"/>
          <p:cNvPicPr>
            <a:picLocks noChangeAspect="1" noChangeArrowheads="1"/>
          </p:cNvPicPr>
          <p:nvPr/>
        </p:nvPicPr>
        <p:blipFill>
          <a:blip r:embed="rId3" cstate="print"/>
          <a:srcRect l="8115" t="31725" r="8223" b="28896"/>
          <a:stretch>
            <a:fillRect/>
          </a:stretch>
        </p:blipFill>
        <p:spPr bwMode="auto">
          <a:xfrm>
            <a:off x="8001002" y="4368802"/>
            <a:ext cx="987425" cy="110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 bwMode="auto">
          <a:xfrm>
            <a:off x="4724402" y="1778000"/>
            <a:ext cx="4264025" cy="5588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miter lim="800000"/>
            <a:headEnd type="none" w="sm" len="sm"/>
            <a:tailEnd type="triangle" w="med" len="med"/>
          </a:ln>
          <a:effectLst/>
        </p:spPr>
        <p:txBody>
          <a:bodyPr wrap="none" lIns="68663" tIns="34331" rIns="68663" bIns="34331"/>
          <a:lstStyle/>
          <a:p>
            <a:pPr defTabSz="686620">
              <a:defRPr/>
            </a:pP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7" name="Picture 2060" descr="HCL Logo"/>
          <p:cNvPicPr>
            <a:picLocks noChangeAspect="1" noChangeArrowheads="1"/>
          </p:cNvPicPr>
          <p:nvPr/>
        </p:nvPicPr>
        <p:blipFill>
          <a:blip r:embed="rId4" cstate="print"/>
          <a:srcRect l="8115" t="31725" r="8223" b="28896"/>
          <a:stretch>
            <a:fillRect/>
          </a:stretch>
        </p:blipFill>
        <p:spPr bwMode="auto">
          <a:xfrm>
            <a:off x="8001002" y="4368802"/>
            <a:ext cx="987425" cy="110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 bwMode="auto">
          <a:xfrm>
            <a:off x="4781551" y="1785409"/>
            <a:ext cx="4264025" cy="5588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miter lim="800000"/>
            <a:headEnd type="none" w="sm" len="sm"/>
            <a:tailEnd type="triangle" w="med" len="med"/>
          </a:ln>
          <a:effectLst/>
        </p:spPr>
        <p:txBody>
          <a:bodyPr wrap="none" lIns="68663" tIns="34331" rIns="68663" bIns="34331"/>
          <a:lstStyle/>
          <a:p>
            <a:pPr defTabSz="686620">
              <a:defRPr/>
            </a:pP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1242115" name="Rectangle 2051"/>
          <p:cNvSpPr>
            <a:spLocks noGrp="1" noChangeArrowheads="1"/>
          </p:cNvSpPr>
          <p:nvPr>
            <p:ph type="ctrTitle"/>
          </p:nvPr>
        </p:nvSpPr>
        <p:spPr>
          <a:xfrm>
            <a:off x="304800" y="2641603"/>
            <a:ext cx="7772400" cy="980017"/>
          </a:xfrm>
        </p:spPr>
        <p:txBody>
          <a:bodyPr/>
          <a:lstStyle>
            <a:lvl1pPr>
              <a:lnSpc>
                <a:spcPct val="125000"/>
              </a:lnSpc>
              <a:defRPr sz="2400">
                <a:solidFill>
                  <a:srgbClr val="5F5F5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42125" name="Rectangle 2061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04800" y="3721100"/>
            <a:ext cx="6400800" cy="508000"/>
          </a:xfrm>
        </p:spPr>
        <p:txBody>
          <a:bodyPr/>
          <a:lstStyle>
            <a:lvl1pPr marL="0" indent="0">
              <a:buFont typeface="Wingdings 2" pitchFamily="18" charset="2"/>
              <a:buNone/>
              <a:defRPr sz="1500" b="1">
                <a:solidFill>
                  <a:srgbClr val="5F5F5F"/>
                </a:solidFill>
              </a:defRPr>
            </a:lvl1pPr>
          </a:lstStyle>
          <a:p>
            <a:r>
              <a:rPr lang="en-US" dirty="0" smtClean="0"/>
              <a:t>19 January 2011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19521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0" y="4348480"/>
            <a:ext cx="426720" cy="21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663" tIns="34331" rIns="68663" bIns="34331" numCol="1" anchor="ctr" anchorCtr="0" compatLnSpc="1">
            <a:prstTxWarp prst="textNoShape">
              <a:avLst/>
            </a:prstTxWarp>
          </a:bodyPr>
          <a:lstStyle>
            <a:lvl1pPr algn="ctr">
              <a:defRPr sz="800" smtClean="0">
                <a:cs typeface="+mn-cs"/>
              </a:defRPr>
            </a:lvl1pPr>
          </a:lstStyle>
          <a:p>
            <a:pPr defTabSz="686620" fontAlgn="base">
              <a:spcBef>
                <a:spcPct val="0"/>
              </a:spcBef>
              <a:spcAft>
                <a:spcPct val="0"/>
              </a:spcAft>
              <a:defRPr/>
            </a:pPr>
            <a:fld id="{1D424B91-7E39-4279-B2B2-1148731102EF}" type="slidenum">
              <a:rPr lang="en-US" sz="600">
                <a:solidFill>
                  <a:prstClr val="black"/>
                </a:solidFill>
              </a:rPr>
              <a:pPr defTabSz="68662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087175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37934"/>
            <a:ext cx="7772400" cy="9080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937809"/>
            <a:ext cx="7772400" cy="1000124"/>
          </a:xfrm>
        </p:spPr>
        <p:txBody>
          <a:bodyPr anchor="b"/>
          <a:lstStyle>
            <a:lvl1pPr marL="0" indent="0">
              <a:buNone/>
              <a:defRPr sz="1500"/>
            </a:lvl1pPr>
            <a:lvl2pPr marL="343310" indent="0">
              <a:buNone/>
              <a:defRPr sz="1400"/>
            </a:lvl2pPr>
            <a:lvl3pPr marL="686620" indent="0">
              <a:buNone/>
              <a:defRPr sz="1200"/>
            </a:lvl3pPr>
            <a:lvl4pPr marL="1029929" indent="0">
              <a:buNone/>
              <a:defRPr sz="1100"/>
            </a:lvl4pPr>
            <a:lvl5pPr marL="1373238" indent="0">
              <a:buNone/>
              <a:defRPr sz="1100"/>
            </a:lvl5pPr>
            <a:lvl6pPr marL="1716549" indent="0">
              <a:buNone/>
              <a:defRPr sz="1100"/>
            </a:lvl6pPr>
            <a:lvl7pPr marL="2059859" indent="0">
              <a:buNone/>
              <a:defRPr sz="1100"/>
            </a:lvl7pPr>
            <a:lvl8pPr marL="2403168" indent="0">
              <a:buNone/>
              <a:defRPr sz="1100"/>
            </a:lvl8pPr>
            <a:lvl9pPr marL="2746478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57434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863600"/>
            <a:ext cx="4191000" cy="3454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63600"/>
            <a:ext cx="4191000" cy="3454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56531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3092"/>
            <a:ext cx="8229600" cy="762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023409"/>
            <a:ext cx="4040188" cy="42650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3310" indent="0">
              <a:buNone/>
              <a:defRPr sz="1500" b="1"/>
            </a:lvl2pPr>
            <a:lvl3pPr marL="686620" indent="0">
              <a:buNone/>
              <a:defRPr sz="1400" b="1"/>
            </a:lvl3pPr>
            <a:lvl4pPr marL="1029929" indent="0">
              <a:buNone/>
              <a:defRPr sz="1200" b="1"/>
            </a:lvl4pPr>
            <a:lvl5pPr marL="1373238" indent="0">
              <a:buNone/>
              <a:defRPr sz="1200" b="1"/>
            </a:lvl5pPr>
            <a:lvl6pPr marL="1716549" indent="0">
              <a:buNone/>
              <a:defRPr sz="1200" b="1"/>
            </a:lvl6pPr>
            <a:lvl7pPr marL="2059859" indent="0">
              <a:buNone/>
              <a:defRPr sz="1200" b="1"/>
            </a:lvl7pPr>
            <a:lvl8pPr marL="2403168" indent="0">
              <a:buNone/>
              <a:defRPr sz="1200" b="1"/>
            </a:lvl8pPr>
            <a:lvl9pPr marL="2746478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1449916"/>
            <a:ext cx="4040188" cy="26341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023409"/>
            <a:ext cx="4041775" cy="42650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3310" indent="0">
              <a:buNone/>
              <a:defRPr sz="1500" b="1"/>
            </a:lvl2pPr>
            <a:lvl3pPr marL="686620" indent="0">
              <a:buNone/>
              <a:defRPr sz="1400" b="1"/>
            </a:lvl3pPr>
            <a:lvl4pPr marL="1029929" indent="0">
              <a:buNone/>
              <a:defRPr sz="1200" b="1"/>
            </a:lvl4pPr>
            <a:lvl5pPr marL="1373238" indent="0">
              <a:buNone/>
              <a:defRPr sz="1200" b="1"/>
            </a:lvl5pPr>
            <a:lvl6pPr marL="1716549" indent="0">
              <a:buNone/>
              <a:defRPr sz="1200" b="1"/>
            </a:lvl6pPr>
            <a:lvl7pPr marL="2059859" indent="0">
              <a:buNone/>
              <a:defRPr sz="1200" b="1"/>
            </a:lvl7pPr>
            <a:lvl8pPr marL="2403168" indent="0">
              <a:buNone/>
              <a:defRPr sz="1200" b="1"/>
            </a:lvl8pPr>
            <a:lvl9pPr marL="2746478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1449916"/>
            <a:ext cx="4041775" cy="26341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75862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115884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104626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4" y="182033"/>
            <a:ext cx="3008313" cy="77470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82037"/>
            <a:ext cx="5111750" cy="390207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4" y="956737"/>
            <a:ext cx="3008313" cy="3127375"/>
          </a:xfrm>
        </p:spPr>
        <p:txBody>
          <a:bodyPr/>
          <a:lstStyle>
            <a:lvl1pPr marL="0" indent="0">
              <a:buNone/>
              <a:defRPr sz="1100"/>
            </a:lvl1pPr>
            <a:lvl2pPr marL="343310" indent="0">
              <a:buNone/>
              <a:defRPr sz="900"/>
            </a:lvl2pPr>
            <a:lvl3pPr marL="686620" indent="0">
              <a:buNone/>
              <a:defRPr sz="800"/>
            </a:lvl3pPr>
            <a:lvl4pPr marL="1029929" indent="0">
              <a:buNone/>
              <a:defRPr sz="700"/>
            </a:lvl4pPr>
            <a:lvl5pPr marL="1373238" indent="0">
              <a:buNone/>
              <a:defRPr sz="700"/>
            </a:lvl5pPr>
            <a:lvl6pPr marL="1716549" indent="0">
              <a:buNone/>
              <a:defRPr sz="700"/>
            </a:lvl6pPr>
            <a:lvl7pPr marL="2059859" indent="0">
              <a:buNone/>
              <a:defRPr sz="700"/>
            </a:lvl7pPr>
            <a:lvl8pPr marL="2403168" indent="0">
              <a:buNone/>
              <a:defRPr sz="700"/>
            </a:lvl8pPr>
            <a:lvl9pPr marL="2746478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866728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200401"/>
            <a:ext cx="5486400" cy="377826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08516"/>
            <a:ext cx="5486400" cy="2743200"/>
          </a:xfrm>
        </p:spPr>
        <p:txBody>
          <a:bodyPr/>
          <a:lstStyle>
            <a:lvl1pPr marL="0" indent="0">
              <a:buNone/>
              <a:defRPr sz="2400"/>
            </a:lvl1pPr>
            <a:lvl2pPr marL="343310" indent="0">
              <a:buNone/>
              <a:defRPr sz="2100"/>
            </a:lvl2pPr>
            <a:lvl3pPr marL="686620" indent="0">
              <a:buNone/>
              <a:defRPr sz="1800"/>
            </a:lvl3pPr>
            <a:lvl4pPr marL="1029929" indent="0">
              <a:buNone/>
              <a:defRPr sz="1500"/>
            </a:lvl4pPr>
            <a:lvl5pPr marL="1373238" indent="0">
              <a:buNone/>
              <a:defRPr sz="1500"/>
            </a:lvl5pPr>
            <a:lvl6pPr marL="1716549" indent="0">
              <a:buNone/>
              <a:defRPr sz="1500"/>
            </a:lvl6pPr>
            <a:lvl7pPr marL="2059859" indent="0">
              <a:buNone/>
              <a:defRPr sz="1500"/>
            </a:lvl7pPr>
            <a:lvl8pPr marL="2403168" indent="0">
              <a:buNone/>
              <a:defRPr sz="1500"/>
            </a:lvl8pPr>
            <a:lvl9pPr marL="2746478" indent="0">
              <a:buNone/>
              <a:defRPr sz="15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3578227"/>
            <a:ext cx="5486400" cy="536575"/>
          </a:xfrm>
        </p:spPr>
        <p:txBody>
          <a:bodyPr/>
          <a:lstStyle>
            <a:lvl1pPr marL="0" indent="0">
              <a:buNone/>
              <a:defRPr sz="1100"/>
            </a:lvl1pPr>
            <a:lvl2pPr marL="343310" indent="0">
              <a:buNone/>
              <a:defRPr sz="900"/>
            </a:lvl2pPr>
            <a:lvl3pPr marL="686620" indent="0">
              <a:buNone/>
              <a:defRPr sz="800"/>
            </a:lvl3pPr>
            <a:lvl4pPr marL="1029929" indent="0">
              <a:buNone/>
              <a:defRPr sz="700"/>
            </a:lvl4pPr>
            <a:lvl5pPr marL="1373238" indent="0">
              <a:buNone/>
              <a:defRPr sz="700"/>
            </a:lvl5pPr>
            <a:lvl6pPr marL="1716549" indent="0">
              <a:buNone/>
              <a:defRPr sz="700"/>
            </a:lvl6pPr>
            <a:lvl7pPr marL="2059859" indent="0">
              <a:buNone/>
              <a:defRPr sz="700"/>
            </a:lvl7pPr>
            <a:lvl8pPr marL="2403168" indent="0">
              <a:buNone/>
              <a:defRPr sz="700"/>
            </a:lvl8pPr>
            <a:lvl9pPr marL="2746478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270955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606864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0584"/>
            <a:ext cx="2133600" cy="43074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1" y="10584"/>
            <a:ext cx="6248400" cy="43074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48153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63" descr="PPT Templat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400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060" descr="HCL Logo"/>
          <p:cNvPicPr>
            <a:picLocks noChangeAspect="1" noChangeArrowheads="1"/>
          </p:cNvPicPr>
          <p:nvPr/>
        </p:nvPicPr>
        <p:blipFill>
          <a:blip r:embed="rId3" cstate="print"/>
          <a:srcRect l="8115" t="31725" r="8223" b="28896"/>
          <a:stretch>
            <a:fillRect/>
          </a:stretch>
        </p:blipFill>
        <p:spPr bwMode="auto">
          <a:xfrm>
            <a:off x="8001002" y="4368800"/>
            <a:ext cx="987425" cy="110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 bwMode="auto">
          <a:xfrm>
            <a:off x="4724402" y="1778000"/>
            <a:ext cx="4264025" cy="5588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miter lim="800000"/>
            <a:headEnd type="none" w="sm" len="sm"/>
            <a:tailEnd type="triangle" w="med" len="med"/>
          </a:ln>
          <a:effectLst/>
        </p:spPr>
        <p:txBody>
          <a:bodyPr wrap="none" lIns="68681" tIns="34340" rIns="68681" bIns="34340"/>
          <a:lstStyle/>
          <a:p>
            <a:pPr defTabSz="686806">
              <a:defRPr/>
            </a:pP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7" name="Picture 2060" descr="HCL Logo"/>
          <p:cNvPicPr>
            <a:picLocks noChangeAspect="1" noChangeArrowheads="1"/>
          </p:cNvPicPr>
          <p:nvPr/>
        </p:nvPicPr>
        <p:blipFill>
          <a:blip r:embed="rId4" cstate="print"/>
          <a:srcRect l="8115" t="31725" r="8223" b="28896"/>
          <a:stretch>
            <a:fillRect/>
          </a:stretch>
        </p:blipFill>
        <p:spPr bwMode="auto">
          <a:xfrm>
            <a:off x="8001002" y="4368800"/>
            <a:ext cx="987425" cy="110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 bwMode="auto">
          <a:xfrm>
            <a:off x="4781551" y="1785409"/>
            <a:ext cx="4264025" cy="5588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miter lim="800000"/>
            <a:headEnd type="none" w="sm" len="sm"/>
            <a:tailEnd type="triangle" w="med" len="med"/>
          </a:ln>
          <a:effectLst/>
        </p:spPr>
        <p:txBody>
          <a:bodyPr wrap="none" lIns="68681" tIns="34340" rIns="68681" bIns="34340"/>
          <a:lstStyle/>
          <a:p>
            <a:pPr defTabSz="686806">
              <a:defRPr/>
            </a:pP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1242115" name="Rectangle 2051"/>
          <p:cNvSpPr>
            <a:spLocks noGrp="1" noChangeArrowheads="1"/>
          </p:cNvSpPr>
          <p:nvPr>
            <p:ph type="ctrTitle"/>
          </p:nvPr>
        </p:nvSpPr>
        <p:spPr>
          <a:xfrm>
            <a:off x="304800" y="2641601"/>
            <a:ext cx="7772400" cy="980017"/>
          </a:xfrm>
        </p:spPr>
        <p:txBody>
          <a:bodyPr/>
          <a:lstStyle>
            <a:lvl1pPr>
              <a:lnSpc>
                <a:spcPct val="125000"/>
              </a:lnSpc>
              <a:defRPr sz="2400">
                <a:solidFill>
                  <a:srgbClr val="5F5F5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42125" name="Rectangle 2061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04800" y="3721100"/>
            <a:ext cx="6400800" cy="508000"/>
          </a:xfrm>
        </p:spPr>
        <p:txBody>
          <a:bodyPr/>
          <a:lstStyle>
            <a:lvl1pPr marL="0" indent="0">
              <a:buFont typeface="Wingdings 2" pitchFamily="18" charset="2"/>
              <a:buNone/>
              <a:defRPr sz="1500" b="1">
                <a:solidFill>
                  <a:srgbClr val="5F5F5F"/>
                </a:solidFill>
              </a:defRPr>
            </a:lvl1pPr>
          </a:lstStyle>
          <a:p>
            <a:r>
              <a:rPr lang="en-US" dirty="0" smtClean="0"/>
              <a:t>19 January 2011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83695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0" y="4348480"/>
            <a:ext cx="426720" cy="21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681" tIns="34340" rIns="68681" bIns="34340" numCol="1" anchor="ctr" anchorCtr="0" compatLnSpc="1">
            <a:prstTxWarp prst="textNoShape">
              <a:avLst/>
            </a:prstTxWarp>
          </a:bodyPr>
          <a:lstStyle>
            <a:lvl1pPr algn="ctr">
              <a:defRPr sz="800" smtClean="0">
                <a:cs typeface="+mn-cs"/>
              </a:defRPr>
            </a:lvl1pPr>
          </a:lstStyle>
          <a:p>
            <a:pPr defTabSz="686806" fontAlgn="base">
              <a:spcBef>
                <a:spcPct val="0"/>
              </a:spcBef>
              <a:spcAft>
                <a:spcPct val="0"/>
              </a:spcAft>
              <a:defRPr/>
            </a:pPr>
            <a:fld id="{1D424B91-7E39-4279-B2B2-1148731102EF}" type="slidenum">
              <a:rPr lang="en-US" sz="600">
                <a:solidFill>
                  <a:prstClr val="black"/>
                </a:solidFill>
              </a:rPr>
              <a:pPr defTabSz="686806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368616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37934"/>
            <a:ext cx="7772400" cy="90805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937809"/>
            <a:ext cx="7772400" cy="1000124"/>
          </a:xfrm>
        </p:spPr>
        <p:txBody>
          <a:bodyPr anchor="b"/>
          <a:lstStyle>
            <a:lvl1pPr marL="0" indent="0">
              <a:buNone/>
              <a:defRPr sz="1500"/>
            </a:lvl1pPr>
            <a:lvl2pPr marL="343403" indent="0">
              <a:buNone/>
              <a:defRPr sz="1400"/>
            </a:lvl2pPr>
            <a:lvl3pPr marL="686806" indent="0">
              <a:buNone/>
              <a:defRPr sz="1200"/>
            </a:lvl3pPr>
            <a:lvl4pPr marL="1030209" indent="0">
              <a:buNone/>
              <a:defRPr sz="1100"/>
            </a:lvl4pPr>
            <a:lvl5pPr marL="1373612" indent="0">
              <a:buNone/>
              <a:defRPr sz="1100"/>
            </a:lvl5pPr>
            <a:lvl6pPr marL="1717015" indent="0">
              <a:buNone/>
              <a:defRPr sz="1100"/>
            </a:lvl6pPr>
            <a:lvl7pPr marL="2060418" indent="0">
              <a:buNone/>
              <a:defRPr sz="1100"/>
            </a:lvl7pPr>
            <a:lvl8pPr marL="2403820" indent="0">
              <a:buNone/>
              <a:defRPr sz="1100"/>
            </a:lvl8pPr>
            <a:lvl9pPr marL="2747223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150993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863600"/>
            <a:ext cx="4191000" cy="3454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63600"/>
            <a:ext cx="4191000" cy="3454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750718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3092"/>
            <a:ext cx="8229600" cy="762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023409"/>
            <a:ext cx="4040188" cy="42650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3403" indent="0">
              <a:buNone/>
              <a:defRPr sz="1500" b="1"/>
            </a:lvl2pPr>
            <a:lvl3pPr marL="686806" indent="0">
              <a:buNone/>
              <a:defRPr sz="1400" b="1"/>
            </a:lvl3pPr>
            <a:lvl4pPr marL="1030209" indent="0">
              <a:buNone/>
              <a:defRPr sz="1200" b="1"/>
            </a:lvl4pPr>
            <a:lvl5pPr marL="1373612" indent="0">
              <a:buNone/>
              <a:defRPr sz="1200" b="1"/>
            </a:lvl5pPr>
            <a:lvl6pPr marL="1717015" indent="0">
              <a:buNone/>
              <a:defRPr sz="1200" b="1"/>
            </a:lvl6pPr>
            <a:lvl7pPr marL="2060418" indent="0">
              <a:buNone/>
              <a:defRPr sz="1200" b="1"/>
            </a:lvl7pPr>
            <a:lvl8pPr marL="2403820" indent="0">
              <a:buNone/>
              <a:defRPr sz="1200" b="1"/>
            </a:lvl8pPr>
            <a:lvl9pPr marL="2747223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1449916"/>
            <a:ext cx="4040188" cy="26341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023409"/>
            <a:ext cx="4041775" cy="42650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3403" indent="0">
              <a:buNone/>
              <a:defRPr sz="1500" b="1"/>
            </a:lvl2pPr>
            <a:lvl3pPr marL="686806" indent="0">
              <a:buNone/>
              <a:defRPr sz="1400" b="1"/>
            </a:lvl3pPr>
            <a:lvl4pPr marL="1030209" indent="0">
              <a:buNone/>
              <a:defRPr sz="1200" b="1"/>
            </a:lvl4pPr>
            <a:lvl5pPr marL="1373612" indent="0">
              <a:buNone/>
              <a:defRPr sz="1200" b="1"/>
            </a:lvl5pPr>
            <a:lvl6pPr marL="1717015" indent="0">
              <a:buNone/>
              <a:defRPr sz="1200" b="1"/>
            </a:lvl6pPr>
            <a:lvl7pPr marL="2060418" indent="0">
              <a:buNone/>
              <a:defRPr sz="1200" b="1"/>
            </a:lvl7pPr>
            <a:lvl8pPr marL="2403820" indent="0">
              <a:buNone/>
              <a:defRPr sz="1200" b="1"/>
            </a:lvl8pPr>
            <a:lvl9pPr marL="2747223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449916"/>
            <a:ext cx="4041775" cy="26341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824832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851052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250979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182033"/>
            <a:ext cx="3008313" cy="77470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82035"/>
            <a:ext cx="5111750" cy="390207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956735"/>
            <a:ext cx="3008313" cy="3127375"/>
          </a:xfrm>
        </p:spPr>
        <p:txBody>
          <a:bodyPr/>
          <a:lstStyle>
            <a:lvl1pPr marL="0" indent="0">
              <a:buNone/>
              <a:defRPr sz="1100"/>
            </a:lvl1pPr>
            <a:lvl2pPr marL="343403" indent="0">
              <a:buNone/>
              <a:defRPr sz="900"/>
            </a:lvl2pPr>
            <a:lvl3pPr marL="686806" indent="0">
              <a:buNone/>
              <a:defRPr sz="800"/>
            </a:lvl3pPr>
            <a:lvl4pPr marL="1030209" indent="0">
              <a:buNone/>
              <a:defRPr sz="700"/>
            </a:lvl4pPr>
            <a:lvl5pPr marL="1373612" indent="0">
              <a:buNone/>
              <a:defRPr sz="700"/>
            </a:lvl5pPr>
            <a:lvl6pPr marL="1717015" indent="0">
              <a:buNone/>
              <a:defRPr sz="700"/>
            </a:lvl6pPr>
            <a:lvl7pPr marL="2060418" indent="0">
              <a:buNone/>
              <a:defRPr sz="700"/>
            </a:lvl7pPr>
            <a:lvl8pPr marL="2403820" indent="0">
              <a:buNone/>
              <a:defRPr sz="700"/>
            </a:lvl8pPr>
            <a:lvl9pPr marL="2747223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175082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200400"/>
            <a:ext cx="5486400" cy="377826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08516"/>
            <a:ext cx="5486400" cy="2743200"/>
          </a:xfrm>
        </p:spPr>
        <p:txBody>
          <a:bodyPr/>
          <a:lstStyle>
            <a:lvl1pPr marL="0" indent="0">
              <a:buNone/>
              <a:defRPr sz="2400"/>
            </a:lvl1pPr>
            <a:lvl2pPr marL="343403" indent="0">
              <a:buNone/>
              <a:defRPr sz="2100"/>
            </a:lvl2pPr>
            <a:lvl3pPr marL="686806" indent="0">
              <a:buNone/>
              <a:defRPr sz="1800"/>
            </a:lvl3pPr>
            <a:lvl4pPr marL="1030209" indent="0">
              <a:buNone/>
              <a:defRPr sz="1500"/>
            </a:lvl4pPr>
            <a:lvl5pPr marL="1373612" indent="0">
              <a:buNone/>
              <a:defRPr sz="1500"/>
            </a:lvl5pPr>
            <a:lvl6pPr marL="1717015" indent="0">
              <a:buNone/>
              <a:defRPr sz="1500"/>
            </a:lvl6pPr>
            <a:lvl7pPr marL="2060418" indent="0">
              <a:buNone/>
              <a:defRPr sz="1500"/>
            </a:lvl7pPr>
            <a:lvl8pPr marL="2403820" indent="0">
              <a:buNone/>
              <a:defRPr sz="1500"/>
            </a:lvl8pPr>
            <a:lvl9pPr marL="2747223" indent="0">
              <a:buNone/>
              <a:defRPr sz="15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3578225"/>
            <a:ext cx="5486400" cy="536575"/>
          </a:xfrm>
        </p:spPr>
        <p:txBody>
          <a:bodyPr/>
          <a:lstStyle>
            <a:lvl1pPr marL="0" indent="0">
              <a:buNone/>
              <a:defRPr sz="1100"/>
            </a:lvl1pPr>
            <a:lvl2pPr marL="343403" indent="0">
              <a:buNone/>
              <a:defRPr sz="900"/>
            </a:lvl2pPr>
            <a:lvl3pPr marL="686806" indent="0">
              <a:buNone/>
              <a:defRPr sz="800"/>
            </a:lvl3pPr>
            <a:lvl4pPr marL="1030209" indent="0">
              <a:buNone/>
              <a:defRPr sz="700"/>
            </a:lvl4pPr>
            <a:lvl5pPr marL="1373612" indent="0">
              <a:buNone/>
              <a:defRPr sz="700"/>
            </a:lvl5pPr>
            <a:lvl6pPr marL="1717015" indent="0">
              <a:buNone/>
              <a:defRPr sz="700"/>
            </a:lvl6pPr>
            <a:lvl7pPr marL="2060418" indent="0">
              <a:buNone/>
              <a:defRPr sz="700"/>
            </a:lvl7pPr>
            <a:lvl8pPr marL="2403820" indent="0">
              <a:buNone/>
              <a:defRPr sz="700"/>
            </a:lvl8pPr>
            <a:lvl9pPr marL="2747223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845000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838086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0584"/>
            <a:ext cx="2133600" cy="43074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1" y="10584"/>
            <a:ext cx="6248400" cy="43074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3A6FE-5149-45DB-A42F-E73E140876C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35646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83092"/>
            <a:ext cx="8229600" cy="477308"/>
          </a:xfrm>
          <a:prstGeom prst="rect">
            <a:avLst/>
          </a:prstGeom>
        </p:spPr>
        <p:txBody>
          <a:bodyPr vert="horz" lIns="91416" tIns="45707" rIns="91416" bIns="45707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229600" cy="3403600"/>
          </a:xfrm>
          <a:prstGeom prst="rect">
            <a:avLst/>
          </a:prstGeom>
        </p:spPr>
        <p:txBody>
          <a:bodyPr vert="horz" lIns="91416" tIns="45707" rIns="91416" bIns="45707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237568"/>
            <a:ext cx="2133600" cy="243417"/>
          </a:xfrm>
          <a:prstGeom prst="rect">
            <a:avLst/>
          </a:prstGeom>
        </p:spPr>
        <p:txBody>
          <a:bodyPr vert="horz" lIns="91416" tIns="45707" rIns="91416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43C20-CCA1-42AC-B489-4AB708C4F124}" type="datetime1">
              <a:rPr lang="en-US" smtClean="0"/>
              <a:pPr/>
              <a:t>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2" y="4237568"/>
            <a:ext cx="2895600" cy="243417"/>
          </a:xfrm>
          <a:prstGeom prst="rect">
            <a:avLst/>
          </a:prstGeom>
        </p:spPr>
        <p:txBody>
          <a:bodyPr vert="horz" lIns="91416" tIns="45707" rIns="91416" bIns="45707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91FB4-905F-488C-AD01-09867DFAF172}" type="slidenum">
              <a:rPr lang="en-US" smtClean="0"/>
              <a:pPr/>
              <a:t>‹#›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8379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9" r:id="rId2"/>
    <p:sldLayoutId id="2147483688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60" r:id="rId9"/>
    <p:sldLayoutId id="2147483662" r:id="rId10"/>
    <p:sldLayoutId id="2147483663" r:id="rId11"/>
    <p:sldLayoutId id="2147483661" r:id="rId12"/>
    <p:sldLayoutId id="2147483656" r:id="rId13"/>
    <p:sldLayoutId id="2147483657" r:id="rId14"/>
    <p:sldLayoutId id="2147483658" r:id="rId15"/>
    <p:sldLayoutId id="2147483659" r:id="rId16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152" rtl="0" eaLnBrk="1" latinLnBrk="0" hangingPunct="1">
        <a:spcBef>
          <a:spcPct val="0"/>
        </a:spcBef>
        <a:buNone/>
        <a:defRPr sz="2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2807" indent="-342807" algn="l" defTabSz="914152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42749" indent="-285672" algn="l" defTabSz="914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2690" indent="-228538" algn="l" defTabSz="914152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99766" indent="-228538" algn="l" defTabSz="914152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6842" indent="-228538" algn="l" defTabSz="914152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3918" indent="-228538" algn="l" defTabSz="914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94" indent="-228538" algn="l" defTabSz="914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70" indent="-228538" algn="l" defTabSz="914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5" indent="-228538" algn="l" defTabSz="914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76" algn="l" defTabSz="9141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52" algn="l" defTabSz="9141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8" algn="l" defTabSz="9141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4" algn="l" defTabSz="9141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0" algn="l" defTabSz="9141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6" algn="l" defTabSz="9141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31" algn="l" defTabSz="9141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08" algn="l" defTabSz="9141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5" descr="inner copy copy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2"/>
            <a:ext cx="9144000" cy="764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2" y="863600"/>
            <a:ext cx="8534400" cy="345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663" tIns="34331" rIns="68663" bIns="34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04801" y="10583"/>
            <a:ext cx="7162800" cy="491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663" tIns="34331" rIns="68663" bIns="3433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241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4348480"/>
            <a:ext cx="426720" cy="21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663" tIns="34331" rIns="68663" bIns="34331" numCol="1" anchor="ctr" anchorCtr="0" compatLnSpc="1">
            <a:prstTxWarp prst="textNoShape">
              <a:avLst/>
            </a:prstTxWarp>
          </a:bodyPr>
          <a:lstStyle>
            <a:lvl1pPr algn="ctr">
              <a:defRPr sz="600" smtClean="0">
                <a:cs typeface="+mn-cs"/>
              </a:defRPr>
            </a:lvl1pPr>
          </a:lstStyle>
          <a:p>
            <a:pPr defTabSz="686620"/>
            <a:fld id="{FBE3A6FE-5149-45DB-A42F-E73E140876C2}" type="slidenum">
              <a:rPr lang="en-US" smtClean="0">
                <a:solidFill>
                  <a:prstClr val="black"/>
                </a:solidFill>
              </a:rPr>
              <a:pPr defTabSz="686620"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2054" name="Picture 7" descr="HCL Logo"/>
          <p:cNvPicPr>
            <a:picLocks noChangeAspect="1" noChangeArrowheads="1"/>
          </p:cNvPicPr>
          <p:nvPr/>
        </p:nvPicPr>
        <p:blipFill>
          <a:blip r:embed="rId14" cstate="print"/>
          <a:srcRect l="8115" t="31725" r="8223" b="28896"/>
          <a:stretch>
            <a:fillRect/>
          </a:stretch>
        </p:blipFill>
        <p:spPr bwMode="auto">
          <a:xfrm>
            <a:off x="8001002" y="4368802"/>
            <a:ext cx="987425" cy="110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15" descr="inner copy copy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2"/>
            <a:ext cx="9144000" cy="764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6" name="Picture 7" descr="HCL Logo"/>
          <p:cNvPicPr>
            <a:picLocks noChangeAspect="1" noChangeArrowheads="1"/>
          </p:cNvPicPr>
          <p:nvPr/>
        </p:nvPicPr>
        <p:blipFill>
          <a:blip r:embed="rId15" cstate="print"/>
          <a:srcRect l="8115" t="31725" r="8223" b="28896"/>
          <a:stretch>
            <a:fillRect/>
          </a:stretch>
        </p:blipFill>
        <p:spPr bwMode="auto">
          <a:xfrm>
            <a:off x="8001002" y="4368802"/>
            <a:ext cx="987425" cy="110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5153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5pPr>
      <a:lvl6pPr marL="343310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6pPr>
      <a:lvl7pPr marL="686620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7pPr>
      <a:lvl8pPr marL="1029929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8pPr>
      <a:lvl9pPr marL="1373238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9pPr>
    </p:titleStyle>
    <p:bodyStyle>
      <a:lvl1pPr marL="178808" indent="-178808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 2" pitchFamily="18" charset="2"/>
        <a:buChar char="¡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43310" indent="-163311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2pPr>
      <a:lvl3pPr marL="507812" indent="-157351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3pPr>
      <a:lvl4pPr marL="679468" indent="-164503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4pPr>
      <a:lvl5pPr marL="851122" indent="-164503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5pPr>
      <a:lvl6pPr marL="1194432" indent="-164503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6pPr>
      <a:lvl7pPr marL="1537741" indent="-164503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7pPr>
      <a:lvl8pPr marL="1881051" indent="-164503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8pPr>
      <a:lvl9pPr marL="2224361" indent="-164503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662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3310" algn="l" defTabSz="68662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6620" algn="l" defTabSz="68662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9929" algn="l" defTabSz="68662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3238" algn="l" defTabSz="68662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6549" algn="l" defTabSz="68662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9859" algn="l" defTabSz="68662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3168" algn="l" defTabSz="68662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6478" algn="l" defTabSz="68662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5" descr="inner copy copy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1"/>
            <a:ext cx="9144000" cy="764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863600"/>
            <a:ext cx="8534400" cy="345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681" tIns="34340" rIns="68681" bIns="343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04801" y="10583"/>
            <a:ext cx="7162800" cy="491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681" tIns="34340" rIns="68681" bIns="3434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241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4348480"/>
            <a:ext cx="426720" cy="21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681" tIns="34340" rIns="68681" bIns="34340" numCol="1" anchor="ctr" anchorCtr="0" compatLnSpc="1">
            <a:prstTxWarp prst="textNoShape">
              <a:avLst/>
            </a:prstTxWarp>
          </a:bodyPr>
          <a:lstStyle>
            <a:lvl1pPr algn="ctr">
              <a:defRPr sz="600" smtClean="0">
                <a:cs typeface="+mn-cs"/>
              </a:defRPr>
            </a:lvl1pPr>
          </a:lstStyle>
          <a:p>
            <a:pPr defTabSz="686806"/>
            <a:fld id="{FBE3A6FE-5149-45DB-A42F-E73E140876C2}" type="slidenum">
              <a:rPr lang="en-US" smtClean="0">
                <a:solidFill>
                  <a:prstClr val="black"/>
                </a:solidFill>
              </a:rPr>
              <a:pPr defTabSz="686806"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2054" name="Picture 7" descr="HCL Logo"/>
          <p:cNvPicPr>
            <a:picLocks noChangeAspect="1" noChangeArrowheads="1"/>
          </p:cNvPicPr>
          <p:nvPr/>
        </p:nvPicPr>
        <p:blipFill>
          <a:blip r:embed="rId14" cstate="print"/>
          <a:srcRect l="8115" t="31725" r="8223" b="28896"/>
          <a:stretch>
            <a:fillRect/>
          </a:stretch>
        </p:blipFill>
        <p:spPr bwMode="auto">
          <a:xfrm>
            <a:off x="8001002" y="4368800"/>
            <a:ext cx="987425" cy="110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15" descr="inner copy copy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1"/>
            <a:ext cx="9144000" cy="764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6" name="Picture 7" descr="HCL Logo"/>
          <p:cNvPicPr>
            <a:picLocks noChangeAspect="1" noChangeArrowheads="1"/>
          </p:cNvPicPr>
          <p:nvPr/>
        </p:nvPicPr>
        <p:blipFill>
          <a:blip r:embed="rId15" cstate="print"/>
          <a:srcRect l="8115" t="31725" r="8223" b="28896"/>
          <a:stretch>
            <a:fillRect/>
          </a:stretch>
        </p:blipFill>
        <p:spPr bwMode="auto">
          <a:xfrm>
            <a:off x="8001002" y="4368800"/>
            <a:ext cx="987425" cy="110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04919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5pPr>
      <a:lvl6pPr marL="343403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6pPr>
      <a:lvl7pPr marL="686806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7pPr>
      <a:lvl8pPr marL="1030209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8pPr>
      <a:lvl9pPr marL="1373612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Arial" pitchFamily="34" charset="0"/>
        </a:defRPr>
      </a:lvl9pPr>
    </p:titleStyle>
    <p:bodyStyle>
      <a:lvl1pPr marL="178856" indent="-178856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 2" pitchFamily="18" charset="2"/>
        <a:buChar char="¡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43403" indent="-163355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2pPr>
      <a:lvl3pPr marL="507950" indent="-157393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3pPr>
      <a:lvl4pPr marL="679652" indent="-164547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4pPr>
      <a:lvl5pPr marL="851353" indent="-164547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5pPr>
      <a:lvl6pPr marL="1194756" indent="-164547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6pPr>
      <a:lvl7pPr marL="1538159" indent="-164547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7pPr>
      <a:lvl8pPr marL="1881562" indent="-164547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8pPr>
      <a:lvl9pPr marL="2224965" indent="-164547" algn="l" rtl="0" eaLnBrk="1" fontAlgn="base" hangingPunct="1">
        <a:spcBef>
          <a:spcPct val="10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680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3403" algn="l" defTabSz="68680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6806" algn="l" defTabSz="68680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30209" algn="l" defTabSz="68680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3612" algn="l" defTabSz="68680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7015" algn="l" defTabSz="68680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60418" algn="l" defTabSz="68680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3820" algn="l" defTabSz="68680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7223" algn="l" defTabSz="68680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LSnINglkQA" TargetMode="External"/><Relationship Id="rId2" Type="http://schemas.openxmlformats.org/officeDocument/2006/relationships/hyperlink" Target="https://www.cebglobal.com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4038600"/>
            <a:ext cx="9144000" cy="5334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06672"/>
            <a:ext cx="5593079" cy="2164080"/>
          </a:xfrm>
          <a:prstGeom prst="rect">
            <a:avLst/>
          </a:prstGeom>
        </p:spPr>
      </p:pic>
      <p:pic>
        <p:nvPicPr>
          <p:cNvPr id="9" name="Picture 4" descr="http://www.managementparadise.com/dev/uploads_user/389000/388161/image/10-26-2015/Education/Shiv%20Nadar%20University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" t="17113" r="3333" b="14438"/>
          <a:stretch/>
        </p:blipFill>
        <p:spPr bwMode="auto">
          <a:xfrm>
            <a:off x="160020" y="2536499"/>
            <a:ext cx="209550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http://www.rednewswire.com/wp-content/uploads/2015/10/HCL-Technologies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0" t="26046" r="16646" b="29302"/>
          <a:stretch/>
        </p:blipFill>
        <p:spPr bwMode="auto">
          <a:xfrm>
            <a:off x="327660" y="3591042"/>
            <a:ext cx="1676400" cy="309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http://globalchange.mit.edu/images/JP.diagram.arrows.pn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732" y="3061992"/>
            <a:ext cx="712080" cy="46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6"/>
          <a:srcRect b="2439"/>
          <a:stretch/>
        </p:blipFill>
        <p:spPr>
          <a:xfrm>
            <a:off x="137160" y="106672"/>
            <a:ext cx="1645920" cy="216779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6160" y="106672"/>
            <a:ext cx="1645920" cy="2164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43400" y="2514600"/>
            <a:ext cx="4572000" cy="73866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IN" sz="2400" b="1" dirty="0">
                <a:latin typeface="Arial Rounded MT Bold" panose="020F0704030504030204" pitchFamily="34" charset="0"/>
              </a:rPr>
              <a:t>Modern Software Development </a:t>
            </a:r>
            <a:r>
              <a:rPr lang="en-IN" sz="2400" b="1" dirty="0" smtClean="0">
                <a:latin typeface="Arial Rounded MT Bold" panose="020F0704030504030204" pitchFamily="34" charset="0"/>
              </a:rPr>
              <a:t>Practices</a:t>
            </a:r>
            <a:endParaRPr lang="en-IN" sz="2400" b="1" dirty="0">
              <a:latin typeface="Arial Rounded MT Bold" panose="020F07040305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53000" y="3242846"/>
            <a:ext cx="3352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Garamond" panose="02020404030301010803" pitchFamily="18" charset="0"/>
              </a:rPr>
              <a:t>Project Management Module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15812" y="3581400"/>
            <a:ext cx="80823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50" b="1" smtClean="0">
                <a:solidFill>
                  <a:schemeClr val="accent6">
                    <a:lumMod val="50000"/>
                  </a:schemeClr>
                </a:solidFill>
                <a:latin typeface="Trebuchet MS" panose="020B0603020202020204" pitchFamily="34" charset="0"/>
              </a:rPr>
              <a:t>SESSION </a:t>
            </a:r>
            <a:r>
              <a:rPr lang="en-US" sz="1050" b="1" smtClean="0">
                <a:solidFill>
                  <a:schemeClr val="accent6">
                    <a:lumMod val="50000"/>
                  </a:schemeClr>
                </a:solidFill>
                <a:latin typeface="Trebuchet MS" panose="020B0603020202020204" pitchFamily="34" charset="0"/>
              </a:rPr>
              <a:t>3</a:t>
            </a:r>
            <a:endParaRPr lang="en-US" sz="1050" b="1" dirty="0">
              <a:solidFill>
                <a:schemeClr val="accent6">
                  <a:lumMod val="50000"/>
                </a:schemeClr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234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Agenda</a:t>
            </a:r>
            <a:endParaRPr lang="en-US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988520061"/>
              </p:ext>
            </p:extLst>
          </p:nvPr>
        </p:nvGraphicFramePr>
        <p:xfrm>
          <a:off x="533400" y="787400"/>
          <a:ext cx="8229600" cy="325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1897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Recap of Previous Session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392097"/>
            <a:ext cx="7467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/>
              <a:t/>
            </a:r>
            <a:br>
              <a:rPr lang="en-US" sz="2800" i="1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98372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Management Phases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078953967"/>
              </p:ext>
            </p:extLst>
          </p:nvPr>
        </p:nvGraphicFramePr>
        <p:xfrm>
          <a:off x="828676" y="437415"/>
          <a:ext cx="7629524" cy="713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265048"/>
              </p:ext>
            </p:extLst>
          </p:nvPr>
        </p:nvGraphicFramePr>
        <p:xfrm>
          <a:off x="828676" y="1130299"/>
          <a:ext cx="7629525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905">
                  <a:extLst>
                    <a:ext uri="{9D8B030D-6E8A-4147-A177-3AD203B41FA5}">
                      <a16:colId xmlns:a16="http://schemas.microsoft.com/office/drawing/2014/main" val="1385679927"/>
                    </a:ext>
                  </a:extLst>
                </a:gridCol>
                <a:gridCol w="1525905">
                  <a:extLst>
                    <a:ext uri="{9D8B030D-6E8A-4147-A177-3AD203B41FA5}">
                      <a16:colId xmlns:a16="http://schemas.microsoft.com/office/drawing/2014/main" val="253220989"/>
                    </a:ext>
                  </a:extLst>
                </a:gridCol>
                <a:gridCol w="1525905">
                  <a:extLst>
                    <a:ext uri="{9D8B030D-6E8A-4147-A177-3AD203B41FA5}">
                      <a16:colId xmlns:a16="http://schemas.microsoft.com/office/drawing/2014/main" val="4218354868"/>
                    </a:ext>
                  </a:extLst>
                </a:gridCol>
                <a:gridCol w="1525905">
                  <a:extLst>
                    <a:ext uri="{9D8B030D-6E8A-4147-A177-3AD203B41FA5}">
                      <a16:colId xmlns:a16="http://schemas.microsoft.com/office/drawing/2014/main" val="2674943589"/>
                    </a:ext>
                  </a:extLst>
                </a:gridCol>
                <a:gridCol w="1525905">
                  <a:extLst>
                    <a:ext uri="{9D8B030D-6E8A-4147-A177-3AD203B41FA5}">
                      <a16:colId xmlns:a16="http://schemas.microsoft.com/office/drawing/2014/main" val="643686547"/>
                    </a:ext>
                  </a:extLst>
                </a:gridCol>
              </a:tblGrid>
              <a:tr h="999378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 smtClean="0"/>
                        <a:t>Define a new project or new phase, identify stakeholders, and obtain authorization</a:t>
                      </a:r>
                    </a:p>
                    <a:p>
                      <a:pPr algn="l"/>
                      <a:endParaRPr lang="en-US" sz="1000" b="0" dirty="0" smtClean="0"/>
                    </a:p>
                    <a:p>
                      <a:pPr algn="just"/>
                      <a:r>
                        <a:rPr lang="en-US" sz="1000" b="0" dirty="0" smtClean="0"/>
                        <a:t>“Authorize the Work”</a:t>
                      </a:r>
                      <a:endParaRPr lang="en-IN" sz="1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Develop an integrated project management plan to attain project objectives</a:t>
                      </a:r>
                    </a:p>
                    <a:p>
                      <a:endParaRPr lang="en-US" sz="1000" b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“Plan the Work”</a:t>
                      </a:r>
                      <a:endParaRPr lang="en-IN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Complete the work and satisfy project</a:t>
                      </a:r>
                      <a:r>
                        <a:rPr lang="en-IN" sz="1000" b="0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Objectives</a:t>
                      </a:r>
                    </a:p>
                    <a:p>
                      <a:endParaRPr lang="en-US" sz="1000" b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000" b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000" b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“Work the Plan</a:t>
                      </a:r>
                      <a:endParaRPr lang="en-IN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Track and review project progress and performance; manage variance and change</a:t>
                      </a:r>
                    </a:p>
                    <a:p>
                      <a:endParaRPr lang="en-US" sz="1000" b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“Control the Plan</a:t>
                      </a:r>
                      <a:endParaRPr lang="en-IN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Finalize all activities and formally close the project or phase</a:t>
                      </a:r>
                    </a:p>
                    <a:p>
                      <a:endParaRPr lang="en-US" sz="1000" b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000" b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“End the Work”</a:t>
                      </a:r>
                      <a:endParaRPr lang="en-IN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29113"/>
                  </a:ext>
                </a:extLst>
              </a:tr>
              <a:tr h="2210745">
                <a:tc>
                  <a:txBody>
                    <a:bodyPr/>
                    <a:lstStyle/>
                    <a:p>
                      <a:r>
                        <a:rPr lang="en-IN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Project Charter</a:t>
                      </a:r>
                    </a:p>
                    <a:p>
                      <a:r>
                        <a:rPr lang="en-IN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Stakeholder Register</a:t>
                      </a:r>
                      <a:endParaRPr lang="en-IN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</a:t>
                      </a:r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Project Mgt. Plans &amp; Related Documents</a:t>
                      </a: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- Scope</a:t>
                      </a: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- Requirements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Schedule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Cost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Quality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Human Resources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Communication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Risk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Procurement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Change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Stakeholders</a:t>
                      </a:r>
                    </a:p>
                    <a:p>
                      <a:endParaRPr lang="en-IN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Project Deliverables</a:t>
                      </a: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Work Performance Data • Team Performance Assessments </a:t>
                      </a: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Project Communications (e.g. status reports)</a:t>
                      </a: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Selected Suppliers &amp; Agreements</a:t>
                      </a: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Change Requests </a:t>
                      </a: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Issue Log</a:t>
                      </a:r>
                      <a:endParaRPr lang="en-IN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Change Logs</a:t>
                      </a: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Approved Change Requests</a:t>
                      </a: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Work Performance Information </a:t>
                      </a: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Schedule Forecasts</a:t>
                      </a: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Cost Forecasts</a:t>
                      </a: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Updates to Project Plan • Quality Control Measurements</a:t>
                      </a: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Verified Deliverable</a:t>
                      </a: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Accepted Deliverable</a:t>
                      </a:r>
                      <a:endParaRPr lang="en-IN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Final Product, Service, or Result (i.e. purpose of project) </a:t>
                      </a:r>
                    </a:p>
                    <a:p>
                      <a:r>
                        <a:rPr lang="en-US" sz="10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Closed Procurement (e.g. formal signature of acceptance)</a:t>
                      </a:r>
                      <a:endParaRPr lang="en-IN" sz="10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85184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1000" y="457200"/>
            <a:ext cx="507831" cy="56789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050" dirty="0" smtClean="0"/>
              <a:t>Process Groups</a:t>
            </a:r>
            <a:endParaRPr lang="en-IN" sz="1050" dirty="0"/>
          </a:p>
        </p:txBody>
      </p:sp>
      <p:sp>
        <p:nvSpPr>
          <p:cNvPr id="7" name="TextBox 6"/>
          <p:cNvSpPr txBox="1"/>
          <p:nvPr/>
        </p:nvSpPr>
        <p:spPr>
          <a:xfrm>
            <a:off x="380999" y="1170840"/>
            <a:ext cx="346249" cy="86624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50" dirty="0" smtClean="0"/>
              <a:t>Activities</a:t>
            </a:r>
            <a:endParaRPr lang="en-IN" sz="1050" dirty="0"/>
          </a:p>
        </p:txBody>
      </p:sp>
      <p:sp>
        <p:nvSpPr>
          <p:cNvPr id="8" name="TextBox 7"/>
          <p:cNvSpPr txBox="1"/>
          <p:nvPr/>
        </p:nvSpPr>
        <p:spPr>
          <a:xfrm>
            <a:off x="380998" y="2312619"/>
            <a:ext cx="346249" cy="86624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50" dirty="0" smtClean="0"/>
              <a:t>Key Outputs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2872159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Quality Management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57200" y="403860"/>
            <a:ext cx="8229600" cy="256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20738" indent="-28575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28725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6713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altLang="en-US" sz="1800" b="1" i="0" dirty="0" smtClean="0">
                <a:latin typeface="+mj-lt"/>
              </a:rPr>
              <a:t>Quality Management </a:t>
            </a:r>
            <a:r>
              <a:rPr lang="en-US" altLang="en-US" sz="1800" i="0" dirty="0" smtClean="0">
                <a:latin typeface="+mj-lt"/>
              </a:rPr>
              <a:t>is the process to ensure that the project will satisfy the needs of the beneficiaries. Quality is defined as a commitment to deliver the project outputs and meet the expectations of the beneficiaries which means that quality is ultimately defined by the beneficiary.</a:t>
            </a:r>
            <a:endParaRPr lang="en-GB" altLang="en-US" sz="2400" i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38137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730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Quality Management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200" y="403860"/>
            <a:ext cx="8229600" cy="2872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20738" indent="-28575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28725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6713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altLang="en-US" sz="1800" i="0" dirty="0" smtClean="0">
                <a:latin typeface="+mj-lt"/>
              </a:rPr>
              <a:t>Project Quality Management ensures the project will satisfy NEEDS for which it was undertaken.</a:t>
            </a:r>
          </a:p>
          <a:p>
            <a:pPr marL="285750" indent="-28575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1800" i="0" dirty="0" smtClean="0">
                <a:latin typeface="+mj-lt"/>
              </a:rPr>
              <a:t>Plan Quality </a:t>
            </a:r>
          </a:p>
          <a:p>
            <a:pPr marL="285750" indent="-28575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1800" i="0" dirty="0" smtClean="0">
                <a:latin typeface="+mj-lt"/>
              </a:rPr>
              <a:t>Perform Quality Assurance</a:t>
            </a:r>
          </a:p>
          <a:p>
            <a:pPr marL="285750" indent="-28575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1800" i="0" dirty="0" smtClean="0">
                <a:latin typeface="+mj-lt"/>
              </a:rPr>
              <a:t>Perform Quality control</a:t>
            </a:r>
          </a:p>
          <a:p>
            <a:pPr marL="285750" indent="-28575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1800" i="0" dirty="0">
              <a:latin typeface="+mj-lt"/>
            </a:endParaRPr>
          </a:p>
          <a:p>
            <a:pPr algn="just">
              <a:spcBef>
                <a:spcPct val="20000"/>
              </a:spcBef>
            </a:pPr>
            <a:r>
              <a:rPr lang="en-US" altLang="en-US" sz="1800" i="0" dirty="0" smtClean="0">
                <a:latin typeface="+mj-lt"/>
              </a:rPr>
              <a:t>What is Quality ?</a:t>
            </a:r>
          </a:p>
          <a:p>
            <a:pPr marL="285750" indent="-285750" algn="just"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en-US" sz="1800" i="0" dirty="0" smtClean="0">
                <a:latin typeface="+mj-lt"/>
              </a:rPr>
              <a:t>Conformance to specifications</a:t>
            </a:r>
          </a:p>
          <a:p>
            <a:pPr marL="285750" indent="-285750" algn="just"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en-US" sz="1800" i="0" dirty="0" smtClean="0">
                <a:latin typeface="+mj-lt"/>
              </a:rPr>
              <a:t>Fitness for use.</a:t>
            </a:r>
          </a:p>
          <a:p>
            <a:pPr algn="just">
              <a:spcBef>
                <a:spcPct val="20000"/>
              </a:spcBef>
            </a:pPr>
            <a:endParaRPr lang="en-GB" altLang="en-US" sz="1800" i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560" y="922251"/>
            <a:ext cx="304800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74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Quality Management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200" y="403860"/>
            <a:ext cx="8229600" cy="3177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20738" indent="-28575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28725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6713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altLang="en-US" sz="1800" i="0" dirty="0" smtClean="0">
                <a:latin typeface="+mj-lt"/>
              </a:rPr>
              <a:t>There are four steps in Quality management:</a:t>
            </a:r>
          </a:p>
          <a:p>
            <a:pPr algn="just">
              <a:spcBef>
                <a:spcPct val="20000"/>
              </a:spcBef>
            </a:pPr>
            <a:endParaRPr lang="en-US" altLang="en-US" sz="1800" i="0" dirty="0">
              <a:latin typeface="+mj-lt"/>
            </a:endParaRPr>
          </a:p>
          <a:p>
            <a:pPr marL="285750" indent="-28575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en-US" sz="1800" i="0" dirty="0" smtClean="0">
                <a:latin typeface="+mj-lt"/>
              </a:rPr>
              <a:t>Quality Definition</a:t>
            </a:r>
          </a:p>
          <a:p>
            <a:pPr marL="285750" indent="-28575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en-US" sz="1800" i="0" dirty="0" smtClean="0">
                <a:latin typeface="+mj-lt"/>
              </a:rPr>
              <a:t>Quality Assurance</a:t>
            </a:r>
          </a:p>
          <a:p>
            <a:pPr marL="285750" indent="-28575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en-US" sz="1800" i="0" dirty="0" smtClean="0">
                <a:latin typeface="+mj-lt"/>
              </a:rPr>
              <a:t>Quality Control</a:t>
            </a:r>
          </a:p>
          <a:p>
            <a:pPr marL="285750" indent="-28575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en-US" sz="1800" i="0" dirty="0" smtClean="0">
                <a:latin typeface="+mj-lt"/>
              </a:rPr>
              <a:t>Quality improvements</a:t>
            </a:r>
          </a:p>
          <a:p>
            <a:pPr algn="just">
              <a:spcBef>
                <a:spcPct val="20000"/>
              </a:spcBef>
            </a:pPr>
            <a:endParaRPr lang="en-GB" altLang="en-US" sz="1800" i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676400"/>
            <a:ext cx="304800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264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Quality Management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200" y="403860"/>
            <a:ext cx="8153400" cy="3177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20738" indent="-28575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28725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6713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altLang="en-US" sz="1800" i="0" dirty="0" smtClean="0">
                <a:latin typeface="+mj-lt"/>
              </a:rPr>
              <a:t>The most popular tool used to determine quality assurance is the </a:t>
            </a:r>
            <a:r>
              <a:rPr lang="en-US" altLang="en-US" sz="1800" i="0" dirty="0" err="1" smtClean="0">
                <a:latin typeface="+mj-lt"/>
              </a:rPr>
              <a:t>Shewhart</a:t>
            </a:r>
            <a:r>
              <a:rPr lang="en-US" altLang="en-US" sz="1800" i="0" dirty="0" smtClean="0">
                <a:latin typeface="+mj-lt"/>
              </a:rPr>
              <a:t> Cycle. </a:t>
            </a:r>
          </a:p>
          <a:p>
            <a:pPr algn="just">
              <a:spcBef>
                <a:spcPct val="20000"/>
              </a:spcBef>
            </a:pPr>
            <a:r>
              <a:rPr lang="en-US" altLang="en-US" sz="1800" i="0" dirty="0" smtClean="0">
                <a:latin typeface="+mj-lt"/>
              </a:rPr>
              <a:t>This cycle  for quality assurance consists of four steps: Plan, Do, Check and Act. These steps are commonly abbreviated as PDCA.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600200"/>
            <a:ext cx="2667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974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Risk Management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200" y="609600"/>
            <a:ext cx="76962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20738" indent="-28575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28725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6713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sz="1800" i="0" dirty="0" smtClean="0">
                <a:latin typeface="+mn-lt"/>
              </a:rPr>
              <a:t>Risk Management includes the processes concerned with identifying, analyzing and responding to Project risks. Risk in a project is defined as something that may happen and if it does, it will have an adverse impact on the project.</a:t>
            </a:r>
            <a:endParaRPr lang="en-US" altLang="en-US" sz="1800" i="0" dirty="0" smtClean="0">
              <a:latin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82880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27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Project Risk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200" y="609600"/>
            <a:ext cx="7696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20738" indent="-28575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28725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6713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GB" altLang="en-US" sz="1800" i="0" dirty="0">
                <a:latin typeface="+mn-lt"/>
              </a:rPr>
              <a:t>“Project risk is an uncertain event or condition that, if it occurs, has a positive or negative effect on a project objective”</a:t>
            </a:r>
          </a:p>
          <a:p>
            <a:pPr>
              <a:buFont typeface="Wingdings" panose="05000000000000000000" pitchFamily="2" charset="2"/>
              <a:buNone/>
            </a:pPr>
            <a:endParaRPr lang="en-GB" altLang="en-US" sz="1800" dirty="0"/>
          </a:p>
          <a:p>
            <a:pPr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828800"/>
            <a:ext cx="2466975" cy="18478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199" y="1524283"/>
            <a:ext cx="82581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dirty="0"/>
              <a:t>“A combination of the probability of a defined threat or opportunity (Likelihood) and the magnitude of the consequences of the occurrence (Impact) defines a Risk Index”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981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Risk Impact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828800"/>
            <a:ext cx="2466975" cy="18478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756171"/>
            <a:ext cx="8153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GB" altLang="en-US" dirty="0">
                <a:solidFill>
                  <a:schemeClr val="accent1"/>
                </a:solidFill>
                <a:cs typeface="Arial" panose="020B0604020202020204" pitchFamily="34" charset="0"/>
              </a:rPr>
              <a:t>Threat</a:t>
            </a:r>
            <a:r>
              <a:rPr lang="en-GB" altLang="en-US" dirty="0">
                <a:cs typeface="Arial" panose="020B0604020202020204" pitchFamily="34" charset="0"/>
              </a:rPr>
              <a:t> →</a:t>
            </a:r>
            <a:r>
              <a:rPr lang="en-GB" altLang="en-US" dirty="0"/>
              <a:t> Scope </a:t>
            </a:r>
            <a:r>
              <a:rPr lang="en-GB" altLang="en-US" dirty="0">
                <a:cs typeface="Arial" panose="020B0604020202020204" pitchFamily="34" charset="0"/>
              </a:rPr>
              <a:t>→ Poor Quality Product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GB" altLang="en-US" dirty="0">
                <a:solidFill>
                  <a:schemeClr val="accent1"/>
                </a:solidFill>
                <a:cs typeface="Arial" panose="020B0604020202020204" pitchFamily="34" charset="0"/>
              </a:rPr>
              <a:t>Threat</a:t>
            </a:r>
            <a:r>
              <a:rPr lang="en-GB" altLang="en-US" dirty="0">
                <a:cs typeface="Arial" panose="020B0604020202020204" pitchFamily="34" charset="0"/>
              </a:rPr>
              <a:t> → Schedule → Late Delivery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GB" altLang="en-US" dirty="0">
                <a:solidFill>
                  <a:schemeClr val="accent1"/>
                </a:solidFill>
                <a:cs typeface="Arial" panose="020B0604020202020204" pitchFamily="34" charset="0"/>
              </a:rPr>
              <a:t>Threat</a:t>
            </a:r>
            <a:r>
              <a:rPr lang="en-GB" altLang="en-US" dirty="0">
                <a:cs typeface="Arial" panose="020B0604020202020204" pitchFamily="34" charset="0"/>
              </a:rPr>
              <a:t> → Cost → Overspend</a:t>
            </a:r>
          </a:p>
          <a:p>
            <a:pPr>
              <a:buFont typeface="Wingdings" panose="05000000000000000000" pitchFamily="2" charset="2"/>
              <a:buNone/>
            </a:pPr>
            <a:endParaRPr lang="en-GB" altLang="en-US" dirty="0">
              <a:cs typeface="Arial" panose="020B0604020202020204" pitchFamily="34" charset="0"/>
            </a:endParaRPr>
          </a:p>
          <a:p>
            <a:r>
              <a:rPr lang="en-GB" altLang="en-US" dirty="0">
                <a:cs typeface="Arial" panose="020B0604020202020204" pitchFamily="34" charset="0"/>
              </a:rPr>
              <a:t>In addition there are </a:t>
            </a:r>
            <a:r>
              <a:rPr lang="en-GB" altLang="en-US" dirty="0" smtClean="0">
                <a:cs typeface="Arial" panose="020B0604020202020204" pitchFamily="34" charset="0"/>
              </a:rPr>
              <a:t>other threats </a:t>
            </a:r>
            <a:r>
              <a:rPr lang="en-GB" altLang="en-US" dirty="0">
                <a:cs typeface="Arial" panose="020B0604020202020204" pitchFamily="34" charset="0"/>
              </a:rPr>
              <a:t>that </a:t>
            </a:r>
            <a:r>
              <a:rPr lang="en-GB" altLang="en-US" b="1" u="sng" dirty="0">
                <a:cs typeface="Arial" panose="020B0604020202020204" pitchFamily="34" charset="0"/>
              </a:rPr>
              <a:t>must</a:t>
            </a:r>
            <a:r>
              <a:rPr lang="en-GB" altLang="en-US" dirty="0">
                <a:cs typeface="Arial" panose="020B0604020202020204" pitchFamily="34" charset="0"/>
              </a:rPr>
              <a:t> be </a:t>
            </a:r>
            <a:r>
              <a:rPr lang="en-GB" altLang="en-US" dirty="0" smtClean="0">
                <a:cs typeface="Arial" panose="020B0604020202020204" pitchFamily="34" charset="0"/>
              </a:rPr>
              <a:t>managed</a:t>
            </a:r>
            <a:endParaRPr lang="en-GB" altLang="en-US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040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Risk Management Process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828800"/>
            <a:ext cx="2466975" cy="18478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685800"/>
            <a:ext cx="533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altLang="en-US" dirty="0"/>
              <a:t>Identify Risks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altLang="en-US" dirty="0"/>
              <a:t>Assess likelihood and impact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altLang="en-US" dirty="0" smtClean="0"/>
              <a:t>Risk Evaluation</a:t>
            </a:r>
            <a:endParaRPr lang="en-GB" alt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altLang="en-US" dirty="0" smtClean="0"/>
              <a:t>Risk Plan and Improvements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87245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Risk Management Process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828800"/>
            <a:ext cx="2466975" cy="18478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685800"/>
            <a:ext cx="533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altLang="en-US" dirty="0" smtClean="0"/>
              <a:t>Risk Planning</a:t>
            </a:r>
            <a:endParaRPr lang="en-GB" alt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altLang="en-US" dirty="0" smtClean="0"/>
              <a:t>Risk Monitoring and Response </a:t>
            </a:r>
            <a:endParaRPr lang="en-GB" alt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altLang="en-US" dirty="0"/>
              <a:t>Rank risks and prioritise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altLang="en-US" dirty="0"/>
              <a:t>Define risk management approach &amp; actions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altLang="en-US" dirty="0"/>
              <a:t>Implement actions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altLang="en-US" dirty="0"/>
              <a:t>Monitor &amp; review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34208"/>
            <a:ext cx="4538662" cy="146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95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monitoring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91440" y="533400"/>
            <a:ext cx="86868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20738" indent="-28575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28725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6713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</a:tabLs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en-US" sz="2000" i="0" dirty="0" smtClean="0">
                <a:latin typeface="+mn-lt"/>
              </a:rPr>
              <a:t>Regular </a:t>
            </a:r>
            <a:r>
              <a:rPr lang="en-US" altLang="en-US" sz="2000" i="0" dirty="0">
                <a:latin typeface="+mn-lt"/>
              </a:rPr>
              <a:t>reviews of progress against schedule using WBS as basis (Plan against Baseline)</a:t>
            </a: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en-US" sz="2000" i="0" dirty="0" smtClean="0">
                <a:latin typeface="+mn-lt"/>
              </a:rPr>
              <a:t>Regular </a:t>
            </a:r>
            <a:r>
              <a:rPr lang="en-US" altLang="en-US" sz="2000" i="0" dirty="0">
                <a:latin typeface="+mn-lt"/>
              </a:rPr>
              <a:t>review of actual </a:t>
            </a:r>
            <a:r>
              <a:rPr lang="en-US" altLang="en-US" sz="2000" i="0" dirty="0" smtClean="0">
                <a:latin typeface="+mn-lt"/>
              </a:rPr>
              <a:t>costs</a:t>
            </a:r>
            <a:endParaRPr lang="en-US" altLang="en-US" sz="2000" i="0" dirty="0">
              <a:latin typeface="+mn-lt"/>
            </a:endParaRP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en-US" sz="2000" i="0" dirty="0" smtClean="0">
                <a:latin typeface="+mn-lt"/>
              </a:rPr>
              <a:t>Regular </a:t>
            </a:r>
            <a:r>
              <a:rPr lang="en-US" altLang="en-US" sz="2000" i="0" dirty="0">
                <a:latin typeface="+mn-lt"/>
              </a:rPr>
              <a:t>review of resource loading</a:t>
            </a: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en-US" sz="2000" i="0" dirty="0" smtClean="0">
                <a:latin typeface="+mn-lt"/>
              </a:rPr>
              <a:t>Regular </a:t>
            </a:r>
            <a:r>
              <a:rPr lang="en-US" altLang="en-US" sz="2000" i="0" dirty="0">
                <a:latin typeface="+mn-lt"/>
              </a:rPr>
              <a:t>progress meetings with project team</a:t>
            </a: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en-US" sz="2000" i="0" dirty="0" smtClean="0">
                <a:latin typeface="+mn-lt"/>
              </a:rPr>
              <a:t>Regular </a:t>
            </a:r>
            <a:r>
              <a:rPr lang="en-US" altLang="en-US" sz="2000" i="0" dirty="0">
                <a:latin typeface="+mn-lt"/>
              </a:rPr>
              <a:t>meetings with contractors</a:t>
            </a: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en-US" sz="2000" i="0" dirty="0" smtClean="0">
                <a:latin typeface="+mn-lt"/>
              </a:rPr>
              <a:t>Production </a:t>
            </a:r>
            <a:r>
              <a:rPr lang="en-US" altLang="en-US" sz="2000" i="0" dirty="0">
                <a:latin typeface="+mn-lt"/>
              </a:rPr>
              <a:t>of periodic progress reports</a:t>
            </a: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en-US" sz="2000" i="0" dirty="0" smtClean="0">
                <a:latin typeface="+mn-lt"/>
              </a:rPr>
              <a:t>Risk </a:t>
            </a:r>
            <a:r>
              <a:rPr lang="en-US" altLang="en-US" sz="2000" i="0" dirty="0">
                <a:latin typeface="+mn-lt"/>
              </a:rPr>
              <a:t>reviews</a:t>
            </a: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altLang="en-US" sz="2000" i="0" dirty="0" smtClean="0">
                <a:latin typeface="+mn-lt"/>
              </a:rPr>
              <a:t>Inspections</a:t>
            </a:r>
            <a:r>
              <a:rPr lang="en-US" altLang="en-US" sz="2000" i="0" dirty="0">
                <a:latin typeface="+mn-lt"/>
              </a:rPr>
              <a:t>/ audits</a:t>
            </a:r>
          </a:p>
          <a:p>
            <a:pPr algn="just">
              <a:spcBef>
                <a:spcPct val="20000"/>
              </a:spcBef>
            </a:pPr>
            <a:endParaRPr lang="en-GB" altLang="en-US" sz="2000" i="0" dirty="0">
              <a:latin typeface="+mn-lt"/>
            </a:endParaRPr>
          </a:p>
          <a:p>
            <a:pPr>
              <a:spcBef>
                <a:spcPct val="20000"/>
              </a:spcBef>
            </a:pPr>
            <a:endParaRPr lang="en-GB" altLang="en-US" sz="2400" i="0" dirty="0"/>
          </a:p>
        </p:txBody>
      </p:sp>
    </p:spTree>
    <p:extLst>
      <p:ext uri="{BB962C8B-B14F-4D97-AF65-F5344CB8AC3E}">
        <p14:creationId xmlns:p14="http://schemas.microsoft.com/office/powerpoint/2010/main" val="3700563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monitoring and control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838200"/>
            <a:ext cx="6248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Monitoring – collecting, recording and reporting information concerning project performance that project manager and others wish to know.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Controlling – uses data from monitor activity to bring actual performance to planned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4347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monitoring and control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838200"/>
            <a:ext cx="624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Why do we monitor?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What do we monitor?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When do we monitor?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How do we monitor?</a:t>
            </a:r>
          </a:p>
        </p:txBody>
      </p:sp>
    </p:spTree>
    <p:extLst>
      <p:ext uri="{BB962C8B-B14F-4D97-AF65-F5344CB8AC3E}">
        <p14:creationId xmlns:p14="http://schemas.microsoft.com/office/powerpoint/2010/main" val="510577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 we monitor?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838200"/>
            <a:ext cx="624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Simply because we know that things don’t always go according to plan (no matter how much we prepare)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To detect and react appropriately to deviations and changes to plan.</a:t>
            </a:r>
          </a:p>
        </p:txBody>
      </p:sp>
    </p:spTree>
    <p:extLst>
      <p:ext uri="{BB962C8B-B14F-4D97-AF65-F5344CB8AC3E}">
        <p14:creationId xmlns:p14="http://schemas.microsoft.com/office/powerpoint/2010/main" val="1724770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do </a:t>
            </a:r>
            <a:r>
              <a:rPr lang="en-IN" smtClean="0"/>
              <a:t>we Monitor?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6096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Human Resources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Space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Machines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Materials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Money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Time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Tasks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Quality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758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do </a:t>
            </a:r>
            <a:r>
              <a:rPr lang="en-IN" smtClean="0"/>
              <a:t>we Monitor?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2209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 smtClean="0"/>
              <a:t>Inputs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Time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Money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Resources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Tasks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Quality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181600" y="990600"/>
            <a:ext cx="2209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 smtClean="0"/>
              <a:t>Outputs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Progress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Cost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Job Start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Design changes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Variation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942581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When </a:t>
            </a:r>
            <a:r>
              <a:rPr lang="en-IN" dirty="0" smtClean="0"/>
              <a:t>do we Monitor?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838200"/>
            <a:ext cx="64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End of Project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Continuously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Regularly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Logically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While there is still time to react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As soon as possible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At task completion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At pre-planned decision points (Milestones)</a:t>
            </a:r>
          </a:p>
        </p:txBody>
      </p:sp>
    </p:spTree>
    <p:extLst>
      <p:ext uri="{BB962C8B-B14F-4D97-AF65-F5344CB8AC3E}">
        <p14:creationId xmlns:p14="http://schemas.microsoft.com/office/powerpoint/2010/main" val="51073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</a:t>
            </a:r>
            <a:r>
              <a:rPr lang="en-IN" dirty="0" smtClean="0"/>
              <a:t>do we Monitor?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838200"/>
            <a:ext cx="64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Through meetings with client, parties involved in project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For schedule – Update PERT charts, Gantt charts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Milestones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Reports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Test and inspections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Delivery or staggered delivery</a:t>
            </a:r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350235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Meetings – Some monitoring issues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6934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What problems do you have and what is being done to correct them?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What problems do you anticipate in future?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Do you need any resources you do not yet have?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Do you need information you do not have yet?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Do you know anything that will give you schedule difficulties?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Any possibilities your task will finish early/late?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Will your task be completed under/over/on budget.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783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Project Control Cycle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09600"/>
            <a:ext cx="4272699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39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Project Control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762000"/>
            <a:ext cx="723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Control – process and activities needed to correct deviations from plan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Control the triple constraints</a:t>
            </a:r>
          </a:p>
          <a:p>
            <a:pPr marL="742826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Time (schedule)</a:t>
            </a:r>
          </a:p>
          <a:p>
            <a:pPr marL="742826" lvl="1" indent="-285750">
              <a:buFont typeface="Wingdings" panose="05000000000000000000" pitchFamily="2" charset="2"/>
              <a:buChar char="Ø"/>
            </a:pPr>
            <a:r>
              <a:rPr lang="en-IN" dirty="0"/>
              <a:t>C</a:t>
            </a:r>
            <a:r>
              <a:rPr lang="en-IN" dirty="0" smtClean="0"/>
              <a:t>ost (budget, expenses </a:t>
            </a:r>
            <a:r>
              <a:rPr lang="en-IN" dirty="0" err="1" smtClean="0"/>
              <a:t>etc</a:t>
            </a:r>
            <a:r>
              <a:rPr lang="en-IN" dirty="0" smtClean="0"/>
              <a:t>)</a:t>
            </a:r>
          </a:p>
          <a:p>
            <a:pPr marL="742826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Performance (specifications, testing, results, </a:t>
            </a:r>
            <a:r>
              <a:rPr lang="en-IN" dirty="0" err="1" smtClean="0"/>
              <a:t>etc</a:t>
            </a:r>
            <a:r>
              <a:rPr lang="en-IN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4989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Websites to look at as </a:t>
            </a:r>
            <a:r>
              <a:rPr lang="en-US" b="1" dirty="0" smtClean="0">
                <a:solidFill>
                  <a:schemeClr val="accent1"/>
                </a:solidFill>
              </a:rPr>
              <a:t>Project </a:t>
            </a:r>
            <a:r>
              <a:rPr lang="en-US" b="1" dirty="0">
                <a:solidFill>
                  <a:schemeClr val="accent1"/>
                </a:solidFill>
              </a:rPr>
              <a:t>Management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711275" y="484011"/>
            <a:ext cx="7721451" cy="3382595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dirty="0"/>
              <a:t>https://www.pmi.org –  </a:t>
            </a:r>
            <a:r>
              <a:rPr lang="en-US" sz="1067" dirty="0" smtClean="0"/>
              <a:t>Project Management </a:t>
            </a:r>
            <a:endParaRPr lang="en-US" sz="1067" dirty="0"/>
          </a:p>
          <a:p>
            <a:pPr marL="0" indent="0">
              <a:buNone/>
            </a:pPr>
            <a:endParaRPr lang="en-US" sz="1067" dirty="0"/>
          </a:p>
          <a:p>
            <a:pPr marL="0" indent="0">
              <a:buNone/>
            </a:pPr>
            <a:r>
              <a:rPr lang="en-US" sz="1067" b="1" dirty="0">
                <a:hlinkClick r:id="rId2"/>
              </a:rPr>
              <a:t>https://www.cebglobal.com</a:t>
            </a:r>
            <a:r>
              <a:rPr lang="en-US" sz="1067" b="1" dirty="0" smtClean="0">
                <a:hlinkClick r:id="rId2"/>
              </a:rPr>
              <a:t>/</a:t>
            </a:r>
            <a:r>
              <a:rPr lang="en-US" sz="1067" b="1" dirty="0" smtClean="0"/>
              <a:t> -</a:t>
            </a:r>
            <a:r>
              <a:rPr lang="en-US" sz="1067" dirty="0" smtClean="0"/>
              <a:t>(PMO Leadership Council)</a:t>
            </a:r>
            <a:endParaRPr lang="en-US" sz="1067" dirty="0"/>
          </a:p>
          <a:p>
            <a:pPr marL="0" indent="0">
              <a:buNone/>
            </a:pPr>
            <a:endParaRPr lang="en-US" sz="1067" dirty="0"/>
          </a:p>
          <a:p>
            <a:pPr marL="0" indent="0">
              <a:buNone/>
            </a:pPr>
            <a:r>
              <a:rPr lang="en-US" sz="1067" dirty="0"/>
              <a:t>https://www.projectmanagement.com/- </a:t>
            </a:r>
            <a:r>
              <a:rPr lang="en-US" sz="1067" dirty="0" err="1" smtClean="0"/>
              <a:t>Webnairs</a:t>
            </a:r>
            <a:endParaRPr lang="en-US" sz="1067" dirty="0"/>
          </a:p>
          <a:p>
            <a:pPr marL="0" indent="0">
              <a:buNone/>
            </a:pPr>
            <a:endParaRPr lang="en-US" sz="1067" dirty="0"/>
          </a:p>
          <a:p>
            <a:pPr marL="0" indent="0">
              <a:buNone/>
            </a:pPr>
            <a:r>
              <a:rPr lang="en-US" sz="1067" dirty="0"/>
              <a:t>https://www.capterra.com/project-management-software/– </a:t>
            </a:r>
            <a:r>
              <a:rPr lang="en-US" sz="1067" dirty="0" smtClean="0"/>
              <a:t>Project Management Tools</a:t>
            </a:r>
            <a:endParaRPr lang="en-US" sz="1067" dirty="0"/>
          </a:p>
          <a:p>
            <a:pPr marL="0" indent="0">
              <a:buNone/>
            </a:pPr>
            <a:endParaRPr lang="en-US" sz="1067" dirty="0"/>
          </a:p>
          <a:p>
            <a:pPr marL="0" indent="0">
              <a:buNone/>
            </a:pPr>
            <a:r>
              <a:rPr lang="en-US" sz="1067" dirty="0"/>
              <a:t>https://www.slideshare.net/ostephens/project-management-tools-2014562- Project Management Tools</a:t>
            </a:r>
          </a:p>
          <a:p>
            <a:pPr marL="0" indent="0">
              <a:buNone/>
            </a:pPr>
            <a:r>
              <a:rPr lang="en-US" sz="1067" dirty="0" smtClean="0"/>
              <a:t>https</a:t>
            </a:r>
            <a:r>
              <a:rPr lang="en-US" sz="1067" dirty="0"/>
              <a:t>://www.pmbypm.com/difference-project-program-and-portfolio</a:t>
            </a:r>
            <a:r>
              <a:rPr lang="en-US" sz="1067" dirty="0" smtClean="0"/>
              <a:t>/</a:t>
            </a:r>
            <a:endParaRPr lang="en-US" sz="1067" dirty="0"/>
          </a:p>
          <a:p>
            <a:pPr marL="0" indent="0">
              <a:buNone/>
            </a:pPr>
            <a:r>
              <a:rPr lang="en-US" sz="1067" dirty="0">
                <a:hlinkClick r:id="rId3"/>
              </a:rPr>
              <a:t>https://</a:t>
            </a:r>
            <a:r>
              <a:rPr lang="en-US" sz="1067" dirty="0" smtClean="0">
                <a:hlinkClick r:id="rId3"/>
              </a:rPr>
              <a:t>www.youtube.com/watch?v=9LSnINglkQA</a:t>
            </a:r>
            <a:endParaRPr lang="en-US" sz="1067" dirty="0" smtClean="0"/>
          </a:p>
          <a:p>
            <a:pPr marL="0" indent="0">
              <a:buNone/>
            </a:pPr>
            <a:r>
              <a:rPr lang="en-US" sz="1067" dirty="0"/>
              <a:t>https://www.youtube.com/watch?v=6Or_9IRQHi4</a:t>
            </a:r>
          </a:p>
          <a:p>
            <a:pPr marL="0" indent="0">
              <a:buNone/>
            </a:pP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1511072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B491FB4-905F-488C-AD01-09867DFAF172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2101334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/>
              <a:t>Thank You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570298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reen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CL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rgbClr val="850909"/>
          </a:solidFill>
          <a:prstDash val="solid"/>
          <a:miter lim="800000"/>
          <a:headEnd type="none" w="sm" len="sm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rgbClr val="850909"/>
          </a:solidFill>
          <a:prstDash val="solid"/>
          <a:miter lim="800000"/>
          <a:headEnd type="none" w="sm" len="sm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CL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green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CL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rgbClr val="850909"/>
          </a:solidFill>
          <a:prstDash val="solid"/>
          <a:miter lim="800000"/>
          <a:headEnd type="none" w="sm" len="sm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rgbClr val="850909"/>
          </a:solidFill>
          <a:prstDash val="solid"/>
          <a:miter lim="800000"/>
          <a:headEnd type="none" w="sm" len="sm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CL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L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L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4076F001B14246A5D36FF331875CF6" ma:contentTypeVersion="0" ma:contentTypeDescription="Create a new document." ma:contentTypeScope="" ma:versionID="453df6b1801b60ce3dbd0e17a508945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6F3C27-6CDE-46F9-A529-CC64F2CAE6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EAFD92-DF39-42D0-81A8-BFF11B241C6F}">
  <ds:schemaRefs>
    <ds:schemaRef ds:uri="http://purl.org/dc/elements/1.1/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96547BA-7BF0-4693-9ABE-05694BA8C7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17265</TotalTime>
  <Words>987</Words>
  <Application>Microsoft Office PowerPoint</Application>
  <PresentationFormat>Custom</PresentationFormat>
  <Paragraphs>222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Arial Rounded MT Bold</vt:lpstr>
      <vt:lpstr>Calibri</vt:lpstr>
      <vt:lpstr>Garamond</vt:lpstr>
      <vt:lpstr>Times New Roman</vt:lpstr>
      <vt:lpstr>Trebuchet MS</vt:lpstr>
      <vt:lpstr>Wingdings</vt:lpstr>
      <vt:lpstr>Wingdings 2</vt:lpstr>
      <vt:lpstr>Office Theme</vt:lpstr>
      <vt:lpstr>greentheme</vt:lpstr>
      <vt:lpstr>1_greentheme</vt:lpstr>
      <vt:lpstr>PowerPoint Presentation</vt:lpstr>
      <vt:lpstr>Agenda</vt:lpstr>
      <vt:lpstr>Recap of Previous Session</vt:lpstr>
      <vt:lpstr>Project Management Phases</vt:lpstr>
      <vt:lpstr>Quality Management</vt:lpstr>
      <vt:lpstr>Quality Management</vt:lpstr>
      <vt:lpstr>Quality Management</vt:lpstr>
      <vt:lpstr>Quality Management</vt:lpstr>
      <vt:lpstr>Risk Management</vt:lpstr>
      <vt:lpstr>Project Risk</vt:lpstr>
      <vt:lpstr>Risk Impact</vt:lpstr>
      <vt:lpstr>Risk Management Process</vt:lpstr>
      <vt:lpstr>Risk Management Process</vt:lpstr>
      <vt:lpstr>Project monitoring</vt:lpstr>
      <vt:lpstr>Project monitoring and control</vt:lpstr>
      <vt:lpstr>Project monitoring and control</vt:lpstr>
      <vt:lpstr>Why do we monitor?</vt:lpstr>
      <vt:lpstr>What do we Monitor?</vt:lpstr>
      <vt:lpstr>What do we Monitor?</vt:lpstr>
      <vt:lpstr>When do we Monitor?</vt:lpstr>
      <vt:lpstr>How do we Monitor?</vt:lpstr>
      <vt:lpstr>Meetings – Some monitoring issues</vt:lpstr>
      <vt:lpstr>Project Control Cycle</vt:lpstr>
      <vt:lpstr>Project Control</vt:lpstr>
      <vt:lpstr>Websites to look at as Project Management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Sanjay Yadav</dc:creator>
  <cp:lastModifiedBy>Niyali Kaul</cp:lastModifiedBy>
  <cp:revision>2053</cp:revision>
  <dcterms:created xsi:type="dcterms:W3CDTF">2013-04-16T11:47:47Z</dcterms:created>
  <dcterms:modified xsi:type="dcterms:W3CDTF">2018-02-02T16:28:50Z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0x010100B74076F001B14246A5D36FF331875CF6</vt:lpwstr>
  </property>
</Properties>
</file>