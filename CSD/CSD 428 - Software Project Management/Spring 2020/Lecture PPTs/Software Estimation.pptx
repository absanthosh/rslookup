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314" r:id="rId2"/>
    <p:sldId id="315" r:id="rId3"/>
    <p:sldId id="423" r:id="rId4"/>
    <p:sldId id="426" r:id="rId5"/>
    <p:sldId id="427" r:id="rId6"/>
    <p:sldId id="437" r:id="rId7"/>
    <p:sldId id="438" r:id="rId8"/>
    <p:sldId id="439" r:id="rId9"/>
    <p:sldId id="436" r:id="rId10"/>
    <p:sldId id="329" r:id="rId11"/>
  </p:sldIdLst>
  <p:sldSz cx="9144000" cy="4572000"/>
  <p:notesSz cx="6858000" cy="9144000"/>
  <p:defaultTextStyle>
    <a:defPPr>
      <a:defRPr lang="en-US"/>
    </a:defPPr>
    <a:lvl1pPr marL="0" algn="l" defTabSz="879152" rtl="0" eaLnBrk="1" latinLnBrk="0" hangingPunct="1">
      <a:defRPr sz="1700" kern="1200">
        <a:solidFill>
          <a:schemeClr val="tx1"/>
        </a:solidFill>
        <a:latin typeface="+mn-lt"/>
        <a:ea typeface="+mn-ea"/>
        <a:cs typeface="+mn-cs"/>
      </a:defRPr>
    </a:lvl1pPr>
    <a:lvl2pPr marL="439575" algn="l" defTabSz="879152" rtl="0" eaLnBrk="1" latinLnBrk="0" hangingPunct="1">
      <a:defRPr sz="1700" kern="1200">
        <a:solidFill>
          <a:schemeClr val="tx1"/>
        </a:solidFill>
        <a:latin typeface="+mn-lt"/>
        <a:ea typeface="+mn-ea"/>
        <a:cs typeface="+mn-cs"/>
      </a:defRPr>
    </a:lvl2pPr>
    <a:lvl3pPr marL="879152" algn="l" defTabSz="879152" rtl="0" eaLnBrk="1" latinLnBrk="0" hangingPunct="1">
      <a:defRPr sz="1700" kern="1200">
        <a:solidFill>
          <a:schemeClr val="tx1"/>
        </a:solidFill>
        <a:latin typeface="+mn-lt"/>
        <a:ea typeface="+mn-ea"/>
        <a:cs typeface="+mn-cs"/>
      </a:defRPr>
    </a:lvl3pPr>
    <a:lvl4pPr marL="1318728" algn="l" defTabSz="879152" rtl="0" eaLnBrk="1" latinLnBrk="0" hangingPunct="1">
      <a:defRPr sz="1700" kern="1200">
        <a:solidFill>
          <a:schemeClr val="tx1"/>
        </a:solidFill>
        <a:latin typeface="+mn-lt"/>
        <a:ea typeface="+mn-ea"/>
        <a:cs typeface="+mn-cs"/>
      </a:defRPr>
    </a:lvl4pPr>
    <a:lvl5pPr marL="1758303" algn="l" defTabSz="879152" rtl="0" eaLnBrk="1" latinLnBrk="0" hangingPunct="1">
      <a:defRPr sz="1700" kern="1200">
        <a:solidFill>
          <a:schemeClr val="tx1"/>
        </a:solidFill>
        <a:latin typeface="+mn-lt"/>
        <a:ea typeface="+mn-ea"/>
        <a:cs typeface="+mn-cs"/>
      </a:defRPr>
    </a:lvl5pPr>
    <a:lvl6pPr marL="2197880" algn="l" defTabSz="879152" rtl="0" eaLnBrk="1" latinLnBrk="0" hangingPunct="1">
      <a:defRPr sz="1700" kern="1200">
        <a:solidFill>
          <a:schemeClr val="tx1"/>
        </a:solidFill>
        <a:latin typeface="+mn-lt"/>
        <a:ea typeface="+mn-ea"/>
        <a:cs typeface="+mn-cs"/>
      </a:defRPr>
    </a:lvl6pPr>
    <a:lvl7pPr marL="2637455" algn="l" defTabSz="879152" rtl="0" eaLnBrk="1" latinLnBrk="0" hangingPunct="1">
      <a:defRPr sz="1700" kern="1200">
        <a:solidFill>
          <a:schemeClr val="tx1"/>
        </a:solidFill>
        <a:latin typeface="+mn-lt"/>
        <a:ea typeface="+mn-ea"/>
        <a:cs typeface="+mn-cs"/>
      </a:defRPr>
    </a:lvl7pPr>
    <a:lvl8pPr marL="3077032" algn="l" defTabSz="879152" rtl="0" eaLnBrk="1" latinLnBrk="0" hangingPunct="1">
      <a:defRPr sz="1700" kern="1200">
        <a:solidFill>
          <a:schemeClr val="tx1"/>
        </a:solidFill>
        <a:latin typeface="+mn-lt"/>
        <a:ea typeface="+mn-ea"/>
        <a:cs typeface="+mn-cs"/>
      </a:defRPr>
    </a:lvl8pPr>
    <a:lvl9pPr marL="3516608" algn="l" defTabSz="879152" rtl="0" eaLnBrk="1" latinLnBrk="0" hangingPunct="1">
      <a:defRPr sz="17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2177B1"/>
    <a:srgbClr val="4F7B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05" autoAdjust="0"/>
    <p:restoredTop sz="94660"/>
  </p:normalViewPr>
  <p:slideViewPr>
    <p:cSldViewPr>
      <p:cViewPr varScale="1">
        <p:scale>
          <a:sx n="108" d="100"/>
          <a:sy n="108" d="100"/>
        </p:scale>
        <p:origin x="654" y="102"/>
      </p:cViewPr>
      <p:guideLst>
        <p:guide orient="horz" pos="144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A2FC74-C96E-4BD6-81C4-68FDF1968E9F}"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US"/>
        </a:p>
      </dgm:t>
    </dgm:pt>
    <dgm:pt modelId="{E29DE875-EA63-4F9F-9960-ED082C249908}">
      <dgm:prSet phldrT="[Text]" custT="1"/>
      <dgm:spPr/>
      <dgm:t>
        <a:bodyPr/>
        <a:lstStyle/>
        <a:p>
          <a:r>
            <a:rPr lang="en-US" sz="1400" dirty="0" smtClean="0"/>
            <a:t>Software Estimation Definition &amp; Principles</a:t>
          </a:r>
          <a:endParaRPr lang="en-US" sz="1400" dirty="0"/>
        </a:p>
      </dgm:t>
    </dgm:pt>
    <dgm:pt modelId="{66BE2BEF-C0FA-41EB-A76D-4A9D0A5A507C}" type="parTrans" cxnId="{C9E2946E-3DC1-4B31-9E5F-AFDAE5FF3CC7}">
      <dgm:prSet/>
      <dgm:spPr/>
      <dgm:t>
        <a:bodyPr/>
        <a:lstStyle/>
        <a:p>
          <a:endParaRPr lang="en-US"/>
        </a:p>
      </dgm:t>
    </dgm:pt>
    <dgm:pt modelId="{8811191D-0915-4070-A41B-B763D143AD9D}" type="sibTrans" cxnId="{C9E2946E-3DC1-4B31-9E5F-AFDAE5FF3CC7}">
      <dgm:prSet/>
      <dgm:spPr/>
      <dgm:t>
        <a:bodyPr/>
        <a:lstStyle/>
        <a:p>
          <a:endParaRPr lang="en-US"/>
        </a:p>
      </dgm:t>
    </dgm:pt>
    <dgm:pt modelId="{F11C19AD-869E-478E-B66E-1EDDCB496F03}">
      <dgm:prSet phldrT="[Text]" custT="1"/>
      <dgm:spPr/>
      <dgm:t>
        <a:bodyPr/>
        <a:lstStyle/>
        <a:p>
          <a:r>
            <a:rPr lang="en-US" sz="1400" dirty="0" smtClean="0"/>
            <a:t>Software Project Estimation Techniques – Function Points</a:t>
          </a:r>
          <a:endParaRPr lang="en-US" sz="1400" dirty="0"/>
        </a:p>
      </dgm:t>
    </dgm:pt>
    <dgm:pt modelId="{A60B8E35-B505-401B-9E76-EDDE9CB55931}" type="parTrans" cxnId="{EDA1654C-7016-4182-8ADF-2CC223E5176C}">
      <dgm:prSet/>
      <dgm:spPr/>
      <dgm:t>
        <a:bodyPr/>
        <a:lstStyle/>
        <a:p>
          <a:endParaRPr lang="en-US"/>
        </a:p>
      </dgm:t>
    </dgm:pt>
    <dgm:pt modelId="{E44A4B46-987B-4806-A780-03AA2DC55448}" type="sibTrans" cxnId="{EDA1654C-7016-4182-8ADF-2CC223E5176C}">
      <dgm:prSet/>
      <dgm:spPr/>
      <dgm:t>
        <a:bodyPr/>
        <a:lstStyle/>
        <a:p>
          <a:endParaRPr lang="en-US"/>
        </a:p>
      </dgm:t>
    </dgm:pt>
    <dgm:pt modelId="{AD0DB319-B78D-48CE-9B95-9BCB9BA383A3}">
      <dgm:prSet phldrT="[Text]" custT="1"/>
      <dgm:spPr/>
      <dgm:t>
        <a:bodyPr/>
        <a:lstStyle/>
        <a:p>
          <a:r>
            <a:rPr lang="en-US" sz="1400" dirty="0" smtClean="0"/>
            <a:t>Software Project Estimation Techniques – Planning Poker</a:t>
          </a:r>
          <a:endParaRPr lang="en-US" sz="1400" dirty="0"/>
        </a:p>
      </dgm:t>
    </dgm:pt>
    <dgm:pt modelId="{BA091430-9B4D-4A2E-A2A5-43C8B9D7F1A5}" type="parTrans" cxnId="{5C35DE8A-3CB4-496D-84E2-5890AE10345D}">
      <dgm:prSet/>
      <dgm:spPr/>
      <dgm:t>
        <a:bodyPr/>
        <a:lstStyle/>
        <a:p>
          <a:endParaRPr lang="en-US"/>
        </a:p>
      </dgm:t>
    </dgm:pt>
    <dgm:pt modelId="{49ACF1B1-852F-45F3-91F7-653897C97523}" type="sibTrans" cxnId="{5C35DE8A-3CB4-496D-84E2-5890AE10345D}">
      <dgm:prSet/>
      <dgm:spPr/>
      <dgm:t>
        <a:bodyPr/>
        <a:lstStyle/>
        <a:p>
          <a:endParaRPr lang="en-US"/>
        </a:p>
      </dgm:t>
    </dgm:pt>
    <dgm:pt modelId="{9FD8C803-66C4-441E-955E-C658FF89E754}">
      <dgm:prSet phldrT="[Text]" custT="1"/>
      <dgm:spPr/>
      <dgm:t>
        <a:bodyPr/>
        <a:lstStyle/>
        <a:p>
          <a:r>
            <a:rPr lang="en-US" sz="1400" dirty="0" smtClean="0"/>
            <a:t>Software Project Estimation Techniques – Other Techniques</a:t>
          </a:r>
          <a:endParaRPr lang="en-US" sz="1400" dirty="0"/>
        </a:p>
      </dgm:t>
    </dgm:pt>
    <dgm:pt modelId="{047D83C8-4831-4789-8AC7-ED6311972A9D}" type="parTrans" cxnId="{DEE4C5DF-CE29-417C-A5AF-398FEF32B080}">
      <dgm:prSet/>
      <dgm:spPr/>
      <dgm:t>
        <a:bodyPr/>
        <a:lstStyle/>
        <a:p>
          <a:endParaRPr lang="en-US"/>
        </a:p>
      </dgm:t>
    </dgm:pt>
    <dgm:pt modelId="{BA0C7B0C-8EDC-4272-B033-CAF986CD2360}" type="sibTrans" cxnId="{DEE4C5DF-CE29-417C-A5AF-398FEF32B080}">
      <dgm:prSet/>
      <dgm:spPr/>
      <dgm:t>
        <a:bodyPr/>
        <a:lstStyle/>
        <a:p>
          <a:endParaRPr lang="en-US"/>
        </a:p>
      </dgm:t>
    </dgm:pt>
    <dgm:pt modelId="{49510151-0BA4-47E6-885D-6333F15301D2}">
      <dgm:prSet phldrT="[Text]" custT="1"/>
      <dgm:spPr/>
      <dgm:t>
        <a:bodyPr/>
        <a:lstStyle/>
        <a:p>
          <a:r>
            <a:rPr lang="en-US" sz="1400" dirty="0" smtClean="0"/>
            <a:t>General Project Estimation Approach</a:t>
          </a:r>
          <a:endParaRPr lang="en-US" sz="1400" dirty="0"/>
        </a:p>
      </dgm:t>
    </dgm:pt>
    <dgm:pt modelId="{CA4F43AC-ED12-457E-BC06-8D22805B127D}" type="parTrans" cxnId="{A6872E7B-AAA0-494C-A5A5-18A8B7FFF647}">
      <dgm:prSet/>
      <dgm:spPr/>
      <dgm:t>
        <a:bodyPr/>
        <a:lstStyle/>
        <a:p>
          <a:endParaRPr lang="en-US"/>
        </a:p>
      </dgm:t>
    </dgm:pt>
    <dgm:pt modelId="{1BCA46BD-866C-4ECF-AD1D-03522055FF0B}" type="sibTrans" cxnId="{A6872E7B-AAA0-494C-A5A5-18A8B7FFF647}">
      <dgm:prSet/>
      <dgm:spPr/>
      <dgm:t>
        <a:bodyPr/>
        <a:lstStyle/>
        <a:p>
          <a:endParaRPr lang="en-US"/>
        </a:p>
      </dgm:t>
    </dgm:pt>
    <dgm:pt modelId="{BFD673FC-8F37-464E-9FD2-241B8BE455D4}" type="pres">
      <dgm:prSet presAssocID="{34A2FC74-C96E-4BD6-81C4-68FDF1968E9F}" presName="Name0" presStyleCnt="0">
        <dgm:presLayoutVars>
          <dgm:chMax val="7"/>
          <dgm:chPref val="7"/>
          <dgm:dir/>
        </dgm:presLayoutVars>
      </dgm:prSet>
      <dgm:spPr/>
      <dgm:t>
        <a:bodyPr/>
        <a:lstStyle/>
        <a:p>
          <a:endParaRPr lang="en-US"/>
        </a:p>
      </dgm:t>
    </dgm:pt>
    <dgm:pt modelId="{1B459C72-53BE-4CFB-A3B1-6914398A0905}" type="pres">
      <dgm:prSet presAssocID="{34A2FC74-C96E-4BD6-81C4-68FDF1968E9F}" presName="Name1" presStyleCnt="0"/>
      <dgm:spPr/>
    </dgm:pt>
    <dgm:pt modelId="{608445CA-6C1A-46DD-B02E-2B2AFD61CF15}" type="pres">
      <dgm:prSet presAssocID="{34A2FC74-C96E-4BD6-81C4-68FDF1968E9F}" presName="cycle" presStyleCnt="0"/>
      <dgm:spPr/>
    </dgm:pt>
    <dgm:pt modelId="{A0A0BC77-CC11-40E5-914F-78894DD5D161}" type="pres">
      <dgm:prSet presAssocID="{34A2FC74-C96E-4BD6-81C4-68FDF1968E9F}" presName="srcNode" presStyleLbl="node1" presStyleIdx="0" presStyleCnt="5"/>
      <dgm:spPr/>
    </dgm:pt>
    <dgm:pt modelId="{E730BF0B-C986-4C86-9151-8F36D6E37934}" type="pres">
      <dgm:prSet presAssocID="{34A2FC74-C96E-4BD6-81C4-68FDF1968E9F}" presName="conn" presStyleLbl="parChTrans1D2" presStyleIdx="0" presStyleCnt="1"/>
      <dgm:spPr/>
      <dgm:t>
        <a:bodyPr/>
        <a:lstStyle/>
        <a:p>
          <a:endParaRPr lang="en-US"/>
        </a:p>
      </dgm:t>
    </dgm:pt>
    <dgm:pt modelId="{DEA4B5AF-1641-409B-BDB9-B1C4EB5458B9}" type="pres">
      <dgm:prSet presAssocID="{34A2FC74-C96E-4BD6-81C4-68FDF1968E9F}" presName="extraNode" presStyleLbl="node1" presStyleIdx="0" presStyleCnt="5"/>
      <dgm:spPr/>
    </dgm:pt>
    <dgm:pt modelId="{14DAB499-2F94-4057-93DF-381670C09A2A}" type="pres">
      <dgm:prSet presAssocID="{34A2FC74-C96E-4BD6-81C4-68FDF1968E9F}" presName="dstNode" presStyleLbl="node1" presStyleIdx="0" presStyleCnt="5"/>
      <dgm:spPr/>
    </dgm:pt>
    <dgm:pt modelId="{57F117B3-8424-49B9-B649-849637E45EDC}" type="pres">
      <dgm:prSet presAssocID="{E29DE875-EA63-4F9F-9960-ED082C249908}" presName="text_1" presStyleLbl="node1" presStyleIdx="0" presStyleCnt="5">
        <dgm:presLayoutVars>
          <dgm:bulletEnabled val="1"/>
        </dgm:presLayoutVars>
      </dgm:prSet>
      <dgm:spPr/>
      <dgm:t>
        <a:bodyPr/>
        <a:lstStyle/>
        <a:p>
          <a:endParaRPr lang="en-US"/>
        </a:p>
      </dgm:t>
    </dgm:pt>
    <dgm:pt modelId="{AAB6F261-C8AF-4DF3-B10F-A15216E6E30E}" type="pres">
      <dgm:prSet presAssocID="{E29DE875-EA63-4F9F-9960-ED082C249908}" presName="accent_1" presStyleCnt="0"/>
      <dgm:spPr/>
    </dgm:pt>
    <dgm:pt modelId="{A29A6DA5-8060-450E-A3C3-A03D67164023}" type="pres">
      <dgm:prSet presAssocID="{E29DE875-EA63-4F9F-9960-ED082C249908}" presName="accentRepeatNode" presStyleLbl="solidFgAcc1" presStyleIdx="0" presStyleCnt="5"/>
      <dgm:spPr/>
    </dgm:pt>
    <dgm:pt modelId="{CDD32D02-6B73-4DA9-A82D-7C52209B9BA7}" type="pres">
      <dgm:prSet presAssocID="{49510151-0BA4-47E6-885D-6333F15301D2}" presName="text_2" presStyleLbl="node1" presStyleIdx="1" presStyleCnt="5">
        <dgm:presLayoutVars>
          <dgm:bulletEnabled val="1"/>
        </dgm:presLayoutVars>
      </dgm:prSet>
      <dgm:spPr/>
      <dgm:t>
        <a:bodyPr/>
        <a:lstStyle/>
        <a:p>
          <a:endParaRPr lang="en-US"/>
        </a:p>
      </dgm:t>
    </dgm:pt>
    <dgm:pt modelId="{5B968791-56FB-4568-9E98-9EA31A759FD6}" type="pres">
      <dgm:prSet presAssocID="{49510151-0BA4-47E6-885D-6333F15301D2}" presName="accent_2" presStyleCnt="0"/>
      <dgm:spPr/>
    </dgm:pt>
    <dgm:pt modelId="{CAC2FE08-AEE6-43EB-AF73-8CBC9707A404}" type="pres">
      <dgm:prSet presAssocID="{49510151-0BA4-47E6-885D-6333F15301D2}" presName="accentRepeatNode" presStyleLbl="solidFgAcc1" presStyleIdx="1" presStyleCnt="5"/>
      <dgm:spPr/>
    </dgm:pt>
    <dgm:pt modelId="{2E5B6475-06A6-4713-9144-A0E610C97DAD}" type="pres">
      <dgm:prSet presAssocID="{F11C19AD-869E-478E-B66E-1EDDCB496F03}" presName="text_3" presStyleLbl="node1" presStyleIdx="2" presStyleCnt="5">
        <dgm:presLayoutVars>
          <dgm:bulletEnabled val="1"/>
        </dgm:presLayoutVars>
      </dgm:prSet>
      <dgm:spPr/>
      <dgm:t>
        <a:bodyPr/>
        <a:lstStyle/>
        <a:p>
          <a:endParaRPr lang="en-US"/>
        </a:p>
      </dgm:t>
    </dgm:pt>
    <dgm:pt modelId="{0DE7821B-7636-4B77-82AB-F0D4893A1A50}" type="pres">
      <dgm:prSet presAssocID="{F11C19AD-869E-478E-B66E-1EDDCB496F03}" presName="accent_3" presStyleCnt="0"/>
      <dgm:spPr/>
    </dgm:pt>
    <dgm:pt modelId="{5C0299ED-65B5-4B35-A1E0-73000E191E74}" type="pres">
      <dgm:prSet presAssocID="{F11C19AD-869E-478E-B66E-1EDDCB496F03}" presName="accentRepeatNode" presStyleLbl="solidFgAcc1" presStyleIdx="2" presStyleCnt="5"/>
      <dgm:spPr/>
    </dgm:pt>
    <dgm:pt modelId="{DF35FC62-98B4-42C9-A77B-4CD6AC8CE48C}" type="pres">
      <dgm:prSet presAssocID="{AD0DB319-B78D-48CE-9B95-9BCB9BA383A3}" presName="text_4" presStyleLbl="node1" presStyleIdx="3" presStyleCnt="5">
        <dgm:presLayoutVars>
          <dgm:bulletEnabled val="1"/>
        </dgm:presLayoutVars>
      </dgm:prSet>
      <dgm:spPr/>
      <dgm:t>
        <a:bodyPr/>
        <a:lstStyle/>
        <a:p>
          <a:endParaRPr lang="en-US"/>
        </a:p>
      </dgm:t>
    </dgm:pt>
    <dgm:pt modelId="{817E1553-4F92-4BEB-83D9-1AAE2018273B}" type="pres">
      <dgm:prSet presAssocID="{AD0DB319-B78D-48CE-9B95-9BCB9BA383A3}" presName="accent_4" presStyleCnt="0"/>
      <dgm:spPr/>
    </dgm:pt>
    <dgm:pt modelId="{EEE15589-E0E6-40EF-B998-7D25FCF577CB}" type="pres">
      <dgm:prSet presAssocID="{AD0DB319-B78D-48CE-9B95-9BCB9BA383A3}" presName="accentRepeatNode" presStyleLbl="solidFgAcc1" presStyleIdx="3" presStyleCnt="5"/>
      <dgm:spPr/>
    </dgm:pt>
    <dgm:pt modelId="{A75E0ED0-C662-48A4-A81F-6490D93F878F}" type="pres">
      <dgm:prSet presAssocID="{9FD8C803-66C4-441E-955E-C658FF89E754}" presName="text_5" presStyleLbl="node1" presStyleIdx="4" presStyleCnt="5">
        <dgm:presLayoutVars>
          <dgm:bulletEnabled val="1"/>
        </dgm:presLayoutVars>
      </dgm:prSet>
      <dgm:spPr/>
      <dgm:t>
        <a:bodyPr/>
        <a:lstStyle/>
        <a:p>
          <a:endParaRPr lang="en-US"/>
        </a:p>
      </dgm:t>
    </dgm:pt>
    <dgm:pt modelId="{0F1222AC-95E7-41E0-9CCA-EEF342D472CA}" type="pres">
      <dgm:prSet presAssocID="{9FD8C803-66C4-441E-955E-C658FF89E754}" presName="accent_5" presStyleCnt="0"/>
      <dgm:spPr/>
    </dgm:pt>
    <dgm:pt modelId="{E9501BE9-4E30-4F15-9177-54360792454B}" type="pres">
      <dgm:prSet presAssocID="{9FD8C803-66C4-441E-955E-C658FF89E754}" presName="accentRepeatNode" presStyleLbl="solidFgAcc1" presStyleIdx="4" presStyleCnt="5"/>
      <dgm:spPr/>
    </dgm:pt>
  </dgm:ptLst>
  <dgm:cxnLst>
    <dgm:cxn modelId="{8717BE27-BBA9-4385-A858-3F1D731719B6}" type="presOf" srcId="{34A2FC74-C96E-4BD6-81C4-68FDF1968E9F}" destId="{BFD673FC-8F37-464E-9FD2-241B8BE455D4}" srcOrd="0" destOrd="0" presId="urn:microsoft.com/office/officeart/2008/layout/VerticalCurvedList"/>
    <dgm:cxn modelId="{9920B6AE-D949-4E85-BEB5-47B63BB8FF87}" type="presOf" srcId="{F11C19AD-869E-478E-B66E-1EDDCB496F03}" destId="{2E5B6475-06A6-4713-9144-A0E610C97DAD}" srcOrd="0" destOrd="0" presId="urn:microsoft.com/office/officeart/2008/layout/VerticalCurvedList"/>
    <dgm:cxn modelId="{C9E2946E-3DC1-4B31-9E5F-AFDAE5FF3CC7}" srcId="{34A2FC74-C96E-4BD6-81C4-68FDF1968E9F}" destId="{E29DE875-EA63-4F9F-9960-ED082C249908}" srcOrd="0" destOrd="0" parTransId="{66BE2BEF-C0FA-41EB-A76D-4A9D0A5A507C}" sibTransId="{8811191D-0915-4070-A41B-B763D143AD9D}"/>
    <dgm:cxn modelId="{A6872E7B-AAA0-494C-A5A5-18A8B7FFF647}" srcId="{34A2FC74-C96E-4BD6-81C4-68FDF1968E9F}" destId="{49510151-0BA4-47E6-885D-6333F15301D2}" srcOrd="1" destOrd="0" parTransId="{CA4F43AC-ED12-457E-BC06-8D22805B127D}" sibTransId="{1BCA46BD-866C-4ECF-AD1D-03522055FF0B}"/>
    <dgm:cxn modelId="{B2D70017-96B8-4103-8D8E-8CFA87E2D98A}" type="presOf" srcId="{9FD8C803-66C4-441E-955E-C658FF89E754}" destId="{A75E0ED0-C662-48A4-A81F-6490D93F878F}" srcOrd="0" destOrd="0" presId="urn:microsoft.com/office/officeart/2008/layout/VerticalCurvedList"/>
    <dgm:cxn modelId="{A3946A88-5165-44FA-8628-00D5431E8E37}" type="presOf" srcId="{8811191D-0915-4070-A41B-B763D143AD9D}" destId="{E730BF0B-C986-4C86-9151-8F36D6E37934}" srcOrd="0" destOrd="0" presId="urn:microsoft.com/office/officeart/2008/layout/VerticalCurvedList"/>
    <dgm:cxn modelId="{5C35DE8A-3CB4-496D-84E2-5890AE10345D}" srcId="{34A2FC74-C96E-4BD6-81C4-68FDF1968E9F}" destId="{AD0DB319-B78D-48CE-9B95-9BCB9BA383A3}" srcOrd="3" destOrd="0" parTransId="{BA091430-9B4D-4A2E-A2A5-43C8B9D7F1A5}" sibTransId="{49ACF1B1-852F-45F3-91F7-653897C97523}"/>
    <dgm:cxn modelId="{4F414A51-04A5-4F8F-B3EA-7FA6BDF0D93C}" type="presOf" srcId="{49510151-0BA4-47E6-885D-6333F15301D2}" destId="{CDD32D02-6B73-4DA9-A82D-7C52209B9BA7}" srcOrd="0" destOrd="0" presId="urn:microsoft.com/office/officeart/2008/layout/VerticalCurvedList"/>
    <dgm:cxn modelId="{FD9C1CC9-06C7-4675-8F9B-84DBF1E46A11}" type="presOf" srcId="{AD0DB319-B78D-48CE-9B95-9BCB9BA383A3}" destId="{DF35FC62-98B4-42C9-A77B-4CD6AC8CE48C}" srcOrd="0" destOrd="0" presId="urn:microsoft.com/office/officeart/2008/layout/VerticalCurvedList"/>
    <dgm:cxn modelId="{EBA1B9B5-C19B-4119-9A14-9F664B7E5446}" type="presOf" srcId="{E29DE875-EA63-4F9F-9960-ED082C249908}" destId="{57F117B3-8424-49B9-B649-849637E45EDC}" srcOrd="0" destOrd="0" presId="urn:microsoft.com/office/officeart/2008/layout/VerticalCurvedList"/>
    <dgm:cxn modelId="{DEE4C5DF-CE29-417C-A5AF-398FEF32B080}" srcId="{34A2FC74-C96E-4BD6-81C4-68FDF1968E9F}" destId="{9FD8C803-66C4-441E-955E-C658FF89E754}" srcOrd="4" destOrd="0" parTransId="{047D83C8-4831-4789-8AC7-ED6311972A9D}" sibTransId="{BA0C7B0C-8EDC-4272-B033-CAF986CD2360}"/>
    <dgm:cxn modelId="{EDA1654C-7016-4182-8ADF-2CC223E5176C}" srcId="{34A2FC74-C96E-4BD6-81C4-68FDF1968E9F}" destId="{F11C19AD-869E-478E-B66E-1EDDCB496F03}" srcOrd="2" destOrd="0" parTransId="{A60B8E35-B505-401B-9E76-EDDE9CB55931}" sibTransId="{E44A4B46-987B-4806-A780-03AA2DC55448}"/>
    <dgm:cxn modelId="{9F24E3E3-E435-4F7E-A3F2-5DEA8320F0C9}" type="presParOf" srcId="{BFD673FC-8F37-464E-9FD2-241B8BE455D4}" destId="{1B459C72-53BE-4CFB-A3B1-6914398A0905}" srcOrd="0" destOrd="0" presId="urn:microsoft.com/office/officeart/2008/layout/VerticalCurvedList"/>
    <dgm:cxn modelId="{D0555D1B-EC19-49DD-B0B9-E77FCFFD9D27}" type="presParOf" srcId="{1B459C72-53BE-4CFB-A3B1-6914398A0905}" destId="{608445CA-6C1A-46DD-B02E-2B2AFD61CF15}" srcOrd="0" destOrd="0" presId="urn:microsoft.com/office/officeart/2008/layout/VerticalCurvedList"/>
    <dgm:cxn modelId="{29DC29BD-73E6-404C-B1D1-DF9F3FD8D255}" type="presParOf" srcId="{608445CA-6C1A-46DD-B02E-2B2AFD61CF15}" destId="{A0A0BC77-CC11-40E5-914F-78894DD5D161}" srcOrd="0" destOrd="0" presId="urn:microsoft.com/office/officeart/2008/layout/VerticalCurvedList"/>
    <dgm:cxn modelId="{D71AFF66-47AF-4174-9791-E436B5819869}" type="presParOf" srcId="{608445CA-6C1A-46DD-B02E-2B2AFD61CF15}" destId="{E730BF0B-C986-4C86-9151-8F36D6E37934}" srcOrd="1" destOrd="0" presId="urn:microsoft.com/office/officeart/2008/layout/VerticalCurvedList"/>
    <dgm:cxn modelId="{DE184351-410B-472C-BCD4-BCF88A5FBCAE}" type="presParOf" srcId="{608445CA-6C1A-46DD-B02E-2B2AFD61CF15}" destId="{DEA4B5AF-1641-409B-BDB9-B1C4EB5458B9}" srcOrd="2" destOrd="0" presId="urn:microsoft.com/office/officeart/2008/layout/VerticalCurvedList"/>
    <dgm:cxn modelId="{BCF45B8D-D716-4E1A-A4DF-A5EDF2646F61}" type="presParOf" srcId="{608445CA-6C1A-46DD-B02E-2B2AFD61CF15}" destId="{14DAB499-2F94-4057-93DF-381670C09A2A}" srcOrd="3" destOrd="0" presId="urn:microsoft.com/office/officeart/2008/layout/VerticalCurvedList"/>
    <dgm:cxn modelId="{6CA44403-B64C-4ED4-A895-EFBA70D96516}" type="presParOf" srcId="{1B459C72-53BE-4CFB-A3B1-6914398A0905}" destId="{57F117B3-8424-49B9-B649-849637E45EDC}" srcOrd="1" destOrd="0" presId="urn:microsoft.com/office/officeart/2008/layout/VerticalCurvedList"/>
    <dgm:cxn modelId="{63A78F82-5192-4ADE-B3A6-B1346F931EB7}" type="presParOf" srcId="{1B459C72-53BE-4CFB-A3B1-6914398A0905}" destId="{AAB6F261-C8AF-4DF3-B10F-A15216E6E30E}" srcOrd="2" destOrd="0" presId="urn:microsoft.com/office/officeart/2008/layout/VerticalCurvedList"/>
    <dgm:cxn modelId="{516B0F18-C7DA-415E-946B-290824D6AC35}" type="presParOf" srcId="{AAB6F261-C8AF-4DF3-B10F-A15216E6E30E}" destId="{A29A6DA5-8060-450E-A3C3-A03D67164023}" srcOrd="0" destOrd="0" presId="urn:microsoft.com/office/officeart/2008/layout/VerticalCurvedList"/>
    <dgm:cxn modelId="{3BF81F28-7E32-4677-8012-2A05A839D082}" type="presParOf" srcId="{1B459C72-53BE-4CFB-A3B1-6914398A0905}" destId="{CDD32D02-6B73-4DA9-A82D-7C52209B9BA7}" srcOrd="3" destOrd="0" presId="urn:microsoft.com/office/officeart/2008/layout/VerticalCurvedList"/>
    <dgm:cxn modelId="{56831789-B4E2-476A-9F24-CAC170740806}" type="presParOf" srcId="{1B459C72-53BE-4CFB-A3B1-6914398A0905}" destId="{5B968791-56FB-4568-9E98-9EA31A759FD6}" srcOrd="4" destOrd="0" presId="urn:microsoft.com/office/officeart/2008/layout/VerticalCurvedList"/>
    <dgm:cxn modelId="{607F0F19-C4E2-4293-8088-0AA1D8D2541A}" type="presParOf" srcId="{5B968791-56FB-4568-9E98-9EA31A759FD6}" destId="{CAC2FE08-AEE6-43EB-AF73-8CBC9707A404}" srcOrd="0" destOrd="0" presId="urn:microsoft.com/office/officeart/2008/layout/VerticalCurvedList"/>
    <dgm:cxn modelId="{91ECF2F6-D670-4F97-9CCD-42E50F865DED}" type="presParOf" srcId="{1B459C72-53BE-4CFB-A3B1-6914398A0905}" destId="{2E5B6475-06A6-4713-9144-A0E610C97DAD}" srcOrd="5" destOrd="0" presId="urn:microsoft.com/office/officeart/2008/layout/VerticalCurvedList"/>
    <dgm:cxn modelId="{41517F7E-0ABA-4749-99C7-00879114143D}" type="presParOf" srcId="{1B459C72-53BE-4CFB-A3B1-6914398A0905}" destId="{0DE7821B-7636-4B77-82AB-F0D4893A1A50}" srcOrd="6" destOrd="0" presId="urn:microsoft.com/office/officeart/2008/layout/VerticalCurvedList"/>
    <dgm:cxn modelId="{BD49949E-DDBD-4691-8AD5-A4E5401EC7C9}" type="presParOf" srcId="{0DE7821B-7636-4B77-82AB-F0D4893A1A50}" destId="{5C0299ED-65B5-4B35-A1E0-73000E191E74}" srcOrd="0" destOrd="0" presId="urn:microsoft.com/office/officeart/2008/layout/VerticalCurvedList"/>
    <dgm:cxn modelId="{F9231A00-7928-4227-B6D8-E7B7262E1AF7}" type="presParOf" srcId="{1B459C72-53BE-4CFB-A3B1-6914398A0905}" destId="{DF35FC62-98B4-42C9-A77B-4CD6AC8CE48C}" srcOrd="7" destOrd="0" presId="urn:microsoft.com/office/officeart/2008/layout/VerticalCurvedList"/>
    <dgm:cxn modelId="{F8A646E1-4D27-4AE2-B3DC-82DC267387A8}" type="presParOf" srcId="{1B459C72-53BE-4CFB-A3B1-6914398A0905}" destId="{817E1553-4F92-4BEB-83D9-1AAE2018273B}" srcOrd="8" destOrd="0" presId="urn:microsoft.com/office/officeart/2008/layout/VerticalCurvedList"/>
    <dgm:cxn modelId="{AEB134BE-A546-4715-9633-EA811F4C4507}" type="presParOf" srcId="{817E1553-4F92-4BEB-83D9-1AAE2018273B}" destId="{EEE15589-E0E6-40EF-B998-7D25FCF577CB}" srcOrd="0" destOrd="0" presId="urn:microsoft.com/office/officeart/2008/layout/VerticalCurvedList"/>
    <dgm:cxn modelId="{A50EE841-6331-43A3-AF80-90E1F3185A76}" type="presParOf" srcId="{1B459C72-53BE-4CFB-A3B1-6914398A0905}" destId="{A75E0ED0-C662-48A4-A81F-6490D93F878F}" srcOrd="9" destOrd="0" presId="urn:microsoft.com/office/officeart/2008/layout/VerticalCurvedList"/>
    <dgm:cxn modelId="{30A2D654-FA16-4423-B7C4-C801054E44CA}" type="presParOf" srcId="{1B459C72-53BE-4CFB-A3B1-6914398A0905}" destId="{0F1222AC-95E7-41E0-9CCA-EEF342D472CA}" srcOrd="10" destOrd="0" presId="urn:microsoft.com/office/officeart/2008/layout/VerticalCurvedList"/>
    <dgm:cxn modelId="{A221BE2A-CCED-42E8-8CAE-2651F9079753}" type="presParOf" srcId="{0F1222AC-95E7-41E0-9CCA-EEF342D472CA}" destId="{E9501BE9-4E30-4F15-9177-54360792454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996EA0-3ECF-4B3F-AFF8-ACEF3A5E0253}" type="doc">
      <dgm:prSet loTypeId="urn:microsoft.com/office/officeart/2005/8/layout/StepDownProcess" loCatId="process" qsTypeId="urn:microsoft.com/office/officeart/2005/8/quickstyle/simple4" qsCatId="simple" csTypeId="urn:microsoft.com/office/officeart/2005/8/colors/colorful4" csCatId="colorful" phldr="1"/>
      <dgm:spPr/>
      <dgm:t>
        <a:bodyPr/>
        <a:lstStyle/>
        <a:p>
          <a:endParaRPr lang="en-US"/>
        </a:p>
      </dgm:t>
    </dgm:pt>
    <dgm:pt modelId="{F30FA703-E723-4DA4-8D21-DA3CDBF816DD}">
      <dgm:prSet phldrT="[Text]" custT="1"/>
      <dgm:spPr/>
      <dgm:t>
        <a:bodyPr/>
        <a:lstStyle/>
        <a:p>
          <a:r>
            <a:rPr lang="en-US" sz="1050" b="1" i="0" kern="1200" dirty="0" smtClean="0"/>
            <a:t>Project</a:t>
          </a:r>
          <a:endParaRPr lang="en-US" sz="1050" b="0" i="0" kern="1200" dirty="0"/>
        </a:p>
      </dgm:t>
    </dgm:pt>
    <dgm:pt modelId="{1B8DE16D-02A4-49E5-9DC9-20993ACA853F}" type="parTrans" cxnId="{AEBF5D5B-C355-4DEA-9D81-7EA6BF7B4DA8}">
      <dgm:prSet/>
      <dgm:spPr/>
      <dgm:t>
        <a:bodyPr/>
        <a:lstStyle/>
        <a:p>
          <a:endParaRPr lang="en-US"/>
        </a:p>
      </dgm:t>
    </dgm:pt>
    <dgm:pt modelId="{C7D52F7A-B121-4C66-9CA4-EA5CA0496264}" type="sibTrans" cxnId="{AEBF5D5B-C355-4DEA-9D81-7EA6BF7B4DA8}">
      <dgm:prSet/>
      <dgm:spPr/>
      <dgm:t>
        <a:bodyPr/>
        <a:lstStyle/>
        <a:p>
          <a:endParaRPr lang="en-US"/>
        </a:p>
      </dgm:t>
    </dgm:pt>
    <dgm:pt modelId="{A69BB4EE-8C9F-4FCF-BD59-34904C838F35}">
      <dgm:prSet phldrT="[Text]" custT="1"/>
      <dgm:spPr/>
      <dgm:t>
        <a:bodyPr/>
        <a:lstStyle/>
        <a:p>
          <a:r>
            <a:rPr lang="en-US" sz="1050" b="1" i="0" kern="1200" dirty="0" smtClean="0"/>
            <a:t>Phases</a:t>
          </a:r>
          <a:endParaRPr lang="en-US" sz="1050" b="0" i="0" kern="1200" dirty="0"/>
        </a:p>
      </dgm:t>
    </dgm:pt>
    <dgm:pt modelId="{08ACE41A-3C70-4D33-87DC-55D133B88135}" type="parTrans" cxnId="{DAE413C7-62FF-4E8B-9597-AAEDC3068592}">
      <dgm:prSet/>
      <dgm:spPr/>
      <dgm:t>
        <a:bodyPr/>
        <a:lstStyle/>
        <a:p>
          <a:endParaRPr lang="en-US"/>
        </a:p>
      </dgm:t>
    </dgm:pt>
    <dgm:pt modelId="{40D02244-B765-4C48-8909-868EFE428597}" type="sibTrans" cxnId="{DAE413C7-62FF-4E8B-9597-AAEDC3068592}">
      <dgm:prSet/>
      <dgm:spPr/>
      <dgm:t>
        <a:bodyPr/>
        <a:lstStyle/>
        <a:p>
          <a:endParaRPr lang="en-US"/>
        </a:p>
      </dgm:t>
    </dgm:pt>
    <dgm:pt modelId="{DCDB985D-4133-4858-B4B5-2D5B260EAEF7}">
      <dgm:prSet phldrT="[Text]" custT="1"/>
      <dgm:spPr/>
      <dgm:t>
        <a:bodyPr/>
        <a:lstStyle/>
        <a:p>
          <a:r>
            <a:rPr lang="en-US" sz="1050" b="1" i="0" kern="1200" dirty="0" smtClean="0"/>
            <a:t>Deliverables</a:t>
          </a:r>
          <a:endParaRPr lang="en-US" sz="1050" b="0" i="0" kern="1200" dirty="0"/>
        </a:p>
      </dgm:t>
    </dgm:pt>
    <dgm:pt modelId="{C3E4C6F0-CBCB-4668-9C7C-A2BE867C5D6E}" type="parTrans" cxnId="{02AC1BF7-44EF-41FB-82C1-69BA50156B81}">
      <dgm:prSet/>
      <dgm:spPr/>
      <dgm:t>
        <a:bodyPr/>
        <a:lstStyle/>
        <a:p>
          <a:endParaRPr lang="en-US"/>
        </a:p>
      </dgm:t>
    </dgm:pt>
    <dgm:pt modelId="{53E0FDAB-CA0E-485C-A422-3782C1A1648E}" type="sibTrans" cxnId="{02AC1BF7-44EF-41FB-82C1-69BA50156B81}">
      <dgm:prSet/>
      <dgm:spPr/>
      <dgm:t>
        <a:bodyPr/>
        <a:lstStyle/>
        <a:p>
          <a:endParaRPr lang="en-US"/>
        </a:p>
      </dgm:t>
    </dgm:pt>
    <dgm:pt modelId="{6FBA6047-8D25-45CE-81D9-C999899E2035}">
      <dgm:prSet phldrT="[Text]" custT="1"/>
      <dgm:spPr/>
      <dgm:t>
        <a:bodyPr/>
        <a:lstStyle/>
        <a:p>
          <a:r>
            <a:rPr lang="en-US" sz="1050" b="1" i="0" kern="1200" dirty="0" smtClean="0"/>
            <a:t>Work Packages</a:t>
          </a:r>
          <a:endParaRPr lang="en-US" sz="1050" b="0" i="0" kern="1200" dirty="0"/>
        </a:p>
      </dgm:t>
    </dgm:pt>
    <dgm:pt modelId="{8788F75A-7A6C-44FC-83CD-36EC5AE40517}" type="parTrans" cxnId="{44535EC6-600F-4797-B199-9FBC44634B61}">
      <dgm:prSet/>
      <dgm:spPr/>
      <dgm:t>
        <a:bodyPr/>
        <a:lstStyle/>
        <a:p>
          <a:endParaRPr lang="en-US"/>
        </a:p>
      </dgm:t>
    </dgm:pt>
    <dgm:pt modelId="{9A05D3FE-8290-44D6-A5D0-3635E7E3BD3D}" type="sibTrans" cxnId="{44535EC6-600F-4797-B199-9FBC44634B61}">
      <dgm:prSet/>
      <dgm:spPr/>
      <dgm:t>
        <a:bodyPr/>
        <a:lstStyle/>
        <a:p>
          <a:endParaRPr lang="en-US"/>
        </a:p>
      </dgm:t>
    </dgm:pt>
    <dgm:pt modelId="{FD9204B6-DEB3-4E93-A468-CC52031D9084}">
      <dgm:prSet phldrT="[Text]" custT="1"/>
      <dgm:spPr/>
      <dgm:t>
        <a:bodyPr/>
        <a:lstStyle/>
        <a:p>
          <a:r>
            <a:rPr lang="en-US" sz="1050" b="1" i="0" kern="1200" dirty="0" smtClean="0"/>
            <a:t>Activities</a:t>
          </a:r>
          <a:endParaRPr lang="en-US" sz="1050" b="1" i="0" kern="1200" dirty="0"/>
        </a:p>
      </dgm:t>
    </dgm:pt>
    <dgm:pt modelId="{33BA1B4D-7FF1-49ED-B647-747903F9E0B5}" type="parTrans" cxnId="{61F98537-F966-4926-8A36-7B3B24C0525E}">
      <dgm:prSet/>
      <dgm:spPr/>
      <dgm:t>
        <a:bodyPr/>
        <a:lstStyle/>
        <a:p>
          <a:endParaRPr lang="en-US"/>
        </a:p>
      </dgm:t>
    </dgm:pt>
    <dgm:pt modelId="{8CE4E073-4BAF-4E7C-B259-25BF0E4B9F31}" type="sibTrans" cxnId="{61F98537-F966-4926-8A36-7B3B24C0525E}">
      <dgm:prSet/>
      <dgm:spPr/>
      <dgm:t>
        <a:bodyPr/>
        <a:lstStyle/>
        <a:p>
          <a:endParaRPr lang="en-US"/>
        </a:p>
      </dgm:t>
    </dgm:pt>
    <dgm:pt modelId="{25E19C69-7D7B-443E-975D-64DEC68C05D6}" type="pres">
      <dgm:prSet presAssocID="{03996EA0-3ECF-4B3F-AFF8-ACEF3A5E0253}" presName="rootnode" presStyleCnt="0">
        <dgm:presLayoutVars>
          <dgm:chMax/>
          <dgm:chPref/>
          <dgm:dir/>
          <dgm:animLvl val="lvl"/>
        </dgm:presLayoutVars>
      </dgm:prSet>
      <dgm:spPr/>
      <dgm:t>
        <a:bodyPr/>
        <a:lstStyle/>
        <a:p>
          <a:endParaRPr lang="en-US"/>
        </a:p>
      </dgm:t>
    </dgm:pt>
    <dgm:pt modelId="{4D472C38-2D93-4C17-9512-831C66F68825}" type="pres">
      <dgm:prSet presAssocID="{F30FA703-E723-4DA4-8D21-DA3CDBF816DD}" presName="composite" presStyleCnt="0"/>
      <dgm:spPr/>
    </dgm:pt>
    <dgm:pt modelId="{D7D3DEEF-873F-4FF4-833F-CFC67B9A3680}" type="pres">
      <dgm:prSet presAssocID="{F30FA703-E723-4DA4-8D21-DA3CDBF816DD}" presName="bentUpArrow1" presStyleLbl="alignImgPlace1" presStyleIdx="0" presStyleCnt="4"/>
      <dgm:spPr/>
    </dgm:pt>
    <dgm:pt modelId="{D6981B43-04FB-4DB8-98C9-3738C4FF69B3}" type="pres">
      <dgm:prSet presAssocID="{F30FA703-E723-4DA4-8D21-DA3CDBF816DD}" presName="ParentText" presStyleLbl="node1" presStyleIdx="0" presStyleCnt="5">
        <dgm:presLayoutVars>
          <dgm:chMax val="1"/>
          <dgm:chPref val="1"/>
          <dgm:bulletEnabled val="1"/>
        </dgm:presLayoutVars>
      </dgm:prSet>
      <dgm:spPr/>
      <dgm:t>
        <a:bodyPr/>
        <a:lstStyle/>
        <a:p>
          <a:endParaRPr lang="en-US"/>
        </a:p>
      </dgm:t>
    </dgm:pt>
    <dgm:pt modelId="{901F4A1F-EB91-48EC-9C76-F0B26A42949D}" type="pres">
      <dgm:prSet presAssocID="{F30FA703-E723-4DA4-8D21-DA3CDBF816DD}" presName="ChildText" presStyleLbl="revTx" presStyleIdx="0" presStyleCnt="4">
        <dgm:presLayoutVars>
          <dgm:chMax val="0"/>
          <dgm:chPref val="0"/>
          <dgm:bulletEnabled val="1"/>
        </dgm:presLayoutVars>
      </dgm:prSet>
      <dgm:spPr/>
    </dgm:pt>
    <dgm:pt modelId="{3B1D0C95-9EA7-4969-AC74-B4A0607031DB}" type="pres">
      <dgm:prSet presAssocID="{C7D52F7A-B121-4C66-9CA4-EA5CA0496264}" presName="sibTrans" presStyleCnt="0"/>
      <dgm:spPr/>
    </dgm:pt>
    <dgm:pt modelId="{A85B0DAA-9311-4D52-B74B-0A533D8D3796}" type="pres">
      <dgm:prSet presAssocID="{A69BB4EE-8C9F-4FCF-BD59-34904C838F35}" presName="composite" presStyleCnt="0"/>
      <dgm:spPr/>
    </dgm:pt>
    <dgm:pt modelId="{775E4B1F-3335-4943-8A8F-7290D6E08C6F}" type="pres">
      <dgm:prSet presAssocID="{A69BB4EE-8C9F-4FCF-BD59-34904C838F35}" presName="bentUpArrow1" presStyleLbl="alignImgPlace1" presStyleIdx="1" presStyleCnt="4"/>
      <dgm:spPr/>
    </dgm:pt>
    <dgm:pt modelId="{7EF35622-ABA5-428A-A5F0-F09A7856082A}" type="pres">
      <dgm:prSet presAssocID="{A69BB4EE-8C9F-4FCF-BD59-34904C838F35}" presName="ParentText" presStyleLbl="node1" presStyleIdx="1" presStyleCnt="5">
        <dgm:presLayoutVars>
          <dgm:chMax val="1"/>
          <dgm:chPref val="1"/>
          <dgm:bulletEnabled val="1"/>
        </dgm:presLayoutVars>
      </dgm:prSet>
      <dgm:spPr/>
      <dgm:t>
        <a:bodyPr/>
        <a:lstStyle/>
        <a:p>
          <a:endParaRPr lang="en-US"/>
        </a:p>
      </dgm:t>
    </dgm:pt>
    <dgm:pt modelId="{65163A2C-F0F6-489D-83B0-77BA97D514FC}" type="pres">
      <dgm:prSet presAssocID="{A69BB4EE-8C9F-4FCF-BD59-34904C838F35}" presName="ChildText" presStyleLbl="revTx" presStyleIdx="1" presStyleCnt="4">
        <dgm:presLayoutVars>
          <dgm:chMax val="0"/>
          <dgm:chPref val="0"/>
          <dgm:bulletEnabled val="1"/>
        </dgm:presLayoutVars>
      </dgm:prSet>
      <dgm:spPr/>
    </dgm:pt>
    <dgm:pt modelId="{6589CF5A-BD60-443C-86AB-B12E773FD485}" type="pres">
      <dgm:prSet presAssocID="{40D02244-B765-4C48-8909-868EFE428597}" presName="sibTrans" presStyleCnt="0"/>
      <dgm:spPr/>
    </dgm:pt>
    <dgm:pt modelId="{7844A7B0-ADB7-41DC-8CDF-1FC08A389D0A}" type="pres">
      <dgm:prSet presAssocID="{DCDB985D-4133-4858-B4B5-2D5B260EAEF7}" presName="composite" presStyleCnt="0"/>
      <dgm:spPr/>
    </dgm:pt>
    <dgm:pt modelId="{BB181BDA-D255-4DE1-AAAF-979374C7B896}" type="pres">
      <dgm:prSet presAssocID="{DCDB985D-4133-4858-B4B5-2D5B260EAEF7}" presName="bentUpArrow1" presStyleLbl="alignImgPlace1" presStyleIdx="2" presStyleCnt="4"/>
      <dgm:spPr/>
    </dgm:pt>
    <dgm:pt modelId="{977588E2-2571-45B3-97EC-C1D296E02C8B}" type="pres">
      <dgm:prSet presAssocID="{DCDB985D-4133-4858-B4B5-2D5B260EAEF7}" presName="ParentText" presStyleLbl="node1" presStyleIdx="2" presStyleCnt="5" custScaleX="111760">
        <dgm:presLayoutVars>
          <dgm:chMax val="1"/>
          <dgm:chPref val="1"/>
          <dgm:bulletEnabled val="1"/>
        </dgm:presLayoutVars>
      </dgm:prSet>
      <dgm:spPr/>
      <dgm:t>
        <a:bodyPr/>
        <a:lstStyle/>
        <a:p>
          <a:endParaRPr lang="en-US"/>
        </a:p>
      </dgm:t>
    </dgm:pt>
    <dgm:pt modelId="{CB8BA08D-49DF-48B8-836D-F10E2ECE70B3}" type="pres">
      <dgm:prSet presAssocID="{DCDB985D-4133-4858-B4B5-2D5B260EAEF7}" presName="ChildText" presStyleLbl="revTx" presStyleIdx="2" presStyleCnt="4">
        <dgm:presLayoutVars>
          <dgm:chMax val="0"/>
          <dgm:chPref val="0"/>
          <dgm:bulletEnabled val="1"/>
        </dgm:presLayoutVars>
      </dgm:prSet>
      <dgm:spPr/>
    </dgm:pt>
    <dgm:pt modelId="{F2EBC880-80EC-4676-8609-B37B2FFC051B}" type="pres">
      <dgm:prSet presAssocID="{53E0FDAB-CA0E-485C-A422-3782C1A1648E}" presName="sibTrans" presStyleCnt="0"/>
      <dgm:spPr/>
    </dgm:pt>
    <dgm:pt modelId="{FD1BE06E-B6E1-43A6-928A-DF2E5715DBD9}" type="pres">
      <dgm:prSet presAssocID="{6FBA6047-8D25-45CE-81D9-C999899E2035}" presName="composite" presStyleCnt="0"/>
      <dgm:spPr/>
    </dgm:pt>
    <dgm:pt modelId="{A1F7D9E1-2875-48EC-BF59-BC6824E2A5D6}" type="pres">
      <dgm:prSet presAssocID="{6FBA6047-8D25-45CE-81D9-C999899E2035}" presName="bentUpArrow1" presStyleLbl="alignImgPlace1" presStyleIdx="3" presStyleCnt="4"/>
      <dgm:spPr/>
    </dgm:pt>
    <dgm:pt modelId="{13ADAA5F-3D9B-4B5B-8F3F-D6E169ECB956}" type="pres">
      <dgm:prSet presAssocID="{6FBA6047-8D25-45CE-81D9-C999899E2035}" presName="ParentText" presStyleLbl="node1" presStyleIdx="3" presStyleCnt="5">
        <dgm:presLayoutVars>
          <dgm:chMax val="1"/>
          <dgm:chPref val="1"/>
          <dgm:bulletEnabled val="1"/>
        </dgm:presLayoutVars>
      </dgm:prSet>
      <dgm:spPr/>
      <dgm:t>
        <a:bodyPr/>
        <a:lstStyle/>
        <a:p>
          <a:endParaRPr lang="en-US"/>
        </a:p>
      </dgm:t>
    </dgm:pt>
    <dgm:pt modelId="{EF8D25F7-833E-4CED-BA6D-50E0E8CAFE27}" type="pres">
      <dgm:prSet presAssocID="{6FBA6047-8D25-45CE-81D9-C999899E2035}" presName="ChildText" presStyleLbl="revTx" presStyleIdx="3" presStyleCnt="4">
        <dgm:presLayoutVars>
          <dgm:chMax val="0"/>
          <dgm:chPref val="0"/>
          <dgm:bulletEnabled val="1"/>
        </dgm:presLayoutVars>
      </dgm:prSet>
      <dgm:spPr/>
    </dgm:pt>
    <dgm:pt modelId="{09F218C7-FE1D-49EA-A582-674607CA1279}" type="pres">
      <dgm:prSet presAssocID="{9A05D3FE-8290-44D6-A5D0-3635E7E3BD3D}" presName="sibTrans" presStyleCnt="0"/>
      <dgm:spPr/>
    </dgm:pt>
    <dgm:pt modelId="{350F688D-8587-4B8B-81DF-E2A21C4FB7FA}" type="pres">
      <dgm:prSet presAssocID="{FD9204B6-DEB3-4E93-A468-CC52031D9084}" presName="composite" presStyleCnt="0"/>
      <dgm:spPr/>
    </dgm:pt>
    <dgm:pt modelId="{B0A1E5E7-BE09-4185-91B5-C4D90223F443}" type="pres">
      <dgm:prSet presAssocID="{FD9204B6-DEB3-4E93-A468-CC52031D9084}" presName="ParentText" presStyleLbl="node1" presStyleIdx="4" presStyleCnt="5">
        <dgm:presLayoutVars>
          <dgm:chMax val="1"/>
          <dgm:chPref val="1"/>
          <dgm:bulletEnabled val="1"/>
        </dgm:presLayoutVars>
      </dgm:prSet>
      <dgm:spPr/>
      <dgm:t>
        <a:bodyPr/>
        <a:lstStyle/>
        <a:p>
          <a:endParaRPr lang="en-US"/>
        </a:p>
      </dgm:t>
    </dgm:pt>
  </dgm:ptLst>
  <dgm:cxnLst>
    <dgm:cxn modelId="{F17B4979-FFB8-470D-9FA8-88A077447DB4}" type="presOf" srcId="{DCDB985D-4133-4858-B4B5-2D5B260EAEF7}" destId="{977588E2-2571-45B3-97EC-C1D296E02C8B}" srcOrd="0" destOrd="0" presId="urn:microsoft.com/office/officeart/2005/8/layout/StepDownProcess"/>
    <dgm:cxn modelId="{E75E8BF7-3843-4797-BBDE-E37C42EC252F}" type="presOf" srcId="{FD9204B6-DEB3-4E93-A468-CC52031D9084}" destId="{B0A1E5E7-BE09-4185-91B5-C4D90223F443}" srcOrd="0" destOrd="0" presId="urn:microsoft.com/office/officeart/2005/8/layout/StepDownProcess"/>
    <dgm:cxn modelId="{02AC1BF7-44EF-41FB-82C1-69BA50156B81}" srcId="{03996EA0-3ECF-4B3F-AFF8-ACEF3A5E0253}" destId="{DCDB985D-4133-4858-B4B5-2D5B260EAEF7}" srcOrd="2" destOrd="0" parTransId="{C3E4C6F0-CBCB-4668-9C7C-A2BE867C5D6E}" sibTransId="{53E0FDAB-CA0E-485C-A422-3782C1A1648E}"/>
    <dgm:cxn modelId="{AEBF5D5B-C355-4DEA-9D81-7EA6BF7B4DA8}" srcId="{03996EA0-3ECF-4B3F-AFF8-ACEF3A5E0253}" destId="{F30FA703-E723-4DA4-8D21-DA3CDBF816DD}" srcOrd="0" destOrd="0" parTransId="{1B8DE16D-02A4-49E5-9DC9-20993ACA853F}" sibTransId="{C7D52F7A-B121-4C66-9CA4-EA5CA0496264}"/>
    <dgm:cxn modelId="{61F98537-F966-4926-8A36-7B3B24C0525E}" srcId="{03996EA0-3ECF-4B3F-AFF8-ACEF3A5E0253}" destId="{FD9204B6-DEB3-4E93-A468-CC52031D9084}" srcOrd="4" destOrd="0" parTransId="{33BA1B4D-7FF1-49ED-B647-747903F9E0B5}" sibTransId="{8CE4E073-4BAF-4E7C-B259-25BF0E4B9F31}"/>
    <dgm:cxn modelId="{44535EC6-600F-4797-B199-9FBC44634B61}" srcId="{03996EA0-3ECF-4B3F-AFF8-ACEF3A5E0253}" destId="{6FBA6047-8D25-45CE-81D9-C999899E2035}" srcOrd="3" destOrd="0" parTransId="{8788F75A-7A6C-44FC-83CD-36EC5AE40517}" sibTransId="{9A05D3FE-8290-44D6-A5D0-3635E7E3BD3D}"/>
    <dgm:cxn modelId="{B1CE30E7-9758-4791-81B3-A8D8CC2C3E7C}" type="presOf" srcId="{6FBA6047-8D25-45CE-81D9-C999899E2035}" destId="{13ADAA5F-3D9B-4B5B-8F3F-D6E169ECB956}" srcOrd="0" destOrd="0" presId="urn:microsoft.com/office/officeart/2005/8/layout/StepDownProcess"/>
    <dgm:cxn modelId="{DAE413C7-62FF-4E8B-9597-AAEDC3068592}" srcId="{03996EA0-3ECF-4B3F-AFF8-ACEF3A5E0253}" destId="{A69BB4EE-8C9F-4FCF-BD59-34904C838F35}" srcOrd="1" destOrd="0" parTransId="{08ACE41A-3C70-4D33-87DC-55D133B88135}" sibTransId="{40D02244-B765-4C48-8909-868EFE428597}"/>
    <dgm:cxn modelId="{9B77010B-7A8E-4774-BF6F-BBAAA094C32B}" type="presOf" srcId="{F30FA703-E723-4DA4-8D21-DA3CDBF816DD}" destId="{D6981B43-04FB-4DB8-98C9-3738C4FF69B3}" srcOrd="0" destOrd="0" presId="urn:microsoft.com/office/officeart/2005/8/layout/StepDownProcess"/>
    <dgm:cxn modelId="{E1FC7921-82A7-4510-9CE8-E18C3744DE6B}" type="presOf" srcId="{A69BB4EE-8C9F-4FCF-BD59-34904C838F35}" destId="{7EF35622-ABA5-428A-A5F0-F09A7856082A}" srcOrd="0" destOrd="0" presId="urn:microsoft.com/office/officeart/2005/8/layout/StepDownProcess"/>
    <dgm:cxn modelId="{43B71912-1BCF-4A18-9AC7-6ACFE86A8A3A}" type="presOf" srcId="{03996EA0-3ECF-4B3F-AFF8-ACEF3A5E0253}" destId="{25E19C69-7D7B-443E-975D-64DEC68C05D6}" srcOrd="0" destOrd="0" presId="urn:microsoft.com/office/officeart/2005/8/layout/StepDownProcess"/>
    <dgm:cxn modelId="{A4B1D29F-0E4B-44FA-826C-C1FFD6453C61}" type="presParOf" srcId="{25E19C69-7D7B-443E-975D-64DEC68C05D6}" destId="{4D472C38-2D93-4C17-9512-831C66F68825}" srcOrd="0" destOrd="0" presId="urn:microsoft.com/office/officeart/2005/8/layout/StepDownProcess"/>
    <dgm:cxn modelId="{B7D33920-032A-4906-A370-1045C83666C2}" type="presParOf" srcId="{4D472C38-2D93-4C17-9512-831C66F68825}" destId="{D7D3DEEF-873F-4FF4-833F-CFC67B9A3680}" srcOrd="0" destOrd="0" presId="urn:microsoft.com/office/officeart/2005/8/layout/StepDownProcess"/>
    <dgm:cxn modelId="{B3625D46-C222-49A4-BD35-62C6936B5D0B}" type="presParOf" srcId="{4D472C38-2D93-4C17-9512-831C66F68825}" destId="{D6981B43-04FB-4DB8-98C9-3738C4FF69B3}" srcOrd="1" destOrd="0" presId="urn:microsoft.com/office/officeart/2005/8/layout/StepDownProcess"/>
    <dgm:cxn modelId="{FB423F60-C84E-497F-A53A-A523742737E4}" type="presParOf" srcId="{4D472C38-2D93-4C17-9512-831C66F68825}" destId="{901F4A1F-EB91-48EC-9C76-F0B26A42949D}" srcOrd="2" destOrd="0" presId="urn:microsoft.com/office/officeart/2005/8/layout/StepDownProcess"/>
    <dgm:cxn modelId="{884B5979-F876-4614-9BAC-3D14CAAB9D59}" type="presParOf" srcId="{25E19C69-7D7B-443E-975D-64DEC68C05D6}" destId="{3B1D0C95-9EA7-4969-AC74-B4A0607031DB}" srcOrd="1" destOrd="0" presId="urn:microsoft.com/office/officeart/2005/8/layout/StepDownProcess"/>
    <dgm:cxn modelId="{AC7CC1B4-C3BE-4050-8169-1008EC9F9620}" type="presParOf" srcId="{25E19C69-7D7B-443E-975D-64DEC68C05D6}" destId="{A85B0DAA-9311-4D52-B74B-0A533D8D3796}" srcOrd="2" destOrd="0" presId="urn:microsoft.com/office/officeart/2005/8/layout/StepDownProcess"/>
    <dgm:cxn modelId="{49EB63D0-D5E1-4BE8-BB3E-10118EB15872}" type="presParOf" srcId="{A85B0DAA-9311-4D52-B74B-0A533D8D3796}" destId="{775E4B1F-3335-4943-8A8F-7290D6E08C6F}" srcOrd="0" destOrd="0" presId="urn:microsoft.com/office/officeart/2005/8/layout/StepDownProcess"/>
    <dgm:cxn modelId="{0BC0A607-8C5A-4521-ABB2-09E8625B71C7}" type="presParOf" srcId="{A85B0DAA-9311-4D52-B74B-0A533D8D3796}" destId="{7EF35622-ABA5-428A-A5F0-F09A7856082A}" srcOrd="1" destOrd="0" presId="urn:microsoft.com/office/officeart/2005/8/layout/StepDownProcess"/>
    <dgm:cxn modelId="{EA822362-35EC-49FC-B946-B1E697D64A54}" type="presParOf" srcId="{A85B0DAA-9311-4D52-B74B-0A533D8D3796}" destId="{65163A2C-F0F6-489D-83B0-77BA97D514FC}" srcOrd="2" destOrd="0" presId="urn:microsoft.com/office/officeart/2005/8/layout/StepDownProcess"/>
    <dgm:cxn modelId="{CDE91B9C-589D-4755-8BC1-D5003A5B994E}" type="presParOf" srcId="{25E19C69-7D7B-443E-975D-64DEC68C05D6}" destId="{6589CF5A-BD60-443C-86AB-B12E773FD485}" srcOrd="3" destOrd="0" presId="urn:microsoft.com/office/officeart/2005/8/layout/StepDownProcess"/>
    <dgm:cxn modelId="{D05E82A4-5B4D-4A25-9E22-5D3B052477F0}" type="presParOf" srcId="{25E19C69-7D7B-443E-975D-64DEC68C05D6}" destId="{7844A7B0-ADB7-41DC-8CDF-1FC08A389D0A}" srcOrd="4" destOrd="0" presId="urn:microsoft.com/office/officeart/2005/8/layout/StepDownProcess"/>
    <dgm:cxn modelId="{A87D4E00-4463-4786-B323-FDE177998DF2}" type="presParOf" srcId="{7844A7B0-ADB7-41DC-8CDF-1FC08A389D0A}" destId="{BB181BDA-D255-4DE1-AAAF-979374C7B896}" srcOrd="0" destOrd="0" presId="urn:microsoft.com/office/officeart/2005/8/layout/StepDownProcess"/>
    <dgm:cxn modelId="{17F19B5E-8FCC-4BA8-B311-80B10F83FBBA}" type="presParOf" srcId="{7844A7B0-ADB7-41DC-8CDF-1FC08A389D0A}" destId="{977588E2-2571-45B3-97EC-C1D296E02C8B}" srcOrd="1" destOrd="0" presId="urn:microsoft.com/office/officeart/2005/8/layout/StepDownProcess"/>
    <dgm:cxn modelId="{DBCF69C0-326B-42CC-A093-BC5E8843ED77}" type="presParOf" srcId="{7844A7B0-ADB7-41DC-8CDF-1FC08A389D0A}" destId="{CB8BA08D-49DF-48B8-836D-F10E2ECE70B3}" srcOrd="2" destOrd="0" presId="urn:microsoft.com/office/officeart/2005/8/layout/StepDownProcess"/>
    <dgm:cxn modelId="{0AB9AF93-40B8-4EEA-B08F-3AD6A310BBDB}" type="presParOf" srcId="{25E19C69-7D7B-443E-975D-64DEC68C05D6}" destId="{F2EBC880-80EC-4676-8609-B37B2FFC051B}" srcOrd="5" destOrd="0" presId="urn:microsoft.com/office/officeart/2005/8/layout/StepDownProcess"/>
    <dgm:cxn modelId="{E83E21F8-C3F3-49FF-AB1D-0491598A6F58}" type="presParOf" srcId="{25E19C69-7D7B-443E-975D-64DEC68C05D6}" destId="{FD1BE06E-B6E1-43A6-928A-DF2E5715DBD9}" srcOrd="6" destOrd="0" presId="urn:microsoft.com/office/officeart/2005/8/layout/StepDownProcess"/>
    <dgm:cxn modelId="{D8147F14-0C6F-4901-896F-510E831BE35E}" type="presParOf" srcId="{FD1BE06E-B6E1-43A6-928A-DF2E5715DBD9}" destId="{A1F7D9E1-2875-48EC-BF59-BC6824E2A5D6}" srcOrd="0" destOrd="0" presId="urn:microsoft.com/office/officeart/2005/8/layout/StepDownProcess"/>
    <dgm:cxn modelId="{6699FC66-867A-4645-A08F-757DF5ACAC94}" type="presParOf" srcId="{FD1BE06E-B6E1-43A6-928A-DF2E5715DBD9}" destId="{13ADAA5F-3D9B-4B5B-8F3F-D6E169ECB956}" srcOrd="1" destOrd="0" presId="urn:microsoft.com/office/officeart/2005/8/layout/StepDownProcess"/>
    <dgm:cxn modelId="{298473A8-E834-4CA1-A00D-1F8670F51B10}" type="presParOf" srcId="{FD1BE06E-B6E1-43A6-928A-DF2E5715DBD9}" destId="{EF8D25F7-833E-4CED-BA6D-50E0E8CAFE27}" srcOrd="2" destOrd="0" presId="urn:microsoft.com/office/officeart/2005/8/layout/StepDownProcess"/>
    <dgm:cxn modelId="{A0DEF988-776C-4127-8BD6-447063E6E0B4}" type="presParOf" srcId="{25E19C69-7D7B-443E-975D-64DEC68C05D6}" destId="{09F218C7-FE1D-49EA-A582-674607CA1279}" srcOrd="7" destOrd="0" presId="urn:microsoft.com/office/officeart/2005/8/layout/StepDownProcess"/>
    <dgm:cxn modelId="{0ABEA05A-8E0F-42D7-AE93-131C3A254207}" type="presParOf" srcId="{25E19C69-7D7B-443E-975D-64DEC68C05D6}" destId="{350F688D-8587-4B8B-81DF-E2A21C4FB7FA}" srcOrd="8" destOrd="0" presId="urn:microsoft.com/office/officeart/2005/8/layout/StepDownProcess"/>
    <dgm:cxn modelId="{ED8210F2-B832-4CFE-85A4-08FC68E2162E}" type="presParOf" srcId="{350F688D-8587-4B8B-81DF-E2A21C4FB7FA}" destId="{B0A1E5E7-BE09-4185-91B5-C4D90223F443}"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FC75AA-75C9-4E38-8163-45C252E054C0}"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19765AB7-9757-425B-A6D6-C8E841956DF2}">
      <dgm:prSet phldrT="[Text]" custT="1"/>
      <dgm:spPr/>
      <dgm:t>
        <a:bodyPr/>
        <a:lstStyle/>
        <a:p>
          <a:r>
            <a:rPr lang="en-US" sz="900" dirty="0" smtClean="0"/>
            <a:t>Function</a:t>
          </a:r>
          <a:endParaRPr lang="en-US" sz="900" dirty="0"/>
        </a:p>
      </dgm:t>
    </dgm:pt>
    <dgm:pt modelId="{0DB2246A-0B30-4FD2-A621-1FC77B241BFB}" type="parTrans" cxnId="{CD120E7C-4C9E-4E4C-AD67-B0ACFACB1AA9}">
      <dgm:prSet/>
      <dgm:spPr/>
      <dgm:t>
        <a:bodyPr/>
        <a:lstStyle/>
        <a:p>
          <a:endParaRPr lang="en-US" sz="900"/>
        </a:p>
      </dgm:t>
    </dgm:pt>
    <dgm:pt modelId="{C8A8EC1D-FA6A-4AAD-850E-32A819BB8D50}" type="sibTrans" cxnId="{CD120E7C-4C9E-4E4C-AD67-B0ACFACB1AA9}">
      <dgm:prSet/>
      <dgm:spPr/>
      <dgm:t>
        <a:bodyPr/>
        <a:lstStyle/>
        <a:p>
          <a:endParaRPr lang="en-US" sz="900"/>
        </a:p>
      </dgm:t>
    </dgm:pt>
    <dgm:pt modelId="{9574535D-7C60-485A-9339-1FB8A3F193A8}">
      <dgm:prSet phldrT="[Text]" custT="1"/>
      <dgm:spPr/>
      <dgm:t>
        <a:bodyPr/>
        <a:lstStyle/>
        <a:p>
          <a:r>
            <a:rPr lang="en-US" sz="900" dirty="0" smtClean="0"/>
            <a:t>Data Function</a:t>
          </a:r>
          <a:endParaRPr lang="en-US" sz="900" dirty="0"/>
        </a:p>
      </dgm:t>
    </dgm:pt>
    <dgm:pt modelId="{D8CF207C-B56B-4C98-BBC2-BFB2845FD2AA}" type="parTrans" cxnId="{6AA1C9DB-2788-4C39-B405-5EAF6A3CF0CB}">
      <dgm:prSet custT="1"/>
      <dgm:spPr/>
      <dgm:t>
        <a:bodyPr/>
        <a:lstStyle/>
        <a:p>
          <a:endParaRPr lang="en-US" sz="900"/>
        </a:p>
      </dgm:t>
    </dgm:pt>
    <dgm:pt modelId="{B4F042F8-9279-428C-AAEF-2C92FCBDC3E7}" type="sibTrans" cxnId="{6AA1C9DB-2788-4C39-B405-5EAF6A3CF0CB}">
      <dgm:prSet/>
      <dgm:spPr/>
      <dgm:t>
        <a:bodyPr/>
        <a:lstStyle/>
        <a:p>
          <a:endParaRPr lang="en-US" sz="900"/>
        </a:p>
      </dgm:t>
    </dgm:pt>
    <dgm:pt modelId="{77DC28C9-2D56-4DE2-9795-8245644A0719}">
      <dgm:prSet phldrT="[Text]" custT="1"/>
      <dgm:spPr/>
      <dgm:t>
        <a:bodyPr/>
        <a:lstStyle/>
        <a:p>
          <a:r>
            <a:rPr lang="en-US" sz="900" b="0" i="0" dirty="0" smtClean="0"/>
            <a:t>Internal Logical Files (ILF)</a:t>
          </a:r>
          <a:endParaRPr lang="en-US" sz="900" dirty="0"/>
        </a:p>
      </dgm:t>
    </dgm:pt>
    <dgm:pt modelId="{342048F7-ED6B-454A-8999-C983FA9DBB15}" type="parTrans" cxnId="{73DF0E33-74F3-4D3D-9EFD-52CA6598C2CD}">
      <dgm:prSet custT="1"/>
      <dgm:spPr/>
      <dgm:t>
        <a:bodyPr/>
        <a:lstStyle/>
        <a:p>
          <a:endParaRPr lang="en-US" sz="900"/>
        </a:p>
      </dgm:t>
    </dgm:pt>
    <dgm:pt modelId="{4CEC4C3B-E49E-4662-937A-B0571DF4D994}" type="sibTrans" cxnId="{73DF0E33-74F3-4D3D-9EFD-52CA6598C2CD}">
      <dgm:prSet/>
      <dgm:spPr/>
      <dgm:t>
        <a:bodyPr/>
        <a:lstStyle/>
        <a:p>
          <a:endParaRPr lang="en-US" sz="900"/>
        </a:p>
      </dgm:t>
    </dgm:pt>
    <dgm:pt modelId="{67F2A4A8-499A-4FB3-9232-B77C61CB5850}">
      <dgm:prSet phldrT="[Text]" custT="1"/>
      <dgm:spPr/>
      <dgm:t>
        <a:bodyPr/>
        <a:lstStyle/>
        <a:p>
          <a:r>
            <a:rPr lang="en-US" sz="900" b="0" i="0" dirty="0" smtClean="0"/>
            <a:t>External Interface Files (EIF)</a:t>
          </a:r>
          <a:endParaRPr lang="en-US" sz="900" dirty="0"/>
        </a:p>
      </dgm:t>
    </dgm:pt>
    <dgm:pt modelId="{72EE2DEE-AFC4-4789-9589-608913B7A200}" type="parTrans" cxnId="{0634FBBF-2A35-4862-A66B-B5D321380675}">
      <dgm:prSet custT="1"/>
      <dgm:spPr/>
      <dgm:t>
        <a:bodyPr/>
        <a:lstStyle/>
        <a:p>
          <a:endParaRPr lang="en-US" sz="900"/>
        </a:p>
      </dgm:t>
    </dgm:pt>
    <dgm:pt modelId="{6BE0D080-1CDC-4384-B46E-236C4D23FD75}" type="sibTrans" cxnId="{0634FBBF-2A35-4862-A66B-B5D321380675}">
      <dgm:prSet/>
      <dgm:spPr/>
      <dgm:t>
        <a:bodyPr/>
        <a:lstStyle/>
        <a:p>
          <a:endParaRPr lang="en-US" sz="900"/>
        </a:p>
      </dgm:t>
    </dgm:pt>
    <dgm:pt modelId="{5F55CB91-521B-4E9E-A679-20028F6B00A3}">
      <dgm:prSet phldrT="[Text]" custT="1"/>
      <dgm:spPr/>
      <dgm:t>
        <a:bodyPr/>
        <a:lstStyle/>
        <a:p>
          <a:r>
            <a:rPr lang="en-US" sz="900" dirty="0" smtClean="0"/>
            <a:t>Transaction Function</a:t>
          </a:r>
          <a:endParaRPr lang="en-US" sz="900" dirty="0"/>
        </a:p>
      </dgm:t>
    </dgm:pt>
    <dgm:pt modelId="{D655408B-A96F-4A53-A86A-7254CDFA09F0}" type="parTrans" cxnId="{81BCD6A6-9E39-429B-A72D-417E04BDD308}">
      <dgm:prSet custT="1"/>
      <dgm:spPr/>
      <dgm:t>
        <a:bodyPr/>
        <a:lstStyle/>
        <a:p>
          <a:endParaRPr lang="en-US" sz="900"/>
        </a:p>
      </dgm:t>
    </dgm:pt>
    <dgm:pt modelId="{332397F6-0C3B-4EB8-9426-BE635FAC6289}" type="sibTrans" cxnId="{81BCD6A6-9E39-429B-A72D-417E04BDD308}">
      <dgm:prSet/>
      <dgm:spPr/>
      <dgm:t>
        <a:bodyPr/>
        <a:lstStyle/>
        <a:p>
          <a:endParaRPr lang="en-US" sz="900"/>
        </a:p>
      </dgm:t>
    </dgm:pt>
    <dgm:pt modelId="{8970BC47-2911-4810-994B-1DE0EADC3CEC}">
      <dgm:prSet phldrT="[Text]" custT="1"/>
      <dgm:spPr/>
      <dgm:t>
        <a:bodyPr/>
        <a:lstStyle/>
        <a:p>
          <a:r>
            <a:rPr lang="en-US" sz="900" b="0" i="0" dirty="0" smtClean="0"/>
            <a:t>External Inputs (EI)</a:t>
          </a:r>
          <a:endParaRPr lang="en-US" sz="900" dirty="0"/>
        </a:p>
      </dgm:t>
    </dgm:pt>
    <dgm:pt modelId="{2801BFFE-58CF-4944-A3AB-0A2F86174E96}" type="parTrans" cxnId="{6363689E-652B-46E4-88D3-853FC5714D5D}">
      <dgm:prSet custT="1"/>
      <dgm:spPr/>
      <dgm:t>
        <a:bodyPr/>
        <a:lstStyle/>
        <a:p>
          <a:endParaRPr lang="en-US" sz="900"/>
        </a:p>
      </dgm:t>
    </dgm:pt>
    <dgm:pt modelId="{AEA1D897-9419-4CC0-A5D2-73E252B3C92E}" type="sibTrans" cxnId="{6363689E-652B-46E4-88D3-853FC5714D5D}">
      <dgm:prSet/>
      <dgm:spPr/>
      <dgm:t>
        <a:bodyPr/>
        <a:lstStyle/>
        <a:p>
          <a:endParaRPr lang="en-US" sz="900"/>
        </a:p>
      </dgm:t>
    </dgm:pt>
    <dgm:pt modelId="{689BB9C6-572B-4FA5-8A09-139F3F6BD8F0}">
      <dgm:prSet phldrT="[Text]" custT="1"/>
      <dgm:spPr/>
      <dgm:t>
        <a:bodyPr/>
        <a:lstStyle/>
        <a:p>
          <a:r>
            <a:rPr lang="en-US" sz="900" b="0" i="0" dirty="0" smtClean="0"/>
            <a:t>External Inquiries (EQ)</a:t>
          </a:r>
          <a:endParaRPr lang="en-US" sz="900" dirty="0"/>
        </a:p>
      </dgm:t>
    </dgm:pt>
    <dgm:pt modelId="{7E41967C-27C5-434F-AA1B-EBB06C4F1B47}" type="parTrans" cxnId="{45090912-238A-43A1-BDB9-7F518C700DE4}">
      <dgm:prSet/>
      <dgm:spPr/>
      <dgm:t>
        <a:bodyPr/>
        <a:lstStyle/>
        <a:p>
          <a:endParaRPr lang="en-US"/>
        </a:p>
      </dgm:t>
    </dgm:pt>
    <dgm:pt modelId="{056C9C77-6DA1-422B-8D49-1188DE51D657}" type="sibTrans" cxnId="{45090912-238A-43A1-BDB9-7F518C700DE4}">
      <dgm:prSet/>
      <dgm:spPr/>
      <dgm:t>
        <a:bodyPr/>
        <a:lstStyle/>
        <a:p>
          <a:endParaRPr lang="en-US"/>
        </a:p>
      </dgm:t>
    </dgm:pt>
    <dgm:pt modelId="{5675C941-E7BE-42BA-9058-FB78B6EA4B7F}">
      <dgm:prSet phldrT="[Text]" custT="1"/>
      <dgm:spPr/>
      <dgm:t>
        <a:bodyPr/>
        <a:lstStyle/>
        <a:p>
          <a:r>
            <a:rPr lang="en-US" sz="900" b="0" i="0" dirty="0" smtClean="0"/>
            <a:t>External Outputs (EO)</a:t>
          </a:r>
          <a:endParaRPr lang="en-US" sz="900" dirty="0"/>
        </a:p>
      </dgm:t>
    </dgm:pt>
    <dgm:pt modelId="{C0F17F57-5F9E-4D07-BA08-44C500437528}" type="parTrans" cxnId="{4A349DBD-004F-4C8A-BE87-58F92F41E240}">
      <dgm:prSet/>
      <dgm:spPr/>
      <dgm:t>
        <a:bodyPr/>
        <a:lstStyle/>
        <a:p>
          <a:endParaRPr lang="en-US"/>
        </a:p>
      </dgm:t>
    </dgm:pt>
    <dgm:pt modelId="{6ABBBBB5-EF7A-4007-9542-DD0E1BA1DA10}" type="sibTrans" cxnId="{4A349DBD-004F-4C8A-BE87-58F92F41E240}">
      <dgm:prSet/>
      <dgm:spPr/>
      <dgm:t>
        <a:bodyPr/>
        <a:lstStyle/>
        <a:p>
          <a:endParaRPr lang="en-US"/>
        </a:p>
      </dgm:t>
    </dgm:pt>
    <dgm:pt modelId="{0C233BE4-7C5B-47E8-9205-D24A1A9E09E9}" type="pres">
      <dgm:prSet presAssocID="{65FC75AA-75C9-4E38-8163-45C252E054C0}" presName="hierChild1" presStyleCnt="0">
        <dgm:presLayoutVars>
          <dgm:chPref val="1"/>
          <dgm:dir/>
          <dgm:animOne val="branch"/>
          <dgm:animLvl val="lvl"/>
          <dgm:resizeHandles/>
        </dgm:presLayoutVars>
      </dgm:prSet>
      <dgm:spPr/>
    </dgm:pt>
    <dgm:pt modelId="{4B7B2EDB-F610-45B4-813D-3E8968BBFBD8}" type="pres">
      <dgm:prSet presAssocID="{19765AB7-9757-425B-A6D6-C8E841956DF2}" presName="hierRoot1" presStyleCnt="0"/>
      <dgm:spPr/>
    </dgm:pt>
    <dgm:pt modelId="{759AFB1A-889B-4E0B-BED6-12B015DB84FF}" type="pres">
      <dgm:prSet presAssocID="{19765AB7-9757-425B-A6D6-C8E841956DF2}" presName="composite" presStyleCnt="0"/>
      <dgm:spPr/>
    </dgm:pt>
    <dgm:pt modelId="{2C80A22C-ED01-4746-8363-ECFA339EE63E}" type="pres">
      <dgm:prSet presAssocID="{19765AB7-9757-425B-A6D6-C8E841956DF2}" presName="background" presStyleLbl="node0" presStyleIdx="0" presStyleCnt="1"/>
      <dgm:spPr/>
    </dgm:pt>
    <dgm:pt modelId="{40A68541-25F3-432F-83CD-41B0AEAEA969}" type="pres">
      <dgm:prSet presAssocID="{19765AB7-9757-425B-A6D6-C8E841956DF2}" presName="text" presStyleLbl="fgAcc0" presStyleIdx="0" presStyleCnt="1">
        <dgm:presLayoutVars>
          <dgm:chPref val="3"/>
        </dgm:presLayoutVars>
      </dgm:prSet>
      <dgm:spPr/>
    </dgm:pt>
    <dgm:pt modelId="{BC5EE84F-2375-45F9-AF68-94B558F24219}" type="pres">
      <dgm:prSet presAssocID="{19765AB7-9757-425B-A6D6-C8E841956DF2}" presName="hierChild2" presStyleCnt="0"/>
      <dgm:spPr/>
    </dgm:pt>
    <dgm:pt modelId="{944039CB-59C5-4E3E-999C-AA49F8F96FA9}" type="pres">
      <dgm:prSet presAssocID="{D8CF207C-B56B-4C98-BBC2-BFB2845FD2AA}" presName="Name10" presStyleLbl="parChTrans1D2" presStyleIdx="0" presStyleCnt="2"/>
      <dgm:spPr/>
    </dgm:pt>
    <dgm:pt modelId="{36077AFF-9056-4ED2-A8AC-C1ACD9FBBA7F}" type="pres">
      <dgm:prSet presAssocID="{9574535D-7C60-485A-9339-1FB8A3F193A8}" presName="hierRoot2" presStyleCnt="0"/>
      <dgm:spPr/>
    </dgm:pt>
    <dgm:pt modelId="{7EEA9075-6FFD-4E7C-93D2-348C758AD084}" type="pres">
      <dgm:prSet presAssocID="{9574535D-7C60-485A-9339-1FB8A3F193A8}" presName="composite2" presStyleCnt="0"/>
      <dgm:spPr/>
    </dgm:pt>
    <dgm:pt modelId="{E678F341-29C4-4A5F-A229-50FC72F1B52D}" type="pres">
      <dgm:prSet presAssocID="{9574535D-7C60-485A-9339-1FB8A3F193A8}" presName="background2" presStyleLbl="node2" presStyleIdx="0" presStyleCnt="2"/>
      <dgm:spPr/>
    </dgm:pt>
    <dgm:pt modelId="{4ABA16BA-791E-4404-86F4-A3DA7F5C51DD}" type="pres">
      <dgm:prSet presAssocID="{9574535D-7C60-485A-9339-1FB8A3F193A8}" presName="text2" presStyleLbl="fgAcc2" presStyleIdx="0" presStyleCnt="2">
        <dgm:presLayoutVars>
          <dgm:chPref val="3"/>
        </dgm:presLayoutVars>
      </dgm:prSet>
      <dgm:spPr/>
    </dgm:pt>
    <dgm:pt modelId="{3DA40C90-2B86-45F4-9240-F293D5984441}" type="pres">
      <dgm:prSet presAssocID="{9574535D-7C60-485A-9339-1FB8A3F193A8}" presName="hierChild3" presStyleCnt="0"/>
      <dgm:spPr/>
    </dgm:pt>
    <dgm:pt modelId="{650B7577-4784-4114-B66D-04479BD3346E}" type="pres">
      <dgm:prSet presAssocID="{342048F7-ED6B-454A-8999-C983FA9DBB15}" presName="Name17" presStyleLbl="parChTrans1D3" presStyleIdx="0" presStyleCnt="5"/>
      <dgm:spPr/>
    </dgm:pt>
    <dgm:pt modelId="{2BD2B884-F793-4749-AAA1-79084300B887}" type="pres">
      <dgm:prSet presAssocID="{77DC28C9-2D56-4DE2-9795-8245644A0719}" presName="hierRoot3" presStyleCnt="0"/>
      <dgm:spPr/>
    </dgm:pt>
    <dgm:pt modelId="{C8AB9565-C543-4337-A761-BDE88B3B3152}" type="pres">
      <dgm:prSet presAssocID="{77DC28C9-2D56-4DE2-9795-8245644A0719}" presName="composite3" presStyleCnt="0"/>
      <dgm:spPr/>
    </dgm:pt>
    <dgm:pt modelId="{049F6028-CC07-4728-90A8-599ECF967343}" type="pres">
      <dgm:prSet presAssocID="{77DC28C9-2D56-4DE2-9795-8245644A0719}" presName="background3" presStyleLbl="node3" presStyleIdx="0" presStyleCnt="5"/>
      <dgm:spPr/>
    </dgm:pt>
    <dgm:pt modelId="{68A18CA2-B7C7-49AF-8BDC-9259839FE802}" type="pres">
      <dgm:prSet presAssocID="{77DC28C9-2D56-4DE2-9795-8245644A0719}" presName="text3" presStyleLbl="fgAcc3" presStyleIdx="0" presStyleCnt="5">
        <dgm:presLayoutVars>
          <dgm:chPref val="3"/>
        </dgm:presLayoutVars>
      </dgm:prSet>
      <dgm:spPr/>
    </dgm:pt>
    <dgm:pt modelId="{7FA45B9D-E1FC-4FE3-BCCA-14CCA24A4B40}" type="pres">
      <dgm:prSet presAssocID="{77DC28C9-2D56-4DE2-9795-8245644A0719}" presName="hierChild4" presStyleCnt="0"/>
      <dgm:spPr/>
    </dgm:pt>
    <dgm:pt modelId="{E0684E57-F3D7-4061-B815-1280816912A9}" type="pres">
      <dgm:prSet presAssocID="{72EE2DEE-AFC4-4789-9589-608913B7A200}" presName="Name17" presStyleLbl="parChTrans1D3" presStyleIdx="1" presStyleCnt="5"/>
      <dgm:spPr/>
    </dgm:pt>
    <dgm:pt modelId="{7B44E3B9-05A1-4D0B-B56D-1293B963CCA6}" type="pres">
      <dgm:prSet presAssocID="{67F2A4A8-499A-4FB3-9232-B77C61CB5850}" presName="hierRoot3" presStyleCnt="0"/>
      <dgm:spPr/>
    </dgm:pt>
    <dgm:pt modelId="{0CDF9BAB-7A35-4C88-9FEB-72C11C2CF863}" type="pres">
      <dgm:prSet presAssocID="{67F2A4A8-499A-4FB3-9232-B77C61CB5850}" presName="composite3" presStyleCnt="0"/>
      <dgm:spPr/>
    </dgm:pt>
    <dgm:pt modelId="{B4187FFC-85F4-4A77-B03D-4FA2D41D8011}" type="pres">
      <dgm:prSet presAssocID="{67F2A4A8-499A-4FB3-9232-B77C61CB5850}" presName="background3" presStyleLbl="node3" presStyleIdx="1" presStyleCnt="5"/>
      <dgm:spPr/>
    </dgm:pt>
    <dgm:pt modelId="{E6884509-8A38-424B-97B8-F9E91B154214}" type="pres">
      <dgm:prSet presAssocID="{67F2A4A8-499A-4FB3-9232-B77C61CB5850}" presName="text3" presStyleLbl="fgAcc3" presStyleIdx="1" presStyleCnt="5">
        <dgm:presLayoutVars>
          <dgm:chPref val="3"/>
        </dgm:presLayoutVars>
      </dgm:prSet>
      <dgm:spPr/>
      <dgm:t>
        <a:bodyPr/>
        <a:lstStyle/>
        <a:p>
          <a:endParaRPr lang="en-US"/>
        </a:p>
      </dgm:t>
    </dgm:pt>
    <dgm:pt modelId="{D322604D-4A22-4FF3-9AFF-ABA2580D5146}" type="pres">
      <dgm:prSet presAssocID="{67F2A4A8-499A-4FB3-9232-B77C61CB5850}" presName="hierChild4" presStyleCnt="0"/>
      <dgm:spPr/>
    </dgm:pt>
    <dgm:pt modelId="{732DD8D4-1C3A-4072-951F-101992E5255C}" type="pres">
      <dgm:prSet presAssocID="{D655408B-A96F-4A53-A86A-7254CDFA09F0}" presName="Name10" presStyleLbl="parChTrans1D2" presStyleIdx="1" presStyleCnt="2"/>
      <dgm:spPr/>
    </dgm:pt>
    <dgm:pt modelId="{758C4E4F-F290-4068-999A-63E1D3CB2246}" type="pres">
      <dgm:prSet presAssocID="{5F55CB91-521B-4E9E-A679-20028F6B00A3}" presName="hierRoot2" presStyleCnt="0"/>
      <dgm:spPr/>
    </dgm:pt>
    <dgm:pt modelId="{10CB1151-FCA1-4A2A-855A-6B6ACBBAD5D9}" type="pres">
      <dgm:prSet presAssocID="{5F55CB91-521B-4E9E-A679-20028F6B00A3}" presName="composite2" presStyleCnt="0"/>
      <dgm:spPr/>
    </dgm:pt>
    <dgm:pt modelId="{2BE7946E-96F3-4D5B-B0DB-1C167DECFE98}" type="pres">
      <dgm:prSet presAssocID="{5F55CB91-521B-4E9E-A679-20028F6B00A3}" presName="background2" presStyleLbl="node2" presStyleIdx="1" presStyleCnt="2"/>
      <dgm:spPr/>
    </dgm:pt>
    <dgm:pt modelId="{B4BA3550-DB77-48BE-A538-B03FDCB9E31C}" type="pres">
      <dgm:prSet presAssocID="{5F55CB91-521B-4E9E-A679-20028F6B00A3}" presName="text2" presStyleLbl="fgAcc2" presStyleIdx="1" presStyleCnt="2" custScaleX="131233">
        <dgm:presLayoutVars>
          <dgm:chPref val="3"/>
        </dgm:presLayoutVars>
      </dgm:prSet>
      <dgm:spPr/>
    </dgm:pt>
    <dgm:pt modelId="{D9C93975-3F1A-4137-B6B4-FEFA88424944}" type="pres">
      <dgm:prSet presAssocID="{5F55CB91-521B-4E9E-A679-20028F6B00A3}" presName="hierChild3" presStyleCnt="0"/>
      <dgm:spPr/>
    </dgm:pt>
    <dgm:pt modelId="{254E2B32-C47A-4D32-B253-84D99CFDE41D}" type="pres">
      <dgm:prSet presAssocID="{2801BFFE-58CF-4944-A3AB-0A2F86174E96}" presName="Name17" presStyleLbl="parChTrans1D3" presStyleIdx="2" presStyleCnt="5"/>
      <dgm:spPr/>
    </dgm:pt>
    <dgm:pt modelId="{85F8D3BE-0922-47B1-A7F0-9DACF4FE58E2}" type="pres">
      <dgm:prSet presAssocID="{8970BC47-2911-4810-994B-1DE0EADC3CEC}" presName="hierRoot3" presStyleCnt="0"/>
      <dgm:spPr/>
    </dgm:pt>
    <dgm:pt modelId="{9194F790-7BC3-4AA5-914D-3A34143A5C8E}" type="pres">
      <dgm:prSet presAssocID="{8970BC47-2911-4810-994B-1DE0EADC3CEC}" presName="composite3" presStyleCnt="0"/>
      <dgm:spPr/>
    </dgm:pt>
    <dgm:pt modelId="{DA0F3DF5-B89C-45A0-A7F3-D4CCD5E4BF71}" type="pres">
      <dgm:prSet presAssocID="{8970BC47-2911-4810-994B-1DE0EADC3CEC}" presName="background3" presStyleLbl="node3" presStyleIdx="2" presStyleCnt="5"/>
      <dgm:spPr/>
    </dgm:pt>
    <dgm:pt modelId="{7551A1A1-70B9-4995-9CD7-A28EAB15926E}" type="pres">
      <dgm:prSet presAssocID="{8970BC47-2911-4810-994B-1DE0EADC3CEC}" presName="text3" presStyleLbl="fgAcc3" presStyleIdx="2" presStyleCnt="5">
        <dgm:presLayoutVars>
          <dgm:chPref val="3"/>
        </dgm:presLayoutVars>
      </dgm:prSet>
      <dgm:spPr/>
    </dgm:pt>
    <dgm:pt modelId="{3EA21178-2552-4467-BDAA-1FC7B9CE41BC}" type="pres">
      <dgm:prSet presAssocID="{8970BC47-2911-4810-994B-1DE0EADC3CEC}" presName="hierChild4" presStyleCnt="0"/>
      <dgm:spPr/>
    </dgm:pt>
    <dgm:pt modelId="{E9E2AC72-173A-4DDD-A1D6-6060D71FFE8D}" type="pres">
      <dgm:prSet presAssocID="{C0F17F57-5F9E-4D07-BA08-44C500437528}" presName="Name17" presStyleLbl="parChTrans1D3" presStyleIdx="3" presStyleCnt="5"/>
      <dgm:spPr/>
    </dgm:pt>
    <dgm:pt modelId="{CAB059D1-3238-41CF-9A5E-E969C66CA06B}" type="pres">
      <dgm:prSet presAssocID="{5675C941-E7BE-42BA-9058-FB78B6EA4B7F}" presName="hierRoot3" presStyleCnt="0"/>
      <dgm:spPr/>
    </dgm:pt>
    <dgm:pt modelId="{6D7E5020-7B9C-4DDF-A405-3DCD5A658D94}" type="pres">
      <dgm:prSet presAssocID="{5675C941-E7BE-42BA-9058-FB78B6EA4B7F}" presName="composite3" presStyleCnt="0"/>
      <dgm:spPr/>
    </dgm:pt>
    <dgm:pt modelId="{719B73C5-4AB4-4F5C-90E9-C330401EBB33}" type="pres">
      <dgm:prSet presAssocID="{5675C941-E7BE-42BA-9058-FB78B6EA4B7F}" presName="background3" presStyleLbl="node3" presStyleIdx="3" presStyleCnt="5"/>
      <dgm:spPr/>
    </dgm:pt>
    <dgm:pt modelId="{35F55BB7-8240-4D31-8C13-07CC39A369E0}" type="pres">
      <dgm:prSet presAssocID="{5675C941-E7BE-42BA-9058-FB78B6EA4B7F}" presName="text3" presStyleLbl="fgAcc3" presStyleIdx="3" presStyleCnt="5">
        <dgm:presLayoutVars>
          <dgm:chPref val="3"/>
        </dgm:presLayoutVars>
      </dgm:prSet>
      <dgm:spPr/>
    </dgm:pt>
    <dgm:pt modelId="{DD148117-8F46-4228-8A2D-E44357F1F8A0}" type="pres">
      <dgm:prSet presAssocID="{5675C941-E7BE-42BA-9058-FB78B6EA4B7F}" presName="hierChild4" presStyleCnt="0"/>
      <dgm:spPr/>
    </dgm:pt>
    <dgm:pt modelId="{B6CF17E0-292F-4891-856E-484433CBD22E}" type="pres">
      <dgm:prSet presAssocID="{7E41967C-27C5-434F-AA1B-EBB06C4F1B47}" presName="Name17" presStyleLbl="parChTrans1D3" presStyleIdx="4" presStyleCnt="5"/>
      <dgm:spPr/>
    </dgm:pt>
    <dgm:pt modelId="{AC504DB6-36C2-4FC1-849D-01AE95C3AF44}" type="pres">
      <dgm:prSet presAssocID="{689BB9C6-572B-4FA5-8A09-139F3F6BD8F0}" presName="hierRoot3" presStyleCnt="0"/>
      <dgm:spPr/>
    </dgm:pt>
    <dgm:pt modelId="{E105D36D-7FFA-4F75-BA52-E3E9829F255E}" type="pres">
      <dgm:prSet presAssocID="{689BB9C6-572B-4FA5-8A09-139F3F6BD8F0}" presName="composite3" presStyleCnt="0"/>
      <dgm:spPr/>
    </dgm:pt>
    <dgm:pt modelId="{3E5EBF96-A49D-412F-AB4D-27A4DE0FF598}" type="pres">
      <dgm:prSet presAssocID="{689BB9C6-572B-4FA5-8A09-139F3F6BD8F0}" presName="background3" presStyleLbl="node3" presStyleIdx="4" presStyleCnt="5"/>
      <dgm:spPr/>
    </dgm:pt>
    <dgm:pt modelId="{4C48001D-D461-4C54-B794-45107E056E05}" type="pres">
      <dgm:prSet presAssocID="{689BB9C6-572B-4FA5-8A09-139F3F6BD8F0}" presName="text3" presStyleLbl="fgAcc3" presStyleIdx="4" presStyleCnt="5">
        <dgm:presLayoutVars>
          <dgm:chPref val="3"/>
        </dgm:presLayoutVars>
      </dgm:prSet>
      <dgm:spPr/>
    </dgm:pt>
    <dgm:pt modelId="{59716CB6-F8DD-4C0A-B019-FAAE2CD93B5E}" type="pres">
      <dgm:prSet presAssocID="{689BB9C6-572B-4FA5-8A09-139F3F6BD8F0}" presName="hierChild4" presStyleCnt="0"/>
      <dgm:spPr/>
    </dgm:pt>
  </dgm:ptLst>
  <dgm:cxnLst>
    <dgm:cxn modelId="{1BE00517-2ECE-49B8-8E66-8D07CF96B0EA}" type="presOf" srcId="{D8CF207C-B56B-4C98-BBC2-BFB2845FD2AA}" destId="{944039CB-59C5-4E3E-999C-AA49F8F96FA9}" srcOrd="0" destOrd="0" presId="urn:microsoft.com/office/officeart/2005/8/layout/hierarchy1"/>
    <dgm:cxn modelId="{0634FBBF-2A35-4862-A66B-B5D321380675}" srcId="{9574535D-7C60-485A-9339-1FB8A3F193A8}" destId="{67F2A4A8-499A-4FB3-9232-B77C61CB5850}" srcOrd="1" destOrd="0" parTransId="{72EE2DEE-AFC4-4789-9589-608913B7A200}" sibTransId="{6BE0D080-1CDC-4384-B46E-236C4D23FD75}"/>
    <dgm:cxn modelId="{FB2DC467-0EC6-45E9-A44A-7C1C73CDCD7C}" type="presOf" srcId="{67F2A4A8-499A-4FB3-9232-B77C61CB5850}" destId="{E6884509-8A38-424B-97B8-F9E91B154214}" srcOrd="0" destOrd="0" presId="urn:microsoft.com/office/officeart/2005/8/layout/hierarchy1"/>
    <dgm:cxn modelId="{27E2112D-A897-4A9C-87B0-D12B29AB0180}" type="presOf" srcId="{C0F17F57-5F9E-4D07-BA08-44C500437528}" destId="{E9E2AC72-173A-4DDD-A1D6-6060D71FFE8D}" srcOrd="0" destOrd="0" presId="urn:microsoft.com/office/officeart/2005/8/layout/hierarchy1"/>
    <dgm:cxn modelId="{F6A49B88-52B5-4F79-AA54-C47675CB5964}" type="presOf" srcId="{72EE2DEE-AFC4-4789-9589-608913B7A200}" destId="{E0684E57-F3D7-4061-B815-1280816912A9}" srcOrd="0" destOrd="0" presId="urn:microsoft.com/office/officeart/2005/8/layout/hierarchy1"/>
    <dgm:cxn modelId="{965E236F-B207-480C-A986-57EBED9D4A5E}" type="presOf" srcId="{9574535D-7C60-485A-9339-1FB8A3F193A8}" destId="{4ABA16BA-791E-4404-86F4-A3DA7F5C51DD}" srcOrd="0" destOrd="0" presId="urn:microsoft.com/office/officeart/2005/8/layout/hierarchy1"/>
    <dgm:cxn modelId="{F5C78AE0-664B-4422-998D-8C4DD9E1A782}" type="presOf" srcId="{65FC75AA-75C9-4E38-8163-45C252E054C0}" destId="{0C233BE4-7C5B-47E8-9205-D24A1A9E09E9}" srcOrd="0" destOrd="0" presId="urn:microsoft.com/office/officeart/2005/8/layout/hierarchy1"/>
    <dgm:cxn modelId="{4A349DBD-004F-4C8A-BE87-58F92F41E240}" srcId="{5F55CB91-521B-4E9E-A679-20028F6B00A3}" destId="{5675C941-E7BE-42BA-9058-FB78B6EA4B7F}" srcOrd="1" destOrd="0" parTransId="{C0F17F57-5F9E-4D07-BA08-44C500437528}" sibTransId="{6ABBBBB5-EF7A-4007-9542-DD0E1BA1DA10}"/>
    <dgm:cxn modelId="{6363689E-652B-46E4-88D3-853FC5714D5D}" srcId="{5F55CB91-521B-4E9E-A679-20028F6B00A3}" destId="{8970BC47-2911-4810-994B-1DE0EADC3CEC}" srcOrd="0" destOrd="0" parTransId="{2801BFFE-58CF-4944-A3AB-0A2F86174E96}" sibTransId="{AEA1D897-9419-4CC0-A5D2-73E252B3C92E}"/>
    <dgm:cxn modelId="{81BCD6A6-9E39-429B-A72D-417E04BDD308}" srcId="{19765AB7-9757-425B-A6D6-C8E841956DF2}" destId="{5F55CB91-521B-4E9E-A679-20028F6B00A3}" srcOrd="1" destOrd="0" parTransId="{D655408B-A96F-4A53-A86A-7254CDFA09F0}" sibTransId="{332397F6-0C3B-4EB8-9426-BE635FAC6289}"/>
    <dgm:cxn modelId="{CD120E7C-4C9E-4E4C-AD67-B0ACFACB1AA9}" srcId="{65FC75AA-75C9-4E38-8163-45C252E054C0}" destId="{19765AB7-9757-425B-A6D6-C8E841956DF2}" srcOrd="0" destOrd="0" parTransId="{0DB2246A-0B30-4FD2-A621-1FC77B241BFB}" sibTransId="{C8A8EC1D-FA6A-4AAD-850E-32A819BB8D50}"/>
    <dgm:cxn modelId="{219A0549-A55D-49CB-A311-5F8AA668AC93}" type="presOf" srcId="{689BB9C6-572B-4FA5-8A09-139F3F6BD8F0}" destId="{4C48001D-D461-4C54-B794-45107E056E05}" srcOrd="0" destOrd="0" presId="urn:microsoft.com/office/officeart/2005/8/layout/hierarchy1"/>
    <dgm:cxn modelId="{3C214BE8-F773-49ED-ACD8-348C00006438}" type="presOf" srcId="{19765AB7-9757-425B-A6D6-C8E841956DF2}" destId="{40A68541-25F3-432F-83CD-41B0AEAEA969}" srcOrd="0" destOrd="0" presId="urn:microsoft.com/office/officeart/2005/8/layout/hierarchy1"/>
    <dgm:cxn modelId="{3C80F8CC-8826-46DC-9878-38EC86EE035C}" type="presOf" srcId="{5675C941-E7BE-42BA-9058-FB78B6EA4B7F}" destId="{35F55BB7-8240-4D31-8C13-07CC39A369E0}" srcOrd="0" destOrd="0" presId="urn:microsoft.com/office/officeart/2005/8/layout/hierarchy1"/>
    <dgm:cxn modelId="{73DF0E33-74F3-4D3D-9EFD-52CA6598C2CD}" srcId="{9574535D-7C60-485A-9339-1FB8A3F193A8}" destId="{77DC28C9-2D56-4DE2-9795-8245644A0719}" srcOrd="0" destOrd="0" parTransId="{342048F7-ED6B-454A-8999-C983FA9DBB15}" sibTransId="{4CEC4C3B-E49E-4662-937A-B0571DF4D994}"/>
    <dgm:cxn modelId="{6D3CA651-061E-4E3A-984A-1EECA7608A85}" type="presOf" srcId="{7E41967C-27C5-434F-AA1B-EBB06C4F1B47}" destId="{B6CF17E0-292F-4891-856E-484433CBD22E}" srcOrd="0" destOrd="0" presId="urn:microsoft.com/office/officeart/2005/8/layout/hierarchy1"/>
    <dgm:cxn modelId="{1FD75DE2-BC21-4C18-8730-ED984EB42C2A}" type="presOf" srcId="{342048F7-ED6B-454A-8999-C983FA9DBB15}" destId="{650B7577-4784-4114-B66D-04479BD3346E}" srcOrd="0" destOrd="0" presId="urn:microsoft.com/office/officeart/2005/8/layout/hierarchy1"/>
    <dgm:cxn modelId="{19318EEB-1440-42F4-8FF5-DF1E02DF9724}" type="presOf" srcId="{8970BC47-2911-4810-994B-1DE0EADC3CEC}" destId="{7551A1A1-70B9-4995-9CD7-A28EAB15926E}" srcOrd="0" destOrd="0" presId="urn:microsoft.com/office/officeart/2005/8/layout/hierarchy1"/>
    <dgm:cxn modelId="{1051769E-9AE6-47FF-8673-B26845A05EAD}" type="presOf" srcId="{5F55CB91-521B-4E9E-A679-20028F6B00A3}" destId="{B4BA3550-DB77-48BE-A538-B03FDCB9E31C}" srcOrd="0" destOrd="0" presId="urn:microsoft.com/office/officeart/2005/8/layout/hierarchy1"/>
    <dgm:cxn modelId="{C9EDCE77-E626-4B8D-BE0B-17F7276101C3}" type="presOf" srcId="{D655408B-A96F-4A53-A86A-7254CDFA09F0}" destId="{732DD8D4-1C3A-4072-951F-101992E5255C}" srcOrd="0" destOrd="0" presId="urn:microsoft.com/office/officeart/2005/8/layout/hierarchy1"/>
    <dgm:cxn modelId="{45090912-238A-43A1-BDB9-7F518C700DE4}" srcId="{5F55CB91-521B-4E9E-A679-20028F6B00A3}" destId="{689BB9C6-572B-4FA5-8A09-139F3F6BD8F0}" srcOrd="2" destOrd="0" parTransId="{7E41967C-27C5-434F-AA1B-EBB06C4F1B47}" sibTransId="{056C9C77-6DA1-422B-8D49-1188DE51D657}"/>
    <dgm:cxn modelId="{6AA1C9DB-2788-4C39-B405-5EAF6A3CF0CB}" srcId="{19765AB7-9757-425B-A6D6-C8E841956DF2}" destId="{9574535D-7C60-485A-9339-1FB8A3F193A8}" srcOrd="0" destOrd="0" parTransId="{D8CF207C-B56B-4C98-BBC2-BFB2845FD2AA}" sibTransId="{B4F042F8-9279-428C-AAEF-2C92FCBDC3E7}"/>
    <dgm:cxn modelId="{B1D2A9A5-136F-4F6A-B685-9BE369ABC346}" type="presOf" srcId="{2801BFFE-58CF-4944-A3AB-0A2F86174E96}" destId="{254E2B32-C47A-4D32-B253-84D99CFDE41D}" srcOrd="0" destOrd="0" presId="urn:microsoft.com/office/officeart/2005/8/layout/hierarchy1"/>
    <dgm:cxn modelId="{64830467-BFE3-41B8-A575-8C5238C8AE8C}" type="presOf" srcId="{77DC28C9-2D56-4DE2-9795-8245644A0719}" destId="{68A18CA2-B7C7-49AF-8BDC-9259839FE802}" srcOrd="0" destOrd="0" presId="urn:microsoft.com/office/officeart/2005/8/layout/hierarchy1"/>
    <dgm:cxn modelId="{5A94FB57-6BD1-45EC-84CE-BE6D541CE39B}" type="presParOf" srcId="{0C233BE4-7C5B-47E8-9205-D24A1A9E09E9}" destId="{4B7B2EDB-F610-45B4-813D-3E8968BBFBD8}" srcOrd="0" destOrd="0" presId="urn:microsoft.com/office/officeart/2005/8/layout/hierarchy1"/>
    <dgm:cxn modelId="{A4525580-F104-4829-BEFD-5D0EBD43CCDB}" type="presParOf" srcId="{4B7B2EDB-F610-45B4-813D-3E8968BBFBD8}" destId="{759AFB1A-889B-4E0B-BED6-12B015DB84FF}" srcOrd="0" destOrd="0" presId="urn:microsoft.com/office/officeart/2005/8/layout/hierarchy1"/>
    <dgm:cxn modelId="{5813C8FA-3678-4202-B702-14A1E83A233B}" type="presParOf" srcId="{759AFB1A-889B-4E0B-BED6-12B015DB84FF}" destId="{2C80A22C-ED01-4746-8363-ECFA339EE63E}" srcOrd="0" destOrd="0" presId="urn:microsoft.com/office/officeart/2005/8/layout/hierarchy1"/>
    <dgm:cxn modelId="{D88CFC8C-768F-43DC-AB0A-3C38CD7C9802}" type="presParOf" srcId="{759AFB1A-889B-4E0B-BED6-12B015DB84FF}" destId="{40A68541-25F3-432F-83CD-41B0AEAEA969}" srcOrd="1" destOrd="0" presId="urn:microsoft.com/office/officeart/2005/8/layout/hierarchy1"/>
    <dgm:cxn modelId="{D69F9FC7-C94B-4C0E-81D4-B76B4721BAF8}" type="presParOf" srcId="{4B7B2EDB-F610-45B4-813D-3E8968BBFBD8}" destId="{BC5EE84F-2375-45F9-AF68-94B558F24219}" srcOrd="1" destOrd="0" presId="urn:microsoft.com/office/officeart/2005/8/layout/hierarchy1"/>
    <dgm:cxn modelId="{8A67A2F9-93F1-41C1-9845-0D2089446B3E}" type="presParOf" srcId="{BC5EE84F-2375-45F9-AF68-94B558F24219}" destId="{944039CB-59C5-4E3E-999C-AA49F8F96FA9}" srcOrd="0" destOrd="0" presId="urn:microsoft.com/office/officeart/2005/8/layout/hierarchy1"/>
    <dgm:cxn modelId="{3FAC32FF-AA05-4EEC-8D84-6135D226E5EB}" type="presParOf" srcId="{BC5EE84F-2375-45F9-AF68-94B558F24219}" destId="{36077AFF-9056-4ED2-A8AC-C1ACD9FBBA7F}" srcOrd="1" destOrd="0" presId="urn:microsoft.com/office/officeart/2005/8/layout/hierarchy1"/>
    <dgm:cxn modelId="{3C0B313C-8EDE-4D58-8065-2683C941E83D}" type="presParOf" srcId="{36077AFF-9056-4ED2-A8AC-C1ACD9FBBA7F}" destId="{7EEA9075-6FFD-4E7C-93D2-348C758AD084}" srcOrd="0" destOrd="0" presId="urn:microsoft.com/office/officeart/2005/8/layout/hierarchy1"/>
    <dgm:cxn modelId="{5C0A3F5D-2B7E-49FA-AE19-5DA2E9293375}" type="presParOf" srcId="{7EEA9075-6FFD-4E7C-93D2-348C758AD084}" destId="{E678F341-29C4-4A5F-A229-50FC72F1B52D}" srcOrd="0" destOrd="0" presId="urn:microsoft.com/office/officeart/2005/8/layout/hierarchy1"/>
    <dgm:cxn modelId="{506295FA-030D-45FC-A370-D3F5374B81F4}" type="presParOf" srcId="{7EEA9075-6FFD-4E7C-93D2-348C758AD084}" destId="{4ABA16BA-791E-4404-86F4-A3DA7F5C51DD}" srcOrd="1" destOrd="0" presId="urn:microsoft.com/office/officeart/2005/8/layout/hierarchy1"/>
    <dgm:cxn modelId="{5CCCE1CE-600E-4E50-A30F-CF2282A3D6BA}" type="presParOf" srcId="{36077AFF-9056-4ED2-A8AC-C1ACD9FBBA7F}" destId="{3DA40C90-2B86-45F4-9240-F293D5984441}" srcOrd="1" destOrd="0" presId="urn:microsoft.com/office/officeart/2005/8/layout/hierarchy1"/>
    <dgm:cxn modelId="{8A11903D-C919-4352-99A1-C702C1B73E35}" type="presParOf" srcId="{3DA40C90-2B86-45F4-9240-F293D5984441}" destId="{650B7577-4784-4114-B66D-04479BD3346E}" srcOrd="0" destOrd="0" presId="urn:microsoft.com/office/officeart/2005/8/layout/hierarchy1"/>
    <dgm:cxn modelId="{DFFEF366-7F6D-44CA-80BE-DD4CAB4ED66C}" type="presParOf" srcId="{3DA40C90-2B86-45F4-9240-F293D5984441}" destId="{2BD2B884-F793-4749-AAA1-79084300B887}" srcOrd="1" destOrd="0" presId="urn:microsoft.com/office/officeart/2005/8/layout/hierarchy1"/>
    <dgm:cxn modelId="{6FA7D2CB-6CFC-4B1C-9562-37D5603769B2}" type="presParOf" srcId="{2BD2B884-F793-4749-AAA1-79084300B887}" destId="{C8AB9565-C543-4337-A761-BDE88B3B3152}" srcOrd="0" destOrd="0" presId="urn:microsoft.com/office/officeart/2005/8/layout/hierarchy1"/>
    <dgm:cxn modelId="{F0140EE6-EC37-454B-A9CA-AA385506B72D}" type="presParOf" srcId="{C8AB9565-C543-4337-A761-BDE88B3B3152}" destId="{049F6028-CC07-4728-90A8-599ECF967343}" srcOrd="0" destOrd="0" presId="urn:microsoft.com/office/officeart/2005/8/layout/hierarchy1"/>
    <dgm:cxn modelId="{258A8C9D-8466-4058-A832-544400FAAB0F}" type="presParOf" srcId="{C8AB9565-C543-4337-A761-BDE88B3B3152}" destId="{68A18CA2-B7C7-49AF-8BDC-9259839FE802}" srcOrd="1" destOrd="0" presId="urn:microsoft.com/office/officeart/2005/8/layout/hierarchy1"/>
    <dgm:cxn modelId="{CAFBCA87-D543-4CA6-ADD9-924CE385F29B}" type="presParOf" srcId="{2BD2B884-F793-4749-AAA1-79084300B887}" destId="{7FA45B9D-E1FC-4FE3-BCCA-14CCA24A4B40}" srcOrd="1" destOrd="0" presId="urn:microsoft.com/office/officeart/2005/8/layout/hierarchy1"/>
    <dgm:cxn modelId="{825A3AA3-C678-4DF4-82FC-BE9D4EEC30AF}" type="presParOf" srcId="{3DA40C90-2B86-45F4-9240-F293D5984441}" destId="{E0684E57-F3D7-4061-B815-1280816912A9}" srcOrd="2" destOrd="0" presId="urn:microsoft.com/office/officeart/2005/8/layout/hierarchy1"/>
    <dgm:cxn modelId="{A91A25FE-E4FA-4B5C-9DBA-EF214AF3576E}" type="presParOf" srcId="{3DA40C90-2B86-45F4-9240-F293D5984441}" destId="{7B44E3B9-05A1-4D0B-B56D-1293B963CCA6}" srcOrd="3" destOrd="0" presId="urn:microsoft.com/office/officeart/2005/8/layout/hierarchy1"/>
    <dgm:cxn modelId="{E4429C7F-5EA8-4876-BCA1-098386E3CE87}" type="presParOf" srcId="{7B44E3B9-05A1-4D0B-B56D-1293B963CCA6}" destId="{0CDF9BAB-7A35-4C88-9FEB-72C11C2CF863}" srcOrd="0" destOrd="0" presId="urn:microsoft.com/office/officeart/2005/8/layout/hierarchy1"/>
    <dgm:cxn modelId="{6331C59D-FC1C-45DD-A0CA-44109065FF9F}" type="presParOf" srcId="{0CDF9BAB-7A35-4C88-9FEB-72C11C2CF863}" destId="{B4187FFC-85F4-4A77-B03D-4FA2D41D8011}" srcOrd="0" destOrd="0" presId="urn:microsoft.com/office/officeart/2005/8/layout/hierarchy1"/>
    <dgm:cxn modelId="{EE393474-06AB-430C-B412-B3EAD7439974}" type="presParOf" srcId="{0CDF9BAB-7A35-4C88-9FEB-72C11C2CF863}" destId="{E6884509-8A38-424B-97B8-F9E91B154214}" srcOrd="1" destOrd="0" presId="urn:microsoft.com/office/officeart/2005/8/layout/hierarchy1"/>
    <dgm:cxn modelId="{1942E453-4E2C-4E1A-A1EA-39236BEFA8BB}" type="presParOf" srcId="{7B44E3B9-05A1-4D0B-B56D-1293B963CCA6}" destId="{D322604D-4A22-4FF3-9AFF-ABA2580D5146}" srcOrd="1" destOrd="0" presId="urn:microsoft.com/office/officeart/2005/8/layout/hierarchy1"/>
    <dgm:cxn modelId="{5AC003B0-AFBF-4A4C-9B87-96575361BF0E}" type="presParOf" srcId="{BC5EE84F-2375-45F9-AF68-94B558F24219}" destId="{732DD8D4-1C3A-4072-951F-101992E5255C}" srcOrd="2" destOrd="0" presId="urn:microsoft.com/office/officeart/2005/8/layout/hierarchy1"/>
    <dgm:cxn modelId="{27AC886C-BB61-4614-B6B1-EBA51A4B97D5}" type="presParOf" srcId="{BC5EE84F-2375-45F9-AF68-94B558F24219}" destId="{758C4E4F-F290-4068-999A-63E1D3CB2246}" srcOrd="3" destOrd="0" presId="urn:microsoft.com/office/officeart/2005/8/layout/hierarchy1"/>
    <dgm:cxn modelId="{06EE85BB-E484-498B-BD27-08DD3F13FC3C}" type="presParOf" srcId="{758C4E4F-F290-4068-999A-63E1D3CB2246}" destId="{10CB1151-FCA1-4A2A-855A-6B6ACBBAD5D9}" srcOrd="0" destOrd="0" presId="urn:microsoft.com/office/officeart/2005/8/layout/hierarchy1"/>
    <dgm:cxn modelId="{FB5B6D66-AEF1-4DCE-903E-489FA77EDBA6}" type="presParOf" srcId="{10CB1151-FCA1-4A2A-855A-6B6ACBBAD5D9}" destId="{2BE7946E-96F3-4D5B-B0DB-1C167DECFE98}" srcOrd="0" destOrd="0" presId="urn:microsoft.com/office/officeart/2005/8/layout/hierarchy1"/>
    <dgm:cxn modelId="{3538D4A4-76EC-4220-A3FE-CD2D014AE1B5}" type="presParOf" srcId="{10CB1151-FCA1-4A2A-855A-6B6ACBBAD5D9}" destId="{B4BA3550-DB77-48BE-A538-B03FDCB9E31C}" srcOrd="1" destOrd="0" presId="urn:microsoft.com/office/officeart/2005/8/layout/hierarchy1"/>
    <dgm:cxn modelId="{23B6E2D2-5CE0-4AE9-82B2-585C3CB82641}" type="presParOf" srcId="{758C4E4F-F290-4068-999A-63E1D3CB2246}" destId="{D9C93975-3F1A-4137-B6B4-FEFA88424944}" srcOrd="1" destOrd="0" presId="urn:microsoft.com/office/officeart/2005/8/layout/hierarchy1"/>
    <dgm:cxn modelId="{9C1671D9-2C11-44AA-BC84-A0CF335019A7}" type="presParOf" srcId="{D9C93975-3F1A-4137-B6B4-FEFA88424944}" destId="{254E2B32-C47A-4D32-B253-84D99CFDE41D}" srcOrd="0" destOrd="0" presId="urn:microsoft.com/office/officeart/2005/8/layout/hierarchy1"/>
    <dgm:cxn modelId="{3B54F386-87FD-4D10-94B4-FCD6CDC36E85}" type="presParOf" srcId="{D9C93975-3F1A-4137-B6B4-FEFA88424944}" destId="{85F8D3BE-0922-47B1-A7F0-9DACF4FE58E2}" srcOrd="1" destOrd="0" presId="urn:microsoft.com/office/officeart/2005/8/layout/hierarchy1"/>
    <dgm:cxn modelId="{97E42D19-CE27-475D-B6D4-9D5FBB525E56}" type="presParOf" srcId="{85F8D3BE-0922-47B1-A7F0-9DACF4FE58E2}" destId="{9194F790-7BC3-4AA5-914D-3A34143A5C8E}" srcOrd="0" destOrd="0" presId="urn:microsoft.com/office/officeart/2005/8/layout/hierarchy1"/>
    <dgm:cxn modelId="{168F7711-A89F-4341-93CD-CFA87850513F}" type="presParOf" srcId="{9194F790-7BC3-4AA5-914D-3A34143A5C8E}" destId="{DA0F3DF5-B89C-45A0-A7F3-D4CCD5E4BF71}" srcOrd="0" destOrd="0" presId="urn:microsoft.com/office/officeart/2005/8/layout/hierarchy1"/>
    <dgm:cxn modelId="{8BEB33A0-00D4-4647-921D-E89197B8CE01}" type="presParOf" srcId="{9194F790-7BC3-4AA5-914D-3A34143A5C8E}" destId="{7551A1A1-70B9-4995-9CD7-A28EAB15926E}" srcOrd="1" destOrd="0" presId="urn:microsoft.com/office/officeart/2005/8/layout/hierarchy1"/>
    <dgm:cxn modelId="{9005E869-1006-4BB6-AEFB-819B898FF6C0}" type="presParOf" srcId="{85F8D3BE-0922-47B1-A7F0-9DACF4FE58E2}" destId="{3EA21178-2552-4467-BDAA-1FC7B9CE41BC}" srcOrd="1" destOrd="0" presId="urn:microsoft.com/office/officeart/2005/8/layout/hierarchy1"/>
    <dgm:cxn modelId="{727238CA-6603-4E81-829A-5615ACAAE768}" type="presParOf" srcId="{D9C93975-3F1A-4137-B6B4-FEFA88424944}" destId="{E9E2AC72-173A-4DDD-A1D6-6060D71FFE8D}" srcOrd="2" destOrd="0" presId="urn:microsoft.com/office/officeart/2005/8/layout/hierarchy1"/>
    <dgm:cxn modelId="{9B1A548F-9F2D-4F62-87A8-DFFDE673D237}" type="presParOf" srcId="{D9C93975-3F1A-4137-B6B4-FEFA88424944}" destId="{CAB059D1-3238-41CF-9A5E-E969C66CA06B}" srcOrd="3" destOrd="0" presId="urn:microsoft.com/office/officeart/2005/8/layout/hierarchy1"/>
    <dgm:cxn modelId="{FDD869EA-BAAD-42B4-A94E-2057DB44A765}" type="presParOf" srcId="{CAB059D1-3238-41CF-9A5E-E969C66CA06B}" destId="{6D7E5020-7B9C-4DDF-A405-3DCD5A658D94}" srcOrd="0" destOrd="0" presId="urn:microsoft.com/office/officeart/2005/8/layout/hierarchy1"/>
    <dgm:cxn modelId="{EE4CBE5B-0122-4BFA-B552-ECB356454A46}" type="presParOf" srcId="{6D7E5020-7B9C-4DDF-A405-3DCD5A658D94}" destId="{719B73C5-4AB4-4F5C-90E9-C330401EBB33}" srcOrd="0" destOrd="0" presId="urn:microsoft.com/office/officeart/2005/8/layout/hierarchy1"/>
    <dgm:cxn modelId="{7E99525E-7926-4617-9F05-CE0429484375}" type="presParOf" srcId="{6D7E5020-7B9C-4DDF-A405-3DCD5A658D94}" destId="{35F55BB7-8240-4D31-8C13-07CC39A369E0}" srcOrd="1" destOrd="0" presId="urn:microsoft.com/office/officeart/2005/8/layout/hierarchy1"/>
    <dgm:cxn modelId="{D4154EB9-7225-4EAC-91EF-5233534CBF6B}" type="presParOf" srcId="{CAB059D1-3238-41CF-9A5E-E969C66CA06B}" destId="{DD148117-8F46-4228-8A2D-E44357F1F8A0}" srcOrd="1" destOrd="0" presId="urn:microsoft.com/office/officeart/2005/8/layout/hierarchy1"/>
    <dgm:cxn modelId="{9A6BE291-CECC-4295-8237-F55551ABB915}" type="presParOf" srcId="{D9C93975-3F1A-4137-B6B4-FEFA88424944}" destId="{B6CF17E0-292F-4891-856E-484433CBD22E}" srcOrd="4" destOrd="0" presId="urn:microsoft.com/office/officeart/2005/8/layout/hierarchy1"/>
    <dgm:cxn modelId="{2542BF37-58E9-4416-9E20-93941021EBE3}" type="presParOf" srcId="{D9C93975-3F1A-4137-B6B4-FEFA88424944}" destId="{AC504DB6-36C2-4FC1-849D-01AE95C3AF44}" srcOrd="5" destOrd="0" presId="urn:microsoft.com/office/officeart/2005/8/layout/hierarchy1"/>
    <dgm:cxn modelId="{1B586D3C-CFE9-441E-AE17-5634BA148E6B}" type="presParOf" srcId="{AC504DB6-36C2-4FC1-849D-01AE95C3AF44}" destId="{E105D36D-7FFA-4F75-BA52-E3E9829F255E}" srcOrd="0" destOrd="0" presId="urn:microsoft.com/office/officeart/2005/8/layout/hierarchy1"/>
    <dgm:cxn modelId="{B9AC5B3E-DACA-453C-9098-C867B5D83AC8}" type="presParOf" srcId="{E105D36D-7FFA-4F75-BA52-E3E9829F255E}" destId="{3E5EBF96-A49D-412F-AB4D-27A4DE0FF598}" srcOrd="0" destOrd="0" presId="urn:microsoft.com/office/officeart/2005/8/layout/hierarchy1"/>
    <dgm:cxn modelId="{4D3D571A-B0FB-4243-A53F-279A98146294}" type="presParOf" srcId="{E105D36D-7FFA-4F75-BA52-E3E9829F255E}" destId="{4C48001D-D461-4C54-B794-45107E056E05}" srcOrd="1" destOrd="0" presId="urn:microsoft.com/office/officeart/2005/8/layout/hierarchy1"/>
    <dgm:cxn modelId="{A639B0C0-255A-4613-A7CF-2C7811140514}" type="presParOf" srcId="{AC504DB6-36C2-4FC1-849D-01AE95C3AF44}" destId="{59716CB6-F8DD-4C0A-B019-FAAE2CD93B5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7DB219-0468-4405-89D8-5483E17E30F3}" type="doc">
      <dgm:prSet loTypeId="urn:microsoft.com/office/officeart/2005/8/layout/hChevron3" loCatId="process" qsTypeId="urn:microsoft.com/office/officeart/2005/8/quickstyle/simple1" qsCatId="simple" csTypeId="urn:microsoft.com/office/officeart/2005/8/colors/colorful1" csCatId="colorful" phldr="1"/>
      <dgm:spPr/>
      <dgm:t>
        <a:bodyPr/>
        <a:lstStyle/>
        <a:p>
          <a:endParaRPr lang="en-US"/>
        </a:p>
      </dgm:t>
    </dgm:pt>
    <dgm:pt modelId="{FBA01908-C96F-4AF4-8CEC-214B9EFF3BF2}">
      <dgm:prSet phldrT="[Text]" custT="1"/>
      <dgm:spPr/>
      <dgm:t>
        <a:bodyPr/>
        <a:lstStyle/>
        <a:p>
          <a:pPr algn="ctr"/>
          <a:r>
            <a:rPr lang="en-US" sz="800" b="0" i="0" dirty="0" smtClean="0">
              <a:solidFill>
                <a:schemeClr val="tx1"/>
              </a:solidFill>
            </a:rPr>
            <a:t>Determine the type of count</a:t>
          </a:r>
          <a:endParaRPr lang="en-US" sz="800" dirty="0">
            <a:solidFill>
              <a:schemeClr val="tx1"/>
            </a:solidFill>
          </a:endParaRPr>
        </a:p>
      </dgm:t>
    </dgm:pt>
    <dgm:pt modelId="{DB242D3C-9DC6-43C5-9A90-8F922A2D2229}" type="parTrans" cxnId="{FA16E320-AA26-4C92-B842-C6389F651723}">
      <dgm:prSet/>
      <dgm:spPr/>
      <dgm:t>
        <a:bodyPr/>
        <a:lstStyle/>
        <a:p>
          <a:endParaRPr lang="en-US"/>
        </a:p>
      </dgm:t>
    </dgm:pt>
    <dgm:pt modelId="{AE86CFED-8383-4A4A-87B7-F0AA7366CD57}" type="sibTrans" cxnId="{FA16E320-AA26-4C92-B842-C6389F651723}">
      <dgm:prSet/>
      <dgm:spPr/>
      <dgm:t>
        <a:bodyPr/>
        <a:lstStyle/>
        <a:p>
          <a:endParaRPr lang="en-US"/>
        </a:p>
      </dgm:t>
    </dgm:pt>
    <dgm:pt modelId="{D7673C4D-65A0-4885-99E2-8552D9F45177}">
      <dgm:prSet phldrT="[Text]" custT="1"/>
      <dgm:spPr/>
      <dgm:t>
        <a:bodyPr/>
        <a:lstStyle/>
        <a:p>
          <a:pPr algn="ctr"/>
          <a:r>
            <a:rPr lang="en-US" sz="800" b="0" i="0" dirty="0" smtClean="0">
              <a:solidFill>
                <a:schemeClr val="tx1"/>
              </a:solidFill>
            </a:rPr>
            <a:t>Determine the boundary of the count</a:t>
          </a:r>
          <a:endParaRPr lang="en-US" sz="800" dirty="0">
            <a:solidFill>
              <a:schemeClr val="tx1"/>
            </a:solidFill>
          </a:endParaRPr>
        </a:p>
      </dgm:t>
    </dgm:pt>
    <dgm:pt modelId="{5410FD09-638D-4F8C-99DA-5BF674D8F04B}" type="parTrans" cxnId="{9F551DAB-02CE-4894-8DFE-1D1C2271D735}">
      <dgm:prSet/>
      <dgm:spPr/>
      <dgm:t>
        <a:bodyPr/>
        <a:lstStyle/>
        <a:p>
          <a:endParaRPr lang="en-US"/>
        </a:p>
      </dgm:t>
    </dgm:pt>
    <dgm:pt modelId="{DE6F9C00-4BD4-4A95-8EA4-DE83B634EC3A}" type="sibTrans" cxnId="{9F551DAB-02CE-4894-8DFE-1D1C2271D735}">
      <dgm:prSet/>
      <dgm:spPr/>
      <dgm:t>
        <a:bodyPr/>
        <a:lstStyle/>
        <a:p>
          <a:endParaRPr lang="en-US"/>
        </a:p>
      </dgm:t>
    </dgm:pt>
    <dgm:pt modelId="{04351CC6-3F16-442E-A5FC-15EC06302645}">
      <dgm:prSet phldrT="[Text]" custT="1"/>
      <dgm:spPr/>
      <dgm:t>
        <a:bodyPr/>
        <a:lstStyle/>
        <a:p>
          <a:pPr algn="ctr"/>
          <a:r>
            <a:rPr lang="en-US" sz="800" b="0" i="0" dirty="0" smtClean="0">
              <a:solidFill>
                <a:schemeClr val="tx1"/>
              </a:solidFill>
            </a:rPr>
            <a:t>Identify each Elementary Process (EP) required by the user</a:t>
          </a:r>
          <a:endParaRPr lang="en-US" sz="800" dirty="0">
            <a:solidFill>
              <a:schemeClr val="tx1"/>
            </a:solidFill>
          </a:endParaRPr>
        </a:p>
      </dgm:t>
    </dgm:pt>
    <dgm:pt modelId="{57CBE908-39E3-4915-A01C-1BDA9CF885F9}" type="parTrans" cxnId="{B1B99EDE-688A-4853-9F2B-63A676264283}">
      <dgm:prSet/>
      <dgm:spPr/>
      <dgm:t>
        <a:bodyPr/>
        <a:lstStyle/>
        <a:p>
          <a:endParaRPr lang="en-US"/>
        </a:p>
      </dgm:t>
    </dgm:pt>
    <dgm:pt modelId="{8869970C-FF6E-4FEC-865C-B63D2B241728}" type="sibTrans" cxnId="{B1B99EDE-688A-4853-9F2B-63A676264283}">
      <dgm:prSet/>
      <dgm:spPr/>
      <dgm:t>
        <a:bodyPr/>
        <a:lstStyle/>
        <a:p>
          <a:endParaRPr lang="en-US"/>
        </a:p>
      </dgm:t>
    </dgm:pt>
    <dgm:pt modelId="{C79E26E5-395C-4969-B3B5-AF311AFF802B}">
      <dgm:prSet phldrT="[Text]" custT="1"/>
      <dgm:spPr/>
      <dgm:t>
        <a:bodyPr/>
        <a:lstStyle/>
        <a:p>
          <a:r>
            <a:rPr lang="en-US" sz="800" b="0" i="0" dirty="0" smtClean="0">
              <a:solidFill>
                <a:schemeClr val="tx1"/>
              </a:solidFill>
            </a:rPr>
            <a:t>Determine the unique EPs</a:t>
          </a:r>
          <a:endParaRPr lang="en-US" sz="800" dirty="0">
            <a:solidFill>
              <a:schemeClr val="tx1"/>
            </a:solidFill>
          </a:endParaRPr>
        </a:p>
      </dgm:t>
    </dgm:pt>
    <dgm:pt modelId="{254C1F33-AD50-4351-A582-6B53F1139A2E}" type="parTrans" cxnId="{DBAF569B-A4E8-41C9-9FA7-4CE5AA7008F0}">
      <dgm:prSet/>
      <dgm:spPr/>
      <dgm:t>
        <a:bodyPr/>
        <a:lstStyle/>
        <a:p>
          <a:endParaRPr lang="en-US"/>
        </a:p>
      </dgm:t>
    </dgm:pt>
    <dgm:pt modelId="{711646EB-69EE-458C-B0D7-546C8EB1FD1F}" type="sibTrans" cxnId="{DBAF569B-A4E8-41C9-9FA7-4CE5AA7008F0}">
      <dgm:prSet/>
      <dgm:spPr/>
      <dgm:t>
        <a:bodyPr/>
        <a:lstStyle/>
        <a:p>
          <a:endParaRPr lang="en-US"/>
        </a:p>
      </dgm:t>
    </dgm:pt>
    <dgm:pt modelId="{06D0279B-9763-4501-A712-84FB0D2383C6}">
      <dgm:prSet phldrT="[Text]" custT="1"/>
      <dgm:spPr/>
      <dgm:t>
        <a:bodyPr/>
        <a:lstStyle/>
        <a:p>
          <a:r>
            <a:rPr lang="en-US" sz="800" b="0" i="0" dirty="0" smtClean="0">
              <a:solidFill>
                <a:schemeClr val="tx1"/>
              </a:solidFill>
            </a:rPr>
            <a:t>Measure data functions</a:t>
          </a:r>
          <a:endParaRPr lang="en-US" sz="800" dirty="0">
            <a:solidFill>
              <a:schemeClr val="tx1"/>
            </a:solidFill>
          </a:endParaRPr>
        </a:p>
      </dgm:t>
    </dgm:pt>
    <dgm:pt modelId="{78B28057-4EEA-49A5-B82A-F4E62822196E}" type="parTrans" cxnId="{ED7CA702-EA92-4077-97F4-D243DD3D4E1D}">
      <dgm:prSet/>
      <dgm:spPr/>
      <dgm:t>
        <a:bodyPr/>
        <a:lstStyle/>
        <a:p>
          <a:endParaRPr lang="en-US"/>
        </a:p>
      </dgm:t>
    </dgm:pt>
    <dgm:pt modelId="{8D29B4AD-7D5D-44B2-9CC2-D0F59AE6196A}" type="sibTrans" cxnId="{ED7CA702-EA92-4077-97F4-D243DD3D4E1D}">
      <dgm:prSet/>
      <dgm:spPr/>
      <dgm:t>
        <a:bodyPr/>
        <a:lstStyle/>
        <a:p>
          <a:endParaRPr lang="en-US"/>
        </a:p>
      </dgm:t>
    </dgm:pt>
    <dgm:pt modelId="{6FD3A3A3-09F9-4FAC-B7CA-CA4F1BFF84CD}">
      <dgm:prSet phldrT="[Text]" custT="1"/>
      <dgm:spPr/>
      <dgm:t>
        <a:bodyPr/>
        <a:lstStyle/>
        <a:p>
          <a:r>
            <a:rPr lang="en-US" sz="800" b="0" i="0" dirty="0" smtClean="0">
              <a:solidFill>
                <a:schemeClr val="tx1"/>
              </a:solidFill>
            </a:rPr>
            <a:t>Measure transactional functions</a:t>
          </a:r>
          <a:endParaRPr lang="en-US" sz="800" dirty="0">
            <a:solidFill>
              <a:schemeClr val="tx1"/>
            </a:solidFill>
          </a:endParaRPr>
        </a:p>
      </dgm:t>
    </dgm:pt>
    <dgm:pt modelId="{9C510A20-E97D-4330-97C9-3D5EF2DD7761}" type="parTrans" cxnId="{923044C4-5610-42C6-AE9E-42B0831B2E24}">
      <dgm:prSet/>
      <dgm:spPr/>
      <dgm:t>
        <a:bodyPr/>
        <a:lstStyle/>
        <a:p>
          <a:endParaRPr lang="en-US"/>
        </a:p>
      </dgm:t>
    </dgm:pt>
    <dgm:pt modelId="{EC3E4BCE-9F0B-4170-9BAE-CF4C42D1D341}" type="sibTrans" cxnId="{923044C4-5610-42C6-AE9E-42B0831B2E24}">
      <dgm:prSet/>
      <dgm:spPr/>
      <dgm:t>
        <a:bodyPr/>
        <a:lstStyle/>
        <a:p>
          <a:endParaRPr lang="en-US"/>
        </a:p>
      </dgm:t>
    </dgm:pt>
    <dgm:pt modelId="{0A85991A-F0A0-43BF-BF17-E233D123C66F}">
      <dgm:prSet phldrT="[Text]" custT="1"/>
      <dgm:spPr/>
      <dgm:t>
        <a:bodyPr/>
        <a:lstStyle/>
        <a:p>
          <a:r>
            <a:rPr lang="en-US" sz="800" b="0" i="0" dirty="0" smtClean="0">
              <a:solidFill>
                <a:schemeClr val="tx1"/>
              </a:solidFill>
            </a:rPr>
            <a:t>Calculate functional size (unadjusted function point count)</a:t>
          </a:r>
          <a:endParaRPr lang="en-US" sz="800" dirty="0">
            <a:solidFill>
              <a:schemeClr val="tx1"/>
            </a:solidFill>
          </a:endParaRPr>
        </a:p>
      </dgm:t>
    </dgm:pt>
    <dgm:pt modelId="{5CAE9236-96E5-4932-AB7D-84586D5E7DB5}" type="parTrans" cxnId="{30257ED9-6252-4F86-9AE5-12900D6FA617}">
      <dgm:prSet/>
      <dgm:spPr/>
      <dgm:t>
        <a:bodyPr/>
        <a:lstStyle/>
        <a:p>
          <a:endParaRPr lang="en-US"/>
        </a:p>
      </dgm:t>
    </dgm:pt>
    <dgm:pt modelId="{373678E2-FC41-4F59-991B-80FA1A8F2356}" type="sibTrans" cxnId="{30257ED9-6252-4F86-9AE5-12900D6FA617}">
      <dgm:prSet/>
      <dgm:spPr/>
      <dgm:t>
        <a:bodyPr/>
        <a:lstStyle/>
        <a:p>
          <a:endParaRPr lang="en-US"/>
        </a:p>
      </dgm:t>
    </dgm:pt>
    <dgm:pt modelId="{E3B2CACD-30C8-4ABC-9597-2B7664A7152C}">
      <dgm:prSet phldrT="[Text]" custT="1"/>
      <dgm:spPr/>
      <dgm:t>
        <a:bodyPr/>
        <a:lstStyle/>
        <a:p>
          <a:r>
            <a:rPr lang="en-US" sz="800" b="0" i="0" dirty="0" smtClean="0">
              <a:solidFill>
                <a:schemeClr val="tx1"/>
              </a:solidFill>
            </a:rPr>
            <a:t>Determine Value Adjustment Factor (VAF)</a:t>
          </a:r>
          <a:endParaRPr lang="en-US" sz="800" dirty="0">
            <a:solidFill>
              <a:schemeClr val="tx1"/>
            </a:solidFill>
          </a:endParaRPr>
        </a:p>
      </dgm:t>
    </dgm:pt>
    <dgm:pt modelId="{7C213A69-1721-4A45-AD00-0055D88FBE72}" type="parTrans" cxnId="{840C6301-D8C2-497F-8EA9-FBA310A944CE}">
      <dgm:prSet/>
      <dgm:spPr/>
      <dgm:t>
        <a:bodyPr/>
        <a:lstStyle/>
        <a:p>
          <a:endParaRPr lang="en-US"/>
        </a:p>
      </dgm:t>
    </dgm:pt>
    <dgm:pt modelId="{69793A1D-C657-47E3-A50B-2DDCBA67CBBE}" type="sibTrans" cxnId="{840C6301-D8C2-497F-8EA9-FBA310A944CE}">
      <dgm:prSet/>
      <dgm:spPr/>
      <dgm:t>
        <a:bodyPr/>
        <a:lstStyle/>
        <a:p>
          <a:endParaRPr lang="en-US"/>
        </a:p>
      </dgm:t>
    </dgm:pt>
    <dgm:pt modelId="{790959AC-D388-4E55-BFD7-F3058A59F46C}">
      <dgm:prSet phldrT="[Text]" custT="1"/>
      <dgm:spPr/>
      <dgm:t>
        <a:bodyPr/>
        <a:lstStyle/>
        <a:p>
          <a:r>
            <a:rPr lang="en-US" sz="800" b="0" i="0" dirty="0" smtClean="0">
              <a:solidFill>
                <a:schemeClr val="tx1"/>
              </a:solidFill>
            </a:rPr>
            <a:t>Calculate adjusted function point count</a:t>
          </a:r>
          <a:endParaRPr lang="en-US" sz="800" dirty="0">
            <a:solidFill>
              <a:schemeClr val="tx1"/>
            </a:solidFill>
          </a:endParaRPr>
        </a:p>
      </dgm:t>
    </dgm:pt>
    <dgm:pt modelId="{B3299E52-CD6B-4D5E-B276-B3772AB8B3BB}" type="parTrans" cxnId="{4006FF6C-E398-4CF9-BBCD-D2D3D5CEE05C}">
      <dgm:prSet/>
      <dgm:spPr/>
      <dgm:t>
        <a:bodyPr/>
        <a:lstStyle/>
        <a:p>
          <a:endParaRPr lang="en-US"/>
        </a:p>
      </dgm:t>
    </dgm:pt>
    <dgm:pt modelId="{60BF4E73-FBE5-4FCA-92B9-A8B4DF5520EF}" type="sibTrans" cxnId="{4006FF6C-E398-4CF9-BBCD-D2D3D5CEE05C}">
      <dgm:prSet/>
      <dgm:spPr/>
      <dgm:t>
        <a:bodyPr/>
        <a:lstStyle/>
        <a:p>
          <a:endParaRPr lang="en-US"/>
        </a:p>
      </dgm:t>
    </dgm:pt>
    <dgm:pt modelId="{F0482F2A-400D-41D3-A9E6-2451D3576A90}" type="pres">
      <dgm:prSet presAssocID="{837DB219-0468-4405-89D8-5483E17E30F3}" presName="Name0" presStyleCnt="0">
        <dgm:presLayoutVars>
          <dgm:dir/>
          <dgm:resizeHandles val="exact"/>
        </dgm:presLayoutVars>
      </dgm:prSet>
      <dgm:spPr/>
    </dgm:pt>
    <dgm:pt modelId="{5CDC2533-38F6-43D0-84AF-FE08DE3E87BA}" type="pres">
      <dgm:prSet presAssocID="{FBA01908-C96F-4AF4-8CEC-214B9EFF3BF2}" presName="parTxOnly" presStyleLbl="node1" presStyleIdx="0" presStyleCnt="9">
        <dgm:presLayoutVars>
          <dgm:bulletEnabled val="1"/>
        </dgm:presLayoutVars>
      </dgm:prSet>
      <dgm:spPr/>
      <dgm:t>
        <a:bodyPr/>
        <a:lstStyle/>
        <a:p>
          <a:endParaRPr lang="en-US"/>
        </a:p>
      </dgm:t>
    </dgm:pt>
    <dgm:pt modelId="{CC0542E7-A87F-41DE-A79B-567608FF6248}" type="pres">
      <dgm:prSet presAssocID="{AE86CFED-8383-4A4A-87B7-F0AA7366CD57}" presName="parSpace" presStyleCnt="0"/>
      <dgm:spPr/>
    </dgm:pt>
    <dgm:pt modelId="{9380E002-12CF-4561-9982-AF0402C146FE}" type="pres">
      <dgm:prSet presAssocID="{D7673C4D-65A0-4885-99E2-8552D9F45177}" presName="parTxOnly" presStyleLbl="node1" presStyleIdx="1" presStyleCnt="9">
        <dgm:presLayoutVars>
          <dgm:bulletEnabled val="1"/>
        </dgm:presLayoutVars>
      </dgm:prSet>
      <dgm:spPr/>
      <dgm:t>
        <a:bodyPr/>
        <a:lstStyle/>
        <a:p>
          <a:endParaRPr lang="en-US"/>
        </a:p>
      </dgm:t>
    </dgm:pt>
    <dgm:pt modelId="{FCEFE446-4689-4D13-9108-4B4EB29E911D}" type="pres">
      <dgm:prSet presAssocID="{DE6F9C00-4BD4-4A95-8EA4-DE83B634EC3A}" presName="parSpace" presStyleCnt="0"/>
      <dgm:spPr/>
    </dgm:pt>
    <dgm:pt modelId="{A43AA448-CB6D-47C1-94D4-C1B99AAAFE11}" type="pres">
      <dgm:prSet presAssocID="{04351CC6-3F16-442E-A5FC-15EC06302645}" presName="parTxOnly" presStyleLbl="node1" presStyleIdx="2" presStyleCnt="9">
        <dgm:presLayoutVars>
          <dgm:bulletEnabled val="1"/>
        </dgm:presLayoutVars>
      </dgm:prSet>
      <dgm:spPr/>
      <dgm:t>
        <a:bodyPr/>
        <a:lstStyle/>
        <a:p>
          <a:endParaRPr lang="en-US"/>
        </a:p>
      </dgm:t>
    </dgm:pt>
    <dgm:pt modelId="{4C5024C7-9C8D-4CF1-B4B9-A155C695A1B0}" type="pres">
      <dgm:prSet presAssocID="{8869970C-FF6E-4FEC-865C-B63D2B241728}" presName="parSpace" presStyleCnt="0"/>
      <dgm:spPr/>
    </dgm:pt>
    <dgm:pt modelId="{5D1CDE0C-90CF-44A7-8CD3-A61F7632E7B3}" type="pres">
      <dgm:prSet presAssocID="{C79E26E5-395C-4969-B3B5-AF311AFF802B}" presName="parTxOnly" presStyleLbl="node1" presStyleIdx="3" presStyleCnt="9">
        <dgm:presLayoutVars>
          <dgm:bulletEnabled val="1"/>
        </dgm:presLayoutVars>
      </dgm:prSet>
      <dgm:spPr/>
      <dgm:t>
        <a:bodyPr/>
        <a:lstStyle/>
        <a:p>
          <a:endParaRPr lang="en-US"/>
        </a:p>
      </dgm:t>
    </dgm:pt>
    <dgm:pt modelId="{22549180-3046-4E2C-BCB8-C1B50F194C85}" type="pres">
      <dgm:prSet presAssocID="{711646EB-69EE-458C-B0D7-546C8EB1FD1F}" presName="parSpace" presStyleCnt="0"/>
      <dgm:spPr/>
    </dgm:pt>
    <dgm:pt modelId="{14A635B0-4D87-40FE-A1B2-CE05B949F020}" type="pres">
      <dgm:prSet presAssocID="{06D0279B-9763-4501-A712-84FB0D2383C6}" presName="parTxOnly" presStyleLbl="node1" presStyleIdx="4" presStyleCnt="9">
        <dgm:presLayoutVars>
          <dgm:bulletEnabled val="1"/>
        </dgm:presLayoutVars>
      </dgm:prSet>
      <dgm:spPr/>
      <dgm:t>
        <a:bodyPr/>
        <a:lstStyle/>
        <a:p>
          <a:endParaRPr lang="en-US"/>
        </a:p>
      </dgm:t>
    </dgm:pt>
    <dgm:pt modelId="{A3312164-9B16-4749-8BA7-DE219B353029}" type="pres">
      <dgm:prSet presAssocID="{8D29B4AD-7D5D-44B2-9CC2-D0F59AE6196A}" presName="parSpace" presStyleCnt="0"/>
      <dgm:spPr/>
    </dgm:pt>
    <dgm:pt modelId="{A7D73190-3F11-450A-9AC2-7728E56A138F}" type="pres">
      <dgm:prSet presAssocID="{6FD3A3A3-09F9-4FAC-B7CA-CA4F1BFF84CD}" presName="parTxOnly" presStyleLbl="node1" presStyleIdx="5" presStyleCnt="9">
        <dgm:presLayoutVars>
          <dgm:bulletEnabled val="1"/>
        </dgm:presLayoutVars>
      </dgm:prSet>
      <dgm:spPr/>
      <dgm:t>
        <a:bodyPr/>
        <a:lstStyle/>
        <a:p>
          <a:endParaRPr lang="en-US"/>
        </a:p>
      </dgm:t>
    </dgm:pt>
    <dgm:pt modelId="{2F5FE95B-1973-4820-B5A2-84F145AE9346}" type="pres">
      <dgm:prSet presAssocID="{EC3E4BCE-9F0B-4170-9BAE-CF4C42D1D341}" presName="parSpace" presStyleCnt="0"/>
      <dgm:spPr/>
    </dgm:pt>
    <dgm:pt modelId="{A39F40AE-5ABB-40FC-BD95-08806A5CCF62}" type="pres">
      <dgm:prSet presAssocID="{0A85991A-F0A0-43BF-BF17-E233D123C66F}" presName="parTxOnly" presStyleLbl="node1" presStyleIdx="6" presStyleCnt="9">
        <dgm:presLayoutVars>
          <dgm:bulletEnabled val="1"/>
        </dgm:presLayoutVars>
      </dgm:prSet>
      <dgm:spPr/>
      <dgm:t>
        <a:bodyPr/>
        <a:lstStyle/>
        <a:p>
          <a:endParaRPr lang="en-US"/>
        </a:p>
      </dgm:t>
    </dgm:pt>
    <dgm:pt modelId="{85C45851-57D4-44AB-92DC-14C6A87AD60A}" type="pres">
      <dgm:prSet presAssocID="{373678E2-FC41-4F59-991B-80FA1A8F2356}" presName="parSpace" presStyleCnt="0"/>
      <dgm:spPr/>
    </dgm:pt>
    <dgm:pt modelId="{210D018B-113A-4DCA-9598-29C726A9F3E0}" type="pres">
      <dgm:prSet presAssocID="{E3B2CACD-30C8-4ABC-9597-2B7664A7152C}" presName="parTxOnly" presStyleLbl="node1" presStyleIdx="7" presStyleCnt="9">
        <dgm:presLayoutVars>
          <dgm:bulletEnabled val="1"/>
        </dgm:presLayoutVars>
      </dgm:prSet>
      <dgm:spPr/>
      <dgm:t>
        <a:bodyPr/>
        <a:lstStyle/>
        <a:p>
          <a:endParaRPr lang="en-US"/>
        </a:p>
      </dgm:t>
    </dgm:pt>
    <dgm:pt modelId="{7EF635BD-BB09-4714-A914-B919BDA38181}" type="pres">
      <dgm:prSet presAssocID="{69793A1D-C657-47E3-A50B-2DDCBA67CBBE}" presName="parSpace" presStyleCnt="0"/>
      <dgm:spPr/>
    </dgm:pt>
    <dgm:pt modelId="{8BB44F1D-0B77-4213-943D-CFF5DD4209B4}" type="pres">
      <dgm:prSet presAssocID="{790959AC-D388-4E55-BFD7-F3058A59F46C}" presName="parTxOnly" presStyleLbl="node1" presStyleIdx="8" presStyleCnt="9">
        <dgm:presLayoutVars>
          <dgm:bulletEnabled val="1"/>
        </dgm:presLayoutVars>
      </dgm:prSet>
      <dgm:spPr/>
      <dgm:t>
        <a:bodyPr/>
        <a:lstStyle/>
        <a:p>
          <a:endParaRPr lang="en-US"/>
        </a:p>
      </dgm:t>
    </dgm:pt>
  </dgm:ptLst>
  <dgm:cxnLst>
    <dgm:cxn modelId="{FA16E320-AA26-4C92-B842-C6389F651723}" srcId="{837DB219-0468-4405-89D8-5483E17E30F3}" destId="{FBA01908-C96F-4AF4-8CEC-214B9EFF3BF2}" srcOrd="0" destOrd="0" parTransId="{DB242D3C-9DC6-43C5-9A90-8F922A2D2229}" sibTransId="{AE86CFED-8383-4A4A-87B7-F0AA7366CD57}"/>
    <dgm:cxn modelId="{30257ED9-6252-4F86-9AE5-12900D6FA617}" srcId="{837DB219-0468-4405-89D8-5483E17E30F3}" destId="{0A85991A-F0A0-43BF-BF17-E233D123C66F}" srcOrd="6" destOrd="0" parTransId="{5CAE9236-96E5-4932-AB7D-84586D5E7DB5}" sibTransId="{373678E2-FC41-4F59-991B-80FA1A8F2356}"/>
    <dgm:cxn modelId="{D36950E9-95D8-4B57-8CAC-57DCD2CD1F5D}" type="presOf" srcId="{C79E26E5-395C-4969-B3B5-AF311AFF802B}" destId="{5D1CDE0C-90CF-44A7-8CD3-A61F7632E7B3}" srcOrd="0" destOrd="0" presId="urn:microsoft.com/office/officeart/2005/8/layout/hChevron3"/>
    <dgm:cxn modelId="{9F551DAB-02CE-4894-8DFE-1D1C2271D735}" srcId="{837DB219-0468-4405-89D8-5483E17E30F3}" destId="{D7673C4D-65A0-4885-99E2-8552D9F45177}" srcOrd="1" destOrd="0" parTransId="{5410FD09-638D-4F8C-99DA-5BF674D8F04B}" sibTransId="{DE6F9C00-4BD4-4A95-8EA4-DE83B634EC3A}"/>
    <dgm:cxn modelId="{FA6B98DF-D7C7-4025-9654-F25AB2701D99}" type="presOf" srcId="{FBA01908-C96F-4AF4-8CEC-214B9EFF3BF2}" destId="{5CDC2533-38F6-43D0-84AF-FE08DE3E87BA}" srcOrd="0" destOrd="0" presId="urn:microsoft.com/office/officeart/2005/8/layout/hChevron3"/>
    <dgm:cxn modelId="{923044C4-5610-42C6-AE9E-42B0831B2E24}" srcId="{837DB219-0468-4405-89D8-5483E17E30F3}" destId="{6FD3A3A3-09F9-4FAC-B7CA-CA4F1BFF84CD}" srcOrd="5" destOrd="0" parTransId="{9C510A20-E97D-4330-97C9-3D5EF2DD7761}" sibTransId="{EC3E4BCE-9F0B-4170-9BAE-CF4C42D1D341}"/>
    <dgm:cxn modelId="{ED7CA702-EA92-4077-97F4-D243DD3D4E1D}" srcId="{837DB219-0468-4405-89D8-5483E17E30F3}" destId="{06D0279B-9763-4501-A712-84FB0D2383C6}" srcOrd="4" destOrd="0" parTransId="{78B28057-4EEA-49A5-B82A-F4E62822196E}" sibTransId="{8D29B4AD-7D5D-44B2-9CC2-D0F59AE6196A}"/>
    <dgm:cxn modelId="{63A39019-9FB8-4056-8D6B-E83BF69220F4}" type="presOf" srcId="{790959AC-D388-4E55-BFD7-F3058A59F46C}" destId="{8BB44F1D-0B77-4213-943D-CFF5DD4209B4}" srcOrd="0" destOrd="0" presId="urn:microsoft.com/office/officeart/2005/8/layout/hChevron3"/>
    <dgm:cxn modelId="{A7153727-EB32-488E-95C3-7B3147D47C5C}" type="presOf" srcId="{04351CC6-3F16-442E-A5FC-15EC06302645}" destId="{A43AA448-CB6D-47C1-94D4-C1B99AAAFE11}" srcOrd="0" destOrd="0" presId="urn:microsoft.com/office/officeart/2005/8/layout/hChevron3"/>
    <dgm:cxn modelId="{DBAF569B-A4E8-41C9-9FA7-4CE5AA7008F0}" srcId="{837DB219-0468-4405-89D8-5483E17E30F3}" destId="{C79E26E5-395C-4969-B3B5-AF311AFF802B}" srcOrd="3" destOrd="0" parTransId="{254C1F33-AD50-4351-A582-6B53F1139A2E}" sibTransId="{711646EB-69EE-458C-B0D7-546C8EB1FD1F}"/>
    <dgm:cxn modelId="{5799958B-0904-43E1-9F81-BCD149C1CD96}" type="presOf" srcId="{06D0279B-9763-4501-A712-84FB0D2383C6}" destId="{14A635B0-4D87-40FE-A1B2-CE05B949F020}" srcOrd="0" destOrd="0" presId="urn:microsoft.com/office/officeart/2005/8/layout/hChevron3"/>
    <dgm:cxn modelId="{B1B99EDE-688A-4853-9F2B-63A676264283}" srcId="{837DB219-0468-4405-89D8-5483E17E30F3}" destId="{04351CC6-3F16-442E-A5FC-15EC06302645}" srcOrd="2" destOrd="0" parTransId="{57CBE908-39E3-4915-A01C-1BDA9CF885F9}" sibTransId="{8869970C-FF6E-4FEC-865C-B63D2B241728}"/>
    <dgm:cxn modelId="{36EC1224-2849-4495-8147-F9AC16B05AFF}" type="presOf" srcId="{6FD3A3A3-09F9-4FAC-B7CA-CA4F1BFF84CD}" destId="{A7D73190-3F11-450A-9AC2-7728E56A138F}" srcOrd="0" destOrd="0" presId="urn:microsoft.com/office/officeart/2005/8/layout/hChevron3"/>
    <dgm:cxn modelId="{EA4810CB-2F95-4043-90DD-BDCE81A50907}" type="presOf" srcId="{837DB219-0468-4405-89D8-5483E17E30F3}" destId="{F0482F2A-400D-41D3-A9E6-2451D3576A90}" srcOrd="0" destOrd="0" presId="urn:microsoft.com/office/officeart/2005/8/layout/hChevron3"/>
    <dgm:cxn modelId="{4006FF6C-E398-4CF9-BBCD-D2D3D5CEE05C}" srcId="{837DB219-0468-4405-89D8-5483E17E30F3}" destId="{790959AC-D388-4E55-BFD7-F3058A59F46C}" srcOrd="8" destOrd="0" parTransId="{B3299E52-CD6B-4D5E-B276-B3772AB8B3BB}" sibTransId="{60BF4E73-FBE5-4FCA-92B9-A8B4DF5520EF}"/>
    <dgm:cxn modelId="{7A7C944A-4974-462E-A056-5230C92A709E}" type="presOf" srcId="{D7673C4D-65A0-4885-99E2-8552D9F45177}" destId="{9380E002-12CF-4561-9982-AF0402C146FE}" srcOrd="0" destOrd="0" presId="urn:microsoft.com/office/officeart/2005/8/layout/hChevron3"/>
    <dgm:cxn modelId="{E0ECAD52-0DDC-412A-91E0-DC518D2094B8}" type="presOf" srcId="{E3B2CACD-30C8-4ABC-9597-2B7664A7152C}" destId="{210D018B-113A-4DCA-9598-29C726A9F3E0}" srcOrd="0" destOrd="0" presId="urn:microsoft.com/office/officeart/2005/8/layout/hChevron3"/>
    <dgm:cxn modelId="{C39B703D-FF0D-45C0-B3AF-D2D4BD57C4DF}" type="presOf" srcId="{0A85991A-F0A0-43BF-BF17-E233D123C66F}" destId="{A39F40AE-5ABB-40FC-BD95-08806A5CCF62}" srcOrd="0" destOrd="0" presId="urn:microsoft.com/office/officeart/2005/8/layout/hChevron3"/>
    <dgm:cxn modelId="{840C6301-D8C2-497F-8EA9-FBA310A944CE}" srcId="{837DB219-0468-4405-89D8-5483E17E30F3}" destId="{E3B2CACD-30C8-4ABC-9597-2B7664A7152C}" srcOrd="7" destOrd="0" parTransId="{7C213A69-1721-4A45-AD00-0055D88FBE72}" sibTransId="{69793A1D-C657-47E3-A50B-2DDCBA67CBBE}"/>
    <dgm:cxn modelId="{3DDF84D6-9F1C-4F37-9499-FC85000BAF60}" type="presParOf" srcId="{F0482F2A-400D-41D3-A9E6-2451D3576A90}" destId="{5CDC2533-38F6-43D0-84AF-FE08DE3E87BA}" srcOrd="0" destOrd="0" presId="urn:microsoft.com/office/officeart/2005/8/layout/hChevron3"/>
    <dgm:cxn modelId="{B8CAFCD7-879A-4445-B0DF-D08EB5E276CF}" type="presParOf" srcId="{F0482F2A-400D-41D3-A9E6-2451D3576A90}" destId="{CC0542E7-A87F-41DE-A79B-567608FF6248}" srcOrd="1" destOrd="0" presId="urn:microsoft.com/office/officeart/2005/8/layout/hChevron3"/>
    <dgm:cxn modelId="{81838E5A-DE3D-4A7A-AD8D-007DCBB3EA38}" type="presParOf" srcId="{F0482F2A-400D-41D3-A9E6-2451D3576A90}" destId="{9380E002-12CF-4561-9982-AF0402C146FE}" srcOrd="2" destOrd="0" presId="urn:microsoft.com/office/officeart/2005/8/layout/hChevron3"/>
    <dgm:cxn modelId="{F5A6B6E3-A65E-4D31-933F-2C289D66B163}" type="presParOf" srcId="{F0482F2A-400D-41D3-A9E6-2451D3576A90}" destId="{FCEFE446-4689-4D13-9108-4B4EB29E911D}" srcOrd="3" destOrd="0" presId="urn:microsoft.com/office/officeart/2005/8/layout/hChevron3"/>
    <dgm:cxn modelId="{2D2C7F59-8434-4524-9412-895D80D1B46F}" type="presParOf" srcId="{F0482F2A-400D-41D3-A9E6-2451D3576A90}" destId="{A43AA448-CB6D-47C1-94D4-C1B99AAAFE11}" srcOrd="4" destOrd="0" presId="urn:microsoft.com/office/officeart/2005/8/layout/hChevron3"/>
    <dgm:cxn modelId="{A5239CCC-6489-4745-BA75-BDD4C26DD8FF}" type="presParOf" srcId="{F0482F2A-400D-41D3-A9E6-2451D3576A90}" destId="{4C5024C7-9C8D-4CF1-B4B9-A155C695A1B0}" srcOrd="5" destOrd="0" presId="urn:microsoft.com/office/officeart/2005/8/layout/hChevron3"/>
    <dgm:cxn modelId="{BDB7CE6D-D114-400C-BCA5-A318379A5E73}" type="presParOf" srcId="{F0482F2A-400D-41D3-A9E6-2451D3576A90}" destId="{5D1CDE0C-90CF-44A7-8CD3-A61F7632E7B3}" srcOrd="6" destOrd="0" presId="urn:microsoft.com/office/officeart/2005/8/layout/hChevron3"/>
    <dgm:cxn modelId="{EBA574E4-06B7-4AEB-AC11-BCA9F5FDC385}" type="presParOf" srcId="{F0482F2A-400D-41D3-A9E6-2451D3576A90}" destId="{22549180-3046-4E2C-BCB8-C1B50F194C85}" srcOrd="7" destOrd="0" presId="urn:microsoft.com/office/officeart/2005/8/layout/hChevron3"/>
    <dgm:cxn modelId="{D7C96B8F-A4FC-417C-9388-7AA8F1795D35}" type="presParOf" srcId="{F0482F2A-400D-41D3-A9E6-2451D3576A90}" destId="{14A635B0-4D87-40FE-A1B2-CE05B949F020}" srcOrd="8" destOrd="0" presId="urn:microsoft.com/office/officeart/2005/8/layout/hChevron3"/>
    <dgm:cxn modelId="{24D65B44-77CD-43EC-8792-DD7E566DA992}" type="presParOf" srcId="{F0482F2A-400D-41D3-A9E6-2451D3576A90}" destId="{A3312164-9B16-4749-8BA7-DE219B353029}" srcOrd="9" destOrd="0" presId="urn:microsoft.com/office/officeart/2005/8/layout/hChevron3"/>
    <dgm:cxn modelId="{BE79232F-1272-4989-B667-7D691D777CD3}" type="presParOf" srcId="{F0482F2A-400D-41D3-A9E6-2451D3576A90}" destId="{A7D73190-3F11-450A-9AC2-7728E56A138F}" srcOrd="10" destOrd="0" presId="urn:microsoft.com/office/officeart/2005/8/layout/hChevron3"/>
    <dgm:cxn modelId="{CED84349-4179-41DB-A4F6-80AC762482CD}" type="presParOf" srcId="{F0482F2A-400D-41D3-A9E6-2451D3576A90}" destId="{2F5FE95B-1973-4820-B5A2-84F145AE9346}" srcOrd="11" destOrd="0" presId="urn:microsoft.com/office/officeart/2005/8/layout/hChevron3"/>
    <dgm:cxn modelId="{CC5AF902-315B-4444-B6D2-C9B476ED69EB}" type="presParOf" srcId="{F0482F2A-400D-41D3-A9E6-2451D3576A90}" destId="{A39F40AE-5ABB-40FC-BD95-08806A5CCF62}" srcOrd="12" destOrd="0" presId="urn:microsoft.com/office/officeart/2005/8/layout/hChevron3"/>
    <dgm:cxn modelId="{9515F179-514F-4767-B90C-F781F5FD184A}" type="presParOf" srcId="{F0482F2A-400D-41D3-A9E6-2451D3576A90}" destId="{85C45851-57D4-44AB-92DC-14C6A87AD60A}" srcOrd="13" destOrd="0" presId="urn:microsoft.com/office/officeart/2005/8/layout/hChevron3"/>
    <dgm:cxn modelId="{EE1E33F0-1B0B-4C04-B284-AD5BE25BE57C}" type="presParOf" srcId="{F0482F2A-400D-41D3-A9E6-2451D3576A90}" destId="{210D018B-113A-4DCA-9598-29C726A9F3E0}" srcOrd="14" destOrd="0" presId="urn:microsoft.com/office/officeart/2005/8/layout/hChevron3"/>
    <dgm:cxn modelId="{F4D468DE-54D1-4EE4-8864-A433F6CD6F69}" type="presParOf" srcId="{F0482F2A-400D-41D3-A9E6-2451D3576A90}" destId="{7EF635BD-BB09-4714-A914-B919BDA38181}" srcOrd="15" destOrd="0" presId="urn:microsoft.com/office/officeart/2005/8/layout/hChevron3"/>
    <dgm:cxn modelId="{307FFC12-80C1-43C4-9BFC-268C014A45BE}" type="presParOf" srcId="{F0482F2A-400D-41D3-A9E6-2451D3576A90}" destId="{8BB44F1D-0B77-4213-943D-CFF5DD4209B4}" srcOrd="1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938A87A-3244-41BE-A87B-37750987F50B}" type="doc">
      <dgm:prSet loTypeId="urn:microsoft.com/office/officeart/2005/8/layout/process5" loCatId="process" qsTypeId="urn:microsoft.com/office/officeart/2005/8/quickstyle/simple1" qsCatId="simple" csTypeId="urn:microsoft.com/office/officeart/2005/8/colors/colorful3" csCatId="colorful" phldr="1"/>
      <dgm:spPr/>
      <dgm:t>
        <a:bodyPr/>
        <a:lstStyle/>
        <a:p>
          <a:endParaRPr lang="en-US"/>
        </a:p>
      </dgm:t>
    </dgm:pt>
    <dgm:pt modelId="{116D689A-2620-4E11-8BAE-28C82F0491D0}">
      <dgm:prSet phldrT="[Text]" custT="1"/>
      <dgm:spPr/>
      <dgm:t>
        <a:bodyPr/>
        <a:lstStyle/>
        <a:p>
          <a:r>
            <a:rPr lang="en-US" sz="1000" dirty="0" smtClean="0">
              <a:solidFill>
                <a:schemeClr val="tx1"/>
              </a:solidFill>
              <a:latin typeface="Calibri" pitchFamily="34" charset="0"/>
            </a:rPr>
            <a:t>Development FP in this case. Other two are Application &amp; Enhancement FP.</a:t>
          </a:r>
          <a:endParaRPr lang="en-US" sz="1000" dirty="0">
            <a:solidFill>
              <a:schemeClr val="tx1"/>
            </a:solidFill>
          </a:endParaRPr>
        </a:p>
      </dgm:t>
    </dgm:pt>
    <dgm:pt modelId="{969A1501-7C1C-4BDC-A9B8-611CEA8161BF}" type="parTrans" cxnId="{AFA8E9D8-44FB-45E2-8834-0BEDFAA80B3D}">
      <dgm:prSet/>
      <dgm:spPr/>
      <dgm:t>
        <a:bodyPr/>
        <a:lstStyle/>
        <a:p>
          <a:endParaRPr lang="en-US"/>
        </a:p>
      </dgm:t>
    </dgm:pt>
    <dgm:pt modelId="{3BFE0968-4B0C-49D1-BB8C-E53D94F4556A}" type="sibTrans" cxnId="{AFA8E9D8-44FB-45E2-8834-0BEDFAA80B3D}">
      <dgm:prSet/>
      <dgm:spPr/>
      <dgm:t>
        <a:bodyPr/>
        <a:lstStyle/>
        <a:p>
          <a:endParaRPr lang="en-US" dirty="0"/>
        </a:p>
      </dgm:t>
    </dgm:pt>
    <dgm:pt modelId="{D330793E-0F48-41BE-AA7F-18B19D7B891E}">
      <dgm:prSet phldrT="[Text]" custT="1"/>
      <dgm:spPr/>
      <dgm:t>
        <a:bodyPr/>
        <a:lstStyle/>
        <a:p>
          <a:r>
            <a:rPr lang="en-US" sz="1000" dirty="0" smtClean="0">
              <a:solidFill>
                <a:schemeClr val="tx1"/>
              </a:solidFill>
              <a:latin typeface="Calibri" pitchFamily="34" charset="0"/>
            </a:rPr>
            <a:t>Customers, Order, Stock, Stock Details, Credit Rating, Payment Details, Good File, Good Transaction File</a:t>
          </a:r>
          <a:endParaRPr lang="en-US" sz="1000" dirty="0">
            <a:solidFill>
              <a:schemeClr val="tx1"/>
            </a:solidFill>
          </a:endParaRPr>
        </a:p>
      </dgm:t>
    </dgm:pt>
    <dgm:pt modelId="{1C2E3F4A-15E3-4DDF-A848-A1EFA513D69D}" type="parTrans" cxnId="{B227DE98-B0C7-4DAB-B656-C658092AF482}">
      <dgm:prSet/>
      <dgm:spPr/>
      <dgm:t>
        <a:bodyPr/>
        <a:lstStyle/>
        <a:p>
          <a:endParaRPr lang="en-US"/>
        </a:p>
      </dgm:t>
    </dgm:pt>
    <dgm:pt modelId="{17134B04-2BC2-4AF0-93A8-2C73B09E25B5}" type="sibTrans" cxnId="{B227DE98-B0C7-4DAB-B656-C658092AF482}">
      <dgm:prSet/>
      <dgm:spPr/>
      <dgm:t>
        <a:bodyPr/>
        <a:lstStyle/>
        <a:p>
          <a:endParaRPr lang="en-US" dirty="0"/>
        </a:p>
      </dgm:t>
    </dgm:pt>
    <dgm:pt modelId="{ED65D6F9-C3C2-45E4-8541-73CD3FF70226}">
      <dgm:prSet phldrT="[Text]" custT="1"/>
      <dgm:spPr/>
      <dgm:t>
        <a:bodyPr/>
        <a:lstStyle/>
        <a:p>
          <a:r>
            <a:rPr lang="en-US" sz="1000" b="1" i="0" dirty="0" smtClean="0">
              <a:solidFill>
                <a:schemeClr val="tx1"/>
              </a:solidFill>
            </a:rPr>
            <a:t>External Interface Files </a:t>
          </a:r>
          <a:r>
            <a:rPr lang="en-US" sz="1000" b="0" i="0" dirty="0" smtClean="0">
              <a:solidFill>
                <a:schemeClr val="tx1"/>
              </a:solidFill>
            </a:rPr>
            <a:t>- </a:t>
          </a:r>
          <a:r>
            <a:rPr lang="en-US" sz="1000" b="0" i="0" dirty="0" smtClean="0">
              <a:solidFill>
                <a:srgbClr val="FF0000"/>
              </a:solidFill>
            </a:rPr>
            <a:t>there's no EIFs to consider</a:t>
          </a:r>
        </a:p>
        <a:p>
          <a:r>
            <a:rPr lang="en-US" sz="1000" b="1" i="0" dirty="0" smtClean="0">
              <a:solidFill>
                <a:schemeClr val="tx1"/>
              </a:solidFill>
            </a:rPr>
            <a:t>Internal Logical Files </a:t>
          </a:r>
          <a:r>
            <a:rPr lang="en-US" sz="1000" b="0" i="0" dirty="0" smtClean="0">
              <a:solidFill>
                <a:schemeClr val="tx1"/>
              </a:solidFill>
            </a:rPr>
            <a:t>-  Customer, goods files, goods transaction files.</a:t>
          </a:r>
          <a:endParaRPr lang="en-US" sz="1000" dirty="0">
            <a:solidFill>
              <a:schemeClr val="tx1"/>
            </a:solidFill>
          </a:endParaRPr>
        </a:p>
      </dgm:t>
    </dgm:pt>
    <dgm:pt modelId="{0D5E237B-E7AC-4CB2-B761-3AF0B50E3B2F}" type="parTrans" cxnId="{4BAB5854-8F58-46C3-B61A-D62F858CDDF9}">
      <dgm:prSet/>
      <dgm:spPr/>
      <dgm:t>
        <a:bodyPr/>
        <a:lstStyle/>
        <a:p>
          <a:endParaRPr lang="en-US"/>
        </a:p>
      </dgm:t>
    </dgm:pt>
    <dgm:pt modelId="{CD1CC2A9-9D03-4C1B-9D30-8389FECA9F86}" type="sibTrans" cxnId="{4BAB5854-8F58-46C3-B61A-D62F858CDDF9}">
      <dgm:prSet/>
      <dgm:spPr/>
      <dgm:t>
        <a:bodyPr/>
        <a:lstStyle/>
        <a:p>
          <a:endParaRPr lang="en-US" dirty="0"/>
        </a:p>
      </dgm:t>
    </dgm:pt>
    <dgm:pt modelId="{0B7866C7-27CB-46EF-B4D2-A10B37109CDF}">
      <dgm:prSet phldrT="[Text]" custT="1"/>
      <dgm:spPr/>
      <dgm:t>
        <a:bodyPr/>
        <a:lstStyle/>
        <a:p>
          <a:pPr algn="ctr"/>
          <a:r>
            <a:rPr lang="en-US" sz="1000" b="1" i="0" dirty="0" smtClean="0">
              <a:solidFill>
                <a:schemeClr val="tx1"/>
              </a:solidFill>
            </a:rPr>
            <a:t>External Inputs</a:t>
          </a:r>
          <a:r>
            <a:rPr lang="en-US" sz="1000" b="0" i="0" dirty="0" smtClean="0">
              <a:solidFill>
                <a:schemeClr val="tx1"/>
              </a:solidFill>
            </a:rPr>
            <a:t> - customer, order, stock, and payment details. </a:t>
          </a:r>
        </a:p>
        <a:p>
          <a:pPr algn="ctr"/>
          <a:r>
            <a:rPr lang="en-US" sz="1000" b="1" i="0" dirty="0" smtClean="0">
              <a:solidFill>
                <a:schemeClr val="tx1"/>
              </a:solidFill>
            </a:rPr>
            <a:t>External Outputs</a:t>
          </a:r>
          <a:r>
            <a:rPr lang="en-US" sz="1000" b="0" i="0" dirty="0" smtClean="0">
              <a:solidFill>
                <a:schemeClr val="tx1"/>
              </a:solidFill>
            </a:rPr>
            <a:t> - customer, order, stock details, credit rating.</a:t>
          </a:r>
        </a:p>
        <a:p>
          <a:pPr algn="ctr"/>
          <a:r>
            <a:rPr lang="en-US" sz="1000" b="1" i="0" dirty="0" smtClean="0">
              <a:solidFill>
                <a:schemeClr val="tx1"/>
              </a:solidFill>
            </a:rPr>
            <a:t>External Inquiries</a:t>
          </a:r>
          <a:r>
            <a:rPr lang="en-US" sz="1000" b="0" i="0" dirty="0" smtClean="0">
              <a:solidFill>
                <a:schemeClr val="tx1"/>
              </a:solidFill>
            </a:rPr>
            <a:t> - customer, order, stock details.</a:t>
          </a:r>
          <a:endParaRPr lang="en-US" sz="1000" dirty="0">
            <a:solidFill>
              <a:schemeClr val="tx1"/>
            </a:solidFill>
          </a:endParaRPr>
        </a:p>
      </dgm:t>
    </dgm:pt>
    <dgm:pt modelId="{4306DFB1-38BA-454A-9092-399CD8E80845}" type="parTrans" cxnId="{E29381DF-30D0-4BA3-899E-5E26D447E29C}">
      <dgm:prSet/>
      <dgm:spPr/>
      <dgm:t>
        <a:bodyPr/>
        <a:lstStyle/>
        <a:p>
          <a:endParaRPr lang="en-US"/>
        </a:p>
      </dgm:t>
    </dgm:pt>
    <dgm:pt modelId="{9526DA7F-7E38-40D1-902E-9E445ECE8475}" type="sibTrans" cxnId="{E29381DF-30D0-4BA3-899E-5E26D447E29C}">
      <dgm:prSet/>
      <dgm:spPr/>
      <dgm:t>
        <a:bodyPr/>
        <a:lstStyle/>
        <a:p>
          <a:endParaRPr lang="en-US" dirty="0"/>
        </a:p>
      </dgm:t>
    </dgm:pt>
    <dgm:pt modelId="{4A4AAFB6-D485-4F42-B39A-0BCC3993A8D2}">
      <dgm:prSet phldrT="[Text]" custT="1"/>
      <dgm:spPr/>
      <dgm:t>
        <a:bodyPr/>
        <a:lstStyle/>
        <a:p>
          <a:r>
            <a:rPr lang="en-US" sz="1000" b="1" i="0" dirty="0" smtClean="0">
              <a:solidFill>
                <a:schemeClr val="tx1"/>
              </a:solidFill>
            </a:rPr>
            <a:t>Next three steps to be explained in next slide</a:t>
          </a:r>
          <a:endParaRPr lang="en-US" sz="1000" b="1" i="0" dirty="0">
            <a:solidFill>
              <a:schemeClr val="tx1"/>
            </a:solidFill>
          </a:endParaRPr>
        </a:p>
      </dgm:t>
    </dgm:pt>
    <dgm:pt modelId="{29A58164-769B-4DFA-87D4-5EA863082DF4}" type="parTrans" cxnId="{E3D6AF51-D28F-40EC-A342-B879AD0D0DBA}">
      <dgm:prSet/>
      <dgm:spPr/>
      <dgm:t>
        <a:bodyPr/>
        <a:lstStyle/>
        <a:p>
          <a:endParaRPr lang="en-US"/>
        </a:p>
      </dgm:t>
    </dgm:pt>
    <dgm:pt modelId="{0ADC7B30-44B2-4713-89C4-6CB1998C1F20}" type="sibTrans" cxnId="{E3D6AF51-D28F-40EC-A342-B879AD0D0DBA}">
      <dgm:prSet/>
      <dgm:spPr/>
      <dgm:t>
        <a:bodyPr/>
        <a:lstStyle/>
        <a:p>
          <a:endParaRPr lang="en-US"/>
        </a:p>
      </dgm:t>
    </dgm:pt>
    <dgm:pt modelId="{65CC1A5D-5398-4E94-960D-15C58964C6A5}">
      <dgm:prSet phldrT="[Text]" custT="1"/>
      <dgm:spPr/>
      <dgm:t>
        <a:bodyPr/>
        <a:lstStyle/>
        <a:p>
          <a:r>
            <a:rPr lang="en-US" sz="1000" dirty="0" smtClean="0">
              <a:solidFill>
                <a:schemeClr val="tx1"/>
              </a:solidFill>
              <a:latin typeface="Calibri" pitchFamily="34" charset="0"/>
            </a:rPr>
            <a:t>All meaningful transactions like : Customers, their Order, Stock enquiry, Stock Details, customer Credit Rating, Payment Details, Good File details etc.</a:t>
          </a:r>
          <a:endParaRPr lang="en-US" sz="1000" dirty="0">
            <a:solidFill>
              <a:schemeClr val="tx1"/>
            </a:solidFill>
          </a:endParaRPr>
        </a:p>
      </dgm:t>
    </dgm:pt>
    <dgm:pt modelId="{BABF2341-59BD-4ECA-9DDF-5D7E3905C042}" type="sibTrans" cxnId="{3E99292B-D4DA-4EC2-8720-BA4E158007B5}">
      <dgm:prSet/>
      <dgm:spPr/>
      <dgm:t>
        <a:bodyPr/>
        <a:lstStyle/>
        <a:p>
          <a:endParaRPr lang="en-US" dirty="0"/>
        </a:p>
      </dgm:t>
    </dgm:pt>
    <dgm:pt modelId="{C776665C-5A9D-4452-AF15-CEDAD4F8B345}" type="parTrans" cxnId="{3E99292B-D4DA-4EC2-8720-BA4E158007B5}">
      <dgm:prSet/>
      <dgm:spPr/>
      <dgm:t>
        <a:bodyPr/>
        <a:lstStyle/>
        <a:p>
          <a:endParaRPr lang="en-US"/>
        </a:p>
      </dgm:t>
    </dgm:pt>
    <dgm:pt modelId="{957ADE19-935D-445D-A722-59AC343535F0}">
      <dgm:prSet phldrT="[Text]" custT="1"/>
      <dgm:spPr/>
      <dgm:t>
        <a:bodyPr/>
        <a:lstStyle/>
        <a:p>
          <a:r>
            <a:rPr lang="en-US" sz="1000" dirty="0" smtClean="0">
              <a:solidFill>
                <a:schemeClr val="tx1"/>
              </a:solidFill>
              <a:latin typeface="Calibri" pitchFamily="34" charset="0"/>
            </a:rPr>
            <a:t>Purpose of FP, Scope of Application and business area. Here </a:t>
          </a:r>
          <a:r>
            <a:rPr lang="en-US" sz="1000" dirty="0" smtClean="0">
              <a:solidFill>
                <a:schemeClr val="tx1"/>
              </a:solidFill>
              <a:latin typeface="Calibri" pitchFamily="34" charset="0"/>
            </a:rPr>
            <a:t>customers, stock, and transactions</a:t>
          </a:r>
          <a:endParaRPr lang="en-US" sz="1000" dirty="0">
            <a:solidFill>
              <a:schemeClr val="tx1"/>
            </a:solidFill>
            <a:latin typeface="Calibri" pitchFamily="34" charset="0"/>
          </a:endParaRPr>
        </a:p>
      </dgm:t>
    </dgm:pt>
    <dgm:pt modelId="{7B69CD24-6A12-404C-B7BC-60AB8BA92BFF}" type="parTrans" cxnId="{E1D89D93-95E0-4E01-87AE-13E809E8F8AB}">
      <dgm:prSet/>
      <dgm:spPr/>
      <dgm:t>
        <a:bodyPr/>
        <a:lstStyle/>
        <a:p>
          <a:endParaRPr lang="en-US"/>
        </a:p>
      </dgm:t>
    </dgm:pt>
    <dgm:pt modelId="{07E39E92-D5CB-4252-8E3B-DD525D1FCADE}" type="sibTrans" cxnId="{E1D89D93-95E0-4E01-87AE-13E809E8F8AB}">
      <dgm:prSet/>
      <dgm:spPr/>
      <dgm:t>
        <a:bodyPr/>
        <a:lstStyle/>
        <a:p>
          <a:endParaRPr lang="en-US" dirty="0"/>
        </a:p>
      </dgm:t>
    </dgm:pt>
    <dgm:pt modelId="{6277CDE1-43F9-4E0B-9DA2-B83412BF7363}" type="pres">
      <dgm:prSet presAssocID="{5938A87A-3244-41BE-A87B-37750987F50B}" presName="diagram" presStyleCnt="0">
        <dgm:presLayoutVars>
          <dgm:dir/>
          <dgm:resizeHandles val="exact"/>
        </dgm:presLayoutVars>
      </dgm:prSet>
      <dgm:spPr/>
    </dgm:pt>
    <dgm:pt modelId="{23AD48E2-95E8-4CC8-AAA0-B1A9AF2B857D}" type="pres">
      <dgm:prSet presAssocID="{116D689A-2620-4E11-8BAE-28C82F0491D0}" presName="node" presStyleLbl="node1" presStyleIdx="0" presStyleCnt="7">
        <dgm:presLayoutVars>
          <dgm:bulletEnabled val="1"/>
        </dgm:presLayoutVars>
      </dgm:prSet>
      <dgm:spPr/>
      <dgm:t>
        <a:bodyPr/>
        <a:lstStyle/>
        <a:p>
          <a:endParaRPr lang="en-US"/>
        </a:p>
      </dgm:t>
    </dgm:pt>
    <dgm:pt modelId="{0F11D27C-76C6-41FD-9060-E9B5258F7C67}" type="pres">
      <dgm:prSet presAssocID="{3BFE0968-4B0C-49D1-BB8C-E53D94F4556A}" presName="sibTrans" presStyleLbl="sibTrans2D1" presStyleIdx="0" presStyleCnt="6"/>
      <dgm:spPr/>
    </dgm:pt>
    <dgm:pt modelId="{C7D2AA1C-CFFD-4852-AA95-AB0680CD1199}" type="pres">
      <dgm:prSet presAssocID="{3BFE0968-4B0C-49D1-BB8C-E53D94F4556A}" presName="connectorText" presStyleLbl="sibTrans2D1" presStyleIdx="0" presStyleCnt="6"/>
      <dgm:spPr/>
    </dgm:pt>
    <dgm:pt modelId="{11FE6D92-8A45-4199-BD6F-FDB39A502C69}" type="pres">
      <dgm:prSet presAssocID="{957ADE19-935D-445D-A722-59AC343535F0}" presName="node" presStyleLbl="node1" presStyleIdx="1" presStyleCnt="7">
        <dgm:presLayoutVars>
          <dgm:bulletEnabled val="1"/>
        </dgm:presLayoutVars>
      </dgm:prSet>
      <dgm:spPr/>
      <dgm:t>
        <a:bodyPr/>
        <a:lstStyle/>
        <a:p>
          <a:endParaRPr lang="en-US"/>
        </a:p>
      </dgm:t>
    </dgm:pt>
    <dgm:pt modelId="{041613EB-F4D3-4082-8EE5-A795DD8A48CF}" type="pres">
      <dgm:prSet presAssocID="{07E39E92-D5CB-4252-8E3B-DD525D1FCADE}" presName="sibTrans" presStyleLbl="sibTrans2D1" presStyleIdx="1" presStyleCnt="6"/>
      <dgm:spPr/>
    </dgm:pt>
    <dgm:pt modelId="{33BFC5F7-55A2-4F04-8A52-65385DCCB96A}" type="pres">
      <dgm:prSet presAssocID="{07E39E92-D5CB-4252-8E3B-DD525D1FCADE}" presName="connectorText" presStyleLbl="sibTrans2D1" presStyleIdx="1" presStyleCnt="6"/>
      <dgm:spPr/>
    </dgm:pt>
    <dgm:pt modelId="{C29A8EF8-CC83-4C74-BB97-F2AF7B4A5CE8}" type="pres">
      <dgm:prSet presAssocID="{65CC1A5D-5398-4E94-960D-15C58964C6A5}" presName="node" presStyleLbl="node1" presStyleIdx="2" presStyleCnt="7" custScaleX="125848">
        <dgm:presLayoutVars>
          <dgm:bulletEnabled val="1"/>
        </dgm:presLayoutVars>
      </dgm:prSet>
      <dgm:spPr/>
      <dgm:t>
        <a:bodyPr/>
        <a:lstStyle/>
        <a:p>
          <a:endParaRPr lang="en-US"/>
        </a:p>
      </dgm:t>
    </dgm:pt>
    <dgm:pt modelId="{91D27A1E-4854-47CC-AC70-CD17AE432BA0}" type="pres">
      <dgm:prSet presAssocID="{BABF2341-59BD-4ECA-9DDF-5D7E3905C042}" presName="sibTrans" presStyleLbl="sibTrans2D1" presStyleIdx="2" presStyleCnt="6"/>
      <dgm:spPr/>
    </dgm:pt>
    <dgm:pt modelId="{ADD449A0-516D-4C37-B547-F02E28DCDA32}" type="pres">
      <dgm:prSet presAssocID="{BABF2341-59BD-4ECA-9DDF-5D7E3905C042}" presName="connectorText" presStyleLbl="sibTrans2D1" presStyleIdx="2" presStyleCnt="6"/>
      <dgm:spPr/>
    </dgm:pt>
    <dgm:pt modelId="{21C58673-E5DF-496F-B84C-9B31032DDC71}" type="pres">
      <dgm:prSet presAssocID="{D330793E-0F48-41BE-AA7F-18B19D7B891E}" presName="node" presStyleLbl="node1" presStyleIdx="3" presStyleCnt="7" custScaleX="149736">
        <dgm:presLayoutVars>
          <dgm:bulletEnabled val="1"/>
        </dgm:presLayoutVars>
      </dgm:prSet>
      <dgm:spPr/>
      <dgm:t>
        <a:bodyPr/>
        <a:lstStyle/>
        <a:p>
          <a:endParaRPr lang="en-US"/>
        </a:p>
      </dgm:t>
    </dgm:pt>
    <dgm:pt modelId="{CA22ACF1-4F58-4788-AFF8-20242323A3EC}" type="pres">
      <dgm:prSet presAssocID="{17134B04-2BC2-4AF0-93A8-2C73B09E25B5}" presName="sibTrans" presStyleLbl="sibTrans2D1" presStyleIdx="3" presStyleCnt="6"/>
      <dgm:spPr/>
    </dgm:pt>
    <dgm:pt modelId="{87D98FB3-ACAB-40AC-B3A6-08E68F1F9DC1}" type="pres">
      <dgm:prSet presAssocID="{17134B04-2BC2-4AF0-93A8-2C73B09E25B5}" presName="connectorText" presStyleLbl="sibTrans2D1" presStyleIdx="3" presStyleCnt="6"/>
      <dgm:spPr/>
    </dgm:pt>
    <dgm:pt modelId="{89760AA3-CB63-4484-9490-454996146159}" type="pres">
      <dgm:prSet presAssocID="{ED65D6F9-C3C2-45E4-8541-73CD3FF70226}" presName="node" presStyleLbl="node1" presStyleIdx="4" presStyleCnt="7" custScaleX="157175">
        <dgm:presLayoutVars>
          <dgm:bulletEnabled val="1"/>
        </dgm:presLayoutVars>
      </dgm:prSet>
      <dgm:spPr/>
      <dgm:t>
        <a:bodyPr/>
        <a:lstStyle/>
        <a:p>
          <a:endParaRPr lang="en-US"/>
        </a:p>
      </dgm:t>
    </dgm:pt>
    <dgm:pt modelId="{7A8357B8-09A3-4E7E-AD77-FA85884B0780}" type="pres">
      <dgm:prSet presAssocID="{CD1CC2A9-9D03-4C1B-9D30-8389FECA9F86}" presName="sibTrans" presStyleLbl="sibTrans2D1" presStyleIdx="4" presStyleCnt="6"/>
      <dgm:spPr/>
    </dgm:pt>
    <dgm:pt modelId="{16779C8C-72BD-4EA3-A041-63B427DADF18}" type="pres">
      <dgm:prSet presAssocID="{CD1CC2A9-9D03-4C1B-9D30-8389FECA9F86}" presName="connectorText" presStyleLbl="sibTrans2D1" presStyleIdx="4" presStyleCnt="6"/>
      <dgm:spPr/>
    </dgm:pt>
    <dgm:pt modelId="{8CD7E887-F6E8-481E-B749-6E5CD98D770C}" type="pres">
      <dgm:prSet presAssocID="{0B7866C7-27CB-46EF-B4D2-A10B37109CDF}" presName="node" presStyleLbl="node1" presStyleIdx="5" presStyleCnt="7" custScaleX="257475">
        <dgm:presLayoutVars>
          <dgm:bulletEnabled val="1"/>
        </dgm:presLayoutVars>
      </dgm:prSet>
      <dgm:spPr/>
      <dgm:t>
        <a:bodyPr/>
        <a:lstStyle/>
        <a:p>
          <a:endParaRPr lang="en-US"/>
        </a:p>
      </dgm:t>
    </dgm:pt>
    <dgm:pt modelId="{B0D07458-6665-46F3-974E-7B733DCA68C0}" type="pres">
      <dgm:prSet presAssocID="{9526DA7F-7E38-40D1-902E-9E445ECE8475}" presName="sibTrans" presStyleLbl="sibTrans2D1" presStyleIdx="5" presStyleCnt="6"/>
      <dgm:spPr/>
    </dgm:pt>
    <dgm:pt modelId="{24F351AF-0649-4880-A3AA-6AB348B95A83}" type="pres">
      <dgm:prSet presAssocID="{9526DA7F-7E38-40D1-902E-9E445ECE8475}" presName="connectorText" presStyleLbl="sibTrans2D1" presStyleIdx="5" presStyleCnt="6"/>
      <dgm:spPr/>
    </dgm:pt>
    <dgm:pt modelId="{71CB4CD0-A1F8-4CC1-8CF5-7C4141913036}" type="pres">
      <dgm:prSet presAssocID="{4A4AAFB6-D485-4F42-B39A-0BCC3993A8D2}" presName="node" presStyleLbl="node1" presStyleIdx="6" presStyleCnt="7">
        <dgm:presLayoutVars>
          <dgm:bulletEnabled val="1"/>
        </dgm:presLayoutVars>
      </dgm:prSet>
      <dgm:spPr/>
      <dgm:t>
        <a:bodyPr/>
        <a:lstStyle/>
        <a:p>
          <a:endParaRPr lang="en-US"/>
        </a:p>
      </dgm:t>
    </dgm:pt>
  </dgm:ptLst>
  <dgm:cxnLst>
    <dgm:cxn modelId="{83F9D205-EA1D-4304-88BC-ED4C68A0CF21}" type="presOf" srcId="{957ADE19-935D-445D-A722-59AC343535F0}" destId="{11FE6D92-8A45-4199-BD6F-FDB39A502C69}" srcOrd="0" destOrd="0" presId="urn:microsoft.com/office/officeart/2005/8/layout/process5"/>
    <dgm:cxn modelId="{7BDA8CF2-B0D3-45D1-85BC-DAC5CADE5A7A}" type="presOf" srcId="{D330793E-0F48-41BE-AA7F-18B19D7B891E}" destId="{21C58673-E5DF-496F-B84C-9B31032DDC71}" srcOrd="0" destOrd="0" presId="urn:microsoft.com/office/officeart/2005/8/layout/process5"/>
    <dgm:cxn modelId="{AFA8E9D8-44FB-45E2-8834-0BEDFAA80B3D}" srcId="{5938A87A-3244-41BE-A87B-37750987F50B}" destId="{116D689A-2620-4E11-8BAE-28C82F0491D0}" srcOrd="0" destOrd="0" parTransId="{969A1501-7C1C-4BDC-A9B8-611CEA8161BF}" sibTransId="{3BFE0968-4B0C-49D1-BB8C-E53D94F4556A}"/>
    <dgm:cxn modelId="{595EA02F-3903-4015-871D-A659EABDA7BC}" type="presOf" srcId="{17134B04-2BC2-4AF0-93A8-2C73B09E25B5}" destId="{CA22ACF1-4F58-4788-AFF8-20242323A3EC}" srcOrd="0" destOrd="0" presId="urn:microsoft.com/office/officeart/2005/8/layout/process5"/>
    <dgm:cxn modelId="{662C3C07-0A00-4D7E-AA0C-C8C4CFCD0C19}" type="presOf" srcId="{9526DA7F-7E38-40D1-902E-9E445ECE8475}" destId="{B0D07458-6665-46F3-974E-7B733DCA68C0}" srcOrd="0" destOrd="0" presId="urn:microsoft.com/office/officeart/2005/8/layout/process5"/>
    <dgm:cxn modelId="{F17AA76D-1DB0-453F-ADC7-F12C31D26913}" type="presOf" srcId="{5938A87A-3244-41BE-A87B-37750987F50B}" destId="{6277CDE1-43F9-4E0B-9DA2-B83412BF7363}" srcOrd="0" destOrd="0" presId="urn:microsoft.com/office/officeart/2005/8/layout/process5"/>
    <dgm:cxn modelId="{47C1B97E-69AB-4D0C-B352-1083E43363DB}" type="presOf" srcId="{BABF2341-59BD-4ECA-9DDF-5D7E3905C042}" destId="{ADD449A0-516D-4C37-B547-F02E28DCDA32}" srcOrd="1" destOrd="0" presId="urn:microsoft.com/office/officeart/2005/8/layout/process5"/>
    <dgm:cxn modelId="{4BAB5854-8F58-46C3-B61A-D62F858CDDF9}" srcId="{5938A87A-3244-41BE-A87B-37750987F50B}" destId="{ED65D6F9-C3C2-45E4-8541-73CD3FF70226}" srcOrd="4" destOrd="0" parTransId="{0D5E237B-E7AC-4CB2-B761-3AF0B50E3B2F}" sibTransId="{CD1CC2A9-9D03-4C1B-9D30-8389FECA9F86}"/>
    <dgm:cxn modelId="{E29381DF-30D0-4BA3-899E-5E26D447E29C}" srcId="{5938A87A-3244-41BE-A87B-37750987F50B}" destId="{0B7866C7-27CB-46EF-B4D2-A10B37109CDF}" srcOrd="5" destOrd="0" parTransId="{4306DFB1-38BA-454A-9092-399CD8E80845}" sibTransId="{9526DA7F-7E38-40D1-902E-9E445ECE8475}"/>
    <dgm:cxn modelId="{940D9B87-E777-4BC6-8149-8D8E483AA7C1}" type="presOf" srcId="{9526DA7F-7E38-40D1-902E-9E445ECE8475}" destId="{24F351AF-0649-4880-A3AA-6AB348B95A83}" srcOrd="1" destOrd="0" presId="urn:microsoft.com/office/officeart/2005/8/layout/process5"/>
    <dgm:cxn modelId="{46960597-2A0B-421C-A3FA-074AFB9E914F}" type="presOf" srcId="{ED65D6F9-C3C2-45E4-8541-73CD3FF70226}" destId="{89760AA3-CB63-4484-9490-454996146159}" srcOrd="0" destOrd="0" presId="urn:microsoft.com/office/officeart/2005/8/layout/process5"/>
    <dgm:cxn modelId="{E1D89D93-95E0-4E01-87AE-13E809E8F8AB}" srcId="{5938A87A-3244-41BE-A87B-37750987F50B}" destId="{957ADE19-935D-445D-A722-59AC343535F0}" srcOrd="1" destOrd="0" parTransId="{7B69CD24-6A12-404C-B7BC-60AB8BA92BFF}" sibTransId="{07E39E92-D5CB-4252-8E3B-DD525D1FCADE}"/>
    <dgm:cxn modelId="{F8B80E93-3478-4AFC-99F2-9AC28C225E2B}" type="presOf" srcId="{3BFE0968-4B0C-49D1-BB8C-E53D94F4556A}" destId="{0F11D27C-76C6-41FD-9060-E9B5258F7C67}" srcOrd="0" destOrd="0" presId="urn:microsoft.com/office/officeart/2005/8/layout/process5"/>
    <dgm:cxn modelId="{B227DE98-B0C7-4DAB-B656-C658092AF482}" srcId="{5938A87A-3244-41BE-A87B-37750987F50B}" destId="{D330793E-0F48-41BE-AA7F-18B19D7B891E}" srcOrd="3" destOrd="0" parTransId="{1C2E3F4A-15E3-4DDF-A848-A1EFA513D69D}" sibTransId="{17134B04-2BC2-4AF0-93A8-2C73B09E25B5}"/>
    <dgm:cxn modelId="{B201AE60-3C04-4F2A-9713-2034330FA99B}" type="presOf" srcId="{07E39E92-D5CB-4252-8E3B-DD525D1FCADE}" destId="{041613EB-F4D3-4082-8EE5-A795DD8A48CF}" srcOrd="0" destOrd="0" presId="urn:microsoft.com/office/officeart/2005/8/layout/process5"/>
    <dgm:cxn modelId="{854AC64D-CF36-4F1F-A254-D4BAEC6F23EB}" type="presOf" srcId="{CD1CC2A9-9D03-4C1B-9D30-8389FECA9F86}" destId="{7A8357B8-09A3-4E7E-AD77-FA85884B0780}" srcOrd="0" destOrd="0" presId="urn:microsoft.com/office/officeart/2005/8/layout/process5"/>
    <dgm:cxn modelId="{E3D6AF51-D28F-40EC-A342-B879AD0D0DBA}" srcId="{5938A87A-3244-41BE-A87B-37750987F50B}" destId="{4A4AAFB6-D485-4F42-B39A-0BCC3993A8D2}" srcOrd="6" destOrd="0" parTransId="{29A58164-769B-4DFA-87D4-5EA863082DF4}" sibTransId="{0ADC7B30-44B2-4713-89C4-6CB1998C1F20}"/>
    <dgm:cxn modelId="{416D9441-E536-4E92-B8C4-84F29DD2E1DB}" type="presOf" srcId="{3BFE0968-4B0C-49D1-BB8C-E53D94F4556A}" destId="{C7D2AA1C-CFFD-4852-AA95-AB0680CD1199}" srcOrd="1" destOrd="0" presId="urn:microsoft.com/office/officeart/2005/8/layout/process5"/>
    <dgm:cxn modelId="{C361D91B-50DD-4336-AB67-F3D2ADD45C19}" type="presOf" srcId="{17134B04-2BC2-4AF0-93A8-2C73B09E25B5}" destId="{87D98FB3-ACAB-40AC-B3A6-08E68F1F9DC1}" srcOrd="1" destOrd="0" presId="urn:microsoft.com/office/officeart/2005/8/layout/process5"/>
    <dgm:cxn modelId="{051BE1ED-EF48-45AE-AE16-5D25AF68E445}" type="presOf" srcId="{65CC1A5D-5398-4E94-960D-15C58964C6A5}" destId="{C29A8EF8-CC83-4C74-BB97-F2AF7B4A5CE8}" srcOrd="0" destOrd="0" presId="urn:microsoft.com/office/officeart/2005/8/layout/process5"/>
    <dgm:cxn modelId="{E1B4C24C-4A7F-4A2B-8DEC-D11D769F45F7}" type="presOf" srcId="{4A4AAFB6-D485-4F42-B39A-0BCC3993A8D2}" destId="{71CB4CD0-A1F8-4CC1-8CF5-7C4141913036}" srcOrd="0" destOrd="0" presId="urn:microsoft.com/office/officeart/2005/8/layout/process5"/>
    <dgm:cxn modelId="{FB4F835C-EF68-4AFF-AF77-1E4EC1155BBE}" type="presOf" srcId="{BABF2341-59BD-4ECA-9DDF-5D7E3905C042}" destId="{91D27A1E-4854-47CC-AC70-CD17AE432BA0}" srcOrd="0" destOrd="0" presId="urn:microsoft.com/office/officeart/2005/8/layout/process5"/>
    <dgm:cxn modelId="{B9C2CC89-2A95-486F-B248-FFAFEBB79157}" type="presOf" srcId="{CD1CC2A9-9D03-4C1B-9D30-8389FECA9F86}" destId="{16779C8C-72BD-4EA3-A041-63B427DADF18}" srcOrd="1" destOrd="0" presId="urn:microsoft.com/office/officeart/2005/8/layout/process5"/>
    <dgm:cxn modelId="{12C14012-719F-4A70-A85E-90A8957F7D4C}" type="presOf" srcId="{116D689A-2620-4E11-8BAE-28C82F0491D0}" destId="{23AD48E2-95E8-4CC8-AAA0-B1A9AF2B857D}" srcOrd="0" destOrd="0" presId="urn:microsoft.com/office/officeart/2005/8/layout/process5"/>
    <dgm:cxn modelId="{3E99292B-D4DA-4EC2-8720-BA4E158007B5}" srcId="{5938A87A-3244-41BE-A87B-37750987F50B}" destId="{65CC1A5D-5398-4E94-960D-15C58964C6A5}" srcOrd="2" destOrd="0" parTransId="{C776665C-5A9D-4452-AF15-CEDAD4F8B345}" sibTransId="{BABF2341-59BD-4ECA-9DDF-5D7E3905C042}"/>
    <dgm:cxn modelId="{368553ED-70F1-40A4-A774-DE6E1CAD7B7C}" type="presOf" srcId="{0B7866C7-27CB-46EF-B4D2-A10B37109CDF}" destId="{8CD7E887-F6E8-481E-B749-6E5CD98D770C}" srcOrd="0" destOrd="0" presId="urn:microsoft.com/office/officeart/2005/8/layout/process5"/>
    <dgm:cxn modelId="{02CEC0A9-2E4F-4404-A6B9-97193CDB99BC}" type="presOf" srcId="{07E39E92-D5CB-4252-8E3B-DD525D1FCADE}" destId="{33BFC5F7-55A2-4F04-8A52-65385DCCB96A}" srcOrd="1" destOrd="0" presId="urn:microsoft.com/office/officeart/2005/8/layout/process5"/>
    <dgm:cxn modelId="{55E4B25B-F5A0-47D1-B5DE-CF09785BA48B}" type="presParOf" srcId="{6277CDE1-43F9-4E0B-9DA2-B83412BF7363}" destId="{23AD48E2-95E8-4CC8-AAA0-B1A9AF2B857D}" srcOrd="0" destOrd="0" presId="urn:microsoft.com/office/officeart/2005/8/layout/process5"/>
    <dgm:cxn modelId="{6B30FB1C-91DE-4DC0-819D-0FF634FE329B}" type="presParOf" srcId="{6277CDE1-43F9-4E0B-9DA2-B83412BF7363}" destId="{0F11D27C-76C6-41FD-9060-E9B5258F7C67}" srcOrd="1" destOrd="0" presId="urn:microsoft.com/office/officeart/2005/8/layout/process5"/>
    <dgm:cxn modelId="{F36A161F-FDC6-491B-B20C-35FF16BB21ED}" type="presParOf" srcId="{0F11D27C-76C6-41FD-9060-E9B5258F7C67}" destId="{C7D2AA1C-CFFD-4852-AA95-AB0680CD1199}" srcOrd="0" destOrd="0" presId="urn:microsoft.com/office/officeart/2005/8/layout/process5"/>
    <dgm:cxn modelId="{10FAB19B-1D77-4857-B1A5-92338CF7DF8D}" type="presParOf" srcId="{6277CDE1-43F9-4E0B-9DA2-B83412BF7363}" destId="{11FE6D92-8A45-4199-BD6F-FDB39A502C69}" srcOrd="2" destOrd="0" presId="urn:microsoft.com/office/officeart/2005/8/layout/process5"/>
    <dgm:cxn modelId="{D1176D98-0AE6-4B8C-B596-3C5AD75A3060}" type="presParOf" srcId="{6277CDE1-43F9-4E0B-9DA2-B83412BF7363}" destId="{041613EB-F4D3-4082-8EE5-A795DD8A48CF}" srcOrd="3" destOrd="0" presId="urn:microsoft.com/office/officeart/2005/8/layout/process5"/>
    <dgm:cxn modelId="{58697105-3994-4456-95F7-0B921294D722}" type="presParOf" srcId="{041613EB-F4D3-4082-8EE5-A795DD8A48CF}" destId="{33BFC5F7-55A2-4F04-8A52-65385DCCB96A}" srcOrd="0" destOrd="0" presId="urn:microsoft.com/office/officeart/2005/8/layout/process5"/>
    <dgm:cxn modelId="{7AEA8FC3-BC0E-4521-9A52-BD864D129F44}" type="presParOf" srcId="{6277CDE1-43F9-4E0B-9DA2-B83412BF7363}" destId="{C29A8EF8-CC83-4C74-BB97-F2AF7B4A5CE8}" srcOrd="4" destOrd="0" presId="urn:microsoft.com/office/officeart/2005/8/layout/process5"/>
    <dgm:cxn modelId="{90EEE72A-FAF8-4CCE-A791-3D05B535AA3D}" type="presParOf" srcId="{6277CDE1-43F9-4E0B-9DA2-B83412BF7363}" destId="{91D27A1E-4854-47CC-AC70-CD17AE432BA0}" srcOrd="5" destOrd="0" presId="urn:microsoft.com/office/officeart/2005/8/layout/process5"/>
    <dgm:cxn modelId="{832FF3DF-8E8D-48FC-B3EF-1BFDE5C9E68C}" type="presParOf" srcId="{91D27A1E-4854-47CC-AC70-CD17AE432BA0}" destId="{ADD449A0-516D-4C37-B547-F02E28DCDA32}" srcOrd="0" destOrd="0" presId="urn:microsoft.com/office/officeart/2005/8/layout/process5"/>
    <dgm:cxn modelId="{2B29E724-1F5C-42ED-8B42-89EC2FCB3F45}" type="presParOf" srcId="{6277CDE1-43F9-4E0B-9DA2-B83412BF7363}" destId="{21C58673-E5DF-496F-B84C-9B31032DDC71}" srcOrd="6" destOrd="0" presId="urn:microsoft.com/office/officeart/2005/8/layout/process5"/>
    <dgm:cxn modelId="{3612E073-DEB0-448A-8350-43097E1A49B4}" type="presParOf" srcId="{6277CDE1-43F9-4E0B-9DA2-B83412BF7363}" destId="{CA22ACF1-4F58-4788-AFF8-20242323A3EC}" srcOrd="7" destOrd="0" presId="urn:microsoft.com/office/officeart/2005/8/layout/process5"/>
    <dgm:cxn modelId="{C3F2E22D-0298-47A7-B0D6-A58F7B271F06}" type="presParOf" srcId="{CA22ACF1-4F58-4788-AFF8-20242323A3EC}" destId="{87D98FB3-ACAB-40AC-B3A6-08E68F1F9DC1}" srcOrd="0" destOrd="0" presId="urn:microsoft.com/office/officeart/2005/8/layout/process5"/>
    <dgm:cxn modelId="{977B05CC-2B74-42FC-B63D-8E6434D9D4D7}" type="presParOf" srcId="{6277CDE1-43F9-4E0B-9DA2-B83412BF7363}" destId="{89760AA3-CB63-4484-9490-454996146159}" srcOrd="8" destOrd="0" presId="urn:microsoft.com/office/officeart/2005/8/layout/process5"/>
    <dgm:cxn modelId="{8D1BFE0E-1913-4D5C-B772-5A3FAD6FBCC0}" type="presParOf" srcId="{6277CDE1-43F9-4E0B-9DA2-B83412BF7363}" destId="{7A8357B8-09A3-4E7E-AD77-FA85884B0780}" srcOrd="9" destOrd="0" presId="urn:microsoft.com/office/officeart/2005/8/layout/process5"/>
    <dgm:cxn modelId="{3EA0CF49-B2A2-4F5E-8591-12E227B388A8}" type="presParOf" srcId="{7A8357B8-09A3-4E7E-AD77-FA85884B0780}" destId="{16779C8C-72BD-4EA3-A041-63B427DADF18}" srcOrd="0" destOrd="0" presId="urn:microsoft.com/office/officeart/2005/8/layout/process5"/>
    <dgm:cxn modelId="{451BFEBE-0DD6-4783-833A-17823E5D2E46}" type="presParOf" srcId="{6277CDE1-43F9-4E0B-9DA2-B83412BF7363}" destId="{8CD7E887-F6E8-481E-B749-6E5CD98D770C}" srcOrd="10" destOrd="0" presId="urn:microsoft.com/office/officeart/2005/8/layout/process5"/>
    <dgm:cxn modelId="{83710FAA-5ABC-4879-A9B5-9F6DFE0896AD}" type="presParOf" srcId="{6277CDE1-43F9-4E0B-9DA2-B83412BF7363}" destId="{B0D07458-6665-46F3-974E-7B733DCA68C0}" srcOrd="11" destOrd="0" presId="urn:microsoft.com/office/officeart/2005/8/layout/process5"/>
    <dgm:cxn modelId="{E5F98B4F-700C-428C-A171-2E2F0E908550}" type="presParOf" srcId="{B0D07458-6665-46F3-974E-7B733DCA68C0}" destId="{24F351AF-0649-4880-A3AA-6AB348B95A83}" srcOrd="0" destOrd="0" presId="urn:microsoft.com/office/officeart/2005/8/layout/process5"/>
    <dgm:cxn modelId="{3741E979-E580-4262-BF84-78CBA585B6BB}" type="presParOf" srcId="{6277CDE1-43F9-4E0B-9DA2-B83412BF7363}" destId="{71CB4CD0-A1F8-4CC1-8CF5-7C4141913036}" srcOrd="12" destOrd="0" presId="urn:microsoft.com/office/officeart/2005/8/layout/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C45EAD6-B0CF-4559-8E6D-5F408F73FDBB}" type="doc">
      <dgm:prSet loTypeId="urn:microsoft.com/office/officeart/2005/8/layout/vProcess5" loCatId="process" qsTypeId="urn:microsoft.com/office/officeart/2005/8/quickstyle/simple1" qsCatId="simple" csTypeId="urn:microsoft.com/office/officeart/2005/8/colors/colorful3" csCatId="colorful" phldr="1"/>
      <dgm:spPr/>
      <dgm:t>
        <a:bodyPr/>
        <a:lstStyle/>
        <a:p>
          <a:endParaRPr lang="en-US"/>
        </a:p>
      </dgm:t>
    </dgm:pt>
    <dgm:pt modelId="{8EB3BB30-8EBE-4F7A-886B-E69D37E2F618}">
      <dgm:prSet phldrT="[Text]" custT="1"/>
      <dgm:spPr/>
      <dgm:t>
        <a:bodyPr/>
        <a:lstStyle/>
        <a:p>
          <a:r>
            <a:rPr lang="en-US" sz="1000" dirty="0" smtClean="0">
              <a:latin typeface="Calibri" pitchFamily="34" charset="0"/>
            </a:rPr>
            <a:t>Facilitator reads items to be estimated, moderates brief discussion to clarify details, and calls for estimates.</a:t>
          </a:r>
          <a:endParaRPr lang="en-US" sz="1000" dirty="0"/>
        </a:p>
      </dgm:t>
    </dgm:pt>
    <dgm:pt modelId="{35908CCD-6E63-4456-A75C-9431B4D8595E}" type="parTrans" cxnId="{F879BB5C-ECF0-4BD4-8EE2-8EACD66973B2}">
      <dgm:prSet/>
      <dgm:spPr/>
      <dgm:t>
        <a:bodyPr/>
        <a:lstStyle/>
        <a:p>
          <a:endParaRPr lang="en-US"/>
        </a:p>
      </dgm:t>
    </dgm:pt>
    <dgm:pt modelId="{4C1B28AB-C27F-4CAD-B528-39C4DED86A60}" type="sibTrans" cxnId="{F879BB5C-ECF0-4BD4-8EE2-8EACD66973B2}">
      <dgm:prSet/>
      <dgm:spPr/>
      <dgm:t>
        <a:bodyPr/>
        <a:lstStyle/>
        <a:p>
          <a:endParaRPr lang="en-US" dirty="0"/>
        </a:p>
      </dgm:t>
    </dgm:pt>
    <dgm:pt modelId="{EFDF9DD8-7E51-4508-A85F-A9C3CB9792F2}">
      <dgm:prSet phldrT="[Text]" custT="1"/>
      <dgm:spPr/>
      <dgm:t>
        <a:bodyPr/>
        <a:lstStyle/>
        <a:p>
          <a:r>
            <a:rPr lang="en-US" sz="1000" dirty="0" smtClean="0">
              <a:latin typeface="Calibri" pitchFamily="34" charset="0"/>
            </a:rPr>
            <a:t>Facilitator calls for vote, and all Estimators turn over cards at the same time.</a:t>
          </a:r>
          <a:endParaRPr lang="en-US" sz="1000" dirty="0"/>
        </a:p>
      </dgm:t>
    </dgm:pt>
    <dgm:pt modelId="{A4EC1CC2-CAF6-4AF1-9255-33D2CF14CEE2}" type="parTrans" cxnId="{F535113F-21B7-4794-B7CD-D439E75AA962}">
      <dgm:prSet/>
      <dgm:spPr/>
      <dgm:t>
        <a:bodyPr/>
        <a:lstStyle/>
        <a:p>
          <a:endParaRPr lang="en-US"/>
        </a:p>
      </dgm:t>
    </dgm:pt>
    <dgm:pt modelId="{C1E3D9C6-D758-4A28-8BE2-5FA365714BC7}" type="sibTrans" cxnId="{F535113F-21B7-4794-B7CD-D439E75AA962}">
      <dgm:prSet/>
      <dgm:spPr/>
      <dgm:t>
        <a:bodyPr/>
        <a:lstStyle/>
        <a:p>
          <a:endParaRPr lang="en-US" dirty="0"/>
        </a:p>
      </dgm:t>
    </dgm:pt>
    <dgm:pt modelId="{4BACDE76-B172-46B4-8110-7811CD7440E6}">
      <dgm:prSet custT="1"/>
      <dgm:spPr/>
      <dgm:t>
        <a:bodyPr/>
        <a:lstStyle/>
        <a:p>
          <a:r>
            <a:rPr lang="en-US" sz="1000" dirty="0" smtClean="0">
              <a:latin typeface="Calibri" pitchFamily="34" charset="0"/>
            </a:rPr>
            <a:t>Each Estimator places estimate face down, hiding the value.</a:t>
          </a:r>
          <a:endParaRPr lang="en-US" sz="1000" dirty="0"/>
        </a:p>
      </dgm:t>
    </dgm:pt>
    <dgm:pt modelId="{CC047DE3-0025-475A-B9A6-28FC6DF973F5}" type="parTrans" cxnId="{7324094E-4BD2-4DB3-9A05-2D02D4744DEF}">
      <dgm:prSet/>
      <dgm:spPr/>
      <dgm:t>
        <a:bodyPr/>
        <a:lstStyle/>
        <a:p>
          <a:endParaRPr lang="en-US"/>
        </a:p>
      </dgm:t>
    </dgm:pt>
    <dgm:pt modelId="{5FAA3FCC-49B7-4B9D-9132-58342A7F210A}" type="sibTrans" cxnId="{7324094E-4BD2-4DB3-9A05-2D02D4744DEF}">
      <dgm:prSet/>
      <dgm:spPr/>
      <dgm:t>
        <a:bodyPr/>
        <a:lstStyle/>
        <a:p>
          <a:endParaRPr lang="en-US" dirty="0"/>
        </a:p>
      </dgm:t>
    </dgm:pt>
    <dgm:pt modelId="{3A06A95B-0F7C-453C-92BE-C167CB6D4472}">
      <dgm:prSet phldrT="[Text]" custT="1"/>
      <dgm:spPr/>
      <dgm:t>
        <a:bodyPr/>
        <a:lstStyle/>
        <a:p>
          <a:r>
            <a:rPr lang="en-US" sz="1000" dirty="0" smtClean="0">
              <a:latin typeface="Calibri" pitchFamily="34" charset="0"/>
            </a:rPr>
            <a:t>If all cards agree, their values is recorded as the estimate. Otherwise, Facilitator asks high and low Estimators to explain their reasoning, and moderates brief discussion to clarify issues.</a:t>
          </a:r>
          <a:endParaRPr lang="en-US" sz="1000" dirty="0"/>
        </a:p>
      </dgm:t>
    </dgm:pt>
    <dgm:pt modelId="{42C3F566-6CD3-41FD-BAB9-0E17A3CC0F9A}" type="parTrans" cxnId="{6699ED25-61F5-4CD4-841B-E85FA549A9DE}">
      <dgm:prSet/>
      <dgm:spPr/>
      <dgm:t>
        <a:bodyPr/>
        <a:lstStyle/>
        <a:p>
          <a:endParaRPr lang="en-US"/>
        </a:p>
      </dgm:t>
    </dgm:pt>
    <dgm:pt modelId="{20EBC980-9504-4C8E-9EF9-72013EEC1AFA}" type="sibTrans" cxnId="{6699ED25-61F5-4CD4-841B-E85FA549A9DE}">
      <dgm:prSet/>
      <dgm:spPr/>
      <dgm:t>
        <a:bodyPr/>
        <a:lstStyle/>
        <a:p>
          <a:endParaRPr lang="en-US" dirty="0"/>
        </a:p>
      </dgm:t>
    </dgm:pt>
    <dgm:pt modelId="{E53BD5CC-FE76-44E4-84B3-41BB2BB2004C}">
      <dgm:prSet phldrT="[Text]" custT="1"/>
      <dgm:spPr/>
      <dgm:t>
        <a:bodyPr/>
        <a:lstStyle/>
        <a:p>
          <a:r>
            <a:rPr lang="en-US" sz="1000" dirty="0" smtClean="0">
              <a:latin typeface="Calibri" pitchFamily="34" charset="0"/>
            </a:rPr>
            <a:t>Repeat 2-5 until estimates coverage.</a:t>
          </a:r>
          <a:endParaRPr lang="en-US" sz="1000" dirty="0"/>
        </a:p>
      </dgm:t>
    </dgm:pt>
    <dgm:pt modelId="{D55B50C9-1231-4533-A628-45490E9A0F6A}" type="parTrans" cxnId="{29A3CE93-19DE-4A1D-8CC6-46A3E765BAFF}">
      <dgm:prSet/>
      <dgm:spPr/>
      <dgm:t>
        <a:bodyPr/>
        <a:lstStyle/>
        <a:p>
          <a:endParaRPr lang="en-US"/>
        </a:p>
      </dgm:t>
    </dgm:pt>
    <dgm:pt modelId="{DDB78872-F04F-4FDD-BEBA-FF9E5A06CD27}" type="sibTrans" cxnId="{29A3CE93-19DE-4A1D-8CC6-46A3E765BAFF}">
      <dgm:prSet/>
      <dgm:spPr/>
      <dgm:t>
        <a:bodyPr/>
        <a:lstStyle/>
        <a:p>
          <a:endParaRPr lang="en-US"/>
        </a:p>
      </dgm:t>
    </dgm:pt>
    <dgm:pt modelId="{018CA123-0C26-4A68-95A7-37EBC6A6A266}" type="pres">
      <dgm:prSet presAssocID="{1C45EAD6-B0CF-4559-8E6D-5F408F73FDBB}" presName="outerComposite" presStyleCnt="0">
        <dgm:presLayoutVars>
          <dgm:chMax val="5"/>
          <dgm:dir/>
          <dgm:resizeHandles val="exact"/>
        </dgm:presLayoutVars>
      </dgm:prSet>
      <dgm:spPr/>
    </dgm:pt>
    <dgm:pt modelId="{6CE90D80-CA05-401C-AA39-1F782F11EE35}" type="pres">
      <dgm:prSet presAssocID="{1C45EAD6-B0CF-4559-8E6D-5F408F73FDBB}" presName="dummyMaxCanvas" presStyleCnt="0">
        <dgm:presLayoutVars/>
      </dgm:prSet>
      <dgm:spPr/>
    </dgm:pt>
    <dgm:pt modelId="{509D4D8F-5C03-4BCA-A8C1-CA03F2C4A18F}" type="pres">
      <dgm:prSet presAssocID="{1C45EAD6-B0CF-4559-8E6D-5F408F73FDBB}" presName="FiveNodes_1" presStyleLbl="node1" presStyleIdx="0" presStyleCnt="5">
        <dgm:presLayoutVars>
          <dgm:bulletEnabled val="1"/>
        </dgm:presLayoutVars>
      </dgm:prSet>
      <dgm:spPr/>
    </dgm:pt>
    <dgm:pt modelId="{FC7BB2DE-F09F-4121-9DEE-3F187E8AA682}" type="pres">
      <dgm:prSet presAssocID="{1C45EAD6-B0CF-4559-8E6D-5F408F73FDBB}" presName="FiveNodes_2" presStyleLbl="node1" presStyleIdx="1" presStyleCnt="5">
        <dgm:presLayoutVars>
          <dgm:bulletEnabled val="1"/>
        </dgm:presLayoutVars>
      </dgm:prSet>
      <dgm:spPr/>
    </dgm:pt>
    <dgm:pt modelId="{9E5BEDB8-E833-4B38-B94A-F71B7FB7E105}" type="pres">
      <dgm:prSet presAssocID="{1C45EAD6-B0CF-4559-8E6D-5F408F73FDBB}" presName="FiveNodes_3" presStyleLbl="node1" presStyleIdx="2" presStyleCnt="5">
        <dgm:presLayoutVars>
          <dgm:bulletEnabled val="1"/>
        </dgm:presLayoutVars>
      </dgm:prSet>
      <dgm:spPr/>
    </dgm:pt>
    <dgm:pt modelId="{1939B8FA-CFAC-4F80-A84E-15FCA01ACA3D}" type="pres">
      <dgm:prSet presAssocID="{1C45EAD6-B0CF-4559-8E6D-5F408F73FDBB}" presName="FiveNodes_4" presStyleLbl="node1" presStyleIdx="3" presStyleCnt="5" custScaleX="106038">
        <dgm:presLayoutVars>
          <dgm:bulletEnabled val="1"/>
        </dgm:presLayoutVars>
      </dgm:prSet>
      <dgm:spPr/>
      <dgm:t>
        <a:bodyPr/>
        <a:lstStyle/>
        <a:p>
          <a:endParaRPr lang="en-US"/>
        </a:p>
      </dgm:t>
    </dgm:pt>
    <dgm:pt modelId="{FBE4C51D-112B-4490-9300-54EDD68FA6F6}" type="pres">
      <dgm:prSet presAssocID="{1C45EAD6-B0CF-4559-8E6D-5F408F73FDBB}" presName="FiveNodes_5" presStyleLbl="node1" presStyleIdx="4" presStyleCnt="5">
        <dgm:presLayoutVars>
          <dgm:bulletEnabled val="1"/>
        </dgm:presLayoutVars>
      </dgm:prSet>
      <dgm:spPr/>
      <dgm:t>
        <a:bodyPr/>
        <a:lstStyle/>
        <a:p>
          <a:endParaRPr lang="en-US"/>
        </a:p>
      </dgm:t>
    </dgm:pt>
    <dgm:pt modelId="{BD37AB78-414E-482A-A4AD-88E395CE27A8}" type="pres">
      <dgm:prSet presAssocID="{1C45EAD6-B0CF-4559-8E6D-5F408F73FDBB}" presName="FiveConn_1-2" presStyleLbl="fgAccFollowNode1" presStyleIdx="0" presStyleCnt="4">
        <dgm:presLayoutVars>
          <dgm:bulletEnabled val="1"/>
        </dgm:presLayoutVars>
      </dgm:prSet>
      <dgm:spPr/>
    </dgm:pt>
    <dgm:pt modelId="{5E18694C-D584-41BB-A9DF-A1102FE92A36}" type="pres">
      <dgm:prSet presAssocID="{1C45EAD6-B0CF-4559-8E6D-5F408F73FDBB}" presName="FiveConn_2-3" presStyleLbl="fgAccFollowNode1" presStyleIdx="1" presStyleCnt="4">
        <dgm:presLayoutVars>
          <dgm:bulletEnabled val="1"/>
        </dgm:presLayoutVars>
      </dgm:prSet>
      <dgm:spPr/>
    </dgm:pt>
    <dgm:pt modelId="{E5A6CDBB-03C8-467E-B0EA-E3363C16F020}" type="pres">
      <dgm:prSet presAssocID="{1C45EAD6-B0CF-4559-8E6D-5F408F73FDBB}" presName="FiveConn_3-4" presStyleLbl="fgAccFollowNode1" presStyleIdx="2" presStyleCnt="4">
        <dgm:presLayoutVars>
          <dgm:bulletEnabled val="1"/>
        </dgm:presLayoutVars>
      </dgm:prSet>
      <dgm:spPr/>
    </dgm:pt>
    <dgm:pt modelId="{A387A10C-39F3-440A-B71B-E6DCE363E740}" type="pres">
      <dgm:prSet presAssocID="{1C45EAD6-B0CF-4559-8E6D-5F408F73FDBB}" presName="FiveConn_4-5" presStyleLbl="fgAccFollowNode1" presStyleIdx="3" presStyleCnt="4">
        <dgm:presLayoutVars>
          <dgm:bulletEnabled val="1"/>
        </dgm:presLayoutVars>
      </dgm:prSet>
      <dgm:spPr/>
    </dgm:pt>
    <dgm:pt modelId="{692BB182-2B70-4D29-B49A-E034AB8BD619}" type="pres">
      <dgm:prSet presAssocID="{1C45EAD6-B0CF-4559-8E6D-5F408F73FDBB}" presName="FiveNodes_1_text" presStyleLbl="node1" presStyleIdx="4" presStyleCnt="5">
        <dgm:presLayoutVars>
          <dgm:bulletEnabled val="1"/>
        </dgm:presLayoutVars>
      </dgm:prSet>
      <dgm:spPr/>
    </dgm:pt>
    <dgm:pt modelId="{CF7DD43A-F545-4015-BC12-A78EEF772B0F}" type="pres">
      <dgm:prSet presAssocID="{1C45EAD6-B0CF-4559-8E6D-5F408F73FDBB}" presName="FiveNodes_2_text" presStyleLbl="node1" presStyleIdx="4" presStyleCnt="5">
        <dgm:presLayoutVars>
          <dgm:bulletEnabled val="1"/>
        </dgm:presLayoutVars>
      </dgm:prSet>
      <dgm:spPr/>
    </dgm:pt>
    <dgm:pt modelId="{DBBF05CD-D1A8-48AC-A98A-4E7DC332D19F}" type="pres">
      <dgm:prSet presAssocID="{1C45EAD6-B0CF-4559-8E6D-5F408F73FDBB}" presName="FiveNodes_3_text" presStyleLbl="node1" presStyleIdx="4" presStyleCnt="5">
        <dgm:presLayoutVars>
          <dgm:bulletEnabled val="1"/>
        </dgm:presLayoutVars>
      </dgm:prSet>
      <dgm:spPr/>
    </dgm:pt>
    <dgm:pt modelId="{81F75045-C39C-4BC3-8AC5-A49423D47E59}" type="pres">
      <dgm:prSet presAssocID="{1C45EAD6-B0CF-4559-8E6D-5F408F73FDBB}" presName="FiveNodes_4_text" presStyleLbl="node1" presStyleIdx="4" presStyleCnt="5">
        <dgm:presLayoutVars>
          <dgm:bulletEnabled val="1"/>
        </dgm:presLayoutVars>
      </dgm:prSet>
      <dgm:spPr/>
      <dgm:t>
        <a:bodyPr/>
        <a:lstStyle/>
        <a:p>
          <a:endParaRPr lang="en-US"/>
        </a:p>
      </dgm:t>
    </dgm:pt>
    <dgm:pt modelId="{9EDF56AB-1EAA-4831-8FED-684B0CBA91E3}" type="pres">
      <dgm:prSet presAssocID="{1C45EAD6-B0CF-4559-8E6D-5F408F73FDBB}" presName="FiveNodes_5_text" presStyleLbl="node1" presStyleIdx="4" presStyleCnt="5">
        <dgm:presLayoutVars>
          <dgm:bulletEnabled val="1"/>
        </dgm:presLayoutVars>
      </dgm:prSet>
      <dgm:spPr/>
      <dgm:t>
        <a:bodyPr/>
        <a:lstStyle/>
        <a:p>
          <a:endParaRPr lang="en-US"/>
        </a:p>
      </dgm:t>
    </dgm:pt>
  </dgm:ptLst>
  <dgm:cxnLst>
    <dgm:cxn modelId="{E95BF084-2185-45F3-AC1F-E29AE0894C2D}" type="presOf" srcId="{8EB3BB30-8EBE-4F7A-886B-E69D37E2F618}" destId="{509D4D8F-5C03-4BCA-A8C1-CA03F2C4A18F}" srcOrd="0" destOrd="0" presId="urn:microsoft.com/office/officeart/2005/8/layout/vProcess5"/>
    <dgm:cxn modelId="{75E1A292-2FA4-4AEE-A037-FCE6260D2A00}" type="presOf" srcId="{1C45EAD6-B0CF-4559-8E6D-5F408F73FDBB}" destId="{018CA123-0C26-4A68-95A7-37EBC6A6A266}" srcOrd="0" destOrd="0" presId="urn:microsoft.com/office/officeart/2005/8/layout/vProcess5"/>
    <dgm:cxn modelId="{F535113F-21B7-4794-B7CD-D439E75AA962}" srcId="{1C45EAD6-B0CF-4559-8E6D-5F408F73FDBB}" destId="{EFDF9DD8-7E51-4508-A85F-A9C3CB9792F2}" srcOrd="2" destOrd="0" parTransId="{A4EC1CC2-CAF6-4AF1-9255-33D2CF14CEE2}" sibTransId="{C1E3D9C6-D758-4A28-8BE2-5FA365714BC7}"/>
    <dgm:cxn modelId="{26D7CD73-01FC-4451-B77E-1FACBE0D730D}" type="presOf" srcId="{3A06A95B-0F7C-453C-92BE-C167CB6D4472}" destId="{81F75045-C39C-4BC3-8AC5-A49423D47E59}" srcOrd="1" destOrd="0" presId="urn:microsoft.com/office/officeart/2005/8/layout/vProcess5"/>
    <dgm:cxn modelId="{6699ED25-61F5-4CD4-841B-E85FA549A9DE}" srcId="{1C45EAD6-B0CF-4559-8E6D-5F408F73FDBB}" destId="{3A06A95B-0F7C-453C-92BE-C167CB6D4472}" srcOrd="3" destOrd="0" parTransId="{42C3F566-6CD3-41FD-BAB9-0E17A3CC0F9A}" sibTransId="{20EBC980-9504-4C8E-9EF9-72013EEC1AFA}"/>
    <dgm:cxn modelId="{1A9EA1F6-D25D-4E2D-8C1C-56D1F85C699D}" type="presOf" srcId="{E53BD5CC-FE76-44E4-84B3-41BB2BB2004C}" destId="{FBE4C51D-112B-4490-9300-54EDD68FA6F6}" srcOrd="0" destOrd="0" presId="urn:microsoft.com/office/officeart/2005/8/layout/vProcess5"/>
    <dgm:cxn modelId="{2E70018E-FCEC-431D-8D02-323C03DAC334}" type="presOf" srcId="{5FAA3FCC-49B7-4B9D-9132-58342A7F210A}" destId="{5E18694C-D584-41BB-A9DF-A1102FE92A36}" srcOrd="0" destOrd="0" presId="urn:microsoft.com/office/officeart/2005/8/layout/vProcess5"/>
    <dgm:cxn modelId="{06BA203F-D0E4-4FBE-B918-AFFDD9F4F854}" type="presOf" srcId="{4C1B28AB-C27F-4CAD-B528-39C4DED86A60}" destId="{BD37AB78-414E-482A-A4AD-88E395CE27A8}" srcOrd="0" destOrd="0" presId="urn:microsoft.com/office/officeart/2005/8/layout/vProcess5"/>
    <dgm:cxn modelId="{C2C7890A-380A-4884-AB8B-0C18F8BC1A3C}" type="presOf" srcId="{4BACDE76-B172-46B4-8110-7811CD7440E6}" destId="{FC7BB2DE-F09F-4121-9DEE-3F187E8AA682}" srcOrd="0" destOrd="0" presId="urn:microsoft.com/office/officeart/2005/8/layout/vProcess5"/>
    <dgm:cxn modelId="{7324094E-4BD2-4DB3-9A05-2D02D4744DEF}" srcId="{1C45EAD6-B0CF-4559-8E6D-5F408F73FDBB}" destId="{4BACDE76-B172-46B4-8110-7811CD7440E6}" srcOrd="1" destOrd="0" parTransId="{CC047DE3-0025-475A-B9A6-28FC6DF973F5}" sibTransId="{5FAA3FCC-49B7-4B9D-9132-58342A7F210A}"/>
    <dgm:cxn modelId="{29A3CE93-19DE-4A1D-8CC6-46A3E765BAFF}" srcId="{1C45EAD6-B0CF-4559-8E6D-5F408F73FDBB}" destId="{E53BD5CC-FE76-44E4-84B3-41BB2BB2004C}" srcOrd="4" destOrd="0" parTransId="{D55B50C9-1231-4533-A628-45490E9A0F6A}" sibTransId="{DDB78872-F04F-4FDD-BEBA-FF9E5A06CD27}"/>
    <dgm:cxn modelId="{F879BB5C-ECF0-4BD4-8EE2-8EACD66973B2}" srcId="{1C45EAD6-B0CF-4559-8E6D-5F408F73FDBB}" destId="{8EB3BB30-8EBE-4F7A-886B-E69D37E2F618}" srcOrd="0" destOrd="0" parTransId="{35908CCD-6E63-4456-A75C-9431B4D8595E}" sibTransId="{4C1B28AB-C27F-4CAD-B528-39C4DED86A60}"/>
    <dgm:cxn modelId="{34403C59-53B0-4860-82CF-FFC003FCA3BC}" type="presOf" srcId="{8EB3BB30-8EBE-4F7A-886B-E69D37E2F618}" destId="{692BB182-2B70-4D29-B49A-E034AB8BD619}" srcOrd="1" destOrd="0" presId="urn:microsoft.com/office/officeart/2005/8/layout/vProcess5"/>
    <dgm:cxn modelId="{85E087CE-52C4-4FC5-B2D1-D67A4456CF9A}" type="presOf" srcId="{EFDF9DD8-7E51-4508-A85F-A9C3CB9792F2}" destId="{DBBF05CD-D1A8-48AC-A98A-4E7DC332D19F}" srcOrd="1" destOrd="0" presId="urn:microsoft.com/office/officeart/2005/8/layout/vProcess5"/>
    <dgm:cxn modelId="{1A03C467-DFE9-4C34-A3A7-C753582B27BB}" type="presOf" srcId="{E53BD5CC-FE76-44E4-84B3-41BB2BB2004C}" destId="{9EDF56AB-1EAA-4831-8FED-684B0CBA91E3}" srcOrd="1" destOrd="0" presId="urn:microsoft.com/office/officeart/2005/8/layout/vProcess5"/>
    <dgm:cxn modelId="{670BAACE-23FA-4416-A2F3-C4241D4B6786}" type="presOf" srcId="{4BACDE76-B172-46B4-8110-7811CD7440E6}" destId="{CF7DD43A-F545-4015-BC12-A78EEF772B0F}" srcOrd="1" destOrd="0" presId="urn:microsoft.com/office/officeart/2005/8/layout/vProcess5"/>
    <dgm:cxn modelId="{1BB4E170-4567-44D4-93D2-EC15218CFE8E}" type="presOf" srcId="{EFDF9DD8-7E51-4508-A85F-A9C3CB9792F2}" destId="{9E5BEDB8-E833-4B38-B94A-F71B7FB7E105}" srcOrd="0" destOrd="0" presId="urn:microsoft.com/office/officeart/2005/8/layout/vProcess5"/>
    <dgm:cxn modelId="{288AB4FC-4233-48A4-B228-07DCDE8A66F6}" type="presOf" srcId="{C1E3D9C6-D758-4A28-8BE2-5FA365714BC7}" destId="{E5A6CDBB-03C8-467E-B0EA-E3363C16F020}" srcOrd="0" destOrd="0" presId="urn:microsoft.com/office/officeart/2005/8/layout/vProcess5"/>
    <dgm:cxn modelId="{655FF7BA-CD58-4160-8851-A3543749DC0A}" type="presOf" srcId="{20EBC980-9504-4C8E-9EF9-72013EEC1AFA}" destId="{A387A10C-39F3-440A-B71B-E6DCE363E740}" srcOrd="0" destOrd="0" presId="urn:microsoft.com/office/officeart/2005/8/layout/vProcess5"/>
    <dgm:cxn modelId="{F692585E-D787-4018-A7D8-937A8D475335}" type="presOf" srcId="{3A06A95B-0F7C-453C-92BE-C167CB6D4472}" destId="{1939B8FA-CFAC-4F80-A84E-15FCA01ACA3D}" srcOrd="0" destOrd="0" presId="urn:microsoft.com/office/officeart/2005/8/layout/vProcess5"/>
    <dgm:cxn modelId="{48C9963C-D20C-4F03-A5B2-0C04879060A8}" type="presParOf" srcId="{018CA123-0C26-4A68-95A7-37EBC6A6A266}" destId="{6CE90D80-CA05-401C-AA39-1F782F11EE35}" srcOrd="0" destOrd="0" presId="urn:microsoft.com/office/officeart/2005/8/layout/vProcess5"/>
    <dgm:cxn modelId="{C04BD424-D18D-421E-A2F7-347FD908CE33}" type="presParOf" srcId="{018CA123-0C26-4A68-95A7-37EBC6A6A266}" destId="{509D4D8F-5C03-4BCA-A8C1-CA03F2C4A18F}" srcOrd="1" destOrd="0" presId="urn:microsoft.com/office/officeart/2005/8/layout/vProcess5"/>
    <dgm:cxn modelId="{E4649DC1-4B5C-44D1-A33A-4D29E85641BB}" type="presParOf" srcId="{018CA123-0C26-4A68-95A7-37EBC6A6A266}" destId="{FC7BB2DE-F09F-4121-9DEE-3F187E8AA682}" srcOrd="2" destOrd="0" presId="urn:microsoft.com/office/officeart/2005/8/layout/vProcess5"/>
    <dgm:cxn modelId="{933AFAAC-CDBA-47FA-A744-2C1A833D7176}" type="presParOf" srcId="{018CA123-0C26-4A68-95A7-37EBC6A6A266}" destId="{9E5BEDB8-E833-4B38-B94A-F71B7FB7E105}" srcOrd="3" destOrd="0" presId="urn:microsoft.com/office/officeart/2005/8/layout/vProcess5"/>
    <dgm:cxn modelId="{D0C788BE-C426-45B3-BBA4-7693A3080B8A}" type="presParOf" srcId="{018CA123-0C26-4A68-95A7-37EBC6A6A266}" destId="{1939B8FA-CFAC-4F80-A84E-15FCA01ACA3D}" srcOrd="4" destOrd="0" presId="urn:microsoft.com/office/officeart/2005/8/layout/vProcess5"/>
    <dgm:cxn modelId="{A70B2E65-F765-4631-8499-18D9317BA55A}" type="presParOf" srcId="{018CA123-0C26-4A68-95A7-37EBC6A6A266}" destId="{FBE4C51D-112B-4490-9300-54EDD68FA6F6}" srcOrd="5" destOrd="0" presId="urn:microsoft.com/office/officeart/2005/8/layout/vProcess5"/>
    <dgm:cxn modelId="{8F896382-A4F4-4898-9B87-BF6981D2F30A}" type="presParOf" srcId="{018CA123-0C26-4A68-95A7-37EBC6A6A266}" destId="{BD37AB78-414E-482A-A4AD-88E395CE27A8}" srcOrd="6" destOrd="0" presId="urn:microsoft.com/office/officeart/2005/8/layout/vProcess5"/>
    <dgm:cxn modelId="{B5244344-6A43-4BE6-9A0B-C0BEE985A966}" type="presParOf" srcId="{018CA123-0C26-4A68-95A7-37EBC6A6A266}" destId="{5E18694C-D584-41BB-A9DF-A1102FE92A36}" srcOrd="7" destOrd="0" presId="urn:microsoft.com/office/officeart/2005/8/layout/vProcess5"/>
    <dgm:cxn modelId="{063123BE-F40B-4D78-ADEC-939681EA694E}" type="presParOf" srcId="{018CA123-0C26-4A68-95A7-37EBC6A6A266}" destId="{E5A6CDBB-03C8-467E-B0EA-E3363C16F020}" srcOrd="8" destOrd="0" presId="urn:microsoft.com/office/officeart/2005/8/layout/vProcess5"/>
    <dgm:cxn modelId="{C12E4403-F7F1-43A9-BA98-CC606368BE0A}" type="presParOf" srcId="{018CA123-0C26-4A68-95A7-37EBC6A6A266}" destId="{A387A10C-39F3-440A-B71B-E6DCE363E740}" srcOrd="9" destOrd="0" presId="urn:microsoft.com/office/officeart/2005/8/layout/vProcess5"/>
    <dgm:cxn modelId="{3A4E6748-DB2E-490B-8273-AAFA5139BDB2}" type="presParOf" srcId="{018CA123-0C26-4A68-95A7-37EBC6A6A266}" destId="{692BB182-2B70-4D29-B49A-E034AB8BD619}" srcOrd="10" destOrd="0" presId="urn:microsoft.com/office/officeart/2005/8/layout/vProcess5"/>
    <dgm:cxn modelId="{20117AD7-BA12-43CA-AFA7-BA8E91AC7AA5}" type="presParOf" srcId="{018CA123-0C26-4A68-95A7-37EBC6A6A266}" destId="{CF7DD43A-F545-4015-BC12-A78EEF772B0F}" srcOrd="11" destOrd="0" presId="urn:microsoft.com/office/officeart/2005/8/layout/vProcess5"/>
    <dgm:cxn modelId="{C34258F5-8550-461A-8A15-844AD1A867DD}" type="presParOf" srcId="{018CA123-0C26-4A68-95A7-37EBC6A6A266}" destId="{DBBF05CD-D1A8-48AC-A98A-4E7DC332D19F}" srcOrd="12" destOrd="0" presId="urn:microsoft.com/office/officeart/2005/8/layout/vProcess5"/>
    <dgm:cxn modelId="{978B6F76-0435-48E2-8537-D2E682C805AD}" type="presParOf" srcId="{018CA123-0C26-4A68-95A7-37EBC6A6A266}" destId="{81F75045-C39C-4BC3-8AC5-A49423D47E59}" srcOrd="13" destOrd="0" presId="urn:microsoft.com/office/officeart/2005/8/layout/vProcess5"/>
    <dgm:cxn modelId="{2C7DFA11-5B22-414A-928E-FEEFFA969630}" type="presParOf" srcId="{018CA123-0C26-4A68-95A7-37EBC6A6A266}" destId="{9EDF56AB-1EAA-4831-8FED-684B0CBA91E3}"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30BF0B-C986-4C86-9151-8F36D6E37934}">
      <dsp:nvSpPr>
        <dsp:cNvPr id="0" name=""/>
        <dsp:cNvSpPr/>
      </dsp:nvSpPr>
      <dsp:spPr>
        <a:xfrm>
          <a:off x="-4220753" y="-647613"/>
          <a:ext cx="5029027" cy="5029027"/>
        </a:xfrm>
        <a:prstGeom prst="blockArc">
          <a:avLst>
            <a:gd name="adj1" fmla="val 18900000"/>
            <a:gd name="adj2" fmla="val 2700000"/>
            <a:gd name="adj3" fmla="val 430"/>
          </a:avLst>
        </a:pr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F117B3-8424-49B9-B649-849637E45EDC}">
      <dsp:nvSpPr>
        <dsp:cNvPr id="0" name=""/>
        <dsp:cNvSpPr/>
      </dsp:nvSpPr>
      <dsp:spPr>
        <a:xfrm>
          <a:off x="354025" y="233287"/>
          <a:ext cx="7901802" cy="4668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0582" tIns="35560" rIns="35560" bIns="35560" numCol="1" spcCol="1270" anchor="ctr" anchorCtr="0">
          <a:noAutofit/>
        </a:bodyPr>
        <a:lstStyle/>
        <a:p>
          <a:pPr lvl="0" algn="l" defTabSz="622300">
            <a:lnSpc>
              <a:spcPct val="90000"/>
            </a:lnSpc>
            <a:spcBef>
              <a:spcPct val="0"/>
            </a:spcBef>
            <a:spcAft>
              <a:spcPct val="35000"/>
            </a:spcAft>
          </a:pPr>
          <a:r>
            <a:rPr lang="en-US" sz="1400" kern="1200" dirty="0" smtClean="0"/>
            <a:t>Software Estimation Definition &amp; Principles</a:t>
          </a:r>
          <a:endParaRPr lang="en-US" sz="1400" kern="1200" dirty="0"/>
        </a:p>
      </dsp:txBody>
      <dsp:txXfrm>
        <a:off x="354025" y="233287"/>
        <a:ext cx="7901802" cy="466874"/>
      </dsp:txXfrm>
    </dsp:sp>
    <dsp:sp modelId="{A29A6DA5-8060-450E-A3C3-A03D67164023}">
      <dsp:nvSpPr>
        <dsp:cNvPr id="0" name=""/>
        <dsp:cNvSpPr/>
      </dsp:nvSpPr>
      <dsp:spPr>
        <a:xfrm>
          <a:off x="62229" y="174928"/>
          <a:ext cx="583592" cy="583592"/>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D32D02-6B73-4DA9-A82D-7C52209B9BA7}">
      <dsp:nvSpPr>
        <dsp:cNvPr id="0" name=""/>
        <dsp:cNvSpPr/>
      </dsp:nvSpPr>
      <dsp:spPr>
        <a:xfrm>
          <a:off x="688574" y="933375"/>
          <a:ext cx="7567254" cy="466874"/>
        </a:xfrm>
        <a:prstGeom prst="rect">
          <a:avLst/>
        </a:prstGeom>
        <a:solidFill>
          <a:schemeClr val="accent3">
            <a:hueOff val="-746080"/>
            <a:satOff val="-4675"/>
            <a:lumOff val="57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0582" tIns="35560" rIns="35560" bIns="35560" numCol="1" spcCol="1270" anchor="ctr" anchorCtr="0">
          <a:noAutofit/>
        </a:bodyPr>
        <a:lstStyle/>
        <a:p>
          <a:pPr lvl="0" algn="l" defTabSz="622300">
            <a:lnSpc>
              <a:spcPct val="90000"/>
            </a:lnSpc>
            <a:spcBef>
              <a:spcPct val="0"/>
            </a:spcBef>
            <a:spcAft>
              <a:spcPct val="35000"/>
            </a:spcAft>
          </a:pPr>
          <a:r>
            <a:rPr lang="en-US" sz="1400" kern="1200" dirty="0" smtClean="0"/>
            <a:t>General Project Estimation Approach</a:t>
          </a:r>
          <a:endParaRPr lang="en-US" sz="1400" kern="1200" dirty="0"/>
        </a:p>
      </dsp:txBody>
      <dsp:txXfrm>
        <a:off x="688574" y="933375"/>
        <a:ext cx="7567254" cy="466874"/>
      </dsp:txXfrm>
    </dsp:sp>
    <dsp:sp modelId="{CAC2FE08-AEE6-43EB-AF73-8CBC9707A404}">
      <dsp:nvSpPr>
        <dsp:cNvPr id="0" name=""/>
        <dsp:cNvSpPr/>
      </dsp:nvSpPr>
      <dsp:spPr>
        <a:xfrm>
          <a:off x="396777" y="875016"/>
          <a:ext cx="583592" cy="583592"/>
        </a:xfrm>
        <a:prstGeom prst="ellipse">
          <a:avLst/>
        </a:prstGeom>
        <a:solidFill>
          <a:schemeClr val="lt1">
            <a:hueOff val="0"/>
            <a:satOff val="0"/>
            <a:lumOff val="0"/>
            <a:alphaOff val="0"/>
          </a:schemeClr>
        </a:solidFill>
        <a:ln w="25400" cap="flat" cmpd="sng" algn="ctr">
          <a:solidFill>
            <a:schemeClr val="accent3">
              <a:hueOff val="-746080"/>
              <a:satOff val="-4675"/>
              <a:lumOff val="5735"/>
              <a:alphaOff val="0"/>
            </a:schemeClr>
          </a:solidFill>
          <a:prstDash val="solid"/>
        </a:ln>
        <a:effectLst/>
      </dsp:spPr>
      <dsp:style>
        <a:lnRef idx="2">
          <a:scrgbClr r="0" g="0" b="0"/>
        </a:lnRef>
        <a:fillRef idx="1">
          <a:scrgbClr r="0" g="0" b="0"/>
        </a:fillRef>
        <a:effectRef idx="0">
          <a:scrgbClr r="0" g="0" b="0"/>
        </a:effectRef>
        <a:fontRef idx="minor"/>
      </dsp:style>
    </dsp:sp>
    <dsp:sp modelId="{2E5B6475-06A6-4713-9144-A0E610C97DAD}">
      <dsp:nvSpPr>
        <dsp:cNvPr id="0" name=""/>
        <dsp:cNvSpPr/>
      </dsp:nvSpPr>
      <dsp:spPr>
        <a:xfrm>
          <a:off x="791253" y="1633462"/>
          <a:ext cx="7464574" cy="466874"/>
        </a:xfrm>
        <a:prstGeom prst="rect">
          <a:avLst/>
        </a:prstGeom>
        <a:solidFill>
          <a:schemeClr val="accent3">
            <a:hueOff val="-1492159"/>
            <a:satOff val="-9350"/>
            <a:lumOff val="1147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0582" tIns="35560" rIns="35560" bIns="35560" numCol="1" spcCol="1270" anchor="ctr" anchorCtr="0">
          <a:noAutofit/>
        </a:bodyPr>
        <a:lstStyle/>
        <a:p>
          <a:pPr lvl="0" algn="l" defTabSz="622300">
            <a:lnSpc>
              <a:spcPct val="90000"/>
            </a:lnSpc>
            <a:spcBef>
              <a:spcPct val="0"/>
            </a:spcBef>
            <a:spcAft>
              <a:spcPct val="35000"/>
            </a:spcAft>
          </a:pPr>
          <a:r>
            <a:rPr lang="en-US" sz="1400" kern="1200" dirty="0" smtClean="0"/>
            <a:t>Software Project Estimation Techniques – Function Points</a:t>
          </a:r>
          <a:endParaRPr lang="en-US" sz="1400" kern="1200" dirty="0"/>
        </a:p>
      </dsp:txBody>
      <dsp:txXfrm>
        <a:off x="791253" y="1633462"/>
        <a:ext cx="7464574" cy="466874"/>
      </dsp:txXfrm>
    </dsp:sp>
    <dsp:sp modelId="{5C0299ED-65B5-4B35-A1E0-73000E191E74}">
      <dsp:nvSpPr>
        <dsp:cNvPr id="0" name=""/>
        <dsp:cNvSpPr/>
      </dsp:nvSpPr>
      <dsp:spPr>
        <a:xfrm>
          <a:off x="499457" y="1575103"/>
          <a:ext cx="583592" cy="583592"/>
        </a:xfrm>
        <a:prstGeom prst="ellipse">
          <a:avLst/>
        </a:prstGeom>
        <a:solidFill>
          <a:schemeClr val="lt1">
            <a:hueOff val="0"/>
            <a:satOff val="0"/>
            <a:lumOff val="0"/>
            <a:alphaOff val="0"/>
          </a:schemeClr>
        </a:solidFill>
        <a:ln w="25400" cap="flat" cmpd="sng" algn="ctr">
          <a:solidFill>
            <a:schemeClr val="accent3">
              <a:hueOff val="-1492159"/>
              <a:satOff val="-9350"/>
              <a:lumOff val="11470"/>
              <a:alphaOff val="0"/>
            </a:schemeClr>
          </a:solidFill>
          <a:prstDash val="solid"/>
        </a:ln>
        <a:effectLst/>
      </dsp:spPr>
      <dsp:style>
        <a:lnRef idx="2">
          <a:scrgbClr r="0" g="0" b="0"/>
        </a:lnRef>
        <a:fillRef idx="1">
          <a:scrgbClr r="0" g="0" b="0"/>
        </a:fillRef>
        <a:effectRef idx="0">
          <a:scrgbClr r="0" g="0" b="0"/>
        </a:effectRef>
        <a:fontRef idx="minor"/>
      </dsp:style>
    </dsp:sp>
    <dsp:sp modelId="{DF35FC62-98B4-42C9-A77B-4CD6AC8CE48C}">
      <dsp:nvSpPr>
        <dsp:cNvPr id="0" name=""/>
        <dsp:cNvSpPr/>
      </dsp:nvSpPr>
      <dsp:spPr>
        <a:xfrm>
          <a:off x="688574" y="2333550"/>
          <a:ext cx="7567254" cy="466874"/>
        </a:xfrm>
        <a:prstGeom prst="rect">
          <a:avLst/>
        </a:prstGeom>
        <a:solidFill>
          <a:schemeClr val="accent3">
            <a:hueOff val="-2238239"/>
            <a:satOff val="-14024"/>
            <a:lumOff val="1720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0582" tIns="35560" rIns="35560" bIns="35560" numCol="1" spcCol="1270" anchor="ctr" anchorCtr="0">
          <a:noAutofit/>
        </a:bodyPr>
        <a:lstStyle/>
        <a:p>
          <a:pPr lvl="0" algn="l" defTabSz="622300">
            <a:lnSpc>
              <a:spcPct val="90000"/>
            </a:lnSpc>
            <a:spcBef>
              <a:spcPct val="0"/>
            </a:spcBef>
            <a:spcAft>
              <a:spcPct val="35000"/>
            </a:spcAft>
          </a:pPr>
          <a:r>
            <a:rPr lang="en-US" sz="1400" kern="1200" dirty="0" smtClean="0"/>
            <a:t>Software Project Estimation Techniques – Planning Poker</a:t>
          </a:r>
          <a:endParaRPr lang="en-US" sz="1400" kern="1200" dirty="0"/>
        </a:p>
      </dsp:txBody>
      <dsp:txXfrm>
        <a:off x="688574" y="2333550"/>
        <a:ext cx="7567254" cy="466874"/>
      </dsp:txXfrm>
    </dsp:sp>
    <dsp:sp modelId="{EEE15589-E0E6-40EF-B998-7D25FCF577CB}">
      <dsp:nvSpPr>
        <dsp:cNvPr id="0" name=""/>
        <dsp:cNvSpPr/>
      </dsp:nvSpPr>
      <dsp:spPr>
        <a:xfrm>
          <a:off x="396777" y="2275191"/>
          <a:ext cx="583592" cy="583592"/>
        </a:xfrm>
        <a:prstGeom prst="ellipse">
          <a:avLst/>
        </a:prstGeom>
        <a:solidFill>
          <a:schemeClr val="lt1">
            <a:hueOff val="0"/>
            <a:satOff val="0"/>
            <a:lumOff val="0"/>
            <a:alphaOff val="0"/>
          </a:schemeClr>
        </a:solidFill>
        <a:ln w="25400" cap="flat" cmpd="sng" algn="ctr">
          <a:solidFill>
            <a:schemeClr val="accent3">
              <a:hueOff val="-2238239"/>
              <a:satOff val="-14024"/>
              <a:lumOff val="17206"/>
              <a:alphaOff val="0"/>
            </a:schemeClr>
          </a:solidFill>
          <a:prstDash val="solid"/>
        </a:ln>
        <a:effectLst/>
      </dsp:spPr>
      <dsp:style>
        <a:lnRef idx="2">
          <a:scrgbClr r="0" g="0" b="0"/>
        </a:lnRef>
        <a:fillRef idx="1">
          <a:scrgbClr r="0" g="0" b="0"/>
        </a:fillRef>
        <a:effectRef idx="0">
          <a:scrgbClr r="0" g="0" b="0"/>
        </a:effectRef>
        <a:fontRef idx="minor"/>
      </dsp:style>
    </dsp:sp>
    <dsp:sp modelId="{A75E0ED0-C662-48A4-A81F-6490D93F878F}">
      <dsp:nvSpPr>
        <dsp:cNvPr id="0" name=""/>
        <dsp:cNvSpPr/>
      </dsp:nvSpPr>
      <dsp:spPr>
        <a:xfrm>
          <a:off x="354025" y="3033637"/>
          <a:ext cx="7901802" cy="466874"/>
        </a:xfrm>
        <a:prstGeom prst="rect">
          <a:avLst/>
        </a:prstGeom>
        <a:solidFill>
          <a:schemeClr val="accent3">
            <a:hueOff val="-2984318"/>
            <a:satOff val="-18699"/>
            <a:lumOff val="229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0582" tIns="35560" rIns="35560" bIns="35560" numCol="1" spcCol="1270" anchor="ctr" anchorCtr="0">
          <a:noAutofit/>
        </a:bodyPr>
        <a:lstStyle/>
        <a:p>
          <a:pPr lvl="0" algn="l" defTabSz="622300">
            <a:lnSpc>
              <a:spcPct val="90000"/>
            </a:lnSpc>
            <a:spcBef>
              <a:spcPct val="0"/>
            </a:spcBef>
            <a:spcAft>
              <a:spcPct val="35000"/>
            </a:spcAft>
          </a:pPr>
          <a:r>
            <a:rPr lang="en-US" sz="1400" kern="1200" dirty="0" smtClean="0"/>
            <a:t>Software Project Estimation Techniques – Other Techniques</a:t>
          </a:r>
          <a:endParaRPr lang="en-US" sz="1400" kern="1200" dirty="0"/>
        </a:p>
      </dsp:txBody>
      <dsp:txXfrm>
        <a:off x="354025" y="3033637"/>
        <a:ext cx="7901802" cy="466874"/>
      </dsp:txXfrm>
    </dsp:sp>
    <dsp:sp modelId="{E9501BE9-4E30-4F15-9177-54360792454B}">
      <dsp:nvSpPr>
        <dsp:cNvPr id="0" name=""/>
        <dsp:cNvSpPr/>
      </dsp:nvSpPr>
      <dsp:spPr>
        <a:xfrm>
          <a:off x="62229" y="2975278"/>
          <a:ext cx="583592" cy="583592"/>
        </a:xfrm>
        <a:prstGeom prst="ellipse">
          <a:avLst/>
        </a:prstGeom>
        <a:solidFill>
          <a:schemeClr val="lt1">
            <a:hueOff val="0"/>
            <a:satOff val="0"/>
            <a:lumOff val="0"/>
            <a:alphaOff val="0"/>
          </a:schemeClr>
        </a:solidFill>
        <a:ln w="25400" cap="flat" cmpd="sng" algn="ctr">
          <a:solidFill>
            <a:schemeClr val="accent3">
              <a:hueOff val="-2984318"/>
              <a:satOff val="-18699"/>
              <a:lumOff val="22941"/>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D3DEEF-873F-4FF4-833F-CFC67B9A3680}">
      <dsp:nvSpPr>
        <dsp:cNvPr id="0" name=""/>
        <dsp:cNvSpPr/>
      </dsp:nvSpPr>
      <dsp:spPr>
        <a:xfrm rot="5400000">
          <a:off x="366833" y="547733"/>
          <a:ext cx="476684" cy="542688"/>
        </a:xfrm>
        <a:prstGeom prst="bentUpArrow">
          <a:avLst>
            <a:gd name="adj1" fmla="val 32840"/>
            <a:gd name="adj2" fmla="val 25000"/>
            <a:gd name="adj3" fmla="val 35780"/>
          </a:avLst>
        </a:prstGeom>
        <a:solidFill>
          <a:schemeClr val="accent4">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6981B43-04FB-4DB8-98C9-3738C4FF69B3}">
      <dsp:nvSpPr>
        <dsp:cNvPr id="0" name=""/>
        <dsp:cNvSpPr/>
      </dsp:nvSpPr>
      <dsp:spPr>
        <a:xfrm>
          <a:off x="240541" y="19319"/>
          <a:ext cx="802455" cy="561693"/>
        </a:xfrm>
        <a:prstGeom prst="roundRect">
          <a:avLst>
            <a:gd name="adj" fmla="val 166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en-US" sz="1050" b="1" i="0" kern="1200" dirty="0" smtClean="0"/>
            <a:t>Project</a:t>
          </a:r>
          <a:endParaRPr lang="en-US" sz="1050" b="0" i="0" kern="1200" dirty="0"/>
        </a:p>
      </dsp:txBody>
      <dsp:txXfrm>
        <a:off x="267966" y="46744"/>
        <a:ext cx="747605" cy="506843"/>
      </dsp:txXfrm>
    </dsp:sp>
    <dsp:sp modelId="{901F4A1F-EB91-48EC-9C76-F0B26A42949D}">
      <dsp:nvSpPr>
        <dsp:cNvPr id="0" name=""/>
        <dsp:cNvSpPr/>
      </dsp:nvSpPr>
      <dsp:spPr>
        <a:xfrm>
          <a:off x="1042997" y="72889"/>
          <a:ext cx="583630" cy="453985"/>
        </a:xfrm>
        <a:prstGeom prst="rect">
          <a:avLst/>
        </a:prstGeom>
        <a:noFill/>
        <a:ln>
          <a:noFill/>
        </a:ln>
        <a:effectLst/>
      </dsp:spPr>
      <dsp:style>
        <a:lnRef idx="0">
          <a:scrgbClr r="0" g="0" b="0"/>
        </a:lnRef>
        <a:fillRef idx="0">
          <a:scrgbClr r="0" g="0" b="0"/>
        </a:fillRef>
        <a:effectRef idx="0">
          <a:scrgbClr r="0" g="0" b="0"/>
        </a:effectRef>
        <a:fontRef idx="minor"/>
      </dsp:style>
    </dsp:sp>
    <dsp:sp modelId="{775E4B1F-3335-4943-8A8F-7290D6E08C6F}">
      <dsp:nvSpPr>
        <dsp:cNvPr id="0" name=""/>
        <dsp:cNvSpPr/>
      </dsp:nvSpPr>
      <dsp:spPr>
        <a:xfrm rot="5400000">
          <a:off x="1032155" y="1178700"/>
          <a:ext cx="476684" cy="542688"/>
        </a:xfrm>
        <a:prstGeom prst="bentUpArrow">
          <a:avLst>
            <a:gd name="adj1" fmla="val 32840"/>
            <a:gd name="adj2" fmla="val 25000"/>
            <a:gd name="adj3" fmla="val 35780"/>
          </a:avLst>
        </a:prstGeom>
        <a:solidFill>
          <a:schemeClr val="accent4">
            <a:tint val="50000"/>
            <a:hueOff val="3053504"/>
            <a:satOff val="-19861"/>
            <a:lumOff val="2857"/>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EF35622-ABA5-428A-A5F0-F09A7856082A}">
      <dsp:nvSpPr>
        <dsp:cNvPr id="0" name=""/>
        <dsp:cNvSpPr/>
      </dsp:nvSpPr>
      <dsp:spPr>
        <a:xfrm>
          <a:off x="905862" y="650286"/>
          <a:ext cx="802455" cy="561693"/>
        </a:xfrm>
        <a:prstGeom prst="roundRect">
          <a:avLst>
            <a:gd name="adj" fmla="val 16670"/>
          </a:avLst>
        </a:prstGeom>
        <a:gradFill rotWithShape="0">
          <a:gsLst>
            <a:gs pos="0">
              <a:schemeClr val="accent4">
                <a:hueOff val="2207538"/>
                <a:satOff val="-16084"/>
                <a:lumOff val="1079"/>
                <a:alphaOff val="0"/>
                <a:shade val="51000"/>
                <a:satMod val="130000"/>
              </a:schemeClr>
            </a:gs>
            <a:gs pos="80000">
              <a:schemeClr val="accent4">
                <a:hueOff val="2207538"/>
                <a:satOff val="-16084"/>
                <a:lumOff val="1079"/>
                <a:alphaOff val="0"/>
                <a:shade val="93000"/>
                <a:satMod val="130000"/>
              </a:schemeClr>
            </a:gs>
            <a:gs pos="100000">
              <a:schemeClr val="accent4">
                <a:hueOff val="2207538"/>
                <a:satOff val="-16084"/>
                <a:lumOff val="1079"/>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en-US" sz="1050" b="1" i="0" kern="1200" dirty="0" smtClean="0"/>
            <a:t>Phases</a:t>
          </a:r>
          <a:endParaRPr lang="en-US" sz="1050" b="0" i="0" kern="1200" dirty="0"/>
        </a:p>
      </dsp:txBody>
      <dsp:txXfrm>
        <a:off x="933287" y="677711"/>
        <a:ext cx="747605" cy="506843"/>
      </dsp:txXfrm>
    </dsp:sp>
    <dsp:sp modelId="{65163A2C-F0F6-489D-83B0-77BA97D514FC}">
      <dsp:nvSpPr>
        <dsp:cNvPr id="0" name=""/>
        <dsp:cNvSpPr/>
      </dsp:nvSpPr>
      <dsp:spPr>
        <a:xfrm>
          <a:off x="1708318" y="703856"/>
          <a:ext cx="583630" cy="453985"/>
        </a:xfrm>
        <a:prstGeom prst="rect">
          <a:avLst/>
        </a:prstGeom>
        <a:noFill/>
        <a:ln>
          <a:noFill/>
        </a:ln>
        <a:effectLst/>
      </dsp:spPr>
      <dsp:style>
        <a:lnRef idx="0">
          <a:scrgbClr r="0" g="0" b="0"/>
        </a:lnRef>
        <a:fillRef idx="0">
          <a:scrgbClr r="0" g="0" b="0"/>
        </a:fillRef>
        <a:effectRef idx="0">
          <a:scrgbClr r="0" g="0" b="0"/>
        </a:effectRef>
        <a:fontRef idx="minor"/>
      </dsp:style>
    </dsp:sp>
    <dsp:sp modelId="{BB181BDA-D255-4DE1-AAAF-979374C7B896}">
      <dsp:nvSpPr>
        <dsp:cNvPr id="0" name=""/>
        <dsp:cNvSpPr/>
      </dsp:nvSpPr>
      <dsp:spPr>
        <a:xfrm rot="5400000">
          <a:off x="1744660" y="1809667"/>
          <a:ext cx="476684" cy="542688"/>
        </a:xfrm>
        <a:prstGeom prst="bentUpArrow">
          <a:avLst>
            <a:gd name="adj1" fmla="val 32840"/>
            <a:gd name="adj2" fmla="val 25000"/>
            <a:gd name="adj3" fmla="val 35780"/>
          </a:avLst>
        </a:prstGeom>
        <a:solidFill>
          <a:schemeClr val="accent4">
            <a:tint val="50000"/>
            <a:hueOff val="6107008"/>
            <a:satOff val="-39723"/>
            <a:lumOff val="5714"/>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77588E2-2571-45B3-97EC-C1D296E02C8B}">
      <dsp:nvSpPr>
        <dsp:cNvPr id="0" name=""/>
        <dsp:cNvSpPr/>
      </dsp:nvSpPr>
      <dsp:spPr>
        <a:xfrm>
          <a:off x="1571184" y="1281252"/>
          <a:ext cx="896824" cy="561693"/>
        </a:xfrm>
        <a:prstGeom prst="roundRect">
          <a:avLst>
            <a:gd name="adj" fmla="val 16670"/>
          </a:avLst>
        </a:prstGeom>
        <a:gradFill rotWithShape="0">
          <a:gsLst>
            <a:gs pos="0">
              <a:schemeClr val="accent4">
                <a:hueOff val="4415075"/>
                <a:satOff val="-32168"/>
                <a:lumOff val="2158"/>
                <a:alphaOff val="0"/>
                <a:shade val="51000"/>
                <a:satMod val="130000"/>
              </a:schemeClr>
            </a:gs>
            <a:gs pos="80000">
              <a:schemeClr val="accent4">
                <a:hueOff val="4415075"/>
                <a:satOff val="-32168"/>
                <a:lumOff val="2158"/>
                <a:alphaOff val="0"/>
                <a:shade val="93000"/>
                <a:satMod val="130000"/>
              </a:schemeClr>
            </a:gs>
            <a:gs pos="100000">
              <a:schemeClr val="accent4">
                <a:hueOff val="4415075"/>
                <a:satOff val="-32168"/>
                <a:lumOff val="215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en-US" sz="1050" b="1" i="0" kern="1200" dirty="0" smtClean="0"/>
            <a:t>Deliverables</a:t>
          </a:r>
          <a:endParaRPr lang="en-US" sz="1050" b="0" i="0" kern="1200" dirty="0"/>
        </a:p>
      </dsp:txBody>
      <dsp:txXfrm>
        <a:off x="1598609" y="1308677"/>
        <a:ext cx="841974" cy="506843"/>
      </dsp:txXfrm>
    </dsp:sp>
    <dsp:sp modelId="{CB8BA08D-49DF-48B8-836D-F10E2ECE70B3}">
      <dsp:nvSpPr>
        <dsp:cNvPr id="0" name=""/>
        <dsp:cNvSpPr/>
      </dsp:nvSpPr>
      <dsp:spPr>
        <a:xfrm>
          <a:off x="2420824" y="1334823"/>
          <a:ext cx="583630" cy="453985"/>
        </a:xfrm>
        <a:prstGeom prst="rect">
          <a:avLst/>
        </a:prstGeom>
        <a:noFill/>
        <a:ln>
          <a:noFill/>
        </a:ln>
        <a:effectLst/>
      </dsp:spPr>
      <dsp:style>
        <a:lnRef idx="0">
          <a:scrgbClr r="0" g="0" b="0"/>
        </a:lnRef>
        <a:fillRef idx="0">
          <a:scrgbClr r="0" g="0" b="0"/>
        </a:fillRef>
        <a:effectRef idx="0">
          <a:scrgbClr r="0" g="0" b="0"/>
        </a:effectRef>
        <a:fontRef idx="minor"/>
      </dsp:style>
    </dsp:sp>
    <dsp:sp modelId="{A1F7D9E1-2875-48EC-BF59-BC6824E2A5D6}">
      <dsp:nvSpPr>
        <dsp:cNvPr id="0" name=""/>
        <dsp:cNvSpPr/>
      </dsp:nvSpPr>
      <dsp:spPr>
        <a:xfrm rot="5400000">
          <a:off x="2362797" y="2440633"/>
          <a:ext cx="476684" cy="542688"/>
        </a:xfrm>
        <a:prstGeom prst="bentUpArrow">
          <a:avLst>
            <a:gd name="adj1" fmla="val 32840"/>
            <a:gd name="adj2" fmla="val 25000"/>
            <a:gd name="adj3" fmla="val 35780"/>
          </a:avLst>
        </a:prstGeom>
        <a:solidFill>
          <a:schemeClr val="accent4">
            <a:tint val="50000"/>
            <a:hueOff val="9160512"/>
            <a:satOff val="-59584"/>
            <a:lumOff val="8571"/>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13ADAA5F-3D9B-4B5B-8F3F-D6E169ECB956}">
      <dsp:nvSpPr>
        <dsp:cNvPr id="0" name=""/>
        <dsp:cNvSpPr/>
      </dsp:nvSpPr>
      <dsp:spPr>
        <a:xfrm>
          <a:off x="2236505" y="1912219"/>
          <a:ext cx="802455" cy="561693"/>
        </a:xfrm>
        <a:prstGeom prst="roundRect">
          <a:avLst>
            <a:gd name="adj" fmla="val 16670"/>
          </a:avLst>
        </a:prstGeom>
        <a:gradFill rotWithShape="0">
          <a:gsLst>
            <a:gs pos="0">
              <a:schemeClr val="accent4">
                <a:hueOff val="6622613"/>
                <a:satOff val="-48253"/>
                <a:lumOff val="3236"/>
                <a:alphaOff val="0"/>
                <a:shade val="51000"/>
                <a:satMod val="130000"/>
              </a:schemeClr>
            </a:gs>
            <a:gs pos="80000">
              <a:schemeClr val="accent4">
                <a:hueOff val="6622613"/>
                <a:satOff val="-48253"/>
                <a:lumOff val="3236"/>
                <a:alphaOff val="0"/>
                <a:shade val="93000"/>
                <a:satMod val="130000"/>
              </a:schemeClr>
            </a:gs>
            <a:gs pos="100000">
              <a:schemeClr val="accent4">
                <a:hueOff val="6622613"/>
                <a:satOff val="-48253"/>
                <a:lumOff val="323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en-US" sz="1050" b="1" i="0" kern="1200" dirty="0" smtClean="0"/>
            <a:t>Work Packages</a:t>
          </a:r>
          <a:endParaRPr lang="en-US" sz="1050" b="0" i="0" kern="1200" dirty="0"/>
        </a:p>
      </dsp:txBody>
      <dsp:txXfrm>
        <a:off x="2263930" y="1939644"/>
        <a:ext cx="747605" cy="506843"/>
      </dsp:txXfrm>
    </dsp:sp>
    <dsp:sp modelId="{EF8D25F7-833E-4CED-BA6D-50E0E8CAFE27}">
      <dsp:nvSpPr>
        <dsp:cNvPr id="0" name=""/>
        <dsp:cNvSpPr/>
      </dsp:nvSpPr>
      <dsp:spPr>
        <a:xfrm>
          <a:off x="3038961" y="1965789"/>
          <a:ext cx="583630" cy="453985"/>
        </a:xfrm>
        <a:prstGeom prst="rect">
          <a:avLst/>
        </a:prstGeom>
        <a:noFill/>
        <a:ln>
          <a:noFill/>
        </a:ln>
        <a:effectLst/>
      </dsp:spPr>
      <dsp:style>
        <a:lnRef idx="0">
          <a:scrgbClr r="0" g="0" b="0"/>
        </a:lnRef>
        <a:fillRef idx="0">
          <a:scrgbClr r="0" g="0" b="0"/>
        </a:fillRef>
        <a:effectRef idx="0">
          <a:scrgbClr r="0" g="0" b="0"/>
        </a:effectRef>
        <a:fontRef idx="minor"/>
      </dsp:style>
    </dsp:sp>
    <dsp:sp modelId="{B0A1E5E7-BE09-4185-91B5-C4D90223F443}">
      <dsp:nvSpPr>
        <dsp:cNvPr id="0" name=""/>
        <dsp:cNvSpPr/>
      </dsp:nvSpPr>
      <dsp:spPr>
        <a:xfrm>
          <a:off x="2901826" y="2543186"/>
          <a:ext cx="802455" cy="561693"/>
        </a:xfrm>
        <a:prstGeom prst="roundRect">
          <a:avLst>
            <a:gd name="adj" fmla="val 16670"/>
          </a:avLst>
        </a:prstGeom>
        <a:gradFill rotWithShape="0">
          <a:gsLst>
            <a:gs pos="0">
              <a:schemeClr val="accent4">
                <a:hueOff val="8830150"/>
                <a:satOff val="-64337"/>
                <a:lumOff val="4315"/>
                <a:alphaOff val="0"/>
                <a:shade val="51000"/>
                <a:satMod val="130000"/>
              </a:schemeClr>
            </a:gs>
            <a:gs pos="80000">
              <a:schemeClr val="accent4">
                <a:hueOff val="8830150"/>
                <a:satOff val="-64337"/>
                <a:lumOff val="4315"/>
                <a:alphaOff val="0"/>
                <a:shade val="93000"/>
                <a:satMod val="130000"/>
              </a:schemeClr>
            </a:gs>
            <a:gs pos="100000">
              <a:schemeClr val="accent4">
                <a:hueOff val="8830150"/>
                <a:satOff val="-64337"/>
                <a:lumOff val="431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en-US" sz="1050" b="1" i="0" kern="1200" dirty="0" smtClean="0"/>
            <a:t>Activities</a:t>
          </a:r>
          <a:endParaRPr lang="en-US" sz="1050" b="1" i="0" kern="1200" dirty="0"/>
        </a:p>
      </dsp:txBody>
      <dsp:txXfrm>
        <a:off x="2929251" y="2570611"/>
        <a:ext cx="747605" cy="5068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F17E0-292F-4891-856E-484433CBD22E}">
      <dsp:nvSpPr>
        <dsp:cNvPr id="0" name=""/>
        <dsp:cNvSpPr/>
      </dsp:nvSpPr>
      <dsp:spPr>
        <a:xfrm>
          <a:off x="2556871" y="1191066"/>
          <a:ext cx="749646" cy="178381"/>
        </a:xfrm>
        <a:custGeom>
          <a:avLst/>
          <a:gdLst/>
          <a:ahLst/>
          <a:cxnLst/>
          <a:rect l="0" t="0" r="0" b="0"/>
          <a:pathLst>
            <a:path>
              <a:moveTo>
                <a:pt x="0" y="0"/>
              </a:moveTo>
              <a:lnTo>
                <a:pt x="0" y="121561"/>
              </a:lnTo>
              <a:lnTo>
                <a:pt x="749646" y="121561"/>
              </a:lnTo>
              <a:lnTo>
                <a:pt x="749646" y="17838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E2AC72-173A-4DDD-A1D6-6060D71FFE8D}">
      <dsp:nvSpPr>
        <dsp:cNvPr id="0" name=""/>
        <dsp:cNvSpPr/>
      </dsp:nvSpPr>
      <dsp:spPr>
        <a:xfrm>
          <a:off x="2511151" y="1191066"/>
          <a:ext cx="91440" cy="178381"/>
        </a:xfrm>
        <a:custGeom>
          <a:avLst/>
          <a:gdLst/>
          <a:ahLst/>
          <a:cxnLst/>
          <a:rect l="0" t="0" r="0" b="0"/>
          <a:pathLst>
            <a:path>
              <a:moveTo>
                <a:pt x="45720" y="0"/>
              </a:moveTo>
              <a:lnTo>
                <a:pt x="45720" y="17838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4E2B32-C47A-4D32-B253-84D99CFDE41D}">
      <dsp:nvSpPr>
        <dsp:cNvPr id="0" name=""/>
        <dsp:cNvSpPr/>
      </dsp:nvSpPr>
      <dsp:spPr>
        <a:xfrm>
          <a:off x="1807225" y="1191066"/>
          <a:ext cx="749646" cy="178381"/>
        </a:xfrm>
        <a:custGeom>
          <a:avLst/>
          <a:gdLst/>
          <a:ahLst/>
          <a:cxnLst/>
          <a:rect l="0" t="0" r="0" b="0"/>
          <a:pathLst>
            <a:path>
              <a:moveTo>
                <a:pt x="749646" y="0"/>
              </a:moveTo>
              <a:lnTo>
                <a:pt x="749646" y="121561"/>
              </a:lnTo>
              <a:lnTo>
                <a:pt x="0" y="121561"/>
              </a:lnTo>
              <a:lnTo>
                <a:pt x="0" y="17838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2DD8D4-1C3A-4072-951F-101992E5255C}">
      <dsp:nvSpPr>
        <dsp:cNvPr id="0" name=""/>
        <dsp:cNvSpPr/>
      </dsp:nvSpPr>
      <dsp:spPr>
        <a:xfrm>
          <a:off x="1667705" y="623209"/>
          <a:ext cx="889166" cy="178381"/>
        </a:xfrm>
        <a:custGeom>
          <a:avLst/>
          <a:gdLst/>
          <a:ahLst/>
          <a:cxnLst/>
          <a:rect l="0" t="0" r="0" b="0"/>
          <a:pathLst>
            <a:path>
              <a:moveTo>
                <a:pt x="0" y="0"/>
              </a:moveTo>
              <a:lnTo>
                <a:pt x="0" y="121561"/>
              </a:lnTo>
              <a:lnTo>
                <a:pt x="889166" y="121561"/>
              </a:lnTo>
              <a:lnTo>
                <a:pt x="889166" y="17838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684E57-F3D7-4061-B815-1280816912A9}">
      <dsp:nvSpPr>
        <dsp:cNvPr id="0" name=""/>
        <dsp:cNvSpPr/>
      </dsp:nvSpPr>
      <dsp:spPr>
        <a:xfrm>
          <a:off x="682755" y="1191066"/>
          <a:ext cx="374823" cy="178381"/>
        </a:xfrm>
        <a:custGeom>
          <a:avLst/>
          <a:gdLst/>
          <a:ahLst/>
          <a:cxnLst/>
          <a:rect l="0" t="0" r="0" b="0"/>
          <a:pathLst>
            <a:path>
              <a:moveTo>
                <a:pt x="0" y="0"/>
              </a:moveTo>
              <a:lnTo>
                <a:pt x="0" y="121561"/>
              </a:lnTo>
              <a:lnTo>
                <a:pt x="374823" y="121561"/>
              </a:lnTo>
              <a:lnTo>
                <a:pt x="374823" y="17838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0B7577-4784-4114-B66D-04479BD3346E}">
      <dsp:nvSpPr>
        <dsp:cNvPr id="0" name=""/>
        <dsp:cNvSpPr/>
      </dsp:nvSpPr>
      <dsp:spPr>
        <a:xfrm>
          <a:off x="307932" y="1191066"/>
          <a:ext cx="374823" cy="178381"/>
        </a:xfrm>
        <a:custGeom>
          <a:avLst/>
          <a:gdLst/>
          <a:ahLst/>
          <a:cxnLst/>
          <a:rect l="0" t="0" r="0" b="0"/>
          <a:pathLst>
            <a:path>
              <a:moveTo>
                <a:pt x="374823" y="0"/>
              </a:moveTo>
              <a:lnTo>
                <a:pt x="374823" y="121561"/>
              </a:lnTo>
              <a:lnTo>
                <a:pt x="0" y="121561"/>
              </a:lnTo>
              <a:lnTo>
                <a:pt x="0" y="17838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4039CB-59C5-4E3E-999C-AA49F8F96FA9}">
      <dsp:nvSpPr>
        <dsp:cNvPr id="0" name=""/>
        <dsp:cNvSpPr/>
      </dsp:nvSpPr>
      <dsp:spPr>
        <a:xfrm>
          <a:off x="682755" y="623209"/>
          <a:ext cx="984949" cy="178381"/>
        </a:xfrm>
        <a:custGeom>
          <a:avLst/>
          <a:gdLst/>
          <a:ahLst/>
          <a:cxnLst/>
          <a:rect l="0" t="0" r="0" b="0"/>
          <a:pathLst>
            <a:path>
              <a:moveTo>
                <a:pt x="984949" y="0"/>
              </a:moveTo>
              <a:lnTo>
                <a:pt x="984949" y="121561"/>
              </a:lnTo>
              <a:lnTo>
                <a:pt x="0" y="121561"/>
              </a:lnTo>
              <a:lnTo>
                <a:pt x="0" y="17838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80A22C-ED01-4746-8363-ECFA339EE63E}">
      <dsp:nvSpPr>
        <dsp:cNvPr id="0" name=""/>
        <dsp:cNvSpPr/>
      </dsp:nvSpPr>
      <dsp:spPr>
        <a:xfrm>
          <a:off x="1361031" y="233734"/>
          <a:ext cx="613347" cy="38947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A68541-25F3-432F-83CD-41B0AEAEA969}">
      <dsp:nvSpPr>
        <dsp:cNvPr id="0" name=""/>
        <dsp:cNvSpPr/>
      </dsp:nvSpPr>
      <dsp:spPr>
        <a:xfrm>
          <a:off x="1429181" y="298476"/>
          <a:ext cx="613347" cy="38947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Function</a:t>
          </a:r>
          <a:endParaRPr lang="en-US" sz="900" kern="1200" dirty="0"/>
        </a:p>
      </dsp:txBody>
      <dsp:txXfrm>
        <a:off x="1440588" y="309883"/>
        <a:ext cx="590533" cy="366661"/>
      </dsp:txXfrm>
    </dsp:sp>
    <dsp:sp modelId="{E678F341-29C4-4A5F-A229-50FC72F1B52D}">
      <dsp:nvSpPr>
        <dsp:cNvPr id="0" name=""/>
        <dsp:cNvSpPr/>
      </dsp:nvSpPr>
      <dsp:spPr>
        <a:xfrm>
          <a:off x="376081" y="801591"/>
          <a:ext cx="613347" cy="38947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BA16BA-791E-4404-86F4-A3DA7F5C51DD}">
      <dsp:nvSpPr>
        <dsp:cNvPr id="0" name=""/>
        <dsp:cNvSpPr/>
      </dsp:nvSpPr>
      <dsp:spPr>
        <a:xfrm>
          <a:off x="444231" y="866333"/>
          <a:ext cx="613347" cy="389475"/>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Data Function</a:t>
          </a:r>
          <a:endParaRPr lang="en-US" sz="900" kern="1200" dirty="0"/>
        </a:p>
      </dsp:txBody>
      <dsp:txXfrm>
        <a:off x="455638" y="877740"/>
        <a:ext cx="590533" cy="366661"/>
      </dsp:txXfrm>
    </dsp:sp>
    <dsp:sp modelId="{049F6028-CC07-4728-90A8-599ECF967343}">
      <dsp:nvSpPr>
        <dsp:cNvPr id="0" name=""/>
        <dsp:cNvSpPr/>
      </dsp:nvSpPr>
      <dsp:spPr>
        <a:xfrm>
          <a:off x="1258" y="1369448"/>
          <a:ext cx="613347" cy="38947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A18CA2-B7C7-49AF-8BDC-9259839FE802}">
      <dsp:nvSpPr>
        <dsp:cNvPr id="0" name=""/>
        <dsp:cNvSpPr/>
      </dsp:nvSpPr>
      <dsp:spPr>
        <a:xfrm>
          <a:off x="69408" y="1434190"/>
          <a:ext cx="613347" cy="389475"/>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b="0" i="0" kern="1200" dirty="0" smtClean="0"/>
            <a:t>Internal Logical Files (ILF)</a:t>
          </a:r>
          <a:endParaRPr lang="en-US" sz="900" kern="1200" dirty="0"/>
        </a:p>
      </dsp:txBody>
      <dsp:txXfrm>
        <a:off x="80815" y="1445597"/>
        <a:ext cx="590533" cy="366661"/>
      </dsp:txXfrm>
    </dsp:sp>
    <dsp:sp modelId="{B4187FFC-85F4-4A77-B03D-4FA2D41D8011}">
      <dsp:nvSpPr>
        <dsp:cNvPr id="0" name=""/>
        <dsp:cNvSpPr/>
      </dsp:nvSpPr>
      <dsp:spPr>
        <a:xfrm>
          <a:off x="750905" y="1369448"/>
          <a:ext cx="613347" cy="38947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884509-8A38-424B-97B8-F9E91B154214}">
      <dsp:nvSpPr>
        <dsp:cNvPr id="0" name=""/>
        <dsp:cNvSpPr/>
      </dsp:nvSpPr>
      <dsp:spPr>
        <a:xfrm>
          <a:off x="819054" y="1434190"/>
          <a:ext cx="613347" cy="389475"/>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b="0" i="0" kern="1200" dirty="0" smtClean="0"/>
            <a:t>External Interface Files (EIF)</a:t>
          </a:r>
          <a:endParaRPr lang="en-US" sz="900" kern="1200" dirty="0"/>
        </a:p>
      </dsp:txBody>
      <dsp:txXfrm>
        <a:off x="830461" y="1445597"/>
        <a:ext cx="590533" cy="366661"/>
      </dsp:txXfrm>
    </dsp:sp>
    <dsp:sp modelId="{2BE7946E-96F3-4D5B-B0DB-1C167DECFE98}">
      <dsp:nvSpPr>
        <dsp:cNvPr id="0" name=""/>
        <dsp:cNvSpPr/>
      </dsp:nvSpPr>
      <dsp:spPr>
        <a:xfrm>
          <a:off x="2154414" y="801591"/>
          <a:ext cx="804913" cy="38947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BA3550-DB77-48BE-A538-B03FDCB9E31C}">
      <dsp:nvSpPr>
        <dsp:cNvPr id="0" name=""/>
        <dsp:cNvSpPr/>
      </dsp:nvSpPr>
      <dsp:spPr>
        <a:xfrm>
          <a:off x="2222564" y="866333"/>
          <a:ext cx="804913" cy="389475"/>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Transaction Function</a:t>
          </a:r>
          <a:endParaRPr lang="en-US" sz="900" kern="1200" dirty="0"/>
        </a:p>
      </dsp:txBody>
      <dsp:txXfrm>
        <a:off x="2233971" y="877740"/>
        <a:ext cx="782099" cy="366661"/>
      </dsp:txXfrm>
    </dsp:sp>
    <dsp:sp modelId="{DA0F3DF5-B89C-45A0-A7F3-D4CCD5E4BF71}">
      <dsp:nvSpPr>
        <dsp:cNvPr id="0" name=""/>
        <dsp:cNvSpPr/>
      </dsp:nvSpPr>
      <dsp:spPr>
        <a:xfrm>
          <a:off x="1500551" y="1369448"/>
          <a:ext cx="613347" cy="38947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51A1A1-70B9-4995-9CD7-A28EAB15926E}">
      <dsp:nvSpPr>
        <dsp:cNvPr id="0" name=""/>
        <dsp:cNvSpPr/>
      </dsp:nvSpPr>
      <dsp:spPr>
        <a:xfrm>
          <a:off x="1568701" y="1434190"/>
          <a:ext cx="613347" cy="389475"/>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b="0" i="0" kern="1200" dirty="0" smtClean="0"/>
            <a:t>External Inputs (EI)</a:t>
          </a:r>
          <a:endParaRPr lang="en-US" sz="900" kern="1200" dirty="0"/>
        </a:p>
      </dsp:txBody>
      <dsp:txXfrm>
        <a:off x="1580108" y="1445597"/>
        <a:ext cx="590533" cy="366661"/>
      </dsp:txXfrm>
    </dsp:sp>
    <dsp:sp modelId="{719B73C5-4AB4-4F5C-90E9-C330401EBB33}">
      <dsp:nvSpPr>
        <dsp:cNvPr id="0" name=""/>
        <dsp:cNvSpPr/>
      </dsp:nvSpPr>
      <dsp:spPr>
        <a:xfrm>
          <a:off x="2250198" y="1369448"/>
          <a:ext cx="613347" cy="38947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F55BB7-8240-4D31-8C13-07CC39A369E0}">
      <dsp:nvSpPr>
        <dsp:cNvPr id="0" name=""/>
        <dsp:cNvSpPr/>
      </dsp:nvSpPr>
      <dsp:spPr>
        <a:xfrm>
          <a:off x="2318347" y="1434190"/>
          <a:ext cx="613347" cy="389475"/>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b="0" i="0" kern="1200" dirty="0" smtClean="0"/>
            <a:t>External Outputs (EO)</a:t>
          </a:r>
          <a:endParaRPr lang="en-US" sz="900" kern="1200" dirty="0"/>
        </a:p>
      </dsp:txBody>
      <dsp:txXfrm>
        <a:off x="2329754" y="1445597"/>
        <a:ext cx="590533" cy="366661"/>
      </dsp:txXfrm>
    </dsp:sp>
    <dsp:sp modelId="{3E5EBF96-A49D-412F-AB4D-27A4DE0FF598}">
      <dsp:nvSpPr>
        <dsp:cNvPr id="0" name=""/>
        <dsp:cNvSpPr/>
      </dsp:nvSpPr>
      <dsp:spPr>
        <a:xfrm>
          <a:off x="2999844" y="1369448"/>
          <a:ext cx="613347" cy="38947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48001D-D461-4C54-B794-45107E056E05}">
      <dsp:nvSpPr>
        <dsp:cNvPr id="0" name=""/>
        <dsp:cNvSpPr/>
      </dsp:nvSpPr>
      <dsp:spPr>
        <a:xfrm>
          <a:off x="3067994" y="1434190"/>
          <a:ext cx="613347" cy="389475"/>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b="0" i="0" kern="1200" dirty="0" smtClean="0"/>
            <a:t>External Inquiries (EQ)</a:t>
          </a:r>
          <a:endParaRPr lang="en-US" sz="900" kern="1200" dirty="0"/>
        </a:p>
      </dsp:txBody>
      <dsp:txXfrm>
        <a:off x="3079401" y="1445597"/>
        <a:ext cx="590533" cy="36666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DC2533-38F6-43D0-84AF-FE08DE3E87BA}">
      <dsp:nvSpPr>
        <dsp:cNvPr id="0" name=""/>
        <dsp:cNvSpPr/>
      </dsp:nvSpPr>
      <dsp:spPr>
        <a:xfrm>
          <a:off x="4115" y="266776"/>
          <a:ext cx="1197872" cy="479149"/>
        </a:xfrm>
        <a:prstGeom prst="homePlat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lvl="0" algn="ctr" defTabSz="355600">
            <a:lnSpc>
              <a:spcPct val="90000"/>
            </a:lnSpc>
            <a:spcBef>
              <a:spcPct val="0"/>
            </a:spcBef>
            <a:spcAft>
              <a:spcPct val="35000"/>
            </a:spcAft>
          </a:pPr>
          <a:r>
            <a:rPr lang="en-US" sz="800" b="0" i="0" kern="1200" dirty="0" smtClean="0">
              <a:solidFill>
                <a:schemeClr val="tx1"/>
              </a:solidFill>
            </a:rPr>
            <a:t>Determine the type of count</a:t>
          </a:r>
          <a:endParaRPr lang="en-US" sz="800" kern="1200" dirty="0">
            <a:solidFill>
              <a:schemeClr val="tx1"/>
            </a:solidFill>
          </a:endParaRPr>
        </a:p>
      </dsp:txBody>
      <dsp:txXfrm>
        <a:off x="4115" y="266776"/>
        <a:ext cx="1078085" cy="479149"/>
      </dsp:txXfrm>
    </dsp:sp>
    <dsp:sp modelId="{9380E002-12CF-4561-9982-AF0402C146FE}">
      <dsp:nvSpPr>
        <dsp:cNvPr id="0" name=""/>
        <dsp:cNvSpPr/>
      </dsp:nvSpPr>
      <dsp:spPr>
        <a:xfrm>
          <a:off x="962414" y="266776"/>
          <a:ext cx="1197872" cy="479149"/>
        </a:xfrm>
        <a:prstGeom prst="chevron">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lvl="0" algn="ctr" defTabSz="355600">
            <a:lnSpc>
              <a:spcPct val="90000"/>
            </a:lnSpc>
            <a:spcBef>
              <a:spcPct val="0"/>
            </a:spcBef>
            <a:spcAft>
              <a:spcPct val="35000"/>
            </a:spcAft>
          </a:pPr>
          <a:r>
            <a:rPr lang="en-US" sz="800" b="0" i="0" kern="1200" dirty="0" smtClean="0">
              <a:solidFill>
                <a:schemeClr val="tx1"/>
              </a:solidFill>
            </a:rPr>
            <a:t>Determine the boundary of the count</a:t>
          </a:r>
          <a:endParaRPr lang="en-US" sz="800" kern="1200" dirty="0">
            <a:solidFill>
              <a:schemeClr val="tx1"/>
            </a:solidFill>
          </a:endParaRPr>
        </a:p>
      </dsp:txBody>
      <dsp:txXfrm>
        <a:off x="1201989" y="266776"/>
        <a:ext cx="718723" cy="479149"/>
      </dsp:txXfrm>
    </dsp:sp>
    <dsp:sp modelId="{A43AA448-CB6D-47C1-94D4-C1B99AAAFE11}">
      <dsp:nvSpPr>
        <dsp:cNvPr id="0" name=""/>
        <dsp:cNvSpPr/>
      </dsp:nvSpPr>
      <dsp:spPr>
        <a:xfrm>
          <a:off x="1920712" y="266776"/>
          <a:ext cx="1197872" cy="479149"/>
        </a:xfrm>
        <a:prstGeom prst="chevron">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lvl="0" algn="ctr" defTabSz="355600">
            <a:lnSpc>
              <a:spcPct val="90000"/>
            </a:lnSpc>
            <a:spcBef>
              <a:spcPct val="0"/>
            </a:spcBef>
            <a:spcAft>
              <a:spcPct val="35000"/>
            </a:spcAft>
          </a:pPr>
          <a:r>
            <a:rPr lang="en-US" sz="800" b="0" i="0" kern="1200" dirty="0" smtClean="0">
              <a:solidFill>
                <a:schemeClr val="tx1"/>
              </a:solidFill>
            </a:rPr>
            <a:t>Identify each Elementary Process (EP) required by the user</a:t>
          </a:r>
          <a:endParaRPr lang="en-US" sz="800" kern="1200" dirty="0">
            <a:solidFill>
              <a:schemeClr val="tx1"/>
            </a:solidFill>
          </a:endParaRPr>
        </a:p>
      </dsp:txBody>
      <dsp:txXfrm>
        <a:off x="2160287" y="266776"/>
        <a:ext cx="718723" cy="479149"/>
      </dsp:txXfrm>
    </dsp:sp>
    <dsp:sp modelId="{5D1CDE0C-90CF-44A7-8CD3-A61F7632E7B3}">
      <dsp:nvSpPr>
        <dsp:cNvPr id="0" name=""/>
        <dsp:cNvSpPr/>
      </dsp:nvSpPr>
      <dsp:spPr>
        <a:xfrm>
          <a:off x="2879010" y="266776"/>
          <a:ext cx="1197872" cy="479149"/>
        </a:xfrm>
        <a:prstGeom prst="chevron">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lvl="0" algn="ctr" defTabSz="355600">
            <a:lnSpc>
              <a:spcPct val="90000"/>
            </a:lnSpc>
            <a:spcBef>
              <a:spcPct val="0"/>
            </a:spcBef>
            <a:spcAft>
              <a:spcPct val="35000"/>
            </a:spcAft>
          </a:pPr>
          <a:r>
            <a:rPr lang="en-US" sz="800" b="0" i="0" kern="1200" dirty="0" smtClean="0">
              <a:solidFill>
                <a:schemeClr val="tx1"/>
              </a:solidFill>
            </a:rPr>
            <a:t>Determine the unique EPs</a:t>
          </a:r>
          <a:endParaRPr lang="en-US" sz="800" kern="1200" dirty="0">
            <a:solidFill>
              <a:schemeClr val="tx1"/>
            </a:solidFill>
          </a:endParaRPr>
        </a:p>
      </dsp:txBody>
      <dsp:txXfrm>
        <a:off x="3118585" y="266776"/>
        <a:ext cx="718723" cy="479149"/>
      </dsp:txXfrm>
    </dsp:sp>
    <dsp:sp modelId="{14A635B0-4D87-40FE-A1B2-CE05B949F020}">
      <dsp:nvSpPr>
        <dsp:cNvPr id="0" name=""/>
        <dsp:cNvSpPr/>
      </dsp:nvSpPr>
      <dsp:spPr>
        <a:xfrm>
          <a:off x="3837309" y="266776"/>
          <a:ext cx="1197872" cy="479149"/>
        </a:xfrm>
        <a:prstGeom prst="chevron">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lvl="0" algn="ctr" defTabSz="355600">
            <a:lnSpc>
              <a:spcPct val="90000"/>
            </a:lnSpc>
            <a:spcBef>
              <a:spcPct val="0"/>
            </a:spcBef>
            <a:spcAft>
              <a:spcPct val="35000"/>
            </a:spcAft>
          </a:pPr>
          <a:r>
            <a:rPr lang="en-US" sz="800" b="0" i="0" kern="1200" dirty="0" smtClean="0">
              <a:solidFill>
                <a:schemeClr val="tx1"/>
              </a:solidFill>
            </a:rPr>
            <a:t>Measure data functions</a:t>
          </a:r>
          <a:endParaRPr lang="en-US" sz="800" kern="1200" dirty="0">
            <a:solidFill>
              <a:schemeClr val="tx1"/>
            </a:solidFill>
          </a:endParaRPr>
        </a:p>
      </dsp:txBody>
      <dsp:txXfrm>
        <a:off x="4076884" y="266776"/>
        <a:ext cx="718723" cy="479149"/>
      </dsp:txXfrm>
    </dsp:sp>
    <dsp:sp modelId="{A7D73190-3F11-450A-9AC2-7728E56A138F}">
      <dsp:nvSpPr>
        <dsp:cNvPr id="0" name=""/>
        <dsp:cNvSpPr/>
      </dsp:nvSpPr>
      <dsp:spPr>
        <a:xfrm>
          <a:off x="4795607" y="266776"/>
          <a:ext cx="1197872" cy="479149"/>
        </a:xfrm>
        <a:prstGeom prst="chevron">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lvl="0" algn="ctr" defTabSz="355600">
            <a:lnSpc>
              <a:spcPct val="90000"/>
            </a:lnSpc>
            <a:spcBef>
              <a:spcPct val="0"/>
            </a:spcBef>
            <a:spcAft>
              <a:spcPct val="35000"/>
            </a:spcAft>
          </a:pPr>
          <a:r>
            <a:rPr lang="en-US" sz="800" b="0" i="0" kern="1200" dirty="0" smtClean="0">
              <a:solidFill>
                <a:schemeClr val="tx1"/>
              </a:solidFill>
            </a:rPr>
            <a:t>Measure transactional functions</a:t>
          </a:r>
          <a:endParaRPr lang="en-US" sz="800" kern="1200" dirty="0">
            <a:solidFill>
              <a:schemeClr val="tx1"/>
            </a:solidFill>
          </a:endParaRPr>
        </a:p>
      </dsp:txBody>
      <dsp:txXfrm>
        <a:off x="5035182" y="266776"/>
        <a:ext cx="718723" cy="479149"/>
      </dsp:txXfrm>
    </dsp:sp>
    <dsp:sp modelId="{A39F40AE-5ABB-40FC-BD95-08806A5CCF62}">
      <dsp:nvSpPr>
        <dsp:cNvPr id="0" name=""/>
        <dsp:cNvSpPr/>
      </dsp:nvSpPr>
      <dsp:spPr>
        <a:xfrm>
          <a:off x="5753905" y="266776"/>
          <a:ext cx="1197872" cy="479149"/>
        </a:xfrm>
        <a:prstGeom prst="chevron">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lvl="0" algn="ctr" defTabSz="355600">
            <a:lnSpc>
              <a:spcPct val="90000"/>
            </a:lnSpc>
            <a:spcBef>
              <a:spcPct val="0"/>
            </a:spcBef>
            <a:spcAft>
              <a:spcPct val="35000"/>
            </a:spcAft>
          </a:pPr>
          <a:r>
            <a:rPr lang="en-US" sz="800" b="0" i="0" kern="1200" dirty="0" smtClean="0">
              <a:solidFill>
                <a:schemeClr val="tx1"/>
              </a:solidFill>
            </a:rPr>
            <a:t>Calculate functional size (unadjusted function point count)</a:t>
          </a:r>
          <a:endParaRPr lang="en-US" sz="800" kern="1200" dirty="0">
            <a:solidFill>
              <a:schemeClr val="tx1"/>
            </a:solidFill>
          </a:endParaRPr>
        </a:p>
      </dsp:txBody>
      <dsp:txXfrm>
        <a:off x="5993480" y="266776"/>
        <a:ext cx="718723" cy="479149"/>
      </dsp:txXfrm>
    </dsp:sp>
    <dsp:sp modelId="{210D018B-113A-4DCA-9598-29C726A9F3E0}">
      <dsp:nvSpPr>
        <dsp:cNvPr id="0" name=""/>
        <dsp:cNvSpPr/>
      </dsp:nvSpPr>
      <dsp:spPr>
        <a:xfrm>
          <a:off x="6712204" y="266776"/>
          <a:ext cx="1197872" cy="479149"/>
        </a:xfrm>
        <a:prstGeom prst="chevron">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lvl="0" algn="ctr" defTabSz="355600">
            <a:lnSpc>
              <a:spcPct val="90000"/>
            </a:lnSpc>
            <a:spcBef>
              <a:spcPct val="0"/>
            </a:spcBef>
            <a:spcAft>
              <a:spcPct val="35000"/>
            </a:spcAft>
          </a:pPr>
          <a:r>
            <a:rPr lang="en-US" sz="800" b="0" i="0" kern="1200" dirty="0" smtClean="0">
              <a:solidFill>
                <a:schemeClr val="tx1"/>
              </a:solidFill>
            </a:rPr>
            <a:t>Determine Value Adjustment Factor (VAF)</a:t>
          </a:r>
          <a:endParaRPr lang="en-US" sz="800" kern="1200" dirty="0">
            <a:solidFill>
              <a:schemeClr val="tx1"/>
            </a:solidFill>
          </a:endParaRPr>
        </a:p>
      </dsp:txBody>
      <dsp:txXfrm>
        <a:off x="6951779" y="266776"/>
        <a:ext cx="718723" cy="479149"/>
      </dsp:txXfrm>
    </dsp:sp>
    <dsp:sp modelId="{8BB44F1D-0B77-4213-943D-CFF5DD4209B4}">
      <dsp:nvSpPr>
        <dsp:cNvPr id="0" name=""/>
        <dsp:cNvSpPr/>
      </dsp:nvSpPr>
      <dsp:spPr>
        <a:xfrm>
          <a:off x="7670502" y="266776"/>
          <a:ext cx="1197872" cy="479149"/>
        </a:xfrm>
        <a:prstGeom prst="chevron">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lvl="0" algn="ctr" defTabSz="355600">
            <a:lnSpc>
              <a:spcPct val="90000"/>
            </a:lnSpc>
            <a:spcBef>
              <a:spcPct val="0"/>
            </a:spcBef>
            <a:spcAft>
              <a:spcPct val="35000"/>
            </a:spcAft>
          </a:pPr>
          <a:r>
            <a:rPr lang="en-US" sz="800" b="0" i="0" kern="1200" dirty="0" smtClean="0">
              <a:solidFill>
                <a:schemeClr val="tx1"/>
              </a:solidFill>
            </a:rPr>
            <a:t>Calculate adjusted function point count</a:t>
          </a:r>
          <a:endParaRPr lang="en-US" sz="800" kern="1200" dirty="0">
            <a:solidFill>
              <a:schemeClr val="tx1"/>
            </a:solidFill>
          </a:endParaRPr>
        </a:p>
      </dsp:txBody>
      <dsp:txXfrm>
        <a:off x="7910077" y="266776"/>
        <a:ext cx="718723" cy="4791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D48E2-95E8-4CC8-AAA0-B1A9AF2B857D}">
      <dsp:nvSpPr>
        <dsp:cNvPr id="0" name=""/>
        <dsp:cNvSpPr/>
      </dsp:nvSpPr>
      <dsp:spPr>
        <a:xfrm>
          <a:off x="370983" y="1447"/>
          <a:ext cx="1359544" cy="815726"/>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latin typeface="Calibri" pitchFamily="34" charset="0"/>
            </a:rPr>
            <a:t>Development FP in this case. Other two are Application &amp; Enhancement FP.</a:t>
          </a:r>
          <a:endParaRPr lang="en-US" sz="1000" kern="1200" dirty="0">
            <a:solidFill>
              <a:schemeClr val="tx1"/>
            </a:solidFill>
          </a:endParaRPr>
        </a:p>
      </dsp:txBody>
      <dsp:txXfrm>
        <a:off x="394875" y="25339"/>
        <a:ext cx="1311760" cy="767942"/>
      </dsp:txXfrm>
    </dsp:sp>
    <dsp:sp modelId="{0F11D27C-76C6-41FD-9060-E9B5258F7C67}">
      <dsp:nvSpPr>
        <dsp:cNvPr id="0" name=""/>
        <dsp:cNvSpPr/>
      </dsp:nvSpPr>
      <dsp:spPr>
        <a:xfrm>
          <a:off x="1850168" y="240727"/>
          <a:ext cx="288223" cy="33716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dirty="0"/>
        </a:p>
      </dsp:txBody>
      <dsp:txXfrm>
        <a:off x="1850168" y="308160"/>
        <a:ext cx="201756" cy="202301"/>
      </dsp:txXfrm>
    </dsp:sp>
    <dsp:sp modelId="{11FE6D92-8A45-4199-BD6F-FDB39A502C69}">
      <dsp:nvSpPr>
        <dsp:cNvPr id="0" name=""/>
        <dsp:cNvSpPr/>
      </dsp:nvSpPr>
      <dsp:spPr>
        <a:xfrm>
          <a:off x="2274346" y="1447"/>
          <a:ext cx="1359544" cy="815726"/>
        </a:xfrm>
        <a:prstGeom prst="roundRect">
          <a:avLst>
            <a:gd name="adj" fmla="val 10000"/>
          </a:avLst>
        </a:prstGeom>
        <a:solidFill>
          <a:schemeClr val="accent3">
            <a:hueOff val="-497386"/>
            <a:satOff val="-3117"/>
            <a:lumOff val="3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latin typeface="Calibri" pitchFamily="34" charset="0"/>
            </a:rPr>
            <a:t>Purpose of FP, Scope of Application and business area. Here </a:t>
          </a:r>
          <a:r>
            <a:rPr lang="en-US" sz="1000" kern="1200" dirty="0" smtClean="0">
              <a:solidFill>
                <a:schemeClr val="tx1"/>
              </a:solidFill>
              <a:latin typeface="Calibri" pitchFamily="34" charset="0"/>
            </a:rPr>
            <a:t>customers, stock, and transactions</a:t>
          </a:r>
          <a:endParaRPr lang="en-US" sz="1000" kern="1200" dirty="0">
            <a:solidFill>
              <a:schemeClr val="tx1"/>
            </a:solidFill>
            <a:latin typeface="Calibri" pitchFamily="34" charset="0"/>
          </a:endParaRPr>
        </a:p>
      </dsp:txBody>
      <dsp:txXfrm>
        <a:off x="2298238" y="25339"/>
        <a:ext cx="1311760" cy="767942"/>
      </dsp:txXfrm>
    </dsp:sp>
    <dsp:sp modelId="{041613EB-F4D3-4082-8EE5-A795DD8A48CF}">
      <dsp:nvSpPr>
        <dsp:cNvPr id="0" name=""/>
        <dsp:cNvSpPr/>
      </dsp:nvSpPr>
      <dsp:spPr>
        <a:xfrm>
          <a:off x="3753531" y="240727"/>
          <a:ext cx="288223" cy="337167"/>
        </a:xfrm>
        <a:prstGeom prst="rightArrow">
          <a:avLst>
            <a:gd name="adj1" fmla="val 60000"/>
            <a:gd name="adj2" fmla="val 50000"/>
          </a:avLst>
        </a:prstGeom>
        <a:solidFill>
          <a:schemeClr val="accent3">
            <a:hueOff val="-596864"/>
            <a:satOff val="-3740"/>
            <a:lumOff val="458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dirty="0"/>
        </a:p>
      </dsp:txBody>
      <dsp:txXfrm>
        <a:off x="3753531" y="308160"/>
        <a:ext cx="201756" cy="202301"/>
      </dsp:txXfrm>
    </dsp:sp>
    <dsp:sp modelId="{C29A8EF8-CC83-4C74-BB97-F2AF7B4A5CE8}">
      <dsp:nvSpPr>
        <dsp:cNvPr id="0" name=""/>
        <dsp:cNvSpPr/>
      </dsp:nvSpPr>
      <dsp:spPr>
        <a:xfrm>
          <a:off x="4177709" y="1447"/>
          <a:ext cx="1710960" cy="815726"/>
        </a:xfrm>
        <a:prstGeom prst="roundRect">
          <a:avLst>
            <a:gd name="adj" fmla="val 10000"/>
          </a:avLst>
        </a:prstGeom>
        <a:solidFill>
          <a:schemeClr val="accent3">
            <a:hueOff val="-994773"/>
            <a:satOff val="-6233"/>
            <a:lumOff val="76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latin typeface="Calibri" pitchFamily="34" charset="0"/>
            </a:rPr>
            <a:t>All meaningful transactions like : Customers, their Order, Stock enquiry, Stock Details, customer Credit Rating, Payment Details, Good File details etc.</a:t>
          </a:r>
          <a:endParaRPr lang="en-US" sz="1000" kern="1200" dirty="0">
            <a:solidFill>
              <a:schemeClr val="tx1"/>
            </a:solidFill>
          </a:endParaRPr>
        </a:p>
      </dsp:txBody>
      <dsp:txXfrm>
        <a:off x="4201601" y="25339"/>
        <a:ext cx="1663176" cy="767942"/>
      </dsp:txXfrm>
    </dsp:sp>
    <dsp:sp modelId="{91D27A1E-4854-47CC-AC70-CD17AE432BA0}">
      <dsp:nvSpPr>
        <dsp:cNvPr id="0" name=""/>
        <dsp:cNvSpPr/>
      </dsp:nvSpPr>
      <dsp:spPr>
        <a:xfrm>
          <a:off x="6008309" y="240727"/>
          <a:ext cx="288223" cy="337167"/>
        </a:xfrm>
        <a:prstGeom prst="rightArrow">
          <a:avLst>
            <a:gd name="adj1" fmla="val 60000"/>
            <a:gd name="adj2" fmla="val 50000"/>
          </a:avLst>
        </a:prstGeom>
        <a:solidFill>
          <a:schemeClr val="accent3">
            <a:hueOff val="-1193727"/>
            <a:satOff val="-7480"/>
            <a:lumOff val="917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dirty="0"/>
        </a:p>
      </dsp:txBody>
      <dsp:txXfrm>
        <a:off x="6008309" y="308160"/>
        <a:ext cx="201756" cy="202301"/>
      </dsp:txXfrm>
    </dsp:sp>
    <dsp:sp modelId="{21C58673-E5DF-496F-B84C-9B31032DDC71}">
      <dsp:nvSpPr>
        <dsp:cNvPr id="0" name=""/>
        <dsp:cNvSpPr/>
      </dsp:nvSpPr>
      <dsp:spPr>
        <a:xfrm>
          <a:off x="6432487" y="1447"/>
          <a:ext cx="2035728" cy="815726"/>
        </a:xfrm>
        <a:prstGeom prst="roundRect">
          <a:avLst>
            <a:gd name="adj" fmla="val 10000"/>
          </a:avLst>
        </a:prstGeom>
        <a:solidFill>
          <a:schemeClr val="accent3">
            <a:hueOff val="-1492159"/>
            <a:satOff val="-9350"/>
            <a:lumOff val="1147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latin typeface="Calibri" pitchFamily="34" charset="0"/>
            </a:rPr>
            <a:t>Customers, Order, Stock, Stock Details, Credit Rating, Payment Details, Good File, Good Transaction File</a:t>
          </a:r>
          <a:endParaRPr lang="en-US" sz="1000" kern="1200" dirty="0">
            <a:solidFill>
              <a:schemeClr val="tx1"/>
            </a:solidFill>
          </a:endParaRPr>
        </a:p>
      </dsp:txBody>
      <dsp:txXfrm>
        <a:off x="6456379" y="25339"/>
        <a:ext cx="1987944" cy="767942"/>
      </dsp:txXfrm>
    </dsp:sp>
    <dsp:sp modelId="{CA22ACF1-4F58-4788-AFF8-20242323A3EC}">
      <dsp:nvSpPr>
        <dsp:cNvPr id="0" name=""/>
        <dsp:cNvSpPr/>
      </dsp:nvSpPr>
      <dsp:spPr>
        <a:xfrm rot="5527808">
          <a:off x="7281159" y="912342"/>
          <a:ext cx="288422" cy="337167"/>
        </a:xfrm>
        <a:prstGeom prst="rightArrow">
          <a:avLst>
            <a:gd name="adj1" fmla="val 60000"/>
            <a:gd name="adj2" fmla="val 50000"/>
          </a:avLst>
        </a:prstGeom>
        <a:solidFill>
          <a:schemeClr val="accent3">
            <a:hueOff val="-1790591"/>
            <a:satOff val="-11219"/>
            <a:lumOff val="137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dirty="0"/>
        </a:p>
      </dsp:txBody>
      <dsp:txXfrm rot="-5400000">
        <a:off x="7325828" y="936744"/>
        <a:ext cx="202301" cy="201895"/>
      </dsp:txXfrm>
    </dsp:sp>
    <dsp:sp modelId="{89760AA3-CB63-4484-9490-454996146159}">
      <dsp:nvSpPr>
        <dsp:cNvPr id="0" name=""/>
        <dsp:cNvSpPr/>
      </dsp:nvSpPr>
      <dsp:spPr>
        <a:xfrm>
          <a:off x="6331351" y="1360992"/>
          <a:ext cx="2136864" cy="815726"/>
        </a:xfrm>
        <a:prstGeom prst="roundRect">
          <a:avLst>
            <a:gd name="adj" fmla="val 10000"/>
          </a:avLst>
        </a:prstGeom>
        <a:solidFill>
          <a:schemeClr val="accent3">
            <a:hueOff val="-1989546"/>
            <a:satOff val="-12466"/>
            <a:lumOff val="15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1" i="0" kern="1200" dirty="0" smtClean="0">
              <a:solidFill>
                <a:schemeClr val="tx1"/>
              </a:solidFill>
            </a:rPr>
            <a:t>External Interface Files </a:t>
          </a:r>
          <a:r>
            <a:rPr lang="en-US" sz="1000" b="0" i="0" kern="1200" dirty="0" smtClean="0">
              <a:solidFill>
                <a:schemeClr val="tx1"/>
              </a:solidFill>
            </a:rPr>
            <a:t>- </a:t>
          </a:r>
          <a:r>
            <a:rPr lang="en-US" sz="1000" b="0" i="0" kern="1200" dirty="0" smtClean="0">
              <a:solidFill>
                <a:srgbClr val="FF0000"/>
              </a:solidFill>
            </a:rPr>
            <a:t>there's no EIFs to consider</a:t>
          </a:r>
        </a:p>
        <a:p>
          <a:pPr lvl="0" algn="ctr" defTabSz="444500">
            <a:lnSpc>
              <a:spcPct val="90000"/>
            </a:lnSpc>
            <a:spcBef>
              <a:spcPct val="0"/>
            </a:spcBef>
            <a:spcAft>
              <a:spcPct val="35000"/>
            </a:spcAft>
          </a:pPr>
          <a:r>
            <a:rPr lang="en-US" sz="1000" b="1" i="0" kern="1200" dirty="0" smtClean="0">
              <a:solidFill>
                <a:schemeClr val="tx1"/>
              </a:solidFill>
            </a:rPr>
            <a:t>Internal Logical Files </a:t>
          </a:r>
          <a:r>
            <a:rPr lang="en-US" sz="1000" b="0" i="0" kern="1200" dirty="0" smtClean="0">
              <a:solidFill>
                <a:schemeClr val="tx1"/>
              </a:solidFill>
            </a:rPr>
            <a:t>-  Customer, goods files, goods transaction files.</a:t>
          </a:r>
          <a:endParaRPr lang="en-US" sz="1000" kern="1200" dirty="0">
            <a:solidFill>
              <a:schemeClr val="tx1"/>
            </a:solidFill>
          </a:endParaRPr>
        </a:p>
      </dsp:txBody>
      <dsp:txXfrm>
        <a:off x="6355243" y="1384884"/>
        <a:ext cx="2089080" cy="767942"/>
      </dsp:txXfrm>
    </dsp:sp>
    <dsp:sp modelId="{7A8357B8-09A3-4E7E-AD77-FA85884B0780}">
      <dsp:nvSpPr>
        <dsp:cNvPr id="0" name=""/>
        <dsp:cNvSpPr/>
      </dsp:nvSpPr>
      <dsp:spPr>
        <a:xfrm rot="10800000">
          <a:off x="5923487" y="1600272"/>
          <a:ext cx="288223" cy="337167"/>
        </a:xfrm>
        <a:prstGeom prst="rightArrow">
          <a:avLst>
            <a:gd name="adj1" fmla="val 60000"/>
            <a:gd name="adj2" fmla="val 50000"/>
          </a:avLst>
        </a:prstGeom>
        <a:solidFill>
          <a:schemeClr val="accent3">
            <a:hueOff val="-2387455"/>
            <a:satOff val="-14959"/>
            <a:lumOff val="1835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dirty="0"/>
        </a:p>
      </dsp:txBody>
      <dsp:txXfrm rot="10800000">
        <a:off x="6009954" y="1667705"/>
        <a:ext cx="201756" cy="202301"/>
      </dsp:txXfrm>
    </dsp:sp>
    <dsp:sp modelId="{8CD7E887-F6E8-481E-B749-6E5CD98D770C}">
      <dsp:nvSpPr>
        <dsp:cNvPr id="0" name=""/>
        <dsp:cNvSpPr/>
      </dsp:nvSpPr>
      <dsp:spPr>
        <a:xfrm>
          <a:off x="2287045" y="1360992"/>
          <a:ext cx="3500488" cy="815726"/>
        </a:xfrm>
        <a:prstGeom prst="roundRect">
          <a:avLst>
            <a:gd name="adj" fmla="val 10000"/>
          </a:avLst>
        </a:prstGeom>
        <a:solidFill>
          <a:schemeClr val="accent3">
            <a:hueOff val="-2486932"/>
            <a:satOff val="-15583"/>
            <a:lumOff val="191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1" i="0" kern="1200" dirty="0" smtClean="0">
              <a:solidFill>
                <a:schemeClr val="tx1"/>
              </a:solidFill>
            </a:rPr>
            <a:t>External Inputs</a:t>
          </a:r>
          <a:r>
            <a:rPr lang="en-US" sz="1000" b="0" i="0" kern="1200" dirty="0" smtClean="0">
              <a:solidFill>
                <a:schemeClr val="tx1"/>
              </a:solidFill>
            </a:rPr>
            <a:t> - customer, order, stock, and payment details. </a:t>
          </a:r>
        </a:p>
        <a:p>
          <a:pPr lvl="0" algn="ctr" defTabSz="444500">
            <a:lnSpc>
              <a:spcPct val="90000"/>
            </a:lnSpc>
            <a:spcBef>
              <a:spcPct val="0"/>
            </a:spcBef>
            <a:spcAft>
              <a:spcPct val="35000"/>
            </a:spcAft>
          </a:pPr>
          <a:r>
            <a:rPr lang="en-US" sz="1000" b="1" i="0" kern="1200" dirty="0" smtClean="0">
              <a:solidFill>
                <a:schemeClr val="tx1"/>
              </a:solidFill>
            </a:rPr>
            <a:t>External Outputs</a:t>
          </a:r>
          <a:r>
            <a:rPr lang="en-US" sz="1000" b="0" i="0" kern="1200" dirty="0" smtClean="0">
              <a:solidFill>
                <a:schemeClr val="tx1"/>
              </a:solidFill>
            </a:rPr>
            <a:t> - customer, order, stock details, credit rating.</a:t>
          </a:r>
        </a:p>
        <a:p>
          <a:pPr lvl="0" algn="ctr" defTabSz="444500">
            <a:lnSpc>
              <a:spcPct val="90000"/>
            </a:lnSpc>
            <a:spcBef>
              <a:spcPct val="0"/>
            </a:spcBef>
            <a:spcAft>
              <a:spcPct val="35000"/>
            </a:spcAft>
          </a:pPr>
          <a:r>
            <a:rPr lang="en-US" sz="1000" b="1" i="0" kern="1200" dirty="0" smtClean="0">
              <a:solidFill>
                <a:schemeClr val="tx1"/>
              </a:solidFill>
            </a:rPr>
            <a:t>External Inquiries</a:t>
          </a:r>
          <a:r>
            <a:rPr lang="en-US" sz="1000" b="0" i="0" kern="1200" dirty="0" smtClean="0">
              <a:solidFill>
                <a:schemeClr val="tx1"/>
              </a:solidFill>
            </a:rPr>
            <a:t> - customer, order, stock details.</a:t>
          </a:r>
          <a:endParaRPr lang="en-US" sz="1000" kern="1200" dirty="0">
            <a:solidFill>
              <a:schemeClr val="tx1"/>
            </a:solidFill>
          </a:endParaRPr>
        </a:p>
      </dsp:txBody>
      <dsp:txXfrm>
        <a:off x="2310937" y="1384884"/>
        <a:ext cx="3452704" cy="767942"/>
      </dsp:txXfrm>
    </dsp:sp>
    <dsp:sp modelId="{B0D07458-6665-46F3-974E-7B733DCA68C0}">
      <dsp:nvSpPr>
        <dsp:cNvPr id="0" name=""/>
        <dsp:cNvSpPr/>
      </dsp:nvSpPr>
      <dsp:spPr>
        <a:xfrm rot="10800000">
          <a:off x="1879181" y="1600272"/>
          <a:ext cx="288223" cy="337167"/>
        </a:xfrm>
        <a:prstGeom prst="rightArrow">
          <a:avLst>
            <a:gd name="adj1" fmla="val 60000"/>
            <a:gd name="adj2" fmla="val 50000"/>
          </a:avLst>
        </a:prstGeom>
        <a:solidFill>
          <a:schemeClr val="accent3">
            <a:hueOff val="-2984318"/>
            <a:satOff val="-18699"/>
            <a:lumOff val="2294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dirty="0"/>
        </a:p>
      </dsp:txBody>
      <dsp:txXfrm rot="10800000">
        <a:off x="1965648" y="1667705"/>
        <a:ext cx="201756" cy="202301"/>
      </dsp:txXfrm>
    </dsp:sp>
    <dsp:sp modelId="{71CB4CD0-A1F8-4CC1-8CF5-7C4141913036}">
      <dsp:nvSpPr>
        <dsp:cNvPr id="0" name=""/>
        <dsp:cNvSpPr/>
      </dsp:nvSpPr>
      <dsp:spPr>
        <a:xfrm>
          <a:off x="383682" y="1360992"/>
          <a:ext cx="1359544" cy="815726"/>
        </a:xfrm>
        <a:prstGeom prst="roundRect">
          <a:avLst>
            <a:gd name="adj" fmla="val 10000"/>
          </a:avLst>
        </a:prstGeom>
        <a:solidFill>
          <a:schemeClr val="accent3">
            <a:hueOff val="-2984318"/>
            <a:satOff val="-18699"/>
            <a:lumOff val="229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1" i="0" kern="1200" dirty="0" smtClean="0">
              <a:solidFill>
                <a:schemeClr val="tx1"/>
              </a:solidFill>
            </a:rPr>
            <a:t>Next three steps to be explained in next slide</a:t>
          </a:r>
          <a:endParaRPr lang="en-US" sz="1000" b="1" i="0" kern="1200" dirty="0">
            <a:solidFill>
              <a:schemeClr val="tx1"/>
            </a:solidFill>
          </a:endParaRPr>
        </a:p>
      </dsp:txBody>
      <dsp:txXfrm>
        <a:off x="407574" y="1384884"/>
        <a:ext cx="1311760" cy="76794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D4D8F-5C03-4BCA-A8C1-CA03F2C4A18F}">
      <dsp:nvSpPr>
        <dsp:cNvPr id="0" name=""/>
        <dsp:cNvSpPr/>
      </dsp:nvSpPr>
      <dsp:spPr>
        <a:xfrm>
          <a:off x="0" y="0"/>
          <a:ext cx="4107180" cy="55026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en-US" sz="1000" kern="1200" dirty="0" smtClean="0">
              <a:latin typeface="Calibri" pitchFamily="34" charset="0"/>
            </a:rPr>
            <a:t>Facilitator reads items to be estimated, moderates brief discussion to clarify details, and calls for estimates.</a:t>
          </a:r>
          <a:endParaRPr lang="en-US" sz="1000" kern="1200" dirty="0"/>
        </a:p>
      </dsp:txBody>
      <dsp:txXfrm>
        <a:off x="16117" y="16117"/>
        <a:ext cx="3449023" cy="518027"/>
      </dsp:txXfrm>
    </dsp:sp>
    <dsp:sp modelId="{FC7BB2DE-F09F-4121-9DEE-3F187E8AA682}">
      <dsp:nvSpPr>
        <dsp:cNvPr id="0" name=""/>
        <dsp:cNvSpPr/>
      </dsp:nvSpPr>
      <dsp:spPr>
        <a:xfrm>
          <a:off x="306705" y="626686"/>
          <a:ext cx="4107180" cy="550261"/>
        </a:xfrm>
        <a:prstGeom prst="roundRect">
          <a:avLst>
            <a:gd name="adj" fmla="val 10000"/>
          </a:avLst>
        </a:prstGeom>
        <a:solidFill>
          <a:schemeClr val="accent3">
            <a:hueOff val="-746080"/>
            <a:satOff val="-4675"/>
            <a:lumOff val="57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en-US" sz="1000" kern="1200" dirty="0" smtClean="0">
              <a:latin typeface="Calibri" pitchFamily="34" charset="0"/>
            </a:rPr>
            <a:t>Each Estimator places estimate face down, hiding the value.</a:t>
          </a:r>
          <a:endParaRPr lang="en-US" sz="1000" kern="1200" dirty="0"/>
        </a:p>
      </dsp:txBody>
      <dsp:txXfrm>
        <a:off x="322822" y="642803"/>
        <a:ext cx="3410570" cy="518027"/>
      </dsp:txXfrm>
    </dsp:sp>
    <dsp:sp modelId="{9E5BEDB8-E833-4B38-B94A-F71B7FB7E105}">
      <dsp:nvSpPr>
        <dsp:cNvPr id="0" name=""/>
        <dsp:cNvSpPr/>
      </dsp:nvSpPr>
      <dsp:spPr>
        <a:xfrm>
          <a:off x="613410" y="1253373"/>
          <a:ext cx="4107180" cy="550261"/>
        </a:xfrm>
        <a:prstGeom prst="roundRect">
          <a:avLst>
            <a:gd name="adj" fmla="val 10000"/>
          </a:avLst>
        </a:prstGeom>
        <a:solidFill>
          <a:schemeClr val="accent3">
            <a:hueOff val="-1492159"/>
            <a:satOff val="-9350"/>
            <a:lumOff val="1147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en-US" sz="1000" kern="1200" dirty="0" smtClean="0">
              <a:latin typeface="Calibri" pitchFamily="34" charset="0"/>
            </a:rPr>
            <a:t>Facilitator calls for vote, and all Estimators turn over cards at the same time.</a:t>
          </a:r>
          <a:endParaRPr lang="en-US" sz="1000" kern="1200" dirty="0"/>
        </a:p>
      </dsp:txBody>
      <dsp:txXfrm>
        <a:off x="629527" y="1269490"/>
        <a:ext cx="3410570" cy="518027"/>
      </dsp:txXfrm>
    </dsp:sp>
    <dsp:sp modelId="{1939B8FA-CFAC-4F80-A84E-15FCA01ACA3D}">
      <dsp:nvSpPr>
        <dsp:cNvPr id="0" name=""/>
        <dsp:cNvSpPr/>
      </dsp:nvSpPr>
      <dsp:spPr>
        <a:xfrm>
          <a:off x="796119" y="1880060"/>
          <a:ext cx="4355171" cy="550261"/>
        </a:xfrm>
        <a:prstGeom prst="roundRect">
          <a:avLst>
            <a:gd name="adj" fmla="val 10000"/>
          </a:avLst>
        </a:prstGeom>
        <a:solidFill>
          <a:schemeClr val="accent3">
            <a:hueOff val="-2238239"/>
            <a:satOff val="-14024"/>
            <a:lumOff val="1720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en-US" sz="1000" kern="1200" dirty="0" smtClean="0">
              <a:latin typeface="Calibri" pitchFamily="34" charset="0"/>
            </a:rPr>
            <a:t>If all cards agree, their values is recorded as the estimate. Otherwise, Facilitator asks high and low Estimators to explain their reasoning, and moderates brief discussion to clarify issues.</a:t>
          </a:r>
          <a:endParaRPr lang="en-US" sz="1000" kern="1200" dirty="0"/>
        </a:p>
      </dsp:txBody>
      <dsp:txXfrm>
        <a:off x="812236" y="1896177"/>
        <a:ext cx="3618447" cy="518027"/>
      </dsp:txXfrm>
    </dsp:sp>
    <dsp:sp modelId="{FBE4C51D-112B-4490-9300-54EDD68FA6F6}">
      <dsp:nvSpPr>
        <dsp:cNvPr id="0" name=""/>
        <dsp:cNvSpPr/>
      </dsp:nvSpPr>
      <dsp:spPr>
        <a:xfrm>
          <a:off x="1226820" y="2506747"/>
          <a:ext cx="4107180" cy="550261"/>
        </a:xfrm>
        <a:prstGeom prst="roundRect">
          <a:avLst>
            <a:gd name="adj" fmla="val 10000"/>
          </a:avLst>
        </a:prstGeom>
        <a:solidFill>
          <a:schemeClr val="accent3">
            <a:hueOff val="-2984318"/>
            <a:satOff val="-18699"/>
            <a:lumOff val="229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en-US" sz="1000" kern="1200" dirty="0" smtClean="0">
              <a:latin typeface="Calibri" pitchFamily="34" charset="0"/>
            </a:rPr>
            <a:t>Repeat 2-5 until estimates coverage.</a:t>
          </a:r>
          <a:endParaRPr lang="en-US" sz="1000" kern="1200" dirty="0"/>
        </a:p>
      </dsp:txBody>
      <dsp:txXfrm>
        <a:off x="1242937" y="2522864"/>
        <a:ext cx="3410570" cy="518027"/>
      </dsp:txXfrm>
    </dsp:sp>
    <dsp:sp modelId="{BD37AB78-414E-482A-A4AD-88E395CE27A8}">
      <dsp:nvSpPr>
        <dsp:cNvPr id="0" name=""/>
        <dsp:cNvSpPr/>
      </dsp:nvSpPr>
      <dsp:spPr>
        <a:xfrm>
          <a:off x="3749509" y="401996"/>
          <a:ext cx="357670" cy="357670"/>
        </a:xfrm>
        <a:prstGeom prst="downArrow">
          <a:avLst>
            <a:gd name="adj1" fmla="val 55000"/>
            <a:gd name="adj2" fmla="val 45000"/>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US" sz="1600" kern="1200" dirty="0"/>
        </a:p>
      </dsp:txBody>
      <dsp:txXfrm>
        <a:off x="3829985" y="401996"/>
        <a:ext cx="196718" cy="269147"/>
      </dsp:txXfrm>
    </dsp:sp>
    <dsp:sp modelId="{5E18694C-D584-41BB-A9DF-A1102FE92A36}">
      <dsp:nvSpPr>
        <dsp:cNvPr id="0" name=""/>
        <dsp:cNvSpPr/>
      </dsp:nvSpPr>
      <dsp:spPr>
        <a:xfrm>
          <a:off x="4056214" y="1028683"/>
          <a:ext cx="357670" cy="357670"/>
        </a:xfrm>
        <a:prstGeom prst="downArrow">
          <a:avLst>
            <a:gd name="adj1" fmla="val 55000"/>
            <a:gd name="adj2" fmla="val 45000"/>
          </a:avLst>
        </a:prstGeom>
        <a:solidFill>
          <a:schemeClr val="accent3">
            <a:tint val="40000"/>
            <a:alpha val="90000"/>
            <a:hueOff val="-1194478"/>
            <a:satOff val="16972"/>
            <a:lumOff val="1756"/>
            <a:alphaOff val="0"/>
          </a:schemeClr>
        </a:solidFill>
        <a:ln w="25400" cap="flat" cmpd="sng" algn="ctr">
          <a:solidFill>
            <a:schemeClr val="accent3">
              <a:tint val="40000"/>
              <a:alpha val="90000"/>
              <a:hueOff val="-1194478"/>
              <a:satOff val="16972"/>
              <a:lumOff val="175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US" sz="1600" kern="1200" dirty="0"/>
        </a:p>
      </dsp:txBody>
      <dsp:txXfrm>
        <a:off x="4136690" y="1028683"/>
        <a:ext cx="196718" cy="269147"/>
      </dsp:txXfrm>
    </dsp:sp>
    <dsp:sp modelId="{E5A6CDBB-03C8-467E-B0EA-E3363C16F020}">
      <dsp:nvSpPr>
        <dsp:cNvPr id="0" name=""/>
        <dsp:cNvSpPr/>
      </dsp:nvSpPr>
      <dsp:spPr>
        <a:xfrm>
          <a:off x="4362919" y="1646199"/>
          <a:ext cx="357670" cy="357670"/>
        </a:xfrm>
        <a:prstGeom prst="downArrow">
          <a:avLst>
            <a:gd name="adj1" fmla="val 55000"/>
            <a:gd name="adj2" fmla="val 45000"/>
          </a:avLst>
        </a:prstGeom>
        <a:solidFill>
          <a:schemeClr val="accent3">
            <a:tint val="40000"/>
            <a:alpha val="90000"/>
            <a:hueOff val="-2388956"/>
            <a:satOff val="33944"/>
            <a:lumOff val="3513"/>
            <a:alphaOff val="0"/>
          </a:schemeClr>
        </a:solidFill>
        <a:ln w="25400" cap="flat" cmpd="sng" algn="ctr">
          <a:solidFill>
            <a:schemeClr val="accent3">
              <a:tint val="40000"/>
              <a:alpha val="90000"/>
              <a:hueOff val="-2388956"/>
              <a:satOff val="33944"/>
              <a:lumOff val="351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US" sz="1600" kern="1200" dirty="0"/>
        </a:p>
      </dsp:txBody>
      <dsp:txXfrm>
        <a:off x="4443395" y="1646199"/>
        <a:ext cx="196718" cy="269147"/>
      </dsp:txXfrm>
    </dsp:sp>
    <dsp:sp modelId="{A387A10C-39F3-440A-B71B-E6DCE363E740}">
      <dsp:nvSpPr>
        <dsp:cNvPr id="0" name=""/>
        <dsp:cNvSpPr/>
      </dsp:nvSpPr>
      <dsp:spPr>
        <a:xfrm>
          <a:off x="4669624" y="2279000"/>
          <a:ext cx="357670" cy="357670"/>
        </a:xfrm>
        <a:prstGeom prst="downArrow">
          <a:avLst>
            <a:gd name="adj1" fmla="val 55000"/>
            <a:gd name="adj2" fmla="val 45000"/>
          </a:avLst>
        </a:prstGeom>
        <a:solidFill>
          <a:schemeClr val="accent3">
            <a:tint val="40000"/>
            <a:alpha val="90000"/>
            <a:hueOff val="-3583434"/>
            <a:satOff val="50916"/>
            <a:lumOff val="5269"/>
            <a:alphaOff val="0"/>
          </a:schemeClr>
        </a:solidFill>
        <a:ln w="25400" cap="flat" cmpd="sng" algn="ctr">
          <a:solidFill>
            <a:schemeClr val="accent3">
              <a:tint val="40000"/>
              <a:alpha val="90000"/>
              <a:hueOff val="-3583434"/>
              <a:satOff val="50916"/>
              <a:lumOff val="52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US" sz="1600" kern="1200" dirty="0"/>
        </a:p>
      </dsp:txBody>
      <dsp:txXfrm>
        <a:off x="4750100" y="2279000"/>
        <a:ext cx="196718" cy="269147"/>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8C9E42-5EC5-4D6D-A21B-DD25BC0D3343}" type="datetimeFigureOut">
              <a:rPr lang="en-US" smtClean="0"/>
              <a:t>2/21/2019</a:t>
            </a:fld>
            <a:endParaRPr lang="en-US" dirty="0"/>
          </a:p>
        </p:txBody>
      </p:sp>
      <p:sp>
        <p:nvSpPr>
          <p:cNvPr id="4" name="Slide Image Placeholder 3"/>
          <p:cNvSpPr>
            <a:spLocks noGrp="1" noRot="1" noChangeAspect="1"/>
          </p:cNvSpPr>
          <p:nvPr>
            <p:ph type="sldImg" idx="2"/>
          </p:nvPr>
        </p:nvSpPr>
        <p:spPr>
          <a:xfrm>
            <a:off x="0" y="685800"/>
            <a:ext cx="6858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06339C-33DD-446A-9D86-D0C1AE3F4FA0}" type="slidenum">
              <a:rPr lang="en-US" smtClean="0"/>
              <a:t>‹#›</a:t>
            </a:fld>
            <a:endParaRPr lang="en-US" dirty="0"/>
          </a:p>
        </p:txBody>
      </p:sp>
    </p:spTree>
    <p:extLst>
      <p:ext uri="{BB962C8B-B14F-4D97-AF65-F5344CB8AC3E}">
        <p14:creationId xmlns:p14="http://schemas.microsoft.com/office/powerpoint/2010/main" val="226894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4"/>
          <p:cNvPicPr>
            <a:picLocks/>
          </p:cNvPicPr>
          <p:nvPr userDrawn="1"/>
        </p:nvPicPr>
        <p:blipFill rotWithShape="1">
          <a:blip r:embed="rId2"/>
          <a:srcRect t="61539" r="24050" b="1538"/>
          <a:stretch/>
        </p:blipFill>
        <p:spPr>
          <a:xfrm>
            <a:off x="1" y="4297680"/>
            <a:ext cx="8381999" cy="274320"/>
          </a:xfrm>
          <a:prstGeom prst="rect">
            <a:avLst/>
          </a:prstGeom>
        </p:spPr>
      </p:pic>
      <p:pic>
        <p:nvPicPr>
          <p:cNvPr id="3" name="Picture 2"/>
          <p:cNvPicPr>
            <a:picLocks/>
          </p:cNvPicPr>
          <p:nvPr userDrawn="1"/>
        </p:nvPicPr>
        <p:blipFill rotWithShape="1">
          <a:blip r:embed="rId3"/>
          <a:srcRect t="12400" r="33380" b="23600"/>
          <a:stretch/>
        </p:blipFill>
        <p:spPr>
          <a:xfrm>
            <a:off x="1" y="311944"/>
            <a:ext cx="9144000" cy="27432"/>
          </a:xfrm>
          <a:prstGeom prst="rect">
            <a:avLst/>
          </a:prstGeom>
        </p:spPr>
      </p:pic>
      <p:sp>
        <p:nvSpPr>
          <p:cNvPr id="21" name="Slide Number Placeholder 5"/>
          <p:cNvSpPr txBox="1">
            <a:spLocks/>
          </p:cNvSpPr>
          <p:nvPr userDrawn="1"/>
        </p:nvSpPr>
        <p:spPr>
          <a:xfrm>
            <a:off x="4489445" y="4357688"/>
            <a:ext cx="165110" cy="153888"/>
          </a:xfrm>
          <a:prstGeom prst="rect">
            <a:avLst/>
          </a:prstGeom>
        </p:spPr>
        <p:txBody>
          <a:bodyPr wrap="non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56E2CF-438F-0E47-8762-0DCAC6D0072E}" type="slidenum">
              <a:rPr lang="en-US" sz="1000" b="1" smtClean="0">
                <a:solidFill>
                  <a:schemeClr val="bg1"/>
                </a:solidFill>
                <a:latin typeface="Segoe UI" panose="020B0502040204020203" pitchFamily="34" charset="0"/>
                <a:ea typeface="Segoe UI" panose="020B0502040204020203" pitchFamily="34" charset="0"/>
                <a:cs typeface="Segoe UI" panose="020B0502040204020203" pitchFamily="34" charset="0"/>
              </a:rPr>
              <a:pPr/>
              <a:t>‹#›</a:t>
            </a:fld>
            <a:endParaRPr lang="en-US" sz="1000" b="1" dirty="0">
              <a:solidFill>
                <a:schemeClr val="bg1"/>
              </a:solidFill>
              <a:latin typeface="Segoe UI" panose="020B0502040204020203" pitchFamily="34" charset="0"/>
              <a:ea typeface="Segoe UI" panose="020B0502040204020203" pitchFamily="34" charset="0"/>
              <a:cs typeface="Segoe UI" panose="020B0502040204020203" pitchFamily="34" charset="0"/>
            </a:endParaRPr>
          </a:p>
        </p:txBody>
      </p:sp>
      <p:sp>
        <p:nvSpPr>
          <p:cNvPr id="25" name="Title 1"/>
          <p:cNvSpPr>
            <a:spLocks noGrp="1"/>
          </p:cNvSpPr>
          <p:nvPr>
            <p:ph type="title"/>
          </p:nvPr>
        </p:nvSpPr>
        <p:spPr>
          <a:xfrm>
            <a:off x="0" y="0"/>
            <a:ext cx="7786688" cy="292608"/>
          </a:xfrm>
          <a:prstGeom prst="rect">
            <a:avLst/>
          </a:prstGeom>
        </p:spPr>
        <p:txBody>
          <a:bodyPr lIns="45720" anchor="ctr" anchorCtr="0"/>
          <a:lstStyle>
            <a:lvl1pPr>
              <a:defRPr sz="1400" b="0">
                <a:solidFill>
                  <a:schemeClr val="tx1"/>
                </a:solidFill>
                <a:latin typeface="Segoe UI" pitchFamily="34" charset="0"/>
                <a:ea typeface="Segoe UI" pitchFamily="34" charset="0"/>
                <a:cs typeface="Segoe UI" pitchFamily="34" charset="0"/>
              </a:defRPr>
            </a:lvl1pPr>
          </a:lstStyle>
          <a:p>
            <a:r>
              <a:rPr lang="en-US" dirty="0"/>
              <a:t>Click to edit Master title style</a:t>
            </a:r>
          </a:p>
        </p:txBody>
      </p:sp>
      <p:sp>
        <p:nvSpPr>
          <p:cNvPr id="2" name="Rectangle 1"/>
          <p:cNvSpPr/>
          <p:nvPr userDrawn="1"/>
        </p:nvSpPr>
        <p:spPr>
          <a:xfrm>
            <a:off x="1" y="4297204"/>
            <a:ext cx="2057399" cy="256032"/>
          </a:xfrm>
          <a:prstGeom prst="rect">
            <a:avLst/>
          </a:prstGeom>
        </p:spPr>
        <p:txBody>
          <a:bodyPr wrap="square" anchor="ctr" anchorCtr="0">
            <a:noAutofit/>
          </a:bodyPr>
          <a:lstStyle/>
          <a:p>
            <a:pPr marL="0" marR="0" indent="0" algn="l" defTabSz="914400" rtl="0" eaLnBrk="1" fontAlgn="base" latinLnBrk="0" hangingPunct="1">
              <a:lnSpc>
                <a:spcPct val="90000"/>
              </a:lnSpc>
              <a:spcBef>
                <a:spcPct val="0"/>
              </a:spcBef>
              <a:spcAft>
                <a:spcPct val="0"/>
              </a:spcAft>
              <a:buClrTx/>
              <a:buSzTx/>
              <a:buFontTx/>
              <a:buNone/>
              <a:tabLst/>
            </a:pPr>
            <a:r>
              <a:rPr kumimoji="0" lang="en-US" sz="700" b="1" i="0" u="none" strike="noStrike" cap="none" normalizeH="0" baseline="0" dirty="0" smtClean="0">
                <a:ln>
                  <a:noFill/>
                </a:ln>
                <a:solidFill>
                  <a:schemeClr val="bg1">
                    <a:lumMod val="85000"/>
                  </a:schemeClr>
                </a:solidFill>
                <a:effectLst/>
                <a:latin typeface="Segoe UI" panose="020B0502040204020203" pitchFamily="34" charset="0"/>
                <a:ea typeface="Segoe UI" panose="020B0502040204020203" pitchFamily="34" charset="0"/>
                <a:cs typeface="Segoe UI" panose="020B0502040204020203" pitchFamily="34" charset="0"/>
              </a:rPr>
              <a:t>Software Estimation</a:t>
            </a:r>
            <a:endParaRPr kumimoji="0" lang="en-US" sz="600" b="0" i="0" u="none" strike="noStrike" cap="none" normalizeH="0" baseline="0" dirty="0">
              <a:ln>
                <a:noFill/>
              </a:ln>
              <a:solidFill>
                <a:schemeClr val="bg1">
                  <a:lumMod val="85000"/>
                </a:schemeClr>
              </a:solidFill>
              <a:effectLst/>
              <a:latin typeface="Segoe UI" panose="020B0502040204020203" pitchFamily="34" charset="0"/>
              <a:ea typeface="Segoe UI" panose="020B0502040204020203" pitchFamily="34" charset="0"/>
              <a:cs typeface="Segoe UI" panose="020B0502040204020203" pitchFamily="34" charset="0"/>
            </a:endParaRPr>
          </a:p>
        </p:txBody>
      </p:sp>
      <p:pic>
        <p:nvPicPr>
          <p:cNvPr id="16" name="Picture 4" descr="http://www.medianama.com/wp-content/uploads/HCL-Logo-Blue-copy.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39152" y="4342985"/>
            <a:ext cx="640080" cy="181567"/>
          </a:xfrm>
          <a:prstGeom prst="rect">
            <a:avLst/>
          </a:prstGeom>
          <a:solidFill>
            <a:schemeClr val="bg1"/>
          </a:solidFill>
          <a:effectLst/>
          <a:extLst/>
        </p:spPr>
      </p:pic>
      <p:pic>
        <p:nvPicPr>
          <p:cNvPr id="20" name="Picture 19"/>
          <p:cNvPicPr>
            <a:picLocks/>
          </p:cNvPicPr>
          <p:nvPr userDrawn="1"/>
        </p:nvPicPr>
        <p:blipFill rotWithShape="1">
          <a:blip r:embed="rId2"/>
          <a:srcRect t="61539" r="24050" b="1538"/>
          <a:stretch/>
        </p:blipFill>
        <p:spPr>
          <a:xfrm>
            <a:off x="0" y="4281488"/>
            <a:ext cx="9144000" cy="18288"/>
          </a:xfrm>
          <a:prstGeom prst="rect">
            <a:avLst/>
          </a:prstGeom>
        </p:spPr>
      </p:pic>
      <p:pic>
        <p:nvPicPr>
          <p:cNvPr id="26" name="Picture 25"/>
          <p:cNvPicPr>
            <a:picLocks/>
          </p:cNvPicPr>
          <p:nvPr userDrawn="1"/>
        </p:nvPicPr>
        <p:blipFill rotWithShape="1">
          <a:blip r:embed="rId2"/>
          <a:srcRect t="61539" r="24050" b="1538"/>
          <a:stretch/>
        </p:blipFill>
        <p:spPr>
          <a:xfrm>
            <a:off x="0" y="4553712"/>
            <a:ext cx="9144000" cy="1828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5"/>
          <p:cNvSpPr/>
          <p:nvPr userDrawn="1"/>
        </p:nvSpPr>
        <p:spPr>
          <a:xfrm>
            <a:off x="0" y="4206240"/>
            <a:ext cx="9144000" cy="365760"/>
          </a:xfrm>
          <a:prstGeom prst="rect">
            <a:avLst/>
          </a:prstGeom>
          <a:ln>
            <a:noFill/>
          </a:ln>
          <a:effectLst>
            <a:outerShdw blurRad="50800" dist="38100" dir="16200000"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tlCol="0" anchor="ctr"/>
          <a:lstStyle/>
          <a:p>
            <a:endParaRPr lang="en-US" sz="3600" i="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7" name="Slide Number Placeholder 5"/>
          <p:cNvSpPr txBox="1">
            <a:spLocks/>
          </p:cNvSpPr>
          <p:nvPr userDrawn="1"/>
        </p:nvSpPr>
        <p:spPr>
          <a:xfrm>
            <a:off x="8901502" y="4310411"/>
            <a:ext cx="142668" cy="138499"/>
          </a:xfrm>
          <a:prstGeom prst="rect">
            <a:avLst/>
          </a:prstGeom>
        </p:spPr>
        <p:txBody>
          <a:bodyPr wrap="non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56E2CF-438F-0E47-8762-0DCAC6D0072E}" type="slidenum">
              <a:rPr lang="en-US" sz="900" b="0" smtClean="0">
                <a:solidFill>
                  <a:schemeClr val="tx1"/>
                </a:solidFill>
                <a:latin typeface="Segoe UI" panose="020B0502040204020203" pitchFamily="34" charset="0"/>
                <a:ea typeface="Segoe UI" panose="020B0502040204020203" pitchFamily="34" charset="0"/>
                <a:cs typeface="Segoe UI" panose="020B0502040204020203" pitchFamily="34" charset="0"/>
              </a:rPr>
              <a:pPr/>
              <a:t>‹#›</a:t>
            </a:fld>
            <a:endParaRPr lang="en-US" sz="900" b="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8" name="Picture 4" descr="http://www.medianama.com/wp-content/uploads/HCL-Logo-Blue-copy.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6200" y="4267200"/>
            <a:ext cx="967064" cy="27432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userDrawn="1"/>
        </p:nvCxnSpPr>
        <p:spPr bwMode="auto">
          <a:xfrm>
            <a:off x="152400" y="304800"/>
            <a:ext cx="8839200" cy="0"/>
          </a:xfrm>
          <a:prstGeom prst="line">
            <a:avLst/>
          </a:prstGeom>
          <a:ln w="12700">
            <a:prstDash val="sysDot"/>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0" name="Title 1"/>
          <p:cNvSpPr>
            <a:spLocks noGrp="1"/>
          </p:cNvSpPr>
          <p:nvPr>
            <p:ph type="title"/>
          </p:nvPr>
        </p:nvSpPr>
        <p:spPr>
          <a:xfrm>
            <a:off x="152400" y="1"/>
            <a:ext cx="8823642" cy="304800"/>
          </a:xfrm>
          <a:prstGeom prst="rect">
            <a:avLst/>
          </a:prstGeom>
        </p:spPr>
        <p:txBody>
          <a:bodyPr anchor="ctr" anchorCtr="0"/>
          <a:lstStyle>
            <a:lvl1pPr>
              <a:defRPr sz="1200" b="0">
                <a:solidFill>
                  <a:schemeClr val="accent1">
                    <a:lumMod val="75000"/>
                  </a:schemeClr>
                </a:soli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164496"/>
            <a:ext cx="8382000" cy="558800"/>
          </a:xfrm>
          <a:prstGeom prst="rect">
            <a:avLst/>
          </a:prstGeom>
        </p:spPr>
        <p:txBody>
          <a:bodyPr/>
          <a:lstStyle>
            <a:lvl1pPr>
              <a:defRPr/>
            </a:lvl1pPr>
          </a:lstStyle>
          <a:p>
            <a:r>
              <a:rPr lang="en-US" dirty="0"/>
              <a:t>Click to add title</a:t>
            </a:r>
          </a:p>
        </p:txBody>
      </p:sp>
      <p:sp>
        <p:nvSpPr>
          <p:cNvPr id="3" name="Content Placeholder 2"/>
          <p:cNvSpPr>
            <a:spLocks noGrp="1"/>
          </p:cNvSpPr>
          <p:nvPr>
            <p:ph idx="1" hasCustomPrompt="1"/>
          </p:nvPr>
        </p:nvSpPr>
        <p:spPr>
          <a:xfrm>
            <a:off x="381000" y="1066800"/>
            <a:ext cx="8382000" cy="3048000"/>
          </a:xfrm>
          <a:prstGeom prst="rect">
            <a:avLst/>
          </a:prstGeom>
        </p:spPr>
        <p:txBody>
          <a:bodyPr>
            <a:normAutofit/>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xfrm>
            <a:off x="381000" y="4239012"/>
            <a:ext cx="4183380" cy="155189"/>
          </a:xfrm>
          <a:prstGeom prst="rect">
            <a:avLst/>
          </a:prstGeom>
          <a:ln/>
        </p:spPr>
        <p:txBody>
          <a:bodyPr/>
          <a:lstStyle>
            <a:lvl1pPr>
              <a:defRPr/>
            </a:lvl1pPr>
          </a:lstStyle>
          <a:p>
            <a:endParaRPr lang="en-US" dirty="0"/>
          </a:p>
        </p:txBody>
      </p:sp>
      <p:sp>
        <p:nvSpPr>
          <p:cNvPr id="5" name="Rectangle 6"/>
          <p:cNvSpPr>
            <a:spLocks noGrp="1" noChangeArrowheads="1"/>
          </p:cNvSpPr>
          <p:nvPr>
            <p:ph type="sldNum" sz="quarter" idx="11"/>
          </p:nvPr>
        </p:nvSpPr>
        <p:spPr>
          <a:xfrm>
            <a:off x="8548896" y="4265311"/>
            <a:ext cx="153888" cy="102592"/>
          </a:xfrm>
          <a:prstGeom prst="rect">
            <a:avLst/>
          </a:prstGeom>
          <a:ln/>
        </p:spPr>
        <p:txBody>
          <a:bodyPr/>
          <a:lstStyle>
            <a:lvl1pPr>
              <a:defRPr/>
            </a:lvl1pPr>
          </a:lstStyle>
          <a:p>
            <a:fld id="{B6F15528-21DE-4FAA-801E-634DDDAF4B2B}" type="slidenum">
              <a:rPr lang="en-US" smtClean="0"/>
              <a:pPr/>
              <a:t>‹#›</a:t>
            </a:fld>
            <a:endParaRPr lang="en-US" dirty="0"/>
          </a:p>
        </p:txBody>
      </p:sp>
      <p:sp>
        <p:nvSpPr>
          <p:cNvPr id="7" name="Text Placeholder 6"/>
          <p:cNvSpPr>
            <a:spLocks noGrp="1"/>
          </p:cNvSpPr>
          <p:nvPr>
            <p:ph type="body" sz="quarter" idx="12" hasCustomPrompt="1"/>
          </p:nvPr>
        </p:nvSpPr>
        <p:spPr>
          <a:xfrm>
            <a:off x="381000" y="723296"/>
            <a:ext cx="8382000" cy="268990"/>
          </a:xfrm>
          <a:prstGeom prst="rect">
            <a:avLst/>
          </a:prstGeom>
        </p:spPr>
        <p:txBody>
          <a:bodyPr/>
          <a:lstStyle>
            <a:lvl1pPr>
              <a:buNone/>
              <a:defRPr b="1">
                <a:solidFill>
                  <a:schemeClr val="bg2"/>
                </a:solidFill>
                <a:latin typeface="+mj-lt"/>
              </a:defRPr>
            </a:lvl1pPr>
            <a:lvl2pPr>
              <a:buNone/>
              <a:defRPr/>
            </a:lvl2pPr>
            <a:lvl3pPr>
              <a:buNone/>
              <a:defRPr/>
            </a:lvl3pPr>
            <a:lvl4pPr>
              <a:buNone/>
              <a:defRPr/>
            </a:lvl4pPr>
            <a:lvl5pPr>
              <a:buNone/>
              <a:defRPr/>
            </a:lvl5pPr>
          </a:lstStyle>
          <a:p>
            <a:pPr lvl="0"/>
            <a:r>
              <a:rPr lang="en-US" dirty="0"/>
              <a:t>Click to add subtitle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164496"/>
            <a:ext cx="8382000" cy="558800"/>
          </a:xfrm>
          <a:prstGeom prst="rect">
            <a:avLst/>
          </a:prstGeom>
        </p:spPr>
        <p:txBody>
          <a:bodyPr/>
          <a:lstStyle>
            <a:lvl1pPr>
              <a:defRPr>
                <a:solidFill>
                  <a:schemeClr val="tx1"/>
                </a:solidFill>
              </a:defRPr>
            </a:lvl1pPr>
          </a:lstStyle>
          <a:p>
            <a:r>
              <a:rPr lang="en-US" dirty="0"/>
              <a:t>Click to add title</a:t>
            </a:r>
          </a:p>
        </p:txBody>
      </p:sp>
      <p:sp>
        <p:nvSpPr>
          <p:cNvPr id="3" name="Content Placeholder 2"/>
          <p:cNvSpPr>
            <a:spLocks noGrp="1"/>
          </p:cNvSpPr>
          <p:nvPr>
            <p:ph idx="1" hasCustomPrompt="1"/>
          </p:nvPr>
        </p:nvSpPr>
        <p:spPr>
          <a:xfrm>
            <a:off x="381000" y="1117600"/>
            <a:ext cx="4076700" cy="2997200"/>
          </a:xfrm>
          <a:prstGeom prst="rect">
            <a:avLst/>
          </a:prstGeom>
        </p:spPr>
        <p:txBody>
          <a:bodyPr>
            <a:normAutofit/>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xfrm>
            <a:off x="381000" y="4239012"/>
            <a:ext cx="4183380" cy="155189"/>
          </a:xfrm>
          <a:prstGeom prst="rect">
            <a:avLst/>
          </a:prstGeom>
          <a:ln/>
        </p:spPr>
        <p:txBody>
          <a:bodyPr/>
          <a:lstStyle>
            <a:lvl1pPr>
              <a:defRPr/>
            </a:lvl1pPr>
          </a:lstStyle>
          <a:p>
            <a:endParaRPr lang="en-US" dirty="0"/>
          </a:p>
        </p:txBody>
      </p:sp>
      <p:sp>
        <p:nvSpPr>
          <p:cNvPr id="5" name="Rectangle 6"/>
          <p:cNvSpPr>
            <a:spLocks noGrp="1" noChangeArrowheads="1"/>
          </p:cNvSpPr>
          <p:nvPr>
            <p:ph type="sldNum" sz="quarter" idx="11"/>
          </p:nvPr>
        </p:nvSpPr>
        <p:spPr>
          <a:xfrm>
            <a:off x="8548896" y="4265311"/>
            <a:ext cx="153888" cy="102592"/>
          </a:xfrm>
          <a:prstGeom prst="rect">
            <a:avLst/>
          </a:prstGeom>
          <a:ln/>
        </p:spPr>
        <p:txBody>
          <a:bodyPr/>
          <a:lstStyle>
            <a:lvl1pPr>
              <a:defRPr/>
            </a:lvl1pPr>
          </a:lstStyle>
          <a:p>
            <a:fld id="{B6F15528-21DE-4FAA-801E-634DDDAF4B2B}" type="slidenum">
              <a:rPr lang="en-US" smtClean="0"/>
              <a:pPr/>
              <a:t>‹#›</a:t>
            </a:fld>
            <a:endParaRPr lang="en-US" dirty="0"/>
          </a:p>
        </p:txBody>
      </p:sp>
      <p:sp>
        <p:nvSpPr>
          <p:cNvPr id="6" name="Content Placeholder 2"/>
          <p:cNvSpPr>
            <a:spLocks noGrp="1"/>
          </p:cNvSpPr>
          <p:nvPr>
            <p:ph idx="12" hasCustomPrompt="1"/>
          </p:nvPr>
        </p:nvSpPr>
        <p:spPr>
          <a:xfrm>
            <a:off x="4701540" y="1117600"/>
            <a:ext cx="4061460" cy="2997200"/>
          </a:xfrm>
          <a:prstGeom prst="rect">
            <a:avLst/>
          </a:prstGeom>
        </p:spPr>
        <p:txBody>
          <a:bodyPr>
            <a:normAutofit/>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3" hasCustomPrompt="1"/>
          </p:nvPr>
        </p:nvSpPr>
        <p:spPr>
          <a:xfrm>
            <a:off x="381000" y="812800"/>
            <a:ext cx="4093564" cy="268990"/>
          </a:xfrm>
          <a:prstGeom prst="rect">
            <a:avLst/>
          </a:prstGeom>
        </p:spPr>
        <p:txBody>
          <a:bodyPr/>
          <a:lstStyle>
            <a:lvl1pPr>
              <a:buNone/>
              <a:defRPr b="1">
                <a:solidFill>
                  <a:schemeClr val="bg2">
                    <a:lumMod val="50000"/>
                  </a:schemeClr>
                </a:solidFill>
                <a:latin typeface="+mj-lt"/>
              </a:defRPr>
            </a:lvl1pPr>
            <a:lvl2pPr>
              <a:buNone/>
              <a:defRPr/>
            </a:lvl2pPr>
            <a:lvl3pPr>
              <a:buNone/>
              <a:defRPr/>
            </a:lvl3pPr>
            <a:lvl4pPr>
              <a:buNone/>
              <a:defRPr/>
            </a:lvl4pPr>
            <a:lvl5pPr>
              <a:buNone/>
              <a:defRPr/>
            </a:lvl5pPr>
          </a:lstStyle>
          <a:p>
            <a:pPr lvl="0"/>
            <a:r>
              <a:rPr lang="en-US" dirty="0"/>
              <a:t>Click to add heading</a:t>
            </a:r>
          </a:p>
        </p:txBody>
      </p:sp>
      <p:sp>
        <p:nvSpPr>
          <p:cNvPr id="8" name="Text Placeholder 6"/>
          <p:cNvSpPr>
            <a:spLocks noGrp="1"/>
          </p:cNvSpPr>
          <p:nvPr>
            <p:ph type="body" sz="quarter" idx="14" hasCustomPrompt="1"/>
          </p:nvPr>
        </p:nvSpPr>
        <p:spPr>
          <a:xfrm>
            <a:off x="4701540" y="812800"/>
            <a:ext cx="4061460" cy="268990"/>
          </a:xfrm>
          <a:prstGeom prst="rect">
            <a:avLst/>
          </a:prstGeom>
        </p:spPr>
        <p:txBody>
          <a:bodyPr/>
          <a:lstStyle>
            <a:lvl1pPr>
              <a:buNone/>
              <a:defRPr b="1">
                <a:solidFill>
                  <a:schemeClr val="bg2">
                    <a:lumMod val="50000"/>
                  </a:schemeClr>
                </a:solidFill>
                <a:latin typeface="+mj-lt"/>
              </a:defRPr>
            </a:lvl1pPr>
            <a:lvl2pPr>
              <a:buNone/>
              <a:defRPr/>
            </a:lvl2pPr>
            <a:lvl3pPr>
              <a:buNone/>
              <a:defRPr/>
            </a:lvl3pPr>
            <a:lvl4pPr>
              <a:buNone/>
              <a:defRPr/>
            </a:lvl4pPr>
            <a:lvl5pPr>
              <a:buNone/>
              <a:defRPr/>
            </a:lvl5pPr>
          </a:lstStyle>
          <a:p>
            <a:pPr lvl="0"/>
            <a:r>
              <a:rPr lang="en-US" dirty="0"/>
              <a:t>Click to add heading</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ransition">
    <p:spTree>
      <p:nvGrpSpPr>
        <p:cNvPr id="1" name=""/>
        <p:cNvGrpSpPr/>
        <p:nvPr/>
      </p:nvGrpSpPr>
      <p:grpSpPr>
        <a:xfrm>
          <a:off x="0" y="0"/>
          <a:ext cx="0" cy="0"/>
          <a:chOff x="0" y="0"/>
          <a:chExt cx="0" cy="0"/>
        </a:xfrm>
      </p:grpSpPr>
      <p:sp>
        <p:nvSpPr>
          <p:cNvPr id="14" name="Round Same Side Corner Rectangle 13"/>
          <p:cNvSpPr/>
          <p:nvPr/>
        </p:nvSpPr>
        <p:spPr bwMode="auto">
          <a:xfrm rot="16200000">
            <a:off x="3546287" y="896513"/>
            <a:ext cx="201168" cy="6839712"/>
          </a:xfrm>
          <a:prstGeom prst="round2SameRect">
            <a:avLst>
              <a:gd name="adj1" fmla="val 50000"/>
              <a:gd name="adj2" fmla="val 0"/>
            </a:avLst>
          </a:prstGeom>
          <a:solidFill>
            <a:schemeClr val="accent2"/>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endParaRPr kumimoji="0" lang="en-US" sz="2400" i="0" u="none" strike="noStrike" cap="none" normalizeH="0" baseline="0" dirty="0">
              <a:ln>
                <a:noFill/>
              </a:ln>
              <a:solidFill>
                <a:schemeClr val="bg1"/>
              </a:solidFill>
              <a:effectLst/>
              <a:latin typeface="+mn-lt"/>
            </a:endParaRPr>
          </a:p>
        </p:txBody>
      </p:sp>
      <p:sp>
        <p:nvSpPr>
          <p:cNvPr id="17" name="Round Same Side Corner Rectangle 16"/>
          <p:cNvSpPr/>
          <p:nvPr/>
        </p:nvSpPr>
        <p:spPr bwMode="auto">
          <a:xfrm rot="5400000">
            <a:off x="8549609" y="4048177"/>
            <a:ext cx="201168" cy="536387"/>
          </a:xfrm>
          <a:prstGeom prst="round2SameRect">
            <a:avLst>
              <a:gd name="adj1" fmla="val 50000"/>
              <a:gd name="adj2" fmla="val 0"/>
            </a:avLst>
          </a:prstGeom>
          <a:solidFill>
            <a:schemeClr val="bg2">
              <a:lumMod val="5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endParaRPr kumimoji="0" lang="en-US" sz="2400" i="0" u="none" strike="noStrike" cap="none" normalizeH="0" baseline="0" dirty="0">
              <a:ln>
                <a:noFill/>
              </a:ln>
              <a:solidFill>
                <a:schemeClr val="bg1"/>
              </a:solidFill>
              <a:effectLst/>
              <a:latin typeface="+mn-lt"/>
            </a:endParaRPr>
          </a:p>
        </p:txBody>
      </p:sp>
      <p:sp>
        <p:nvSpPr>
          <p:cNvPr id="15" name="Rectangle 5"/>
          <p:cNvSpPr>
            <a:spLocks noGrp="1" noChangeArrowheads="1"/>
          </p:cNvSpPr>
          <p:nvPr>
            <p:ph type="ftr" sz="quarter" idx="3"/>
          </p:nvPr>
        </p:nvSpPr>
        <p:spPr bwMode="auto">
          <a:xfrm>
            <a:off x="381000" y="4239012"/>
            <a:ext cx="4183380" cy="155189"/>
          </a:xfrm>
          <a:prstGeom prst="rect">
            <a:avLst/>
          </a:prstGeom>
          <a:noFill/>
          <a:ln w="9525" algn="ctr">
            <a:noFill/>
            <a:miter lim="800000"/>
            <a:headEnd/>
            <a:tailEnd/>
          </a:ln>
          <a:effectLst/>
        </p:spPr>
        <p:txBody>
          <a:bodyPr vert="horz" wrap="none" lIns="91440" tIns="91440" rIns="91440" bIns="91440" numCol="1" anchor="ctr" anchorCtr="0" compatLnSpc="1">
            <a:prstTxWarp prst="textNoShape">
              <a:avLst/>
            </a:prstTxWarp>
            <a:noAutofit/>
          </a:bodyPr>
          <a:lstStyle>
            <a:lvl1pPr algn="l" eaLnBrk="0" hangingPunct="0">
              <a:defRPr sz="1200">
                <a:solidFill>
                  <a:schemeClr val="bg2">
                    <a:lumMod val="50000"/>
                  </a:schemeClr>
                </a:solidFill>
                <a:latin typeface="Calibri" pitchFamily="34" charset="0"/>
                <a:cs typeface="Calibri" pitchFamily="34" charset="0"/>
              </a:defRPr>
            </a:lvl1pPr>
          </a:lstStyle>
          <a:p>
            <a:endParaRPr lang="en-US" dirty="0"/>
          </a:p>
        </p:txBody>
      </p:sp>
      <p:sp>
        <p:nvSpPr>
          <p:cNvPr id="16" name="Rectangle 6"/>
          <p:cNvSpPr>
            <a:spLocks noGrp="1" noChangeArrowheads="1"/>
          </p:cNvSpPr>
          <p:nvPr>
            <p:ph type="sldNum" sz="quarter" idx="4"/>
          </p:nvPr>
        </p:nvSpPr>
        <p:spPr bwMode="white">
          <a:xfrm>
            <a:off x="8548896" y="4265311"/>
            <a:ext cx="153888" cy="102592"/>
          </a:xfrm>
          <a:prstGeom prst="rect">
            <a:avLst/>
          </a:prstGeom>
          <a:noFill/>
          <a:ln w="9525" algn="ctr">
            <a:noFill/>
            <a:miter lim="800000"/>
            <a:headEnd/>
            <a:tailEnd/>
          </a:ln>
          <a:effectLst/>
        </p:spPr>
        <p:txBody>
          <a:bodyPr vert="horz" wrap="none" lIns="91440" tIns="91440" rIns="91440" bIns="91440" numCol="1" anchor="ctr" anchorCtr="0" compatLnSpc="1">
            <a:prstTxWarp prst="textNoShape">
              <a:avLst/>
            </a:prstTxWarp>
            <a:noAutofit/>
          </a:bodyPr>
          <a:lstStyle>
            <a:lvl1pPr eaLnBrk="0" hangingPunct="0">
              <a:defRPr sz="1000" b="1">
                <a:solidFill>
                  <a:schemeClr val="bg1"/>
                </a:solidFill>
                <a:latin typeface="Calibri" pitchFamily="34" charset="0"/>
                <a:cs typeface="Calibri" pitchFamily="34" charset="0"/>
              </a:defRPr>
            </a:lvl1pPr>
          </a:lstStyle>
          <a:p>
            <a:fld id="{B6F15528-21DE-4FAA-801E-634DDDAF4B2B}" type="slidenum">
              <a:rPr lang="en-US" smtClean="0"/>
              <a:pPr/>
              <a:t>‹#›</a:t>
            </a:fld>
            <a:endParaRPr lang="en-US" dirty="0"/>
          </a:p>
        </p:txBody>
      </p:sp>
      <p:sp>
        <p:nvSpPr>
          <p:cNvPr id="3075" name="Rectangle 3"/>
          <p:cNvSpPr>
            <a:spLocks noGrp="1" noChangeArrowheads="1"/>
          </p:cNvSpPr>
          <p:nvPr>
            <p:ph type="ctrTitle" hasCustomPrompt="1"/>
          </p:nvPr>
        </p:nvSpPr>
        <p:spPr bwMode="gray">
          <a:xfrm>
            <a:off x="685800" y="2540001"/>
            <a:ext cx="7772400" cy="609600"/>
          </a:xfrm>
          <a:prstGeom prst="rect">
            <a:avLst/>
          </a:prstGeom>
        </p:spPr>
        <p:txBody>
          <a:bodyPr/>
          <a:lstStyle>
            <a:lvl1pPr>
              <a:defRPr sz="3400" baseline="0">
                <a:solidFill>
                  <a:schemeClr val="tx1"/>
                </a:solidFill>
              </a:defRPr>
            </a:lvl1pPr>
          </a:lstStyle>
          <a:p>
            <a:r>
              <a:rPr lang="en-US" dirty="0"/>
              <a:t>Click to add transition statement here</a:t>
            </a:r>
          </a:p>
        </p:txBody>
      </p:sp>
      <p:sp>
        <p:nvSpPr>
          <p:cNvPr id="12" name="Rectangle 4"/>
          <p:cNvSpPr>
            <a:spLocks noGrp="1" noChangeArrowheads="1"/>
          </p:cNvSpPr>
          <p:nvPr>
            <p:ph type="subTitle" idx="1" hasCustomPrompt="1"/>
          </p:nvPr>
        </p:nvSpPr>
        <p:spPr bwMode="black">
          <a:xfrm>
            <a:off x="685800" y="3352801"/>
            <a:ext cx="7772400" cy="254000"/>
          </a:xfrm>
          <a:prstGeom prst="rect">
            <a:avLst/>
          </a:prstGeom>
        </p:spPr>
        <p:txBody>
          <a:bodyPr anchor="t" anchorCtr="0"/>
          <a:lstStyle>
            <a:lvl1pPr marL="0" indent="0">
              <a:buFontTx/>
              <a:buNone/>
              <a:defRPr sz="2400" b="1" baseline="0">
                <a:solidFill>
                  <a:schemeClr val="bg2"/>
                </a:solidFill>
              </a:defRPr>
            </a:lvl1pPr>
          </a:lstStyle>
          <a:p>
            <a:r>
              <a:rPr lang="en-US" dirty="0"/>
              <a:t>Click to add subtitle here</a:t>
            </a:r>
          </a:p>
        </p:txBody>
      </p:sp>
      <p:pic>
        <p:nvPicPr>
          <p:cNvPr id="9" name="Picture 8" descr="Norton_Horiz_RGB.png"/>
          <p:cNvPicPr>
            <a:picLocks noChangeAspect="1"/>
          </p:cNvPicPr>
          <p:nvPr/>
        </p:nvPicPr>
        <p:blipFill>
          <a:blip r:embed="rId2" cstate="print"/>
          <a:stretch>
            <a:fillRect/>
          </a:stretch>
        </p:blipFill>
        <p:spPr>
          <a:xfrm>
            <a:off x="7239000" y="4179825"/>
            <a:ext cx="990600" cy="254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ransition with Background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pic>
        <p:nvPicPr>
          <p:cNvPr id="98305" name="Picture 1"/>
          <p:cNvPicPr>
            <a:picLocks noChangeAspect="1" noChangeArrowheads="1"/>
          </p:cNvPicPr>
          <p:nvPr/>
        </p:nvPicPr>
        <p:blipFill>
          <a:blip r:embed="rId3" cstate="screen"/>
          <a:srcRect/>
          <a:stretch>
            <a:fillRect/>
          </a:stretch>
        </p:blipFill>
        <p:spPr bwMode="auto">
          <a:xfrm>
            <a:off x="0" y="3533776"/>
            <a:ext cx="9156700" cy="1044575"/>
          </a:xfrm>
          <a:prstGeom prst="rect">
            <a:avLst/>
          </a:prstGeom>
          <a:noFill/>
          <a:ln w="9525">
            <a:noFill/>
            <a:miter lim="800000"/>
            <a:headEnd/>
            <a:tailEnd/>
          </a:ln>
          <a:effectLst/>
        </p:spPr>
      </p:pic>
      <p:sp>
        <p:nvSpPr>
          <p:cNvPr id="11" name="Round Same Side Corner Rectangle 10"/>
          <p:cNvSpPr/>
          <p:nvPr/>
        </p:nvSpPr>
        <p:spPr bwMode="auto">
          <a:xfrm rot="16200000">
            <a:off x="3546287" y="896513"/>
            <a:ext cx="201168" cy="6839712"/>
          </a:xfrm>
          <a:prstGeom prst="round2SameRect">
            <a:avLst>
              <a:gd name="adj1" fmla="val 50000"/>
              <a:gd name="adj2" fmla="val 0"/>
            </a:avLst>
          </a:prstGeom>
          <a:solidFill>
            <a:schemeClr val="accent2"/>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endParaRPr kumimoji="0" lang="en-US" sz="2400" i="0" u="none" strike="noStrike" cap="none" normalizeH="0" baseline="0" dirty="0">
              <a:ln>
                <a:noFill/>
              </a:ln>
              <a:solidFill>
                <a:schemeClr val="bg1"/>
              </a:solidFill>
              <a:effectLst/>
              <a:latin typeface="+mn-lt"/>
            </a:endParaRPr>
          </a:p>
        </p:txBody>
      </p:sp>
      <p:sp>
        <p:nvSpPr>
          <p:cNvPr id="12" name="Round Same Side Corner Rectangle 11"/>
          <p:cNvSpPr/>
          <p:nvPr/>
        </p:nvSpPr>
        <p:spPr bwMode="auto">
          <a:xfrm rot="5400000">
            <a:off x="8549609" y="4048177"/>
            <a:ext cx="201168" cy="536387"/>
          </a:xfrm>
          <a:prstGeom prst="round2SameRect">
            <a:avLst>
              <a:gd name="adj1" fmla="val 50000"/>
              <a:gd name="adj2" fmla="val 0"/>
            </a:avLst>
          </a:prstGeom>
          <a:solidFill>
            <a:schemeClr val="bg2">
              <a:lumMod val="5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endParaRPr kumimoji="0" lang="en-US" sz="2400" i="0" u="none" strike="noStrike" cap="none" normalizeH="0" baseline="0" dirty="0">
              <a:ln>
                <a:noFill/>
              </a:ln>
              <a:solidFill>
                <a:schemeClr val="bg1"/>
              </a:solidFill>
              <a:effectLst/>
              <a:latin typeface="+mn-lt"/>
            </a:endParaRPr>
          </a:p>
        </p:txBody>
      </p:sp>
      <p:sp>
        <p:nvSpPr>
          <p:cNvPr id="2" name="Title 1"/>
          <p:cNvSpPr>
            <a:spLocks noGrp="1"/>
          </p:cNvSpPr>
          <p:nvPr>
            <p:ph type="title" hasCustomPrompt="1"/>
          </p:nvPr>
        </p:nvSpPr>
        <p:spPr>
          <a:xfrm>
            <a:off x="381000" y="3556000"/>
            <a:ext cx="8382000" cy="558800"/>
          </a:xfrm>
          <a:prstGeom prst="rect">
            <a:avLst/>
          </a:prstGeom>
        </p:spPr>
        <p:txBody>
          <a:bodyPr/>
          <a:lstStyle>
            <a:lvl1pPr>
              <a:defRPr sz="2400"/>
            </a:lvl1pPr>
          </a:lstStyle>
          <a:p>
            <a:r>
              <a:rPr lang="en-US" dirty="0"/>
              <a:t>Click to add transition statement here</a:t>
            </a:r>
          </a:p>
        </p:txBody>
      </p:sp>
      <p:sp>
        <p:nvSpPr>
          <p:cNvPr id="4" name="Rectangle 5"/>
          <p:cNvSpPr>
            <a:spLocks noGrp="1" noChangeArrowheads="1"/>
          </p:cNvSpPr>
          <p:nvPr>
            <p:ph type="ftr" sz="quarter" idx="10"/>
          </p:nvPr>
        </p:nvSpPr>
        <p:spPr>
          <a:xfrm>
            <a:off x="381000" y="4239012"/>
            <a:ext cx="4183380" cy="155189"/>
          </a:xfrm>
          <a:prstGeom prst="rect">
            <a:avLst/>
          </a:prstGeom>
          <a:ln/>
        </p:spPr>
        <p:txBody>
          <a:bodyPr/>
          <a:lstStyle>
            <a:lvl1pPr>
              <a:defRPr/>
            </a:lvl1pPr>
          </a:lstStyle>
          <a:p>
            <a:endParaRPr lang="en-US" dirty="0"/>
          </a:p>
        </p:txBody>
      </p:sp>
      <p:sp>
        <p:nvSpPr>
          <p:cNvPr id="5" name="Rectangle 6"/>
          <p:cNvSpPr>
            <a:spLocks noGrp="1" noChangeArrowheads="1"/>
          </p:cNvSpPr>
          <p:nvPr>
            <p:ph type="sldNum" sz="quarter" idx="11"/>
          </p:nvPr>
        </p:nvSpPr>
        <p:spPr>
          <a:xfrm>
            <a:off x="8548896" y="4265311"/>
            <a:ext cx="153888" cy="102592"/>
          </a:xfrm>
          <a:prstGeom prst="rect">
            <a:avLst/>
          </a:prstGeom>
          <a:ln/>
        </p:spPr>
        <p:txBody>
          <a:bodyPr/>
          <a:lstStyle>
            <a:lvl1pPr>
              <a:defRPr/>
            </a:lvl1pPr>
          </a:lstStyle>
          <a:p>
            <a:fld id="{B6F15528-21DE-4FAA-801E-634DDDAF4B2B}" type="slidenum">
              <a:rPr lang="en-US" smtClean="0"/>
              <a:pPr/>
              <a:t>‹#›</a:t>
            </a:fld>
            <a:endParaRPr lang="en-US" dirty="0"/>
          </a:p>
        </p:txBody>
      </p:sp>
      <p:pic>
        <p:nvPicPr>
          <p:cNvPr id="9" name="Picture 8" descr="Norton_Horiz_RGB.png"/>
          <p:cNvPicPr>
            <a:picLocks noChangeAspect="1"/>
          </p:cNvPicPr>
          <p:nvPr/>
        </p:nvPicPr>
        <p:blipFill>
          <a:blip r:embed="rId4" cstate="print"/>
          <a:stretch>
            <a:fillRect/>
          </a:stretch>
        </p:blipFill>
        <p:spPr>
          <a:xfrm>
            <a:off x="7239000" y="4179825"/>
            <a:ext cx="990600" cy="25468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hart">
    <p:spTree>
      <p:nvGrpSpPr>
        <p:cNvPr id="1" name=""/>
        <p:cNvGrpSpPr/>
        <p:nvPr/>
      </p:nvGrpSpPr>
      <p:grpSpPr>
        <a:xfrm>
          <a:off x="0" y="0"/>
          <a:ext cx="0" cy="0"/>
          <a:chOff x="0" y="0"/>
          <a:chExt cx="0" cy="0"/>
        </a:xfrm>
      </p:grpSpPr>
      <p:sp>
        <p:nvSpPr>
          <p:cNvPr id="6" name="Chart Placeholder 2"/>
          <p:cNvSpPr>
            <a:spLocks noGrp="1"/>
          </p:cNvSpPr>
          <p:nvPr>
            <p:ph type="chart" idx="12"/>
          </p:nvPr>
        </p:nvSpPr>
        <p:spPr>
          <a:xfrm>
            <a:off x="381002" y="812802"/>
            <a:ext cx="8382001" cy="3302000"/>
          </a:xfrm>
          <a:prstGeom prst="rect">
            <a:avLst/>
          </a:prstGeom>
        </p:spPr>
        <p:txBody>
          <a:bodyPr/>
          <a:lstStyle/>
          <a:p>
            <a:pPr lvl="0"/>
            <a:r>
              <a:rPr lang="en-US" noProof="0" dirty="0"/>
              <a:t>Click icon to add chart</a:t>
            </a:r>
          </a:p>
        </p:txBody>
      </p:sp>
      <p:sp>
        <p:nvSpPr>
          <p:cNvPr id="2" name="Title 1"/>
          <p:cNvSpPr>
            <a:spLocks noGrp="1"/>
          </p:cNvSpPr>
          <p:nvPr>
            <p:ph type="title" hasCustomPrompt="1"/>
          </p:nvPr>
        </p:nvSpPr>
        <p:spPr>
          <a:xfrm>
            <a:off x="381000" y="164496"/>
            <a:ext cx="8382000" cy="558800"/>
          </a:xfrm>
          <a:prstGeom prst="rect">
            <a:avLst/>
          </a:prstGeom>
        </p:spPr>
        <p:txBody>
          <a:bodyPr/>
          <a:lstStyle>
            <a:lvl1pPr>
              <a:defRPr/>
            </a:lvl1pPr>
          </a:lstStyle>
          <a:p>
            <a:r>
              <a:rPr lang="en-US" dirty="0"/>
              <a:t>Click to add title</a:t>
            </a:r>
          </a:p>
        </p:txBody>
      </p:sp>
      <p:sp>
        <p:nvSpPr>
          <p:cNvPr id="4" name="Rectangle 5"/>
          <p:cNvSpPr>
            <a:spLocks noGrp="1" noChangeArrowheads="1"/>
          </p:cNvSpPr>
          <p:nvPr>
            <p:ph type="ftr" sz="quarter" idx="10"/>
          </p:nvPr>
        </p:nvSpPr>
        <p:spPr>
          <a:xfrm>
            <a:off x="381000" y="4239012"/>
            <a:ext cx="4183380" cy="155189"/>
          </a:xfrm>
          <a:prstGeom prst="rect">
            <a:avLst/>
          </a:prstGeom>
          <a:ln/>
        </p:spPr>
        <p:txBody>
          <a:bodyPr/>
          <a:lstStyle>
            <a:lvl1pPr>
              <a:defRPr/>
            </a:lvl1pPr>
          </a:lstStyle>
          <a:p>
            <a:endParaRPr lang="en-US" dirty="0"/>
          </a:p>
        </p:txBody>
      </p:sp>
      <p:sp>
        <p:nvSpPr>
          <p:cNvPr id="5" name="Rectangle 6"/>
          <p:cNvSpPr>
            <a:spLocks noGrp="1" noChangeArrowheads="1"/>
          </p:cNvSpPr>
          <p:nvPr>
            <p:ph type="sldNum" sz="quarter" idx="11"/>
          </p:nvPr>
        </p:nvSpPr>
        <p:spPr>
          <a:xfrm>
            <a:off x="8548896" y="4265311"/>
            <a:ext cx="153888" cy="102592"/>
          </a:xfrm>
          <a:prstGeom prst="rect">
            <a:avLst/>
          </a:prstGeom>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hart with Subtitle">
    <p:spTree>
      <p:nvGrpSpPr>
        <p:cNvPr id="1" name=""/>
        <p:cNvGrpSpPr/>
        <p:nvPr/>
      </p:nvGrpSpPr>
      <p:grpSpPr>
        <a:xfrm>
          <a:off x="0" y="0"/>
          <a:ext cx="0" cy="0"/>
          <a:chOff x="0" y="0"/>
          <a:chExt cx="0" cy="0"/>
        </a:xfrm>
      </p:grpSpPr>
      <p:sp>
        <p:nvSpPr>
          <p:cNvPr id="6" name="Chart Placeholder 2"/>
          <p:cNvSpPr>
            <a:spLocks noGrp="1"/>
          </p:cNvSpPr>
          <p:nvPr>
            <p:ph type="chart" idx="12"/>
          </p:nvPr>
        </p:nvSpPr>
        <p:spPr>
          <a:xfrm>
            <a:off x="381002" y="1066800"/>
            <a:ext cx="8382001" cy="3048000"/>
          </a:xfrm>
          <a:prstGeom prst="rect">
            <a:avLst/>
          </a:prstGeom>
        </p:spPr>
        <p:txBody>
          <a:bodyPr/>
          <a:lstStyle/>
          <a:p>
            <a:pPr lvl="0"/>
            <a:r>
              <a:rPr lang="en-US" noProof="0" dirty="0"/>
              <a:t>Click icon to add chart</a:t>
            </a:r>
          </a:p>
        </p:txBody>
      </p:sp>
      <p:sp>
        <p:nvSpPr>
          <p:cNvPr id="2" name="Title 1"/>
          <p:cNvSpPr>
            <a:spLocks noGrp="1"/>
          </p:cNvSpPr>
          <p:nvPr>
            <p:ph type="title" hasCustomPrompt="1"/>
          </p:nvPr>
        </p:nvSpPr>
        <p:spPr>
          <a:xfrm>
            <a:off x="381000" y="164496"/>
            <a:ext cx="8382000" cy="558800"/>
          </a:xfrm>
          <a:prstGeom prst="rect">
            <a:avLst/>
          </a:prstGeom>
        </p:spPr>
        <p:txBody>
          <a:bodyPr/>
          <a:lstStyle>
            <a:lvl1pPr>
              <a:defRPr/>
            </a:lvl1pPr>
          </a:lstStyle>
          <a:p>
            <a:r>
              <a:rPr lang="en-US" dirty="0"/>
              <a:t>Click to add title</a:t>
            </a:r>
          </a:p>
        </p:txBody>
      </p:sp>
      <p:sp>
        <p:nvSpPr>
          <p:cNvPr id="4" name="Rectangle 5"/>
          <p:cNvSpPr>
            <a:spLocks noGrp="1" noChangeArrowheads="1"/>
          </p:cNvSpPr>
          <p:nvPr>
            <p:ph type="ftr" sz="quarter" idx="10"/>
          </p:nvPr>
        </p:nvSpPr>
        <p:spPr>
          <a:xfrm>
            <a:off x="381000" y="4239012"/>
            <a:ext cx="4183380" cy="155189"/>
          </a:xfrm>
          <a:prstGeom prst="rect">
            <a:avLst/>
          </a:prstGeom>
          <a:ln/>
        </p:spPr>
        <p:txBody>
          <a:bodyPr/>
          <a:lstStyle>
            <a:lvl1pPr>
              <a:defRPr/>
            </a:lvl1pPr>
          </a:lstStyle>
          <a:p>
            <a:endParaRPr lang="en-US" dirty="0"/>
          </a:p>
        </p:txBody>
      </p:sp>
      <p:sp>
        <p:nvSpPr>
          <p:cNvPr id="5" name="Rectangle 6"/>
          <p:cNvSpPr>
            <a:spLocks noGrp="1" noChangeArrowheads="1"/>
          </p:cNvSpPr>
          <p:nvPr>
            <p:ph type="sldNum" sz="quarter" idx="11"/>
          </p:nvPr>
        </p:nvSpPr>
        <p:spPr>
          <a:xfrm>
            <a:off x="8548896" y="4265311"/>
            <a:ext cx="153888" cy="102592"/>
          </a:xfrm>
          <a:prstGeom prst="rect">
            <a:avLst/>
          </a:prstGeom>
          <a:ln/>
        </p:spPr>
        <p:txBody>
          <a:bodyPr/>
          <a:lstStyle>
            <a:lvl1pPr>
              <a:defRPr/>
            </a:lvl1pPr>
          </a:lstStyle>
          <a:p>
            <a:fld id="{B6F15528-21DE-4FAA-801E-634DDDAF4B2B}" type="slidenum">
              <a:rPr lang="en-US" smtClean="0"/>
              <a:pPr/>
              <a:t>‹#›</a:t>
            </a:fld>
            <a:endParaRPr lang="en-US" dirty="0"/>
          </a:p>
        </p:txBody>
      </p:sp>
      <p:sp>
        <p:nvSpPr>
          <p:cNvPr id="7" name="Text Placeholder 6"/>
          <p:cNvSpPr>
            <a:spLocks noGrp="1"/>
          </p:cNvSpPr>
          <p:nvPr>
            <p:ph type="body" sz="quarter" idx="13" hasCustomPrompt="1"/>
          </p:nvPr>
        </p:nvSpPr>
        <p:spPr>
          <a:xfrm>
            <a:off x="381000" y="725714"/>
            <a:ext cx="8382000" cy="254000"/>
          </a:xfrm>
          <a:prstGeom prst="rect">
            <a:avLst/>
          </a:prstGeom>
          <a:noFill/>
          <a:ln w="9525">
            <a:noFill/>
            <a:miter lim="800000"/>
            <a:headEnd/>
            <a:tailEnd/>
          </a:ln>
        </p:spPr>
        <p:txBody>
          <a:bodyPr vert="horz" wrap="square" lIns="91419" tIns="45710" rIns="91419" bIns="45710" numCol="1" anchor="t" anchorCtr="0" compatLnSpc="1">
            <a:prstTxWarp prst="textNoShape">
              <a:avLst/>
            </a:prstTxWarp>
          </a:bodyPr>
          <a:lstStyle>
            <a:lvl1pPr>
              <a:buNone/>
              <a:defRPr lang="en-US" sz="2400" b="1" dirty="0">
                <a:solidFill>
                  <a:schemeClr val="bg2"/>
                </a:solidFill>
                <a:latin typeface="+mj-lt"/>
                <a:ea typeface="+mn-ea"/>
                <a:cs typeface="+mn-cs"/>
              </a:defRPr>
            </a:lvl1pPr>
            <a:lvl2pPr>
              <a:buNone/>
              <a:defRPr/>
            </a:lvl2pPr>
            <a:lvl3pPr>
              <a:buNone/>
              <a:defRPr/>
            </a:lvl3pPr>
            <a:lvl4pPr>
              <a:buNone/>
              <a:defRPr/>
            </a:lvl4pPr>
            <a:lvl5pPr>
              <a:buNone/>
              <a:defRPr/>
            </a:lvl5pPr>
          </a:lstStyle>
          <a:p>
            <a:pPr marL="233310" lvl="0" indent="-233310" algn="l" rtl="0" eaLnBrk="1" fontAlgn="base" hangingPunct="1">
              <a:lnSpc>
                <a:spcPct val="90000"/>
              </a:lnSpc>
              <a:spcBef>
                <a:spcPct val="0"/>
              </a:spcBef>
              <a:spcAft>
                <a:spcPts val="1200"/>
              </a:spcAft>
              <a:buClr>
                <a:schemeClr val="bg2">
                  <a:lumMod val="50000"/>
                </a:schemeClr>
              </a:buClr>
              <a:buNone/>
            </a:pPr>
            <a:r>
              <a:rPr lang="en-US" dirty="0"/>
              <a:t>Click to add subtitle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8" name="Table Placeholder 7"/>
          <p:cNvSpPr>
            <a:spLocks noGrp="1"/>
          </p:cNvSpPr>
          <p:nvPr>
            <p:ph type="tbl" sz="quarter" idx="13"/>
          </p:nvPr>
        </p:nvSpPr>
        <p:spPr>
          <a:xfrm>
            <a:off x="381000" y="812801"/>
            <a:ext cx="8382000" cy="3302000"/>
          </a:xfrm>
          <a:prstGeom prst="rect">
            <a:avLst/>
          </a:prstGeom>
        </p:spPr>
        <p:txBody>
          <a:bodyPr/>
          <a:lstStyle/>
          <a:p>
            <a:r>
              <a:rPr lang="en-US" dirty="0"/>
              <a:t>Click icon to add table</a:t>
            </a:r>
          </a:p>
        </p:txBody>
      </p:sp>
      <p:sp>
        <p:nvSpPr>
          <p:cNvPr id="2" name="Title 1"/>
          <p:cNvSpPr>
            <a:spLocks noGrp="1"/>
          </p:cNvSpPr>
          <p:nvPr>
            <p:ph type="title" hasCustomPrompt="1"/>
          </p:nvPr>
        </p:nvSpPr>
        <p:spPr>
          <a:xfrm>
            <a:off x="381000" y="164496"/>
            <a:ext cx="8382000" cy="558800"/>
          </a:xfrm>
          <a:prstGeom prst="rect">
            <a:avLst/>
          </a:prstGeom>
        </p:spPr>
        <p:txBody>
          <a:bodyPr/>
          <a:lstStyle>
            <a:lvl1pPr>
              <a:defRPr/>
            </a:lvl1pPr>
          </a:lstStyle>
          <a:p>
            <a:r>
              <a:rPr lang="en-US" dirty="0"/>
              <a:t>Click to add title</a:t>
            </a:r>
          </a:p>
        </p:txBody>
      </p:sp>
      <p:sp>
        <p:nvSpPr>
          <p:cNvPr id="4" name="Rectangle 5"/>
          <p:cNvSpPr>
            <a:spLocks noGrp="1" noChangeArrowheads="1"/>
          </p:cNvSpPr>
          <p:nvPr>
            <p:ph type="ftr" sz="quarter" idx="10"/>
          </p:nvPr>
        </p:nvSpPr>
        <p:spPr>
          <a:xfrm>
            <a:off x="381000" y="4239012"/>
            <a:ext cx="4183380" cy="155189"/>
          </a:xfrm>
          <a:prstGeom prst="rect">
            <a:avLst/>
          </a:prstGeom>
          <a:ln/>
        </p:spPr>
        <p:txBody>
          <a:bodyPr/>
          <a:lstStyle>
            <a:lvl1pPr>
              <a:defRPr/>
            </a:lvl1pPr>
          </a:lstStyle>
          <a:p>
            <a:endParaRPr lang="en-US" dirty="0"/>
          </a:p>
        </p:txBody>
      </p:sp>
      <p:sp>
        <p:nvSpPr>
          <p:cNvPr id="5" name="Rectangle 6"/>
          <p:cNvSpPr>
            <a:spLocks noGrp="1" noChangeArrowheads="1"/>
          </p:cNvSpPr>
          <p:nvPr>
            <p:ph type="sldNum" sz="quarter" idx="11"/>
          </p:nvPr>
        </p:nvSpPr>
        <p:spPr>
          <a:xfrm>
            <a:off x="8548896" y="4265311"/>
            <a:ext cx="153888" cy="102592"/>
          </a:xfrm>
          <a:prstGeom prst="rect">
            <a:avLst/>
          </a:prstGeom>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164496"/>
            <a:ext cx="8382000" cy="558800"/>
          </a:xfrm>
          <a:prstGeom prst="rect">
            <a:avLst/>
          </a:prstGeom>
        </p:spPr>
        <p:txBody>
          <a:bodyPr/>
          <a:lstStyle>
            <a:lvl1pPr>
              <a:defRPr/>
            </a:lvl1pPr>
          </a:lstStyle>
          <a:p>
            <a:r>
              <a:rPr lang="en-US" dirty="0"/>
              <a:t>Click to add title</a:t>
            </a:r>
          </a:p>
        </p:txBody>
      </p:sp>
      <p:sp>
        <p:nvSpPr>
          <p:cNvPr id="4" name="Rectangle 5"/>
          <p:cNvSpPr>
            <a:spLocks noGrp="1" noChangeArrowheads="1"/>
          </p:cNvSpPr>
          <p:nvPr>
            <p:ph type="ftr" sz="quarter" idx="10"/>
          </p:nvPr>
        </p:nvSpPr>
        <p:spPr>
          <a:xfrm>
            <a:off x="381000" y="4239012"/>
            <a:ext cx="4183380" cy="155189"/>
          </a:xfrm>
          <a:prstGeom prst="rect">
            <a:avLst/>
          </a:prstGeom>
          <a:ln/>
        </p:spPr>
        <p:txBody>
          <a:bodyPr/>
          <a:lstStyle>
            <a:lvl1pPr>
              <a:defRPr/>
            </a:lvl1pPr>
          </a:lstStyle>
          <a:p>
            <a:endParaRPr lang="en-US" dirty="0"/>
          </a:p>
        </p:txBody>
      </p:sp>
      <p:sp>
        <p:nvSpPr>
          <p:cNvPr id="5" name="Rectangle 6"/>
          <p:cNvSpPr>
            <a:spLocks noGrp="1" noChangeArrowheads="1"/>
          </p:cNvSpPr>
          <p:nvPr>
            <p:ph type="sldNum" sz="quarter" idx="11"/>
          </p:nvPr>
        </p:nvSpPr>
        <p:spPr>
          <a:xfrm>
            <a:off x="8548896" y="4265311"/>
            <a:ext cx="153888" cy="102592"/>
          </a:xfrm>
          <a:prstGeom prst="rect">
            <a:avLst/>
          </a:prstGeom>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164496"/>
            <a:ext cx="8382000" cy="558800"/>
          </a:xfrm>
          <a:prstGeom prst="rect">
            <a:avLst/>
          </a:prstGeom>
        </p:spPr>
        <p:txBody>
          <a:bodyPr/>
          <a:lstStyle>
            <a:lvl1pPr>
              <a:defRPr/>
            </a:lvl1pPr>
          </a:lstStyle>
          <a:p>
            <a:r>
              <a:rPr lang="en-US" dirty="0"/>
              <a:t>Click to add title</a:t>
            </a:r>
          </a:p>
        </p:txBody>
      </p:sp>
      <p:sp>
        <p:nvSpPr>
          <p:cNvPr id="6" name="Text Placeholder 6"/>
          <p:cNvSpPr>
            <a:spLocks noGrp="1"/>
          </p:cNvSpPr>
          <p:nvPr>
            <p:ph type="body" sz="quarter" idx="13" hasCustomPrompt="1"/>
          </p:nvPr>
        </p:nvSpPr>
        <p:spPr>
          <a:xfrm>
            <a:off x="381000" y="725714"/>
            <a:ext cx="8382000" cy="254000"/>
          </a:xfrm>
          <a:prstGeom prst="rect">
            <a:avLst/>
          </a:prstGeom>
          <a:noFill/>
          <a:ln w="9525">
            <a:noFill/>
            <a:miter lim="800000"/>
            <a:headEnd/>
            <a:tailEnd/>
          </a:ln>
        </p:spPr>
        <p:txBody>
          <a:bodyPr vert="horz" wrap="square" lIns="91419" tIns="45710" rIns="91419" bIns="45710" numCol="1" anchor="t" anchorCtr="0" compatLnSpc="1">
            <a:prstTxWarp prst="textNoShape">
              <a:avLst/>
            </a:prstTxWarp>
          </a:bodyPr>
          <a:lstStyle>
            <a:lvl1pPr>
              <a:buNone/>
              <a:defRPr lang="en-US" sz="2400" b="1" dirty="0">
                <a:solidFill>
                  <a:schemeClr val="bg2"/>
                </a:solidFill>
                <a:latin typeface="+mj-lt"/>
                <a:ea typeface="+mn-ea"/>
                <a:cs typeface="+mn-cs"/>
              </a:defRPr>
            </a:lvl1pPr>
            <a:lvl2pPr>
              <a:buNone/>
              <a:defRPr/>
            </a:lvl2pPr>
            <a:lvl3pPr>
              <a:buNone/>
              <a:defRPr/>
            </a:lvl3pPr>
            <a:lvl4pPr>
              <a:buNone/>
              <a:defRPr/>
            </a:lvl4pPr>
            <a:lvl5pPr>
              <a:buNone/>
              <a:defRPr/>
            </a:lvl5pPr>
          </a:lstStyle>
          <a:p>
            <a:pPr marL="233310" lvl="0" indent="-233310" algn="l" rtl="0" eaLnBrk="1" fontAlgn="base" hangingPunct="1">
              <a:lnSpc>
                <a:spcPct val="90000"/>
              </a:lnSpc>
              <a:spcBef>
                <a:spcPct val="0"/>
              </a:spcBef>
              <a:spcAft>
                <a:spcPts val="1200"/>
              </a:spcAft>
              <a:buClr>
                <a:schemeClr val="bg2">
                  <a:lumMod val="50000"/>
                </a:schemeClr>
              </a:buClr>
              <a:buNone/>
            </a:pPr>
            <a:r>
              <a:rPr lang="en-US" dirty="0"/>
              <a:t>Click to add subtitle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3" name="Text Placeholder 22"/>
          <p:cNvSpPr>
            <a:spLocks noGrp="1"/>
          </p:cNvSpPr>
          <p:nvPr>
            <p:ph type="body" sz="quarter" idx="14" hasCustomPrompt="1"/>
          </p:nvPr>
        </p:nvSpPr>
        <p:spPr>
          <a:xfrm>
            <a:off x="1037581" y="753635"/>
            <a:ext cx="7058026" cy="2022602"/>
          </a:xfrm>
          <a:prstGeom prst="rect">
            <a:avLst/>
          </a:prstGeom>
        </p:spPr>
        <p:txBody>
          <a:bodyPr/>
          <a:lstStyle>
            <a:lvl1pPr marL="0" indent="0">
              <a:lnSpc>
                <a:spcPct val="120000"/>
              </a:lnSpc>
              <a:spcAft>
                <a:spcPts val="0"/>
              </a:spcAft>
              <a:buNone/>
              <a:defRPr sz="3200" baseline="0"/>
            </a:lvl1pPr>
          </a:lstStyle>
          <a:p>
            <a:pPr lvl="0"/>
            <a:r>
              <a:rPr lang="en-US" dirty="0"/>
              <a:t>This is a sample quote slide. Type your quotation inside the quotation marks. Click the edge of the quotation marks and drag them into place.</a:t>
            </a:r>
          </a:p>
        </p:txBody>
      </p:sp>
      <p:sp>
        <p:nvSpPr>
          <p:cNvPr id="2" name="Rectangle 5"/>
          <p:cNvSpPr>
            <a:spLocks noGrp="1" noChangeArrowheads="1"/>
          </p:cNvSpPr>
          <p:nvPr>
            <p:ph type="ftr" sz="quarter" idx="10"/>
          </p:nvPr>
        </p:nvSpPr>
        <p:spPr>
          <a:xfrm>
            <a:off x="381000" y="4239012"/>
            <a:ext cx="4183380" cy="155189"/>
          </a:xfrm>
          <a:prstGeom prst="rect">
            <a:avLst/>
          </a:prstGeom>
          <a:noFill/>
          <a:ln w="9525" algn="ctr">
            <a:noFill/>
            <a:miter lim="800000"/>
            <a:headEnd/>
            <a:tailEnd/>
          </a:ln>
          <a:effectLst/>
        </p:spPr>
        <p:txBody>
          <a:bodyPr vert="horz" wrap="none" lIns="91440" tIns="91440" rIns="91440" bIns="91440" numCol="1" anchor="ctr" anchorCtr="0" compatLnSpc="1">
            <a:prstTxWarp prst="textNoShape">
              <a:avLst/>
            </a:prstTxWarp>
            <a:noAutofit/>
          </a:bodyPr>
          <a:lstStyle>
            <a:lvl1pPr algn="l" rtl="0" eaLnBrk="0" fontAlgn="base" hangingPunct="0">
              <a:spcBef>
                <a:spcPct val="0"/>
              </a:spcBef>
              <a:spcAft>
                <a:spcPct val="0"/>
              </a:spcAft>
              <a:defRPr lang="en-US" sz="1200" kern="1200" smtClean="0">
                <a:solidFill>
                  <a:schemeClr val="bg2">
                    <a:lumMod val="50000"/>
                  </a:schemeClr>
                </a:solidFill>
                <a:latin typeface="Calibri" pitchFamily="34" charset="0"/>
                <a:ea typeface="+mn-ea"/>
                <a:cs typeface="Calibri" pitchFamily="34" charset="0"/>
              </a:defRPr>
            </a:lvl1pPr>
          </a:lstStyle>
          <a:p>
            <a:endParaRPr lang="en-US" dirty="0"/>
          </a:p>
        </p:txBody>
      </p:sp>
      <p:sp>
        <p:nvSpPr>
          <p:cNvPr id="3" name="Rectangle 6"/>
          <p:cNvSpPr>
            <a:spLocks noGrp="1" noChangeArrowheads="1"/>
          </p:cNvSpPr>
          <p:nvPr>
            <p:ph type="sldNum" sz="quarter" idx="11"/>
          </p:nvPr>
        </p:nvSpPr>
        <p:spPr>
          <a:xfrm>
            <a:off x="8548896" y="4265311"/>
            <a:ext cx="153888" cy="102592"/>
          </a:xfrm>
          <a:prstGeom prst="rect">
            <a:avLst/>
          </a:prstGeom>
          <a:ln/>
        </p:spPr>
        <p:txBody>
          <a:bodyPr/>
          <a:lstStyle>
            <a:lvl1pPr>
              <a:defRPr>
                <a:latin typeface="Calibri" pitchFamily="34" charset="0"/>
                <a:cs typeface="Calibri" pitchFamily="34" charset="0"/>
              </a:defRPr>
            </a:lvl1pPr>
          </a:lstStyle>
          <a:p>
            <a:fld id="{B6F15528-21DE-4FAA-801E-634DDDAF4B2B}" type="slidenum">
              <a:rPr lang="en-US" smtClean="0"/>
              <a:pPr/>
              <a:t>‹#›</a:t>
            </a:fld>
            <a:endParaRPr lang="en-US" dirty="0"/>
          </a:p>
        </p:txBody>
      </p:sp>
      <p:sp>
        <p:nvSpPr>
          <p:cNvPr id="9" name="Text Placeholder 8"/>
          <p:cNvSpPr>
            <a:spLocks noGrp="1" noChangeAspect="1"/>
          </p:cNvSpPr>
          <p:nvPr>
            <p:ph type="body" sz="quarter" idx="16" hasCustomPrompt="1"/>
          </p:nvPr>
        </p:nvSpPr>
        <p:spPr>
          <a:xfrm>
            <a:off x="5410200" y="1971974"/>
            <a:ext cx="484632" cy="249936"/>
          </a:xfrm>
          <a:prstGeom prst="rect">
            <a:avLst/>
          </a:prstGeom>
          <a:blipFill>
            <a:blip r:embed="rId2" cstate="print"/>
            <a:stretch>
              <a:fillRect/>
            </a:stretch>
          </a:blipFill>
        </p:spPr>
        <p:txBody>
          <a:bodyPr/>
          <a:lstStyle>
            <a:lvl1pPr marL="0" indent="0">
              <a:buNone/>
              <a:defRPr sz="800"/>
            </a:lvl1pPr>
          </a:lstStyle>
          <a:p>
            <a:pPr lvl="0"/>
            <a:r>
              <a:rPr lang="en-US" dirty="0"/>
              <a:t> </a:t>
            </a:r>
          </a:p>
        </p:txBody>
      </p:sp>
      <p:sp>
        <p:nvSpPr>
          <p:cNvPr id="10" name="Text Placeholder 8"/>
          <p:cNvSpPr>
            <a:spLocks noGrp="1" noChangeAspect="1"/>
          </p:cNvSpPr>
          <p:nvPr>
            <p:ph type="body" sz="quarter" idx="18" hasCustomPrompt="1"/>
          </p:nvPr>
        </p:nvSpPr>
        <p:spPr>
          <a:xfrm>
            <a:off x="503420" y="747539"/>
            <a:ext cx="484632" cy="249936"/>
          </a:xfrm>
          <a:prstGeom prst="rect">
            <a:avLst/>
          </a:prstGeom>
          <a:blipFill>
            <a:blip r:embed="rId3" cstate="print"/>
            <a:stretch>
              <a:fillRect/>
            </a:stretch>
          </a:blipFill>
        </p:spPr>
        <p:txBody>
          <a:bodyPr/>
          <a:lstStyle>
            <a:lvl1pPr marL="0" indent="0">
              <a:buNone/>
              <a:defRPr sz="800"/>
            </a:lvl1pPr>
          </a:lstStyle>
          <a:p>
            <a:pPr lvl="0"/>
            <a:r>
              <a:rPr lang="en-US" dirty="0"/>
              <a:t> </a:t>
            </a:r>
          </a:p>
        </p:txBody>
      </p:sp>
      <p:sp>
        <p:nvSpPr>
          <p:cNvPr id="25" name="Text Placeholder 24"/>
          <p:cNvSpPr>
            <a:spLocks noGrp="1"/>
          </p:cNvSpPr>
          <p:nvPr>
            <p:ph type="body" sz="quarter" idx="15" hasCustomPrompt="1"/>
          </p:nvPr>
        </p:nvSpPr>
        <p:spPr>
          <a:xfrm>
            <a:off x="4100060" y="2844800"/>
            <a:ext cx="3716592" cy="609600"/>
          </a:xfrm>
          <a:prstGeom prst="rect">
            <a:avLst/>
          </a:prstGeom>
        </p:spPr>
        <p:txBody>
          <a:bodyPr/>
          <a:lstStyle>
            <a:lvl1pPr marL="0" indent="0">
              <a:buNone/>
              <a:defRPr sz="2000" b="1" i="1" baseline="0">
                <a:solidFill>
                  <a:schemeClr val="bg2">
                    <a:lumMod val="50000"/>
                  </a:schemeClr>
                </a:solidFill>
              </a:defRPr>
            </a:lvl1pPr>
            <a:lvl2pPr>
              <a:buNone/>
              <a:defRPr sz="2000" b="1" i="1">
                <a:solidFill>
                  <a:srgbClr val="678BA8"/>
                </a:solidFill>
              </a:defRPr>
            </a:lvl2pPr>
            <a:lvl3pPr>
              <a:buNone/>
              <a:defRPr sz="2000" b="1" i="1">
                <a:solidFill>
                  <a:srgbClr val="678BA8"/>
                </a:solidFill>
              </a:defRPr>
            </a:lvl3pPr>
            <a:lvl4pPr>
              <a:buNone/>
              <a:defRPr sz="2000" b="1" i="1">
                <a:solidFill>
                  <a:srgbClr val="678BA8"/>
                </a:solidFill>
              </a:defRPr>
            </a:lvl4pPr>
            <a:lvl5pPr>
              <a:buNone/>
              <a:defRPr sz="2000" b="1" i="1">
                <a:solidFill>
                  <a:srgbClr val="678BA8"/>
                </a:solidFill>
              </a:defRPr>
            </a:lvl5pPr>
          </a:lstStyle>
          <a:p>
            <a:pPr lvl="0"/>
            <a:r>
              <a:rPr lang="en-US" dirty="0"/>
              <a:t>Name of Person Quoted,</a:t>
            </a:r>
            <a:br>
              <a:rPr lang="en-US" dirty="0"/>
            </a:br>
            <a:r>
              <a:rPr lang="en-US" dirty="0"/>
              <a:t>XYZ Company</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Photo">
    <p:spTree>
      <p:nvGrpSpPr>
        <p:cNvPr id="1" name=""/>
        <p:cNvGrpSpPr/>
        <p:nvPr/>
      </p:nvGrpSpPr>
      <p:grpSpPr>
        <a:xfrm>
          <a:off x="0" y="0"/>
          <a:ext cx="0" cy="0"/>
          <a:chOff x="0" y="0"/>
          <a:chExt cx="0" cy="0"/>
        </a:xfrm>
      </p:grpSpPr>
      <p:sp>
        <p:nvSpPr>
          <p:cNvPr id="25" name="Text Placeholder 24"/>
          <p:cNvSpPr>
            <a:spLocks noGrp="1"/>
          </p:cNvSpPr>
          <p:nvPr>
            <p:ph type="body" sz="quarter" idx="15" hasCustomPrompt="1"/>
          </p:nvPr>
        </p:nvSpPr>
        <p:spPr>
          <a:xfrm>
            <a:off x="381000" y="2794001"/>
            <a:ext cx="3221292" cy="609600"/>
          </a:xfrm>
          <a:prstGeom prst="rect">
            <a:avLst/>
          </a:prstGeom>
        </p:spPr>
        <p:txBody>
          <a:bodyPr/>
          <a:lstStyle>
            <a:lvl1pPr marL="0" indent="0">
              <a:buNone/>
              <a:defRPr sz="1800" b="1" i="1" baseline="0">
                <a:solidFill>
                  <a:schemeClr val="bg2">
                    <a:lumMod val="50000"/>
                  </a:schemeClr>
                </a:solidFill>
              </a:defRPr>
            </a:lvl1pPr>
            <a:lvl2pPr>
              <a:buNone/>
              <a:defRPr sz="2000" b="1" i="1">
                <a:solidFill>
                  <a:srgbClr val="678BA8"/>
                </a:solidFill>
              </a:defRPr>
            </a:lvl2pPr>
            <a:lvl3pPr>
              <a:buNone/>
              <a:defRPr sz="2000" b="1" i="1">
                <a:solidFill>
                  <a:srgbClr val="678BA8"/>
                </a:solidFill>
              </a:defRPr>
            </a:lvl3pPr>
            <a:lvl4pPr>
              <a:buNone/>
              <a:defRPr sz="2000" b="1" i="1">
                <a:solidFill>
                  <a:srgbClr val="678BA8"/>
                </a:solidFill>
              </a:defRPr>
            </a:lvl4pPr>
            <a:lvl5pPr>
              <a:buNone/>
              <a:defRPr sz="2000" b="1" i="1">
                <a:solidFill>
                  <a:srgbClr val="678BA8"/>
                </a:solidFill>
              </a:defRPr>
            </a:lvl5pPr>
          </a:lstStyle>
          <a:p>
            <a:pPr lvl="0"/>
            <a:r>
              <a:rPr lang="en-US" dirty="0"/>
              <a:t>Name of Person Quoted,</a:t>
            </a:r>
            <a:br>
              <a:rPr lang="en-US" dirty="0"/>
            </a:br>
            <a:r>
              <a:rPr lang="en-US" dirty="0"/>
              <a:t>XYZ Company</a:t>
            </a:r>
          </a:p>
        </p:txBody>
      </p:sp>
      <p:sp>
        <p:nvSpPr>
          <p:cNvPr id="23" name="Text Placeholder 22"/>
          <p:cNvSpPr>
            <a:spLocks noGrp="1"/>
          </p:cNvSpPr>
          <p:nvPr>
            <p:ph type="body" sz="quarter" idx="14" hasCustomPrompt="1"/>
          </p:nvPr>
        </p:nvSpPr>
        <p:spPr>
          <a:xfrm>
            <a:off x="4152900" y="774700"/>
            <a:ext cx="4238625" cy="2590800"/>
          </a:xfrm>
          <a:prstGeom prst="rect">
            <a:avLst/>
          </a:prstGeom>
        </p:spPr>
        <p:txBody>
          <a:bodyPr/>
          <a:lstStyle>
            <a:lvl1pPr marL="0" indent="0">
              <a:lnSpc>
                <a:spcPct val="120000"/>
              </a:lnSpc>
              <a:spcAft>
                <a:spcPts val="0"/>
              </a:spcAft>
              <a:buNone/>
              <a:defRPr sz="3000" baseline="0"/>
            </a:lvl1pPr>
          </a:lstStyle>
          <a:p>
            <a:pPr lvl="0"/>
            <a:r>
              <a:rPr lang="en-US" dirty="0"/>
              <a:t>This is a sample quote slide with photo. Type your quotation inside the quotation marks. Click the edge of the quotation marks and drag them into place.</a:t>
            </a:r>
          </a:p>
        </p:txBody>
      </p:sp>
      <p:sp>
        <p:nvSpPr>
          <p:cNvPr id="2" name="Rectangle 5"/>
          <p:cNvSpPr>
            <a:spLocks noGrp="1" noChangeArrowheads="1"/>
          </p:cNvSpPr>
          <p:nvPr>
            <p:ph type="ftr" sz="quarter" idx="10"/>
          </p:nvPr>
        </p:nvSpPr>
        <p:spPr>
          <a:xfrm>
            <a:off x="381000" y="4239012"/>
            <a:ext cx="4183380" cy="155189"/>
          </a:xfrm>
          <a:prstGeom prst="rect">
            <a:avLst/>
          </a:prstGeom>
          <a:noFill/>
          <a:ln w="9525" algn="ctr">
            <a:noFill/>
            <a:miter lim="800000"/>
            <a:headEnd/>
            <a:tailEnd/>
          </a:ln>
          <a:effectLst/>
        </p:spPr>
        <p:txBody>
          <a:bodyPr vert="horz" wrap="none" lIns="91440" tIns="91440" rIns="91440" bIns="91440" numCol="1" anchor="ctr" anchorCtr="0" compatLnSpc="1">
            <a:prstTxWarp prst="textNoShape">
              <a:avLst/>
            </a:prstTxWarp>
            <a:noAutofit/>
          </a:bodyPr>
          <a:lstStyle>
            <a:lvl1pPr algn="l" rtl="0" eaLnBrk="0" fontAlgn="base" hangingPunct="0">
              <a:spcBef>
                <a:spcPct val="0"/>
              </a:spcBef>
              <a:spcAft>
                <a:spcPct val="0"/>
              </a:spcAft>
              <a:defRPr lang="en-US" sz="1200" kern="1200" smtClean="0">
                <a:solidFill>
                  <a:schemeClr val="bg2">
                    <a:lumMod val="50000"/>
                  </a:schemeClr>
                </a:solidFill>
                <a:latin typeface="Calibri" pitchFamily="34" charset="0"/>
                <a:ea typeface="+mn-ea"/>
                <a:cs typeface="Calibri" pitchFamily="34" charset="0"/>
              </a:defRPr>
            </a:lvl1pPr>
          </a:lstStyle>
          <a:p>
            <a:endParaRPr lang="en-US" dirty="0"/>
          </a:p>
        </p:txBody>
      </p:sp>
      <p:sp>
        <p:nvSpPr>
          <p:cNvPr id="3" name="Rectangle 6"/>
          <p:cNvSpPr>
            <a:spLocks noGrp="1" noChangeArrowheads="1"/>
          </p:cNvSpPr>
          <p:nvPr>
            <p:ph type="sldNum" sz="quarter" idx="11"/>
          </p:nvPr>
        </p:nvSpPr>
        <p:spPr>
          <a:xfrm>
            <a:off x="8548896" y="4265311"/>
            <a:ext cx="153888" cy="102592"/>
          </a:xfrm>
          <a:prstGeom prst="rect">
            <a:avLst/>
          </a:prstGeom>
          <a:ln/>
        </p:spPr>
        <p:txBody>
          <a:bodyPr/>
          <a:lstStyle>
            <a:lvl1pPr>
              <a:defRPr>
                <a:latin typeface="Calibri" pitchFamily="34" charset="0"/>
                <a:cs typeface="Calibri" pitchFamily="34" charset="0"/>
              </a:defRPr>
            </a:lvl1pPr>
          </a:lstStyle>
          <a:p>
            <a:fld id="{B6F15528-21DE-4FAA-801E-634DDDAF4B2B}" type="slidenum">
              <a:rPr lang="en-US" smtClean="0"/>
              <a:pPr/>
              <a:t>‹#›</a:t>
            </a:fld>
            <a:endParaRPr lang="en-US" dirty="0"/>
          </a:p>
        </p:txBody>
      </p:sp>
      <p:sp>
        <p:nvSpPr>
          <p:cNvPr id="27" name="Picture Placeholder 26"/>
          <p:cNvSpPr>
            <a:spLocks noGrp="1"/>
          </p:cNvSpPr>
          <p:nvPr>
            <p:ph type="pic" sz="quarter" idx="16" hasCustomPrompt="1"/>
          </p:nvPr>
        </p:nvSpPr>
        <p:spPr>
          <a:xfrm>
            <a:off x="381000" y="914400"/>
            <a:ext cx="2290482" cy="1778000"/>
          </a:xfrm>
          <a:prstGeom prst="roundRect">
            <a:avLst>
              <a:gd name="adj" fmla="val 6273"/>
            </a:avLst>
          </a:prstGeom>
          <a:ln w="12700">
            <a:solidFill>
              <a:schemeClr val="bg2"/>
            </a:solidFill>
          </a:ln>
        </p:spPr>
        <p:txBody>
          <a:bodyPr anchor="ctr" anchorCtr="0"/>
          <a:lstStyle>
            <a:lvl1pPr marL="0" indent="0" algn="ctr">
              <a:buNone/>
              <a:defRPr/>
            </a:lvl1pPr>
          </a:lstStyle>
          <a:p>
            <a:r>
              <a:rPr lang="en-US" dirty="0"/>
              <a:t>Insert Photo Here</a:t>
            </a:r>
          </a:p>
        </p:txBody>
      </p:sp>
      <p:sp>
        <p:nvSpPr>
          <p:cNvPr id="9" name="Text Placeholder 8"/>
          <p:cNvSpPr>
            <a:spLocks noGrp="1" noChangeAspect="1"/>
          </p:cNvSpPr>
          <p:nvPr>
            <p:ph type="body" sz="quarter" idx="17" hasCustomPrompt="1"/>
          </p:nvPr>
        </p:nvSpPr>
        <p:spPr>
          <a:xfrm>
            <a:off x="5230368" y="3012190"/>
            <a:ext cx="484632" cy="249936"/>
          </a:xfrm>
          <a:prstGeom prst="rect">
            <a:avLst/>
          </a:prstGeom>
          <a:blipFill>
            <a:blip r:embed="rId2" cstate="print"/>
            <a:stretch>
              <a:fillRect/>
            </a:stretch>
          </a:blipFill>
        </p:spPr>
        <p:txBody>
          <a:bodyPr/>
          <a:lstStyle>
            <a:lvl1pPr marL="0" indent="0">
              <a:buNone/>
              <a:defRPr sz="800"/>
            </a:lvl1pPr>
          </a:lstStyle>
          <a:p>
            <a:pPr lvl="0"/>
            <a:r>
              <a:rPr lang="en-US" dirty="0"/>
              <a:t> </a:t>
            </a:r>
          </a:p>
        </p:txBody>
      </p:sp>
      <p:sp>
        <p:nvSpPr>
          <p:cNvPr id="10" name="Text Placeholder 8"/>
          <p:cNvSpPr>
            <a:spLocks noGrp="1" noChangeAspect="1"/>
          </p:cNvSpPr>
          <p:nvPr>
            <p:ph type="body" sz="quarter" idx="18" hasCustomPrompt="1"/>
          </p:nvPr>
        </p:nvSpPr>
        <p:spPr>
          <a:xfrm>
            <a:off x="3675888" y="789433"/>
            <a:ext cx="484632" cy="249936"/>
          </a:xfrm>
          <a:prstGeom prst="rect">
            <a:avLst/>
          </a:prstGeom>
          <a:blipFill>
            <a:blip r:embed="rId3" cstate="print"/>
            <a:stretch>
              <a:fillRect/>
            </a:stretch>
          </a:blipFill>
        </p:spPr>
        <p:txBody>
          <a:bodyPr/>
          <a:lstStyle>
            <a:lvl1pPr marL="0" indent="0">
              <a:buNone/>
              <a:defRPr sz="800"/>
            </a:lvl1pPr>
          </a:lstStyle>
          <a:p>
            <a:pPr lvl="0"/>
            <a:r>
              <a:rPr lang="en-US" dirty="0"/>
              <a:t> </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hank You - External">
    <p:spTree>
      <p:nvGrpSpPr>
        <p:cNvPr id="1" name=""/>
        <p:cNvGrpSpPr/>
        <p:nvPr/>
      </p:nvGrpSpPr>
      <p:grpSpPr>
        <a:xfrm>
          <a:off x="0" y="0"/>
          <a:ext cx="0" cy="0"/>
          <a:chOff x="0" y="0"/>
          <a:chExt cx="0" cy="0"/>
        </a:xfrm>
      </p:grpSpPr>
      <p:sp>
        <p:nvSpPr>
          <p:cNvPr id="18" name="Round Same Side Corner Rectangle 17"/>
          <p:cNvSpPr/>
          <p:nvPr/>
        </p:nvSpPr>
        <p:spPr bwMode="auto">
          <a:xfrm rot="16200000">
            <a:off x="4186367" y="256434"/>
            <a:ext cx="201168" cy="8119872"/>
          </a:xfrm>
          <a:prstGeom prst="round2SameRect">
            <a:avLst>
              <a:gd name="adj1" fmla="val 50000"/>
              <a:gd name="adj2" fmla="val 0"/>
            </a:avLst>
          </a:prstGeom>
          <a:solidFill>
            <a:schemeClr val="accent2"/>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endParaRPr kumimoji="0" lang="en-US" sz="2400" i="0" u="none" strike="noStrike" cap="none" normalizeH="0" baseline="0" dirty="0">
              <a:ln>
                <a:noFill/>
              </a:ln>
              <a:solidFill>
                <a:schemeClr val="bg1"/>
              </a:solidFill>
              <a:effectLst/>
              <a:latin typeface="+mn-lt"/>
            </a:endParaRPr>
          </a:p>
        </p:txBody>
      </p:sp>
      <p:sp>
        <p:nvSpPr>
          <p:cNvPr id="19" name="Round Same Side Corner Rectangle 18"/>
          <p:cNvSpPr/>
          <p:nvPr/>
        </p:nvSpPr>
        <p:spPr bwMode="auto">
          <a:xfrm rot="5400000">
            <a:off x="8549609" y="4048177"/>
            <a:ext cx="201168" cy="536387"/>
          </a:xfrm>
          <a:prstGeom prst="round2SameRect">
            <a:avLst>
              <a:gd name="adj1" fmla="val 50000"/>
              <a:gd name="adj2" fmla="val 0"/>
            </a:avLst>
          </a:prstGeom>
          <a:solidFill>
            <a:schemeClr val="bg2">
              <a:lumMod val="5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endParaRPr kumimoji="0" lang="en-US" sz="2400" i="0" u="none" strike="noStrike" cap="none" normalizeH="0" baseline="0" dirty="0">
              <a:ln>
                <a:noFill/>
              </a:ln>
              <a:solidFill>
                <a:schemeClr val="bg1"/>
              </a:solidFill>
              <a:effectLst/>
              <a:latin typeface="+mn-lt"/>
            </a:endParaRPr>
          </a:p>
        </p:txBody>
      </p:sp>
      <p:sp>
        <p:nvSpPr>
          <p:cNvPr id="10" name="Rectangle 3"/>
          <p:cNvSpPr txBox="1">
            <a:spLocks noChangeArrowheads="1"/>
          </p:cNvSpPr>
          <p:nvPr/>
        </p:nvSpPr>
        <p:spPr bwMode="gray">
          <a:xfrm>
            <a:off x="685800" y="1778001"/>
            <a:ext cx="7772400" cy="609600"/>
          </a:xfrm>
          <a:prstGeom prst="rect">
            <a:avLst/>
          </a:prstGeom>
          <a:noFill/>
          <a:ln w="9525">
            <a:noFill/>
            <a:miter lim="800000"/>
            <a:headEnd/>
            <a:tailEnd/>
          </a:ln>
        </p:spPr>
        <p:txBody>
          <a:bodyPr vert="horz" wrap="square" lIns="91419" tIns="45710" rIns="91419" bIns="45710" numCol="1" anchor="b" anchorCtr="0" compatLnSpc="1">
            <a:prstTxWarp prst="textNoShape">
              <a:avLst/>
            </a:prstTxWarp>
          </a:bodyPr>
          <a:lstStyle>
            <a:lvl1pPr>
              <a:defRPr sz="3400">
                <a:solidFill>
                  <a:schemeClr val="bg2">
                    <a:lumMod val="50000"/>
                  </a:schemeClr>
                </a:solidFill>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3400" b="1" i="0" u="none" strike="noStrike" kern="0" cap="none" spc="0" normalizeH="0" baseline="0" noProof="0" dirty="0">
                <a:ln>
                  <a:noFill/>
                </a:ln>
                <a:solidFill>
                  <a:schemeClr val="tx1"/>
                </a:solidFill>
                <a:effectLst/>
                <a:uLnTx/>
                <a:uFillTx/>
                <a:latin typeface="+mj-lt"/>
                <a:ea typeface="+mj-ea"/>
                <a:cs typeface="+mj-cs"/>
              </a:rPr>
              <a:t>Thank you!</a:t>
            </a:r>
          </a:p>
        </p:txBody>
      </p:sp>
      <p:sp>
        <p:nvSpPr>
          <p:cNvPr id="15" name="Rectangle 5"/>
          <p:cNvSpPr>
            <a:spLocks noGrp="1" noChangeArrowheads="1"/>
          </p:cNvSpPr>
          <p:nvPr>
            <p:ph type="ftr" sz="quarter" idx="3"/>
          </p:nvPr>
        </p:nvSpPr>
        <p:spPr bwMode="auto">
          <a:xfrm>
            <a:off x="381000" y="4239012"/>
            <a:ext cx="4183380" cy="155189"/>
          </a:xfrm>
          <a:prstGeom prst="rect">
            <a:avLst/>
          </a:prstGeom>
          <a:noFill/>
          <a:ln w="9525" algn="ctr">
            <a:noFill/>
            <a:miter lim="800000"/>
            <a:headEnd/>
            <a:tailEnd/>
          </a:ln>
          <a:effectLst/>
        </p:spPr>
        <p:txBody>
          <a:bodyPr vert="horz" wrap="none" lIns="91440" tIns="91440" rIns="91440" bIns="91440" numCol="1" anchor="ctr" anchorCtr="0" compatLnSpc="1">
            <a:prstTxWarp prst="textNoShape">
              <a:avLst/>
            </a:prstTxWarp>
            <a:noAutofit/>
          </a:bodyPr>
          <a:lstStyle>
            <a:lvl1pPr algn="l" eaLnBrk="0" hangingPunct="0">
              <a:defRPr sz="1200">
                <a:solidFill>
                  <a:schemeClr val="bg2">
                    <a:lumMod val="50000"/>
                  </a:schemeClr>
                </a:solidFill>
                <a:latin typeface="Calibri" pitchFamily="34" charset="0"/>
                <a:cs typeface="Calibri" pitchFamily="34" charset="0"/>
              </a:defRPr>
            </a:lvl1pPr>
          </a:lstStyle>
          <a:p>
            <a:endParaRPr lang="en-US" dirty="0"/>
          </a:p>
        </p:txBody>
      </p:sp>
      <p:sp>
        <p:nvSpPr>
          <p:cNvPr id="16" name="Rectangle 6"/>
          <p:cNvSpPr>
            <a:spLocks noGrp="1" noChangeArrowheads="1"/>
          </p:cNvSpPr>
          <p:nvPr>
            <p:ph type="sldNum" sz="quarter" idx="4"/>
          </p:nvPr>
        </p:nvSpPr>
        <p:spPr bwMode="white">
          <a:xfrm>
            <a:off x="8548896" y="4265311"/>
            <a:ext cx="153888" cy="102592"/>
          </a:xfrm>
          <a:prstGeom prst="rect">
            <a:avLst/>
          </a:prstGeom>
          <a:noFill/>
          <a:ln w="9525" algn="ctr">
            <a:noFill/>
            <a:miter lim="800000"/>
            <a:headEnd/>
            <a:tailEnd/>
          </a:ln>
          <a:effectLst/>
        </p:spPr>
        <p:txBody>
          <a:bodyPr vert="horz" wrap="none" lIns="91440" tIns="91440" rIns="91440" bIns="91440" numCol="1" anchor="ctr" anchorCtr="0" compatLnSpc="1">
            <a:prstTxWarp prst="textNoShape">
              <a:avLst/>
            </a:prstTxWarp>
            <a:noAutofit/>
          </a:bodyPr>
          <a:lstStyle>
            <a:lvl1pPr eaLnBrk="0" hangingPunct="0">
              <a:defRPr sz="1000" b="1">
                <a:solidFill>
                  <a:schemeClr val="bg1"/>
                </a:solidFill>
                <a:latin typeface="Calibri" pitchFamily="34" charset="0"/>
                <a:cs typeface="Calibri" pitchFamily="34" charset="0"/>
              </a:defRPr>
            </a:lvl1pPr>
          </a:lstStyle>
          <a:p>
            <a:fld id="{B6F15528-21DE-4FAA-801E-634DDDAF4B2B}" type="slidenum">
              <a:rPr lang="en-US" smtClean="0"/>
              <a:pPr/>
              <a:t>‹#›</a:t>
            </a:fld>
            <a:endParaRPr lang="en-US" dirty="0"/>
          </a:p>
        </p:txBody>
      </p:sp>
      <p:sp>
        <p:nvSpPr>
          <p:cNvPr id="3076" name="Rectangle 4"/>
          <p:cNvSpPr>
            <a:spLocks noGrp="1" noChangeArrowheads="1"/>
          </p:cNvSpPr>
          <p:nvPr>
            <p:ph type="subTitle" idx="1" hasCustomPrompt="1"/>
          </p:nvPr>
        </p:nvSpPr>
        <p:spPr bwMode="gray">
          <a:xfrm>
            <a:off x="685800" y="2540001"/>
            <a:ext cx="6172200" cy="711200"/>
          </a:xfrm>
          <a:prstGeom prst="rect">
            <a:avLst/>
          </a:prstGeom>
        </p:spPr>
        <p:txBody>
          <a:bodyPr anchor="t" anchorCtr="0"/>
          <a:lstStyle>
            <a:lvl1pPr marL="0" indent="0">
              <a:spcAft>
                <a:spcPts val="600"/>
              </a:spcAft>
              <a:buFontTx/>
              <a:buNone/>
              <a:defRPr sz="2000" b="0" baseline="0"/>
            </a:lvl1pPr>
          </a:lstStyle>
          <a:p>
            <a:r>
              <a:rPr lang="en-US" dirty="0"/>
              <a:t>Click to add presenter’s name</a:t>
            </a:r>
          </a:p>
          <a:p>
            <a:r>
              <a:rPr lang="en-US" dirty="0"/>
              <a:t>Presenter’s email</a:t>
            </a:r>
          </a:p>
          <a:p>
            <a:r>
              <a:rPr lang="en-US" dirty="0"/>
              <a:t>Presenter’s phone</a:t>
            </a:r>
          </a:p>
        </p:txBody>
      </p:sp>
      <p:sp>
        <p:nvSpPr>
          <p:cNvPr id="11" name="Rectangle 6"/>
          <p:cNvSpPr>
            <a:spLocks noChangeArrowheads="1"/>
          </p:cNvSpPr>
          <p:nvPr/>
        </p:nvSpPr>
        <p:spPr bwMode="auto">
          <a:xfrm>
            <a:off x="685800" y="3708401"/>
            <a:ext cx="7659688" cy="477186"/>
          </a:xfrm>
          <a:prstGeom prst="rect">
            <a:avLst/>
          </a:prstGeom>
          <a:noFill/>
          <a:ln w="9525">
            <a:noFill/>
            <a:miter lim="800000"/>
            <a:headEnd/>
            <a:tailEnd/>
          </a:ln>
          <a:effectLst/>
        </p:spPr>
        <p:txBody>
          <a:bodyPr wrap="square" lIns="91440" tIns="91440" rIns="91440" bIns="91440" anchor="b">
            <a:noAutofit/>
          </a:bodyPr>
          <a:lstStyle/>
          <a:p>
            <a:pPr marL="0" indent="0" algn="l">
              <a:lnSpc>
                <a:spcPct val="90000"/>
              </a:lnSpc>
              <a:buNone/>
            </a:pPr>
            <a:r>
              <a:rPr lang="en-US" sz="800" b="1" dirty="0">
                <a:latin typeface="Calibri" pitchFamily="34" charset="0"/>
              </a:rPr>
              <a:t>Copyright © 2011 Symantec Corporation. All rights reserved. </a:t>
            </a:r>
            <a:r>
              <a:rPr lang="en-US" sz="800" dirty="0">
                <a:latin typeface="Calibri" pitchFamily="34" charset="0"/>
              </a:rPr>
              <a:t>Symantec and the Symantec Logo are trademarks or registered trademarks of Symantec Corporation or its affiliates in the U.S. and other countries.  Other names may be trademarks of their respective owners.</a:t>
            </a:r>
          </a:p>
          <a:p>
            <a:pPr marL="0" indent="0" algn="l">
              <a:lnSpc>
                <a:spcPct val="90000"/>
              </a:lnSpc>
              <a:buNone/>
            </a:pPr>
            <a:endParaRPr lang="en-US" sz="800" dirty="0">
              <a:latin typeface="Calibri" pitchFamily="34" charset="0"/>
            </a:endParaRPr>
          </a:p>
          <a:p>
            <a:pPr marL="0" indent="0" algn="l">
              <a:lnSpc>
                <a:spcPct val="90000"/>
              </a:lnSpc>
              <a:buNone/>
            </a:pPr>
            <a:r>
              <a:rPr lang="en-US" sz="800" dirty="0">
                <a:latin typeface="Calibri" pitchFamily="34" charset="0"/>
              </a:rPr>
              <a:t>This document is provided for informational purposes only and is not intended as advertising.  All warranties relating to the information in this document, either express or implied, are disclaimed to the maximum extent allowed by law.  The information in this document is subject to change without notice.</a:t>
            </a:r>
          </a:p>
        </p:txBody>
      </p:sp>
      <p:pic>
        <p:nvPicPr>
          <p:cNvPr id="12" name="Picture 11" descr="Norton_Horiz_RGB.png"/>
          <p:cNvPicPr>
            <a:picLocks noChangeAspect="1"/>
          </p:cNvPicPr>
          <p:nvPr/>
        </p:nvPicPr>
        <p:blipFill>
          <a:blip r:embed="rId2" cstate="print"/>
          <a:stretch>
            <a:fillRect/>
          </a:stretch>
        </p:blipFill>
        <p:spPr>
          <a:xfrm>
            <a:off x="646176" y="570993"/>
            <a:ext cx="2097024" cy="53914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hank You - Internal">
    <p:spTree>
      <p:nvGrpSpPr>
        <p:cNvPr id="1" name=""/>
        <p:cNvGrpSpPr/>
        <p:nvPr/>
      </p:nvGrpSpPr>
      <p:grpSpPr>
        <a:xfrm>
          <a:off x="0" y="0"/>
          <a:ext cx="0" cy="0"/>
          <a:chOff x="0" y="0"/>
          <a:chExt cx="0" cy="0"/>
        </a:xfrm>
      </p:grpSpPr>
      <p:sp>
        <p:nvSpPr>
          <p:cNvPr id="18" name="Round Same Side Corner Rectangle 17"/>
          <p:cNvSpPr/>
          <p:nvPr/>
        </p:nvSpPr>
        <p:spPr bwMode="auto">
          <a:xfrm rot="16200000">
            <a:off x="4186367" y="256434"/>
            <a:ext cx="201168" cy="8119872"/>
          </a:xfrm>
          <a:prstGeom prst="round2SameRect">
            <a:avLst>
              <a:gd name="adj1" fmla="val 50000"/>
              <a:gd name="adj2" fmla="val 0"/>
            </a:avLst>
          </a:prstGeom>
          <a:solidFill>
            <a:schemeClr val="accent2"/>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endParaRPr kumimoji="0" lang="en-US" sz="2400" i="0" u="none" strike="noStrike" cap="none" normalizeH="0" baseline="0" dirty="0">
              <a:ln>
                <a:noFill/>
              </a:ln>
              <a:solidFill>
                <a:schemeClr val="bg1"/>
              </a:solidFill>
              <a:effectLst/>
              <a:latin typeface="+mn-lt"/>
            </a:endParaRPr>
          </a:p>
        </p:txBody>
      </p:sp>
      <p:sp>
        <p:nvSpPr>
          <p:cNvPr id="19" name="Round Same Side Corner Rectangle 18"/>
          <p:cNvSpPr/>
          <p:nvPr/>
        </p:nvSpPr>
        <p:spPr bwMode="auto">
          <a:xfrm rot="5400000">
            <a:off x="8549609" y="4048177"/>
            <a:ext cx="201168" cy="536387"/>
          </a:xfrm>
          <a:prstGeom prst="round2SameRect">
            <a:avLst>
              <a:gd name="adj1" fmla="val 50000"/>
              <a:gd name="adj2" fmla="val 0"/>
            </a:avLst>
          </a:prstGeom>
          <a:solidFill>
            <a:schemeClr val="bg2">
              <a:lumMod val="5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endParaRPr kumimoji="0" lang="en-US" sz="2400" i="0" u="none" strike="noStrike" cap="none" normalizeH="0" baseline="0" dirty="0">
              <a:ln>
                <a:noFill/>
              </a:ln>
              <a:solidFill>
                <a:schemeClr val="bg1"/>
              </a:solidFill>
              <a:effectLst/>
              <a:latin typeface="+mn-lt"/>
            </a:endParaRPr>
          </a:p>
        </p:txBody>
      </p:sp>
      <p:sp>
        <p:nvSpPr>
          <p:cNvPr id="10" name="Rectangle 3"/>
          <p:cNvSpPr txBox="1">
            <a:spLocks noChangeArrowheads="1"/>
          </p:cNvSpPr>
          <p:nvPr/>
        </p:nvSpPr>
        <p:spPr bwMode="gray">
          <a:xfrm>
            <a:off x="685800" y="1778001"/>
            <a:ext cx="7772400" cy="609600"/>
          </a:xfrm>
          <a:prstGeom prst="rect">
            <a:avLst/>
          </a:prstGeom>
          <a:noFill/>
          <a:ln w="9525">
            <a:noFill/>
            <a:miter lim="800000"/>
            <a:headEnd/>
            <a:tailEnd/>
          </a:ln>
        </p:spPr>
        <p:txBody>
          <a:bodyPr vert="horz" wrap="square" lIns="91419" tIns="45710" rIns="91419" bIns="45710" numCol="1" anchor="b" anchorCtr="0" compatLnSpc="1">
            <a:prstTxWarp prst="textNoShape">
              <a:avLst/>
            </a:prstTxWarp>
          </a:bodyPr>
          <a:lstStyle>
            <a:lvl1pPr>
              <a:defRPr sz="3400">
                <a:solidFill>
                  <a:schemeClr val="bg2">
                    <a:lumMod val="50000"/>
                  </a:schemeClr>
                </a:solidFill>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3400" b="1" i="0" u="none" strike="noStrike" kern="0" cap="none" spc="0" normalizeH="0" baseline="0" noProof="0" dirty="0">
                <a:ln>
                  <a:noFill/>
                </a:ln>
                <a:solidFill>
                  <a:schemeClr val="tx1"/>
                </a:solidFill>
                <a:effectLst/>
                <a:uLnTx/>
                <a:uFillTx/>
                <a:latin typeface="+mj-lt"/>
                <a:ea typeface="+mj-ea"/>
                <a:cs typeface="+mj-cs"/>
              </a:rPr>
              <a:t>Thank you!</a:t>
            </a:r>
          </a:p>
        </p:txBody>
      </p:sp>
      <p:sp>
        <p:nvSpPr>
          <p:cNvPr id="15" name="Rectangle 5"/>
          <p:cNvSpPr>
            <a:spLocks noGrp="1" noChangeArrowheads="1"/>
          </p:cNvSpPr>
          <p:nvPr>
            <p:ph type="ftr" sz="quarter" idx="3"/>
          </p:nvPr>
        </p:nvSpPr>
        <p:spPr bwMode="auto">
          <a:xfrm>
            <a:off x="381000" y="4239012"/>
            <a:ext cx="4183380" cy="155189"/>
          </a:xfrm>
          <a:prstGeom prst="rect">
            <a:avLst/>
          </a:prstGeom>
          <a:noFill/>
          <a:ln w="9525" algn="ctr">
            <a:noFill/>
            <a:miter lim="800000"/>
            <a:headEnd/>
            <a:tailEnd/>
          </a:ln>
          <a:effectLst/>
        </p:spPr>
        <p:txBody>
          <a:bodyPr vert="horz" wrap="none" lIns="91440" tIns="91440" rIns="91440" bIns="91440" numCol="1" anchor="ctr" anchorCtr="0" compatLnSpc="1">
            <a:prstTxWarp prst="textNoShape">
              <a:avLst/>
            </a:prstTxWarp>
            <a:noAutofit/>
          </a:bodyPr>
          <a:lstStyle>
            <a:lvl1pPr algn="l" eaLnBrk="0" hangingPunct="0">
              <a:defRPr sz="1200">
                <a:solidFill>
                  <a:schemeClr val="bg2">
                    <a:lumMod val="50000"/>
                  </a:schemeClr>
                </a:solidFill>
                <a:latin typeface="Calibri" pitchFamily="34" charset="0"/>
                <a:cs typeface="Calibri" pitchFamily="34" charset="0"/>
              </a:defRPr>
            </a:lvl1pPr>
          </a:lstStyle>
          <a:p>
            <a:endParaRPr lang="en-US" dirty="0"/>
          </a:p>
        </p:txBody>
      </p:sp>
      <p:sp>
        <p:nvSpPr>
          <p:cNvPr id="16" name="Rectangle 6"/>
          <p:cNvSpPr>
            <a:spLocks noGrp="1" noChangeArrowheads="1"/>
          </p:cNvSpPr>
          <p:nvPr>
            <p:ph type="sldNum" sz="quarter" idx="4"/>
          </p:nvPr>
        </p:nvSpPr>
        <p:spPr bwMode="white">
          <a:xfrm>
            <a:off x="8548896" y="4265311"/>
            <a:ext cx="153888" cy="102592"/>
          </a:xfrm>
          <a:prstGeom prst="rect">
            <a:avLst/>
          </a:prstGeom>
          <a:noFill/>
          <a:ln w="9525" algn="ctr">
            <a:noFill/>
            <a:miter lim="800000"/>
            <a:headEnd/>
            <a:tailEnd/>
          </a:ln>
          <a:effectLst/>
        </p:spPr>
        <p:txBody>
          <a:bodyPr vert="horz" wrap="none" lIns="91440" tIns="91440" rIns="91440" bIns="91440" numCol="1" anchor="ctr" anchorCtr="0" compatLnSpc="1">
            <a:prstTxWarp prst="textNoShape">
              <a:avLst/>
            </a:prstTxWarp>
            <a:noAutofit/>
          </a:bodyPr>
          <a:lstStyle>
            <a:lvl1pPr eaLnBrk="0" hangingPunct="0">
              <a:defRPr sz="1000" b="1">
                <a:solidFill>
                  <a:schemeClr val="bg1"/>
                </a:solidFill>
                <a:latin typeface="Calibri" pitchFamily="34" charset="0"/>
                <a:cs typeface="Calibri" pitchFamily="34" charset="0"/>
              </a:defRPr>
            </a:lvl1pPr>
          </a:lstStyle>
          <a:p>
            <a:fld id="{B6F15528-21DE-4FAA-801E-634DDDAF4B2B}" type="slidenum">
              <a:rPr lang="en-US" smtClean="0"/>
              <a:pPr/>
              <a:t>‹#›</a:t>
            </a:fld>
            <a:endParaRPr lang="en-US" dirty="0"/>
          </a:p>
        </p:txBody>
      </p:sp>
      <p:sp>
        <p:nvSpPr>
          <p:cNvPr id="3076" name="Rectangle 4"/>
          <p:cNvSpPr>
            <a:spLocks noGrp="1" noChangeArrowheads="1"/>
          </p:cNvSpPr>
          <p:nvPr>
            <p:ph type="subTitle" idx="1" hasCustomPrompt="1"/>
          </p:nvPr>
        </p:nvSpPr>
        <p:spPr bwMode="gray">
          <a:xfrm>
            <a:off x="685800" y="2540001"/>
            <a:ext cx="6172200" cy="711200"/>
          </a:xfrm>
          <a:prstGeom prst="rect">
            <a:avLst/>
          </a:prstGeom>
        </p:spPr>
        <p:txBody>
          <a:bodyPr anchor="t" anchorCtr="0"/>
          <a:lstStyle>
            <a:lvl1pPr marL="0" indent="0">
              <a:spcAft>
                <a:spcPts val="600"/>
              </a:spcAft>
              <a:buFontTx/>
              <a:buNone/>
              <a:defRPr sz="2000" b="0" baseline="0"/>
            </a:lvl1pPr>
          </a:lstStyle>
          <a:p>
            <a:r>
              <a:rPr lang="en-US" dirty="0"/>
              <a:t>Click to add presenter’s name</a:t>
            </a:r>
          </a:p>
          <a:p>
            <a:r>
              <a:rPr lang="en-US" dirty="0"/>
              <a:t>Presenter’s email</a:t>
            </a:r>
          </a:p>
          <a:p>
            <a:r>
              <a:rPr lang="en-US" dirty="0"/>
              <a:t>Presenter’s phone</a:t>
            </a:r>
          </a:p>
        </p:txBody>
      </p:sp>
      <p:sp>
        <p:nvSpPr>
          <p:cNvPr id="11" name="Rectangle 6"/>
          <p:cNvSpPr>
            <a:spLocks noChangeArrowheads="1"/>
          </p:cNvSpPr>
          <p:nvPr/>
        </p:nvSpPr>
        <p:spPr bwMode="auto">
          <a:xfrm>
            <a:off x="685800" y="3911601"/>
            <a:ext cx="7659688" cy="273987"/>
          </a:xfrm>
          <a:prstGeom prst="rect">
            <a:avLst/>
          </a:prstGeom>
          <a:noFill/>
          <a:ln w="9525">
            <a:noFill/>
            <a:miter lim="800000"/>
            <a:headEnd/>
            <a:tailEnd/>
          </a:ln>
          <a:effectLst/>
        </p:spPr>
        <p:txBody>
          <a:bodyPr wrap="square" lIns="91440" tIns="91440" rIns="91440" bIns="91440" anchor="b">
            <a:noAutofit/>
          </a:bodyPr>
          <a:lstStyle/>
          <a:p>
            <a:pPr marL="0" indent="0" algn="l">
              <a:lnSpc>
                <a:spcPct val="90000"/>
              </a:lnSpc>
              <a:buNone/>
            </a:pPr>
            <a:r>
              <a:rPr lang="en-US" sz="800" b="1" dirty="0">
                <a:latin typeface="Calibri" pitchFamily="34" charset="0"/>
              </a:rPr>
              <a:t>SYMANTEC PROPRIETARY/CONFIDENTIAL – INTERNAL USE ONLY</a:t>
            </a:r>
            <a:br>
              <a:rPr lang="en-US" sz="800" b="1" dirty="0">
                <a:latin typeface="Calibri" pitchFamily="34" charset="0"/>
              </a:rPr>
            </a:br>
            <a:r>
              <a:rPr lang="en-US" sz="800" b="0" dirty="0">
                <a:latin typeface="Calibri" pitchFamily="34" charset="0"/>
              </a:rPr>
              <a:t>Copyright © 2011 Symantec Corporation. All rights reserved.</a:t>
            </a:r>
          </a:p>
        </p:txBody>
      </p:sp>
      <p:pic>
        <p:nvPicPr>
          <p:cNvPr id="12" name="Picture 11" descr="Norton_Horiz_RGB.png"/>
          <p:cNvPicPr>
            <a:picLocks noChangeAspect="1"/>
          </p:cNvPicPr>
          <p:nvPr/>
        </p:nvPicPr>
        <p:blipFill>
          <a:blip r:embed="rId2" cstate="print"/>
          <a:stretch>
            <a:fillRect/>
          </a:stretch>
        </p:blipFill>
        <p:spPr>
          <a:xfrm>
            <a:off x="646176" y="570993"/>
            <a:ext cx="2097024" cy="53914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rtl="0" eaLnBrk="1" fontAlgn="base" hangingPunct="1">
        <a:lnSpc>
          <a:spcPct val="90000"/>
        </a:lnSpc>
        <a:spcBef>
          <a:spcPct val="0"/>
        </a:spcBef>
        <a:spcAft>
          <a:spcPct val="0"/>
        </a:spcAft>
        <a:defRPr sz="2800" b="1" baseline="0">
          <a:solidFill>
            <a:schemeClr val="tx1"/>
          </a:solidFill>
          <a:latin typeface="+mj-lt"/>
          <a:ea typeface="+mj-ea"/>
          <a:cs typeface="+mj-cs"/>
        </a:defRPr>
      </a:lvl1pPr>
      <a:lvl2pPr algn="l" rtl="0" eaLnBrk="1" fontAlgn="base" hangingPunct="1">
        <a:spcBef>
          <a:spcPct val="0"/>
        </a:spcBef>
        <a:spcAft>
          <a:spcPct val="0"/>
        </a:spcAft>
        <a:defRPr sz="2800" b="1">
          <a:solidFill>
            <a:schemeClr val="bg1"/>
          </a:solidFill>
          <a:latin typeface="Arial" charset="0"/>
        </a:defRPr>
      </a:lvl2pPr>
      <a:lvl3pPr algn="l" rtl="0" eaLnBrk="1" fontAlgn="base" hangingPunct="1">
        <a:spcBef>
          <a:spcPct val="0"/>
        </a:spcBef>
        <a:spcAft>
          <a:spcPct val="0"/>
        </a:spcAft>
        <a:defRPr sz="2800" b="1">
          <a:solidFill>
            <a:schemeClr val="bg1"/>
          </a:solidFill>
          <a:latin typeface="Arial" charset="0"/>
        </a:defRPr>
      </a:lvl3pPr>
      <a:lvl4pPr algn="l" rtl="0" eaLnBrk="1" fontAlgn="base" hangingPunct="1">
        <a:spcBef>
          <a:spcPct val="0"/>
        </a:spcBef>
        <a:spcAft>
          <a:spcPct val="0"/>
        </a:spcAft>
        <a:defRPr sz="2800" b="1">
          <a:solidFill>
            <a:schemeClr val="bg1"/>
          </a:solidFill>
          <a:latin typeface="Arial" charset="0"/>
        </a:defRPr>
      </a:lvl4pPr>
      <a:lvl5pPr algn="l" rtl="0" eaLnBrk="1" fontAlgn="base" hangingPunct="1">
        <a:spcBef>
          <a:spcPct val="0"/>
        </a:spcBef>
        <a:spcAft>
          <a:spcPct val="0"/>
        </a:spcAft>
        <a:defRPr sz="2800" b="1">
          <a:solidFill>
            <a:schemeClr val="bg1"/>
          </a:solidFill>
          <a:latin typeface="Arial" charset="0"/>
        </a:defRPr>
      </a:lvl5pPr>
      <a:lvl6pPr marL="457096" algn="l" rtl="0" eaLnBrk="1" fontAlgn="base" hangingPunct="1">
        <a:spcBef>
          <a:spcPct val="0"/>
        </a:spcBef>
        <a:spcAft>
          <a:spcPct val="0"/>
        </a:spcAft>
        <a:defRPr sz="2800" b="1">
          <a:solidFill>
            <a:schemeClr val="bg1"/>
          </a:solidFill>
          <a:latin typeface="Arial" charset="0"/>
        </a:defRPr>
      </a:lvl6pPr>
      <a:lvl7pPr marL="914192" algn="l" rtl="0" eaLnBrk="1" fontAlgn="base" hangingPunct="1">
        <a:spcBef>
          <a:spcPct val="0"/>
        </a:spcBef>
        <a:spcAft>
          <a:spcPct val="0"/>
        </a:spcAft>
        <a:defRPr sz="2800" b="1">
          <a:solidFill>
            <a:schemeClr val="bg1"/>
          </a:solidFill>
          <a:latin typeface="Arial" charset="0"/>
        </a:defRPr>
      </a:lvl7pPr>
      <a:lvl8pPr marL="1371288" algn="l" rtl="0" eaLnBrk="1" fontAlgn="base" hangingPunct="1">
        <a:spcBef>
          <a:spcPct val="0"/>
        </a:spcBef>
        <a:spcAft>
          <a:spcPct val="0"/>
        </a:spcAft>
        <a:defRPr sz="2800" b="1">
          <a:solidFill>
            <a:schemeClr val="bg1"/>
          </a:solidFill>
          <a:latin typeface="Arial" charset="0"/>
        </a:defRPr>
      </a:lvl8pPr>
      <a:lvl9pPr marL="1828385" algn="l" rtl="0" eaLnBrk="1" fontAlgn="base" hangingPunct="1">
        <a:spcBef>
          <a:spcPct val="0"/>
        </a:spcBef>
        <a:spcAft>
          <a:spcPct val="0"/>
        </a:spcAft>
        <a:defRPr sz="2800" b="1">
          <a:solidFill>
            <a:schemeClr val="bg1"/>
          </a:solidFill>
          <a:latin typeface="Arial" charset="0"/>
        </a:defRPr>
      </a:lvl9pPr>
    </p:titleStyle>
    <p:bodyStyle>
      <a:lvl1pPr marL="233310" indent="-233310" algn="l" rtl="0" eaLnBrk="1" fontAlgn="base" hangingPunct="1">
        <a:lnSpc>
          <a:spcPct val="90000"/>
        </a:lnSpc>
        <a:spcBef>
          <a:spcPct val="0"/>
        </a:spcBef>
        <a:spcAft>
          <a:spcPts val="1200"/>
        </a:spcAft>
        <a:buClr>
          <a:schemeClr val="bg2">
            <a:lumMod val="50000"/>
          </a:schemeClr>
        </a:buClr>
        <a:buChar char="•"/>
        <a:defRPr sz="2400">
          <a:solidFill>
            <a:schemeClr val="bg2">
              <a:lumMod val="50000"/>
            </a:schemeClr>
          </a:solidFill>
          <a:latin typeface="+mn-lt"/>
          <a:ea typeface="+mn-ea"/>
          <a:cs typeface="+mn-cs"/>
        </a:defRPr>
      </a:lvl1pPr>
      <a:lvl2pPr marL="517525" indent="-233363" algn="l" rtl="0" eaLnBrk="1" fontAlgn="base" hangingPunct="1">
        <a:lnSpc>
          <a:spcPct val="90000"/>
        </a:lnSpc>
        <a:spcBef>
          <a:spcPct val="0"/>
        </a:spcBef>
        <a:spcAft>
          <a:spcPts val="1000"/>
        </a:spcAft>
        <a:buClr>
          <a:schemeClr val="bg2">
            <a:lumMod val="50000"/>
          </a:schemeClr>
        </a:buClr>
        <a:buFont typeface="Arial" charset="0"/>
        <a:buChar char="–"/>
        <a:defRPr sz="2000">
          <a:solidFill>
            <a:schemeClr val="bg2">
              <a:lumMod val="50000"/>
            </a:schemeClr>
          </a:solidFill>
          <a:latin typeface="+mn-lt"/>
        </a:defRPr>
      </a:lvl2pPr>
      <a:lvl3pPr marL="688975" indent="-171450" algn="l" rtl="0" eaLnBrk="1" fontAlgn="base" hangingPunct="1">
        <a:lnSpc>
          <a:spcPct val="90000"/>
        </a:lnSpc>
        <a:spcBef>
          <a:spcPct val="0"/>
        </a:spcBef>
        <a:spcAft>
          <a:spcPts val="800"/>
        </a:spcAft>
        <a:buClr>
          <a:schemeClr val="bg2">
            <a:lumMod val="50000"/>
          </a:schemeClr>
        </a:buClr>
        <a:buChar char="•"/>
        <a:tabLst/>
        <a:defRPr sz="1600">
          <a:solidFill>
            <a:schemeClr val="bg2">
              <a:lumMod val="50000"/>
            </a:schemeClr>
          </a:solidFill>
          <a:latin typeface="+mn-lt"/>
        </a:defRPr>
      </a:lvl3pPr>
      <a:lvl4pPr marL="854075" indent="-165100" algn="l" rtl="0" eaLnBrk="1" fontAlgn="base" hangingPunct="1">
        <a:lnSpc>
          <a:spcPct val="90000"/>
        </a:lnSpc>
        <a:spcBef>
          <a:spcPct val="0"/>
        </a:spcBef>
        <a:spcAft>
          <a:spcPts val="600"/>
        </a:spcAft>
        <a:buClr>
          <a:schemeClr val="bg2">
            <a:lumMod val="50000"/>
          </a:schemeClr>
        </a:buClr>
        <a:buChar char="–"/>
        <a:defRPr sz="1400">
          <a:solidFill>
            <a:schemeClr val="bg2">
              <a:lumMod val="50000"/>
            </a:schemeClr>
          </a:solidFill>
          <a:latin typeface="+mn-lt"/>
        </a:defRPr>
      </a:lvl4pPr>
      <a:lvl5pPr marL="974725" indent="-120650" algn="l" rtl="0" eaLnBrk="1" fontAlgn="base" hangingPunct="1">
        <a:lnSpc>
          <a:spcPct val="90000"/>
        </a:lnSpc>
        <a:spcBef>
          <a:spcPct val="0"/>
        </a:spcBef>
        <a:spcAft>
          <a:spcPts val="600"/>
        </a:spcAft>
        <a:buClr>
          <a:schemeClr val="bg2">
            <a:lumMod val="50000"/>
          </a:schemeClr>
        </a:buClr>
        <a:buFont typeface="Arial" pitchFamily="34" charset="0"/>
        <a:buChar char="•"/>
        <a:defRPr sz="1200">
          <a:solidFill>
            <a:schemeClr val="bg2">
              <a:lumMod val="50000"/>
            </a:schemeClr>
          </a:solidFill>
          <a:latin typeface="+mn-lt"/>
        </a:defRPr>
      </a:lvl5pPr>
      <a:lvl6pPr marL="2118832" indent="-228548" algn="l" rtl="0" eaLnBrk="1" fontAlgn="base" hangingPunct="1">
        <a:lnSpc>
          <a:spcPct val="95000"/>
        </a:lnSpc>
        <a:spcBef>
          <a:spcPct val="0"/>
        </a:spcBef>
        <a:spcAft>
          <a:spcPct val="35000"/>
        </a:spcAft>
        <a:buClr>
          <a:schemeClr val="bg2"/>
        </a:buClr>
        <a:buFont typeface="Arial" charset="0"/>
        <a:buChar char="◦"/>
        <a:defRPr sz="1200">
          <a:solidFill>
            <a:schemeClr val="tx1"/>
          </a:solidFill>
          <a:latin typeface="+mn-lt"/>
        </a:defRPr>
      </a:lvl6pPr>
      <a:lvl7pPr marL="2575927" indent="-228548" algn="l" rtl="0" eaLnBrk="1" fontAlgn="base" hangingPunct="1">
        <a:lnSpc>
          <a:spcPct val="95000"/>
        </a:lnSpc>
        <a:spcBef>
          <a:spcPct val="0"/>
        </a:spcBef>
        <a:spcAft>
          <a:spcPct val="35000"/>
        </a:spcAft>
        <a:buClr>
          <a:schemeClr val="bg2"/>
        </a:buClr>
        <a:buFont typeface="Arial" charset="0"/>
        <a:buChar char="◦"/>
        <a:defRPr sz="1200">
          <a:solidFill>
            <a:schemeClr val="tx1"/>
          </a:solidFill>
          <a:latin typeface="+mn-lt"/>
        </a:defRPr>
      </a:lvl7pPr>
      <a:lvl8pPr marL="3033024" indent="-228548" algn="l" rtl="0" eaLnBrk="1" fontAlgn="base" hangingPunct="1">
        <a:lnSpc>
          <a:spcPct val="95000"/>
        </a:lnSpc>
        <a:spcBef>
          <a:spcPct val="0"/>
        </a:spcBef>
        <a:spcAft>
          <a:spcPct val="35000"/>
        </a:spcAft>
        <a:buClr>
          <a:schemeClr val="bg2"/>
        </a:buClr>
        <a:buFont typeface="Arial" charset="0"/>
        <a:buChar char="◦"/>
        <a:defRPr sz="1200">
          <a:solidFill>
            <a:schemeClr val="tx1"/>
          </a:solidFill>
          <a:latin typeface="+mn-lt"/>
        </a:defRPr>
      </a:lvl8pPr>
      <a:lvl9pPr marL="3490120" indent="-228548" algn="l" rtl="0" eaLnBrk="1" fontAlgn="base" hangingPunct="1">
        <a:lnSpc>
          <a:spcPct val="95000"/>
        </a:lnSpc>
        <a:spcBef>
          <a:spcPct val="0"/>
        </a:spcBef>
        <a:spcAft>
          <a:spcPct val="35000"/>
        </a:spcAft>
        <a:buClr>
          <a:schemeClr val="bg2"/>
        </a:buClr>
        <a:buFont typeface="Arial" charset="0"/>
        <a:buChar char="◦"/>
        <a:defRPr sz="1200">
          <a:solidFill>
            <a:schemeClr val="tx1"/>
          </a:solidFill>
          <a:latin typeface="+mn-lt"/>
        </a:defRPr>
      </a:lvl9pPr>
    </p:bodyStyle>
    <p:otherStyle>
      <a:defPPr>
        <a:defRPr lang="en-US"/>
      </a:defPPr>
      <a:lvl1pPr marL="0" algn="l" defTabSz="914192" rtl="0" eaLnBrk="1" latinLnBrk="0" hangingPunct="1">
        <a:defRPr sz="1800" kern="1200">
          <a:solidFill>
            <a:schemeClr val="tx1"/>
          </a:solidFill>
          <a:latin typeface="+mn-lt"/>
          <a:ea typeface="+mn-ea"/>
          <a:cs typeface="+mn-cs"/>
        </a:defRPr>
      </a:lvl1pPr>
      <a:lvl2pPr marL="457096" algn="l" defTabSz="914192" rtl="0" eaLnBrk="1" latinLnBrk="0" hangingPunct="1">
        <a:defRPr sz="1800" kern="1200">
          <a:solidFill>
            <a:schemeClr val="tx1"/>
          </a:solidFill>
          <a:latin typeface="+mn-lt"/>
          <a:ea typeface="+mn-ea"/>
          <a:cs typeface="+mn-cs"/>
        </a:defRPr>
      </a:lvl2pPr>
      <a:lvl3pPr marL="914192" algn="l" defTabSz="914192" rtl="0" eaLnBrk="1" latinLnBrk="0" hangingPunct="1">
        <a:defRPr sz="1800" kern="1200">
          <a:solidFill>
            <a:schemeClr val="tx1"/>
          </a:solidFill>
          <a:latin typeface="+mn-lt"/>
          <a:ea typeface="+mn-ea"/>
          <a:cs typeface="+mn-cs"/>
        </a:defRPr>
      </a:lvl3pPr>
      <a:lvl4pPr marL="1371288" algn="l" defTabSz="914192" rtl="0" eaLnBrk="1" latinLnBrk="0" hangingPunct="1">
        <a:defRPr sz="1800" kern="1200">
          <a:solidFill>
            <a:schemeClr val="tx1"/>
          </a:solidFill>
          <a:latin typeface="+mn-lt"/>
          <a:ea typeface="+mn-ea"/>
          <a:cs typeface="+mn-cs"/>
        </a:defRPr>
      </a:lvl4pPr>
      <a:lvl5pPr marL="1828385" algn="l" defTabSz="914192" rtl="0" eaLnBrk="1" latinLnBrk="0" hangingPunct="1">
        <a:defRPr sz="1800" kern="1200">
          <a:solidFill>
            <a:schemeClr val="tx1"/>
          </a:solidFill>
          <a:latin typeface="+mn-lt"/>
          <a:ea typeface="+mn-ea"/>
          <a:cs typeface="+mn-cs"/>
        </a:defRPr>
      </a:lvl5pPr>
      <a:lvl6pPr marL="2285480" algn="l" defTabSz="914192" rtl="0" eaLnBrk="1" latinLnBrk="0" hangingPunct="1">
        <a:defRPr sz="1800" kern="1200">
          <a:solidFill>
            <a:schemeClr val="tx1"/>
          </a:solidFill>
          <a:latin typeface="+mn-lt"/>
          <a:ea typeface="+mn-ea"/>
          <a:cs typeface="+mn-cs"/>
        </a:defRPr>
      </a:lvl6pPr>
      <a:lvl7pPr marL="2742577" algn="l" defTabSz="914192" rtl="0" eaLnBrk="1" latinLnBrk="0" hangingPunct="1">
        <a:defRPr sz="1800" kern="1200">
          <a:solidFill>
            <a:schemeClr val="tx1"/>
          </a:solidFill>
          <a:latin typeface="+mn-lt"/>
          <a:ea typeface="+mn-ea"/>
          <a:cs typeface="+mn-cs"/>
        </a:defRPr>
      </a:lvl7pPr>
      <a:lvl8pPr marL="3199673" algn="l" defTabSz="914192" rtl="0" eaLnBrk="1" latinLnBrk="0" hangingPunct="1">
        <a:defRPr sz="1800" kern="1200">
          <a:solidFill>
            <a:schemeClr val="tx1"/>
          </a:solidFill>
          <a:latin typeface="+mn-lt"/>
          <a:ea typeface="+mn-ea"/>
          <a:cs typeface="+mn-cs"/>
        </a:defRPr>
      </a:lvl8pPr>
      <a:lvl9pPr marL="3656769" algn="l" defTabSz="91419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4.jpe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5.png"/><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66" name="Rectangle: Rounded Corners 58">
            <a:extLst>
              <a:ext uri="{FF2B5EF4-FFF2-40B4-BE49-F238E27FC236}">
                <a16:creationId xmlns:a16="http://schemas.microsoft.com/office/drawing/2014/main" id="{6AA24DE7-C336-4994-8C52-D9B3F3D0FA4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983" y="635540"/>
            <a:ext cx="7952362" cy="3509245"/>
          </a:xfrm>
          <a:prstGeom prst="roundRect">
            <a:avLst>
              <a:gd name="adj" fmla="val 156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bwMode="ltGray">
          <a:xfrm>
            <a:off x="6858000" y="3810000"/>
            <a:ext cx="2190957" cy="546762"/>
          </a:xfrm>
          <a:prstGeom prst="rect">
            <a:avLst/>
          </a:prstGeom>
          <a:solidFill>
            <a:srgbClr val="914938"/>
          </a:solidFill>
          <a:ln>
            <a:solidFill>
              <a:srgbClr val="914938"/>
            </a:solidFill>
          </a:ln>
        </p:spPr>
        <p:txBody>
          <a:bodyPr vert="horz" lIns="91440" tIns="45720" rIns="91440" bIns="45720" rtlCol="0" anchor="ctr" anchorCtr="0">
            <a:normAutofit fontScale="55000" lnSpcReduction="20000"/>
          </a:bodyPr>
          <a:lstStyle/>
          <a:p>
            <a:pPr algn="ctr" defTabSz="914400">
              <a:lnSpc>
                <a:spcPct val="90000"/>
              </a:lnSpc>
              <a:spcBef>
                <a:spcPct val="0"/>
              </a:spcBef>
              <a:spcAft>
                <a:spcPts val="800"/>
              </a:spcAft>
            </a:pPr>
            <a:r>
              <a:rPr lang="en-US" sz="2000" b="1" kern="1200" dirty="0" smtClean="0">
                <a:solidFill>
                  <a:srgbClr val="FFFFFF"/>
                </a:solidFill>
                <a:effectLst>
                  <a:outerShdw blurRad="38100" dist="38100" dir="2700000" algn="tl">
                    <a:srgbClr val="000000">
                      <a:alpha val="43137"/>
                    </a:srgbClr>
                  </a:outerShdw>
                </a:effectLst>
                <a:latin typeface="+mj-lt"/>
                <a:ea typeface="+mj-ea"/>
                <a:cs typeface="+mj-cs"/>
              </a:rPr>
              <a:t>February  22</a:t>
            </a:r>
            <a:r>
              <a:rPr lang="en-US" sz="2000" b="1" kern="1200" baseline="30000" dirty="0" smtClean="0">
                <a:solidFill>
                  <a:srgbClr val="FFFFFF"/>
                </a:solidFill>
                <a:effectLst>
                  <a:outerShdw blurRad="38100" dist="38100" dir="2700000" algn="tl">
                    <a:srgbClr val="000000">
                      <a:alpha val="43137"/>
                    </a:srgbClr>
                  </a:outerShdw>
                </a:effectLst>
                <a:latin typeface="+mj-lt"/>
                <a:ea typeface="+mj-ea"/>
                <a:cs typeface="+mj-cs"/>
              </a:rPr>
              <a:t>nd</a:t>
            </a:r>
            <a:r>
              <a:rPr lang="en-US" sz="2000" b="1" kern="1200" dirty="0" smtClean="0">
                <a:solidFill>
                  <a:srgbClr val="FFFFFF"/>
                </a:solidFill>
                <a:effectLst>
                  <a:outerShdw blurRad="38100" dist="38100" dir="2700000" algn="tl">
                    <a:srgbClr val="000000">
                      <a:alpha val="43137"/>
                    </a:srgbClr>
                  </a:outerShdw>
                </a:effectLst>
                <a:latin typeface="+mj-lt"/>
                <a:ea typeface="+mj-ea"/>
                <a:cs typeface="+mj-cs"/>
              </a:rPr>
              <a:t>, 2019</a:t>
            </a:r>
          </a:p>
          <a:p>
            <a:pPr algn="ctr" defTabSz="914400">
              <a:lnSpc>
                <a:spcPct val="90000"/>
              </a:lnSpc>
              <a:spcBef>
                <a:spcPct val="0"/>
              </a:spcBef>
              <a:spcAft>
                <a:spcPts val="800"/>
              </a:spcAft>
            </a:pPr>
            <a:r>
              <a:rPr lang="en-US" sz="2000" b="1" dirty="0" smtClean="0">
                <a:solidFill>
                  <a:srgbClr val="FFFFFF"/>
                </a:solidFill>
                <a:effectLst>
                  <a:outerShdw blurRad="38100" dist="38100" dir="2700000" algn="tl">
                    <a:srgbClr val="000000">
                      <a:alpha val="43137"/>
                    </a:srgbClr>
                  </a:outerShdw>
                </a:effectLst>
                <a:latin typeface="+mj-lt"/>
                <a:ea typeface="+mj-ea"/>
                <a:cs typeface="+mj-cs"/>
              </a:rPr>
              <a:t>Presented By: Dhananjay Kumar</a:t>
            </a:r>
            <a:endParaRPr lang="en-US" sz="2000" b="1" kern="1200" dirty="0">
              <a:solidFill>
                <a:srgbClr val="FFFFFF"/>
              </a:solidFill>
              <a:effectLst>
                <a:outerShdw blurRad="38100" dist="38100" dir="2700000" algn="tl">
                  <a:srgbClr val="000000">
                    <a:alpha val="43137"/>
                  </a:srgbClr>
                </a:outerShdw>
              </a:effectLst>
              <a:latin typeface="+mj-lt"/>
              <a:ea typeface="+mj-ea"/>
              <a:cs typeface="+mj-cs"/>
            </a:endParaRPr>
          </a:p>
        </p:txBody>
      </p:sp>
      <p:pic>
        <p:nvPicPr>
          <p:cNvPr id="15" name="Picture 4" descr="http://www.medianama.com/wp-content/uploads/HCL-Logo-Blue-cop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200" y="4169400"/>
            <a:ext cx="1289415" cy="36576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mage result for software estimation ima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6164" y="1219200"/>
            <a:ext cx="3413056" cy="2650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7205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Agenda</a:t>
            </a:r>
          </a:p>
        </p:txBody>
      </p:sp>
      <p:graphicFrame>
        <p:nvGraphicFramePr>
          <p:cNvPr id="2" name="Diagram 1"/>
          <p:cNvGraphicFramePr/>
          <p:nvPr>
            <p:extLst>
              <p:ext uri="{D42A27DB-BD31-4B8C-83A1-F6EECF244321}">
                <p14:modId xmlns:p14="http://schemas.microsoft.com/office/powerpoint/2010/main" val="2755485620"/>
              </p:ext>
            </p:extLst>
          </p:nvPr>
        </p:nvGraphicFramePr>
        <p:xfrm>
          <a:off x="381000" y="457200"/>
          <a:ext cx="8305800" cy="3733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15529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en-US" dirty="0" smtClean="0"/>
              <a:t>Software Estimation Definition &amp; Principles</a:t>
            </a:r>
            <a:endParaRPr lang="en-US" dirty="0"/>
          </a:p>
        </p:txBody>
      </p:sp>
      <p:sp>
        <p:nvSpPr>
          <p:cNvPr id="11" name="TextBox 10"/>
          <p:cNvSpPr txBox="1"/>
          <p:nvPr/>
        </p:nvSpPr>
        <p:spPr bwMode="ltGray">
          <a:xfrm>
            <a:off x="76200" y="356646"/>
            <a:ext cx="8991600" cy="56337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lIns="91419" tIns="45710" rIns="91419" bIns="45710" rtlCol="0" anchor="t" anchorCtr="0">
            <a:noAutofit/>
          </a:bodyPr>
          <a:lstStyle/>
          <a:p>
            <a:pPr>
              <a:lnSpc>
                <a:spcPct val="90000"/>
              </a:lnSpc>
              <a:spcBef>
                <a:spcPts val="0"/>
              </a:spcBef>
              <a:spcAft>
                <a:spcPts val="800"/>
              </a:spcAft>
            </a:pPr>
            <a:r>
              <a:rPr lang="en-US" sz="1800" dirty="0">
                <a:solidFill>
                  <a:schemeClr val="bg2">
                    <a:lumMod val="50000"/>
                  </a:schemeClr>
                </a:solidFill>
                <a:latin typeface="Calibri" pitchFamily="34" charset="0"/>
              </a:rPr>
              <a:t>Estimation is the process of finding an estimate, or approximation, which is a value that can be used for some </a:t>
            </a:r>
            <a:r>
              <a:rPr lang="en-US" sz="1800" dirty="0" smtClean="0">
                <a:solidFill>
                  <a:schemeClr val="bg2">
                    <a:lumMod val="50000"/>
                  </a:schemeClr>
                </a:solidFill>
                <a:latin typeface="Calibri" pitchFamily="34" charset="0"/>
              </a:rPr>
              <a:t>purpose </a:t>
            </a:r>
            <a:r>
              <a:rPr lang="en-US" sz="1800" dirty="0">
                <a:solidFill>
                  <a:schemeClr val="bg2">
                    <a:lumMod val="50000"/>
                  </a:schemeClr>
                </a:solidFill>
                <a:latin typeface="Calibri" pitchFamily="34" charset="0"/>
              </a:rPr>
              <a:t>even if input data may be incomplete, uncertain, or unstable</a:t>
            </a:r>
            <a:r>
              <a:rPr lang="en-US" sz="1800" dirty="0" smtClean="0">
                <a:solidFill>
                  <a:schemeClr val="bg2">
                    <a:lumMod val="50000"/>
                  </a:schemeClr>
                </a:solidFill>
                <a:latin typeface="Calibri" pitchFamily="34" charset="0"/>
              </a:rPr>
              <a:t>. </a:t>
            </a:r>
            <a:endParaRPr lang="en-US" sz="1800" dirty="0">
              <a:solidFill>
                <a:schemeClr val="bg2">
                  <a:lumMod val="50000"/>
                </a:schemeClr>
              </a:solidFill>
              <a:latin typeface="Calibri" pitchFamily="34" charset="0"/>
            </a:endParaRPr>
          </a:p>
        </p:txBody>
      </p:sp>
      <p:sp>
        <p:nvSpPr>
          <p:cNvPr id="14" name="TextBox 13"/>
          <p:cNvSpPr txBox="1"/>
          <p:nvPr/>
        </p:nvSpPr>
        <p:spPr bwMode="ltGray">
          <a:xfrm>
            <a:off x="2510900" y="1223902"/>
            <a:ext cx="3048000" cy="98589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lIns="91419" tIns="45710" rIns="91419" bIns="45710" rtlCol="0" anchor="t" anchorCtr="0">
            <a:noAutofit/>
          </a:bodyPr>
          <a:lstStyle/>
          <a:p>
            <a:pPr marL="171450" indent="-171450">
              <a:buFont typeface="Wingdings" panose="05000000000000000000" pitchFamily="2" charset="2"/>
              <a:buChar char="Ø"/>
            </a:pPr>
            <a:r>
              <a:rPr lang="en-US" sz="1200" dirty="0" smtClean="0">
                <a:solidFill>
                  <a:schemeClr val="bg2">
                    <a:lumMod val="50000"/>
                  </a:schemeClr>
                </a:solidFill>
                <a:latin typeface="Calibri" pitchFamily="34" charset="0"/>
              </a:rPr>
              <a:t>Past </a:t>
            </a:r>
            <a:r>
              <a:rPr lang="en-US" sz="1200" dirty="0">
                <a:solidFill>
                  <a:schemeClr val="bg2">
                    <a:lumMod val="50000"/>
                  </a:schemeClr>
                </a:solidFill>
                <a:latin typeface="Calibri" pitchFamily="34" charset="0"/>
              </a:rPr>
              <a:t>Data/Past Experience</a:t>
            </a:r>
          </a:p>
          <a:p>
            <a:pPr marL="171450" indent="-171450">
              <a:buFont typeface="Wingdings" panose="05000000000000000000" pitchFamily="2" charset="2"/>
              <a:buChar char="Ø"/>
            </a:pPr>
            <a:r>
              <a:rPr lang="en-US" sz="1200" dirty="0">
                <a:solidFill>
                  <a:schemeClr val="bg2">
                    <a:lumMod val="50000"/>
                  </a:schemeClr>
                </a:solidFill>
                <a:latin typeface="Calibri" pitchFamily="34" charset="0"/>
              </a:rPr>
              <a:t>Available Documents/Knowledge</a:t>
            </a:r>
          </a:p>
          <a:p>
            <a:pPr marL="171450" indent="-171450">
              <a:buFont typeface="Wingdings" panose="05000000000000000000" pitchFamily="2" charset="2"/>
              <a:buChar char="Ø"/>
            </a:pPr>
            <a:r>
              <a:rPr lang="en-US" sz="1200" dirty="0">
                <a:solidFill>
                  <a:schemeClr val="bg2">
                    <a:lumMod val="50000"/>
                  </a:schemeClr>
                </a:solidFill>
                <a:latin typeface="Calibri" pitchFamily="34" charset="0"/>
              </a:rPr>
              <a:t>Assumptions</a:t>
            </a:r>
          </a:p>
          <a:p>
            <a:pPr marL="171450" indent="-171450">
              <a:buFont typeface="Wingdings" panose="05000000000000000000" pitchFamily="2" charset="2"/>
              <a:buChar char="Ø"/>
            </a:pPr>
            <a:r>
              <a:rPr lang="en-US" sz="1200" dirty="0">
                <a:solidFill>
                  <a:schemeClr val="bg2">
                    <a:lumMod val="50000"/>
                  </a:schemeClr>
                </a:solidFill>
                <a:latin typeface="Calibri" pitchFamily="34" charset="0"/>
              </a:rPr>
              <a:t>Identified </a:t>
            </a:r>
            <a:r>
              <a:rPr lang="en-US" sz="1200" dirty="0" smtClean="0">
                <a:solidFill>
                  <a:schemeClr val="bg2">
                    <a:lumMod val="50000"/>
                  </a:schemeClr>
                </a:solidFill>
                <a:latin typeface="Calibri" pitchFamily="34" charset="0"/>
              </a:rPr>
              <a:t>Risks</a:t>
            </a:r>
            <a:endParaRPr lang="en-US" sz="1200" dirty="0">
              <a:solidFill>
                <a:schemeClr val="bg2">
                  <a:lumMod val="50000"/>
                </a:schemeClr>
              </a:solidFill>
              <a:latin typeface="Calibri" pitchFamily="34" charset="0"/>
            </a:endParaRPr>
          </a:p>
        </p:txBody>
      </p:sp>
      <p:pic>
        <p:nvPicPr>
          <p:cNvPr id="1026" name="Picture 2" descr="Image result for software estimation im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020" y="2590800"/>
            <a:ext cx="2173380" cy="1600200"/>
          </a:xfrm>
          <a:prstGeom prst="rect">
            <a:avLst/>
          </a:prstGeom>
          <a:noFill/>
          <a:extLst>
            <a:ext uri="{909E8E84-426E-40DD-AFC4-6F175D3DCCD1}">
              <a14:hiddenFill xmlns:a14="http://schemas.microsoft.com/office/drawing/2010/main">
                <a:solidFill>
                  <a:srgbClr val="FFFFFF"/>
                </a:solidFill>
              </a14:hiddenFill>
            </a:ext>
          </a:extLst>
        </p:spPr>
      </p:pic>
      <p:sp>
        <p:nvSpPr>
          <p:cNvPr id="4" name="Cloud Callout 3"/>
          <p:cNvSpPr/>
          <p:nvPr/>
        </p:nvSpPr>
        <p:spPr bwMode="auto">
          <a:xfrm>
            <a:off x="132024" y="996218"/>
            <a:ext cx="2306376" cy="1518382"/>
          </a:xfrm>
          <a:prstGeom prst="cloudCallou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algn="ctr">
              <a:lnSpc>
                <a:spcPct val="90000"/>
              </a:lnSpc>
              <a:spcBef>
                <a:spcPts val="0"/>
              </a:spcBef>
              <a:spcAft>
                <a:spcPts val="800"/>
              </a:spcAft>
            </a:pPr>
            <a:r>
              <a:rPr lang="en-US" sz="1200" dirty="0">
                <a:solidFill>
                  <a:schemeClr val="tx1"/>
                </a:solidFill>
                <a:latin typeface="Calibri" pitchFamily="34" charset="0"/>
              </a:rPr>
              <a:t>Estimation determines </a:t>
            </a:r>
            <a:r>
              <a:rPr lang="en-US" sz="1200" b="1" dirty="0">
                <a:solidFill>
                  <a:schemeClr val="tx1"/>
                </a:solidFill>
                <a:latin typeface="Calibri" pitchFamily="34" charset="0"/>
              </a:rPr>
              <a:t>how much money, effort, resources, and time </a:t>
            </a:r>
            <a:r>
              <a:rPr lang="en-US" sz="1200" dirty="0">
                <a:solidFill>
                  <a:schemeClr val="tx1"/>
                </a:solidFill>
                <a:latin typeface="Calibri" pitchFamily="34" charset="0"/>
              </a:rPr>
              <a:t>it will take to build a specific system or product</a:t>
            </a:r>
          </a:p>
        </p:txBody>
      </p:sp>
      <p:sp>
        <p:nvSpPr>
          <p:cNvPr id="17" name="TextBox 16"/>
          <p:cNvSpPr txBox="1"/>
          <p:nvPr/>
        </p:nvSpPr>
        <p:spPr bwMode="ltGray">
          <a:xfrm>
            <a:off x="5619563" y="1206180"/>
            <a:ext cx="3429000" cy="10036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91419" tIns="45710" rIns="91419" bIns="45710" rtlCol="0" anchor="t" anchorCtr="0">
            <a:noAutofit/>
          </a:bodyPr>
          <a:lstStyle/>
          <a:p>
            <a:pPr marL="171450" indent="-171450">
              <a:buFont typeface="Wingdings" panose="05000000000000000000" pitchFamily="2" charset="2"/>
              <a:buChar char="Ø"/>
            </a:pPr>
            <a:r>
              <a:rPr lang="en-US" sz="1200" dirty="0" smtClean="0">
                <a:solidFill>
                  <a:schemeClr val="bg2">
                    <a:lumMod val="50000"/>
                  </a:schemeClr>
                </a:solidFill>
                <a:latin typeface="Calibri" pitchFamily="34" charset="0"/>
              </a:rPr>
              <a:t>Estimate </a:t>
            </a:r>
            <a:r>
              <a:rPr lang="en-US" sz="1200" dirty="0">
                <a:solidFill>
                  <a:schemeClr val="bg2">
                    <a:lumMod val="50000"/>
                  </a:schemeClr>
                </a:solidFill>
                <a:latin typeface="Calibri" pitchFamily="34" charset="0"/>
              </a:rPr>
              <a:t>the </a:t>
            </a:r>
            <a:r>
              <a:rPr lang="en-US" sz="1200" b="1" dirty="0">
                <a:solidFill>
                  <a:schemeClr val="bg2">
                    <a:lumMod val="50000"/>
                  </a:schemeClr>
                </a:solidFill>
                <a:latin typeface="Calibri" pitchFamily="34" charset="0"/>
              </a:rPr>
              <a:t>size</a:t>
            </a:r>
            <a:r>
              <a:rPr lang="en-US" sz="1200" dirty="0">
                <a:solidFill>
                  <a:schemeClr val="bg2">
                    <a:lumMod val="50000"/>
                  </a:schemeClr>
                </a:solidFill>
                <a:latin typeface="Calibri" pitchFamily="34" charset="0"/>
              </a:rPr>
              <a:t> of the development product</a:t>
            </a:r>
            <a:r>
              <a:rPr lang="en-US" sz="1200" dirty="0" smtClean="0">
                <a:solidFill>
                  <a:schemeClr val="bg2">
                    <a:lumMod val="50000"/>
                  </a:schemeClr>
                </a:solidFill>
                <a:latin typeface="Calibri" pitchFamily="34" charset="0"/>
              </a:rPr>
              <a:t>.</a:t>
            </a:r>
            <a:endParaRPr lang="en-US" sz="1200" dirty="0">
              <a:solidFill>
                <a:schemeClr val="bg2">
                  <a:lumMod val="50000"/>
                </a:schemeClr>
              </a:solidFill>
              <a:latin typeface="Calibri" pitchFamily="34" charset="0"/>
            </a:endParaRPr>
          </a:p>
          <a:p>
            <a:pPr marL="171450" indent="-171450">
              <a:buFont typeface="Wingdings" panose="05000000000000000000" pitchFamily="2" charset="2"/>
              <a:buChar char="Ø"/>
            </a:pPr>
            <a:r>
              <a:rPr lang="en-US" sz="1200" dirty="0">
                <a:solidFill>
                  <a:schemeClr val="bg2">
                    <a:lumMod val="50000"/>
                  </a:schemeClr>
                </a:solidFill>
                <a:latin typeface="Calibri" pitchFamily="34" charset="0"/>
              </a:rPr>
              <a:t>Estimate the effort in </a:t>
            </a:r>
            <a:r>
              <a:rPr lang="en-US" sz="1200" b="1" dirty="0">
                <a:solidFill>
                  <a:schemeClr val="bg2">
                    <a:lumMod val="50000"/>
                  </a:schemeClr>
                </a:solidFill>
                <a:latin typeface="Calibri" pitchFamily="34" charset="0"/>
              </a:rPr>
              <a:t>person-months</a:t>
            </a:r>
            <a:r>
              <a:rPr lang="en-US" sz="1200" dirty="0">
                <a:solidFill>
                  <a:schemeClr val="bg2">
                    <a:lumMod val="50000"/>
                  </a:schemeClr>
                </a:solidFill>
                <a:latin typeface="Calibri" pitchFamily="34" charset="0"/>
              </a:rPr>
              <a:t> or </a:t>
            </a:r>
            <a:r>
              <a:rPr lang="en-US" sz="1200" b="1" dirty="0">
                <a:solidFill>
                  <a:schemeClr val="bg2">
                    <a:lumMod val="50000"/>
                  </a:schemeClr>
                </a:solidFill>
                <a:latin typeface="Calibri" pitchFamily="34" charset="0"/>
              </a:rPr>
              <a:t>person-hours</a:t>
            </a:r>
            <a:r>
              <a:rPr lang="en-US" sz="1200" dirty="0" smtClean="0">
                <a:solidFill>
                  <a:schemeClr val="bg2">
                    <a:lumMod val="50000"/>
                  </a:schemeClr>
                </a:solidFill>
                <a:latin typeface="Calibri" pitchFamily="34" charset="0"/>
              </a:rPr>
              <a:t>.</a:t>
            </a:r>
            <a:endParaRPr lang="en-US" sz="1200" dirty="0">
              <a:solidFill>
                <a:schemeClr val="bg2">
                  <a:lumMod val="50000"/>
                </a:schemeClr>
              </a:solidFill>
              <a:latin typeface="Calibri" pitchFamily="34" charset="0"/>
            </a:endParaRPr>
          </a:p>
          <a:p>
            <a:pPr marL="171450" indent="-171450">
              <a:buFont typeface="Wingdings" panose="05000000000000000000" pitchFamily="2" charset="2"/>
              <a:buChar char="Ø"/>
            </a:pPr>
            <a:r>
              <a:rPr lang="en-US" sz="1200" dirty="0">
                <a:solidFill>
                  <a:schemeClr val="bg2">
                    <a:lumMod val="50000"/>
                  </a:schemeClr>
                </a:solidFill>
                <a:latin typeface="Calibri" pitchFamily="34" charset="0"/>
              </a:rPr>
              <a:t>Estimate the schedule in </a:t>
            </a:r>
            <a:r>
              <a:rPr lang="en-US" sz="1200" b="1" dirty="0">
                <a:solidFill>
                  <a:schemeClr val="bg2">
                    <a:lumMod val="50000"/>
                  </a:schemeClr>
                </a:solidFill>
                <a:latin typeface="Calibri" pitchFamily="34" charset="0"/>
              </a:rPr>
              <a:t>calendar months</a:t>
            </a:r>
            <a:r>
              <a:rPr lang="en-US" sz="1200" dirty="0">
                <a:solidFill>
                  <a:schemeClr val="bg2">
                    <a:lumMod val="50000"/>
                  </a:schemeClr>
                </a:solidFill>
                <a:latin typeface="Calibri" pitchFamily="34" charset="0"/>
              </a:rPr>
              <a:t>.</a:t>
            </a:r>
          </a:p>
          <a:p>
            <a:pPr marL="171450" indent="-171450">
              <a:buFont typeface="Wingdings" panose="05000000000000000000" pitchFamily="2" charset="2"/>
              <a:buChar char="Ø"/>
            </a:pPr>
            <a:r>
              <a:rPr lang="en-US" sz="1200" dirty="0">
                <a:solidFill>
                  <a:schemeClr val="bg2">
                    <a:lumMod val="50000"/>
                  </a:schemeClr>
                </a:solidFill>
                <a:latin typeface="Calibri" pitchFamily="34" charset="0"/>
              </a:rPr>
              <a:t>Estimate the project </a:t>
            </a:r>
            <a:r>
              <a:rPr lang="en-US" sz="1200" b="1" dirty="0">
                <a:solidFill>
                  <a:schemeClr val="bg2">
                    <a:lumMod val="50000"/>
                  </a:schemeClr>
                </a:solidFill>
                <a:latin typeface="Calibri" pitchFamily="34" charset="0"/>
              </a:rPr>
              <a:t>cost in agreed </a:t>
            </a:r>
            <a:r>
              <a:rPr lang="en-US" sz="1200" b="1" dirty="0" smtClean="0">
                <a:solidFill>
                  <a:schemeClr val="bg2">
                    <a:lumMod val="50000"/>
                  </a:schemeClr>
                </a:solidFill>
                <a:latin typeface="Calibri" pitchFamily="34" charset="0"/>
              </a:rPr>
              <a:t>currency</a:t>
            </a:r>
            <a:endParaRPr lang="en-US" sz="1200" b="1" dirty="0">
              <a:solidFill>
                <a:schemeClr val="bg2">
                  <a:lumMod val="50000"/>
                </a:schemeClr>
              </a:solidFill>
              <a:latin typeface="Calibri" pitchFamily="34" charset="0"/>
            </a:endParaRPr>
          </a:p>
        </p:txBody>
      </p:sp>
      <p:sp>
        <p:nvSpPr>
          <p:cNvPr id="18" name="TextBox 17"/>
          <p:cNvSpPr txBox="1"/>
          <p:nvPr/>
        </p:nvSpPr>
        <p:spPr bwMode="ltGray">
          <a:xfrm>
            <a:off x="2514600" y="2536006"/>
            <a:ext cx="6553200" cy="170978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lIns="91419" tIns="45710" rIns="91419" bIns="45710" rtlCol="0" anchor="t" anchorCtr="0">
            <a:noAutofit/>
          </a:bodyPr>
          <a:lstStyle/>
          <a:p>
            <a:pPr marL="171450" indent="-171450">
              <a:buFont typeface="Wingdings" panose="05000000000000000000" pitchFamily="2" charset="2"/>
              <a:buChar char="Ø"/>
            </a:pPr>
            <a:r>
              <a:rPr lang="en-US" sz="1200" dirty="0" smtClean="0">
                <a:solidFill>
                  <a:schemeClr val="bg2">
                    <a:lumMod val="50000"/>
                  </a:schemeClr>
                </a:solidFill>
                <a:latin typeface="Calibri" pitchFamily="34" charset="0"/>
              </a:rPr>
              <a:t>Estimation need not be one time task and can be done </a:t>
            </a:r>
            <a:r>
              <a:rPr lang="en-US" sz="1200" dirty="0">
                <a:solidFill>
                  <a:schemeClr val="bg2">
                    <a:lumMod val="50000"/>
                  </a:schemeClr>
                </a:solidFill>
                <a:latin typeface="Calibri" pitchFamily="34" charset="0"/>
              </a:rPr>
              <a:t>during </a:t>
            </a:r>
            <a:r>
              <a:rPr lang="en-US" sz="1200" b="1" dirty="0">
                <a:solidFill>
                  <a:schemeClr val="bg2">
                    <a:lumMod val="50000"/>
                  </a:schemeClr>
                </a:solidFill>
                <a:latin typeface="Calibri" pitchFamily="34" charset="0"/>
              </a:rPr>
              <a:t>Acquiring, Planning </a:t>
            </a:r>
            <a:r>
              <a:rPr lang="en-US" sz="1200" b="1" dirty="0" smtClean="0">
                <a:solidFill>
                  <a:schemeClr val="bg2">
                    <a:lumMod val="50000"/>
                  </a:schemeClr>
                </a:solidFill>
                <a:latin typeface="Calibri" pitchFamily="34" charset="0"/>
              </a:rPr>
              <a:t>and Execution</a:t>
            </a:r>
            <a:r>
              <a:rPr lang="en-US" sz="1200" dirty="0">
                <a:solidFill>
                  <a:schemeClr val="bg2">
                    <a:lumMod val="50000"/>
                  </a:schemeClr>
                </a:solidFill>
                <a:latin typeface="Calibri" pitchFamily="34" charset="0"/>
              </a:rPr>
              <a:t> of </a:t>
            </a:r>
            <a:r>
              <a:rPr lang="en-US" sz="1200" dirty="0" smtClean="0">
                <a:solidFill>
                  <a:schemeClr val="bg2">
                    <a:lumMod val="50000"/>
                  </a:schemeClr>
                </a:solidFill>
                <a:latin typeface="Calibri" pitchFamily="34" charset="0"/>
              </a:rPr>
              <a:t>project</a:t>
            </a:r>
            <a:endParaRPr lang="en-US" sz="1200" dirty="0">
              <a:solidFill>
                <a:schemeClr val="bg2">
                  <a:lumMod val="50000"/>
                </a:schemeClr>
              </a:solidFill>
              <a:latin typeface="Calibri" pitchFamily="34" charset="0"/>
            </a:endParaRPr>
          </a:p>
          <a:p>
            <a:pPr marL="171450" indent="-171450">
              <a:buFont typeface="Wingdings" panose="05000000000000000000" pitchFamily="2" charset="2"/>
              <a:buChar char="Ø"/>
            </a:pPr>
            <a:r>
              <a:rPr lang="en-US" sz="1200" b="1" dirty="0">
                <a:solidFill>
                  <a:schemeClr val="bg2">
                    <a:lumMod val="50000"/>
                  </a:schemeClr>
                </a:solidFill>
                <a:latin typeface="Calibri" pitchFamily="34" charset="0"/>
              </a:rPr>
              <a:t>Project scope</a:t>
            </a:r>
            <a:r>
              <a:rPr lang="en-US" sz="1200" dirty="0">
                <a:solidFill>
                  <a:schemeClr val="bg2">
                    <a:lumMod val="50000"/>
                  </a:schemeClr>
                </a:solidFill>
                <a:latin typeface="Calibri" pitchFamily="34" charset="0"/>
              </a:rPr>
              <a:t> must be understood before the estimation process </a:t>
            </a:r>
            <a:r>
              <a:rPr lang="en-US" sz="1200" dirty="0" smtClean="0">
                <a:solidFill>
                  <a:schemeClr val="bg2">
                    <a:lumMod val="50000"/>
                  </a:schemeClr>
                </a:solidFill>
                <a:latin typeface="Calibri" pitchFamily="34" charset="0"/>
              </a:rPr>
              <a:t>begins</a:t>
            </a:r>
            <a:endParaRPr lang="en-US" sz="1200" dirty="0">
              <a:solidFill>
                <a:schemeClr val="bg2">
                  <a:lumMod val="50000"/>
                </a:schemeClr>
              </a:solidFill>
              <a:latin typeface="Calibri" pitchFamily="34" charset="0"/>
            </a:endParaRPr>
          </a:p>
          <a:p>
            <a:pPr marL="171450" indent="-171450">
              <a:buFont typeface="Wingdings" panose="05000000000000000000" pitchFamily="2" charset="2"/>
              <a:buChar char="Ø"/>
            </a:pPr>
            <a:r>
              <a:rPr lang="en-US" sz="1200" b="1" dirty="0">
                <a:solidFill>
                  <a:schemeClr val="bg2">
                    <a:lumMod val="50000"/>
                  </a:schemeClr>
                </a:solidFill>
                <a:latin typeface="Calibri" pitchFamily="34" charset="0"/>
              </a:rPr>
              <a:t>Project metrics</a:t>
            </a:r>
            <a:r>
              <a:rPr lang="en-US" sz="1200" dirty="0">
                <a:solidFill>
                  <a:schemeClr val="bg2">
                    <a:lumMod val="50000"/>
                  </a:schemeClr>
                </a:solidFill>
                <a:latin typeface="Calibri" pitchFamily="34" charset="0"/>
              </a:rPr>
              <a:t> can provide a historical perspective and valuable input for generation of quantitative estimates</a:t>
            </a:r>
          </a:p>
          <a:p>
            <a:pPr marL="171450" indent="-171450">
              <a:buFont typeface="Wingdings" panose="05000000000000000000" pitchFamily="2" charset="2"/>
              <a:buChar char="Ø"/>
            </a:pPr>
            <a:r>
              <a:rPr lang="en-US" sz="1200" dirty="0">
                <a:solidFill>
                  <a:schemeClr val="bg2">
                    <a:lumMod val="50000"/>
                  </a:schemeClr>
                </a:solidFill>
                <a:latin typeface="Calibri" pitchFamily="34" charset="0"/>
              </a:rPr>
              <a:t>Planning requires </a:t>
            </a:r>
            <a:r>
              <a:rPr lang="en-US" sz="1200" b="1" dirty="0">
                <a:solidFill>
                  <a:schemeClr val="bg2">
                    <a:lumMod val="50000"/>
                  </a:schemeClr>
                </a:solidFill>
                <a:latin typeface="Calibri" pitchFamily="34" charset="0"/>
              </a:rPr>
              <a:t>technical and management team</a:t>
            </a:r>
            <a:r>
              <a:rPr lang="en-US" sz="1200" dirty="0">
                <a:solidFill>
                  <a:schemeClr val="bg2">
                    <a:lumMod val="50000"/>
                  </a:schemeClr>
                </a:solidFill>
                <a:latin typeface="Calibri" pitchFamily="34" charset="0"/>
              </a:rPr>
              <a:t> to make an initial commitment as it leads to responsibility and accountability</a:t>
            </a:r>
          </a:p>
          <a:p>
            <a:pPr marL="171450" indent="-171450">
              <a:buFont typeface="Wingdings" panose="05000000000000000000" pitchFamily="2" charset="2"/>
              <a:buChar char="Ø"/>
            </a:pPr>
            <a:r>
              <a:rPr lang="en-US" sz="1200" dirty="0">
                <a:solidFill>
                  <a:schemeClr val="bg2">
                    <a:lumMod val="50000"/>
                  </a:schemeClr>
                </a:solidFill>
                <a:latin typeface="Calibri" pitchFamily="34" charset="0"/>
              </a:rPr>
              <a:t>Use at least </a:t>
            </a:r>
            <a:r>
              <a:rPr lang="en-US" sz="1200" b="1" dirty="0">
                <a:solidFill>
                  <a:schemeClr val="bg2">
                    <a:lumMod val="50000"/>
                  </a:schemeClr>
                </a:solidFill>
                <a:latin typeface="Calibri" pitchFamily="34" charset="0"/>
              </a:rPr>
              <a:t>two estimation techniques </a:t>
            </a:r>
            <a:r>
              <a:rPr lang="en-US" sz="1200" dirty="0">
                <a:solidFill>
                  <a:schemeClr val="bg2">
                    <a:lumMod val="50000"/>
                  </a:schemeClr>
                </a:solidFill>
                <a:latin typeface="Calibri" pitchFamily="34" charset="0"/>
              </a:rPr>
              <a:t>to arrive at best </a:t>
            </a:r>
            <a:r>
              <a:rPr lang="en-US" sz="1200" dirty="0" smtClean="0">
                <a:solidFill>
                  <a:schemeClr val="bg2">
                    <a:lumMod val="50000"/>
                  </a:schemeClr>
                </a:solidFill>
                <a:latin typeface="Calibri" pitchFamily="34" charset="0"/>
              </a:rPr>
              <a:t>estimate values</a:t>
            </a:r>
            <a:endParaRPr lang="en-US" sz="1200" dirty="0">
              <a:solidFill>
                <a:schemeClr val="bg2">
                  <a:lumMod val="50000"/>
                </a:schemeClr>
              </a:solidFill>
              <a:latin typeface="Calibri" pitchFamily="34" charset="0"/>
            </a:endParaRPr>
          </a:p>
          <a:p>
            <a:pPr marL="171450" indent="-171450">
              <a:buFont typeface="Wingdings" panose="05000000000000000000" pitchFamily="2" charset="2"/>
              <a:buChar char="Ø"/>
            </a:pPr>
            <a:r>
              <a:rPr lang="en-US" sz="1200" dirty="0">
                <a:solidFill>
                  <a:schemeClr val="bg2">
                    <a:lumMod val="50000"/>
                  </a:schemeClr>
                </a:solidFill>
                <a:latin typeface="Calibri" pitchFamily="34" charset="0"/>
              </a:rPr>
              <a:t>Plans should be </a:t>
            </a:r>
            <a:r>
              <a:rPr lang="en-US" sz="1200" b="1" dirty="0">
                <a:solidFill>
                  <a:schemeClr val="bg2">
                    <a:lumMod val="50000"/>
                  </a:schemeClr>
                </a:solidFill>
                <a:latin typeface="Calibri" pitchFamily="34" charset="0"/>
              </a:rPr>
              <a:t>iterative</a:t>
            </a:r>
            <a:r>
              <a:rPr lang="en-US" sz="1200" dirty="0">
                <a:solidFill>
                  <a:schemeClr val="bg2">
                    <a:lumMod val="50000"/>
                  </a:schemeClr>
                </a:solidFill>
                <a:latin typeface="Calibri" pitchFamily="34" charset="0"/>
              </a:rPr>
              <a:t> and </a:t>
            </a:r>
            <a:r>
              <a:rPr lang="en-US" sz="1200" b="1" dirty="0">
                <a:solidFill>
                  <a:schemeClr val="bg2">
                    <a:lumMod val="50000"/>
                  </a:schemeClr>
                </a:solidFill>
                <a:latin typeface="Calibri" pitchFamily="34" charset="0"/>
              </a:rPr>
              <a:t>allow adjustments </a:t>
            </a:r>
            <a:r>
              <a:rPr lang="en-US" sz="1200" dirty="0">
                <a:solidFill>
                  <a:schemeClr val="bg2">
                    <a:lumMod val="50000"/>
                  </a:schemeClr>
                </a:solidFill>
                <a:latin typeface="Calibri" pitchFamily="34" charset="0"/>
              </a:rPr>
              <a:t>as time passes</a:t>
            </a:r>
          </a:p>
        </p:txBody>
      </p:sp>
      <p:sp>
        <p:nvSpPr>
          <p:cNvPr id="20" name="Rounded Rectangle 19"/>
          <p:cNvSpPr/>
          <p:nvPr/>
        </p:nvSpPr>
        <p:spPr bwMode="auto">
          <a:xfrm>
            <a:off x="2514600" y="965230"/>
            <a:ext cx="3048000" cy="231980"/>
          </a:xfrm>
          <a:prstGeom prst="round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n-lt"/>
              </a:rPr>
              <a:t>Estimation Base Parameters</a:t>
            </a:r>
          </a:p>
        </p:txBody>
      </p:sp>
      <p:sp>
        <p:nvSpPr>
          <p:cNvPr id="21" name="Rounded Rectangle 20"/>
          <p:cNvSpPr/>
          <p:nvPr/>
        </p:nvSpPr>
        <p:spPr bwMode="auto">
          <a:xfrm>
            <a:off x="2514600" y="2285084"/>
            <a:ext cx="6553200" cy="228600"/>
          </a:xfrm>
          <a:prstGeom prst="round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r>
              <a:rPr lang="en-US" sz="1200" b="1" dirty="0">
                <a:solidFill>
                  <a:schemeClr val="tx1"/>
                </a:solidFill>
              </a:rPr>
              <a:t>Observations on Estimation</a:t>
            </a:r>
          </a:p>
        </p:txBody>
      </p:sp>
      <p:sp>
        <p:nvSpPr>
          <p:cNvPr id="22" name="Rounded Rectangle 21"/>
          <p:cNvSpPr/>
          <p:nvPr/>
        </p:nvSpPr>
        <p:spPr bwMode="auto">
          <a:xfrm>
            <a:off x="5631401" y="965230"/>
            <a:ext cx="3429001" cy="231980"/>
          </a:xfrm>
          <a:prstGeom prst="round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r>
              <a:rPr lang="en-US" sz="1200" b="1" dirty="0">
                <a:solidFill>
                  <a:schemeClr val="tx1"/>
                </a:solidFill>
              </a:rPr>
              <a:t>Estimation Basic Steps</a:t>
            </a:r>
          </a:p>
        </p:txBody>
      </p:sp>
    </p:spTree>
    <p:extLst>
      <p:ext uri="{BB962C8B-B14F-4D97-AF65-F5344CB8AC3E}">
        <p14:creationId xmlns:p14="http://schemas.microsoft.com/office/powerpoint/2010/main" val="301266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General Project </a:t>
            </a:r>
            <a:r>
              <a:rPr lang="en-US" dirty="0"/>
              <a:t>Estimation Approach</a:t>
            </a:r>
          </a:p>
        </p:txBody>
      </p:sp>
      <p:sp>
        <p:nvSpPr>
          <p:cNvPr id="2" name="Rectangle 1"/>
          <p:cNvSpPr/>
          <p:nvPr/>
        </p:nvSpPr>
        <p:spPr>
          <a:xfrm>
            <a:off x="169976" y="359799"/>
            <a:ext cx="8843818" cy="419807"/>
          </a:xfrm>
          <a:prstGeom prst="rect">
            <a:avLst/>
          </a:prstGeom>
          <a:ln>
            <a:solidFill>
              <a:schemeClr val="accent2">
                <a:lumMod val="75000"/>
              </a:schemeClr>
            </a:solidFill>
            <a:headEnd/>
            <a:tailEnd/>
          </a:ln>
        </p:spPr>
        <p:style>
          <a:lnRef idx="1">
            <a:schemeClr val="accent6"/>
          </a:lnRef>
          <a:fillRef idx="2">
            <a:schemeClr val="accent6"/>
          </a:fillRef>
          <a:effectRef idx="1">
            <a:schemeClr val="accent6"/>
          </a:effectRef>
          <a:fontRef idx="minor">
            <a:schemeClr val="dk1"/>
          </a:fontRef>
        </p:style>
        <p:txBody>
          <a:bodyPr wrap="square" lIns="91419" tIns="45710" rIns="91419" bIns="45710" rtlCol="0" anchor="t" anchorCtr="0">
            <a:noAutofit/>
          </a:bodyPr>
          <a:lstStyle/>
          <a:p>
            <a:pPr>
              <a:lnSpc>
                <a:spcPct val="90000"/>
              </a:lnSpc>
              <a:spcAft>
                <a:spcPts val="800"/>
              </a:spcAft>
            </a:pPr>
            <a:r>
              <a:rPr lang="en-US" sz="1200" b="1" dirty="0">
                <a:solidFill>
                  <a:schemeClr val="bg2">
                    <a:lumMod val="50000"/>
                  </a:schemeClr>
                </a:solidFill>
                <a:latin typeface="Calibri" pitchFamily="34" charset="0"/>
              </a:rPr>
              <a:t>Decomposition Technique</a:t>
            </a:r>
            <a:r>
              <a:rPr lang="en-US" sz="1200" dirty="0">
                <a:solidFill>
                  <a:schemeClr val="bg2">
                    <a:lumMod val="50000"/>
                  </a:schemeClr>
                </a:solidFill>
                <a:latin typeface="Calibri" pitchFamily="34" charset="0"/>
              </a:rPr>
              <a:t> is widely used General Project Estimation Approach where divide and conquer approach is used for Size, Effort and Cost estimation in a stepwise manner by breaking down a Project into major Functions or related Software Engineering Activities</a:t>
            </a:r>
            <a:r>
              <a:rPr lang="en-US" sz="1200" dirty="0" smtClean="0">
                <a:solidFill>
                  <a:schemeClr val="bg2">
                    <a:lumMod val="50000"/>
                  </a:schemeClr>
                </a:solidFill>
                <a:latin typeface="Calibri" pitchFamily="34" charset="0"/>
              </a:rPr>
              <a:t>.</a:t>
            </a:r>
            <a:endParaRPr lang="en-US" sz="1200" dirty="0">
              <a:solidFill>
                <a:schemeClr val="bg2">
                  <a:lumMod val="50000"/>
                </a:schemeClr>
              </a:solidFill>
              <a:latin typeface="Calibri" pitchFamily="34" charset="0"/>
            </a:endParaRPr>
          </a:p>
        </p:txBody>
      </p:sp>
      <p:graphicFrame>
        <p:nvGraphicFramePr>
          <p:cNvPr id="4" name="Diagram 3"/>
          <p:cNvGraphicFramePr/>
          <p:nvPr>
            <p:extLst>
              <p:ext uri="{D42A27DB-BD31-4B8C-83A1-F6EECF244321}">
                <p14:modId xmlns:p14="http://schemas.microsoft.com/office/powerpoint/2010/main" val="1410564791"/>
              </p:ext>
            </p:extLst>
          </p:nvPr>
        </p:nvGraphicFramePr>
        <p:xfrm>
          <a:off x="169976" y="990601"/>
          <a:ext cx="3944824" cy="3124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Rounded Rectangle 16"/>
          <p:cNvSpPr/>
          <p:nvPr/>
        </p:nvSpPr>
        <p:spPr bwMode="auto">
          <a:xfrm>
            <a:off x="2606040" y="846798"/>
            <a:ext cx="1341120" cy="1656896"/>
          </a:xfrm>
          <a:prstGeom prst="round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90000"/>
              </a:lnSpc>
              <a:spcBef>
                <a:spcPct val="0"/>
              </a:spcBef>
              <a:spcAft>
                <a:spcPct val="0"/>
              </a:spcAft>
              <a:buClrTx/>
              <a:buSzTx/>
              <a:buFontTx/>
              <a:buNone/>
              <a:tabLst/>
            </a:pPr>
            <a:r>
              <a:rPr kumimoji="0" lang="en-US" sz="1200" i="0" u="none" strike="noStrike" normalizeH="0" baseline="0" dirty="0" smtClean="0">
                <a:ln w="0"/>
                <a:solidFill>
                  <a:schemeClr val="tx1"/>
                </a:solidFill>
                <a:effectLst>
                  <a:outerShdw blurRad="38100" dist="19050" dir="2700000" algn="tl" rotWithShape="0">
                    <a:schemeClr val="dk1">
                      <a:alpha val="40000"/>
                    </a:schemeClr>
                  </a:outerShdw>
                </a:effectLst>
                <a:latin typeface="+mn-lt"/>
              </a:rPr>
              <a:t>Decomposition between Deliverables</a:t>
            </a:r>
            <a:r>
              <a:rPr kumimoji="0" lang="en-US" sz="1200" i="0" u="none" strike="noStrike" normalizeH="0" dirty="0" smtClean="0">
                <a:ln w="0"/>
                <a:solidFill>
                  <a:schemeClr val="tx1"/>
                </a:solidFill>
                <a:effectLst>
                  <a:outerShdw blurRad="38100" dist="19050" dir="2700000" algn="tl" rotWithShape="0">
                    <a:schemeClr val="dk1">
                      <a:alpha val="40000"/>
                    </a:schemeClr>
                  </a:outerShdw>
                </a:effectLst>
                <a:latin typeface="+mn-lt"/>
              </a:rPr>
              <a:t> and Work Package provides Output of Scope Management</a:t>
            </a:r>
            <a:r>
              <a:rPr kumimoji="0" lang="en-US" sz="1200" i="0" u="none" strike="noStrike" normalizeH="0" baseline="0" dirty="0" smtClean="0">
                <a:ln w="0"/>
                <a:solidFill>
                  <a:schemeClr val="tx1"/>
                </a:solidFill>
                <a:effectLst>
                  <a:outerShdw blurRad="38100" dist="19050" dir="2700000" algn="tl" rotWithShape="0">
                    <a:schemeClr val="dk1">
                      <a:alpha val="40000"/>
                    </a:schemeClr>
                  </a:outerShdw>
                </a:effectLst>
                <a:latin typeface="+mn-lt"/>
              </a:rPr>
              <a:t> </a:t>
            </a:r>
          </a:p>
        </p:txBody>
      </p:sp>
      <p:sp>
        <p:nvSpPr>
          <p:cNvPr id="18" name="Rounded Rectangle 17"/>
          <p:cNvSpPr/>
          <p:nvPr/>
        </p:nvSpPr>
        <p:spPr bwMode="auto">
          <a:xfrm>
            <a:off x="3982672" y="1641650"/>
            <a:ext cx="1304687" cy="1567877"/>
          </a:xfrm>
          <a:prstGeom prst="round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r>
              <a:rPr lang="en-US" sz="1200" dirty="0">
                <a:ln w="0"/>
                <a:solidFill>
                  <a:schemeClr val="tx1"/>
                </a:solidFill>
                <a:effectLst>
                  <a:outerShdw blurRad="38100" dist="19050" dir="2700000" algn="tl" rotWithShape="0">
                    <a:schemeClr val="dk1">
                      <a:alpha val="40000"/>
                    </a:schemeClr>
                  </a:outerShdw>
                </a:effectLst>
              </a:rPr>
              <a:t>Decomposition between Work Package and Activities provides Output of Time Management</a:t>
            </a:r>
          </a:p>
        </p:txBody>
      </p:sp>
      <p:sp>
        <p:nvSpPr>
          <p:cNvPr id="19" name="Bent-Up Arrow 18"/>
          <p:cNvSpPr/>
          <p:nvPr/>
        </p:nvSpPr>
        <p:spPr bwMode="auto">
          <a:xfrm>
            <a:off x="2743200" y="2503694"/>
            <a:ext cx="685800" cy="304800"/>
          </a:xfrm>
          <a:prstGeom prst="bentUpArrow">
            <a:avLst/>
          </a:prstGeom>
          <a:solidFill>
            <a:schemeClr val="accent1"/>
          </a:solidFill>
          <a:ln w="19050" cap="flat" cmpd="sng" algn="ctr">
            <a:solidFill>
              <a:schemeClr val="accent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mn-lt"/>
            </a:endParaRPr>
          </a:p>
        </p:txBody>
      </p:sp>
      <p:sp>
        <p:nvSpPr>
          <p:cNvPr id="20" name="Bent-Up Arrow 19"/>
          <p:cNvSpPr/>
          <p:nvPr/>
        </p:nvSpPr>
        <p:spPr bwMode="auto">
          <a:xfrm>
            <a:off x="3531394" y="3222046"/>
            <a:ext cx="964406" cy="283153"/>
          </a:xfrm>
          <a:prstGeom prst="bentUpArrow">
            <a:avLst/>
          </a:prstGeom>
          <a:solidFill>
            <a:schemeClr val="accent1"/>
          </a:solidFill>
          <a:ln w="19050" cap="flat" cmpd="sng" algn="ctr">
            <a:solidFill>
              <a:schemeClr val="accent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mn-lt"/>
            </a:endParaRPr>
          </a:p>
        </p:txBody>
      </p:sp>
      <p:sp>
        <p:nvSpPr>
          <p:cNvPr id="21" name="Rounded Rectangle 20"/>
          <p:cNvSpPr/>
          <p:nvPr/>
        </p:nvSpPr>
        <p:spPr bwMode="auto">
          <a:xfrm>
            <a:off x="5486400" y="842500"/>
            <a:ext cx="3527394" cy="224300"/>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0"/>
              </a:spcBef>
              <a:spcAft>
                <a:spcPct val="0"/>
              </a:spcAft>
              <a:buClrTx/>
              <a:buSzTx/>
              <a:buFontTx/>
              <a:buNone/>
              <a:tabLst/>
            </a:pPr>
            <a:r>
              <a:rPr lang="en-US" sz="1400" dirty="0" smtClean="0">
                <a:solidFill>
                  <a:schemeClr val="bg1"/>
                </a:solidFill>
              </a:rPr>
              <a:t>WBS (Work Breakdown Structure)</a:t>
            </a:r>
            <a:endParaRPr kumimoji="0" lang="en-US" sz="1400" i="0" u="none" strike="noStrike" cap="none" normalizeH="0" baseline="0" dirty="0" smtClean="0">
              <a:ln>
                <a:noFill/>
              </a:ln>
              <a:solidFill>
                <a:schemeClr val="bg1"/>
              </a:solidFill>
              <a:effectLst/>
            </a:endParaRPr>
          </a:p>
        </p:txBody>
      </p:sp>
      <p:cxnSp>
        <p:nvCxnSpPr>
          <p:cNvPr id="23" name="Straight Connector 22"/>
          <p:cNvCxnSpPr/>
          <p:nvPr/>
        </p:nvCxnSpPr>
        <p:spPr bwMode="auto">
          <a:xfrm>
            <a:off x="5410200" y="842500"/>
            <a:ext cx="72057" cy="3399657"/>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AutoShape 2" descr="Image result for decomposition techniques Vs Work Breakdown Structu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27" name="Picture 2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49897" y="1247163"/>
            <a:ext cx="3200400" cy="2133599"/>
          </a:xfrm>
          <a:prstGeom prst="rect">
            <a:avLst/>
          </a:prstGeom>
        </p:spPr>
      </p:pic>
      <p:sp>
        <p:nvSpPr>
          <p:cNvPr id="28" name="Rectangle 27"/>
          <p:cNvSpPr/>
          <p:nvPr/>
        </p:nvSpPr>
        <p:spPr>
          <a:xfrm>
            <a:off x="5577840" y="3399257"/>
            <a:ext cx="3462588" cy="639343"/>
          </a:xfrm>
          <a:prstGeom prst="rect">
            <a:avLst/>
          </a:prstGeom>
          <a:ln>
            <a:solidFill>
              <a:schemeClr val="accent2">
                <a:lumMod val="75000"/>
              </a:schemeClr>
            </a:solidFill>
            <a:headEnd/>
            <a:tailEnd/>
          </a:ln>
        </p:spPr>
        <p:style>
          <a:lnRef idx="1">
            <a:schemeClr val="accent6"/>
          </a:lnRef>
          <a:fillRef idx="2">
            <a:schemeClr val="accent6"/>
          </a:fillRef>
          <a:effectRef idx="1">
            <a:schemeClr val="accent6"/>
          </a:effectRef>
          <a:fontRef idx="minor">
            <a:schemeClr val="dk1"/>
          </a:fontRef>
        </p:style>
        <p:txBody>
          <a:bodyPr wrap="square" lIns="91419" tIns="45710" rIns="91419" bIns="45710" rtlCol="0" anchor="t" anchorCtr="0">
            <a:noAutofit/>
          </a:bodyPr>
          <a:lstStyle/>
          <a:p>
            <a:pPr>
              <a:lnSpc>
                <a:spcPct val="90000"/>
              </a:lnSpc>
              <a:spcAft>
                <a:spcPts val="800"/>
              </a:spcAft>
            </a:pPr>
            <a:r>
              <a:rPr lang="en-US" sz="1200" b="1" dirty="0" smtClean="0">
                <a:solidFill>
                  <a:schemeClr val="bg2">
                    <a:lumMod val="50000"/>
                  </a:schemeClr>
                </a:solidFill>
                <a:latin typeface="Calibri" pitchFamily="34" charset="0"/>
              </a:rPr>
              <a:t>WBS </a:t>
            </a:r>
            <a:r>
              <a:rPr lang="en-US" sz="1200" dirty="0" smtClean="0">
                <a:solidFill>
                  <a:schemeClr val="bg2">
                    <a:lumMod val="50000"/>
                  </a:schemeClr>
                </a:solidFill>
                <a:latin typeface="Calibri" pitchFamily="34" charset="0"/>
              </a:rPr>
              <a:t>is most common </a:t>
            </a:r>
            <a:r>
              <a:rPr lang="en-US" sz="1200" b="1" dirty="0" smtClean="0">
                <a:solidFill>
                  <a:schemeClr val="bg2">
                    <a:lumMod val="50000"/>
                  </a:schemeClr>
                </a:solidFill>
                <a:latin typeface="Calibri" pitchFamily="34" charset="0"/>
              </a:rPr>
              <a:t>Decomposition Technique. </a:t>
            </a:r>
            <a:r>
              <a:rPr lang="en-US" sz="1200" dirty="0" smtClean="0">
                <a:solidFill>
                  <a:schemeClr val="bg2">
                    <a:lumMod val="50000"/>
                  </a:schemeClr>
                </a:solidFill>
                <a:latin typeface="Calibri" pitchFamily="34" charset="0"/>
              </a:rPr>
              <a:t>It’s well suited for less complex and small to medium size projects.</a:t>
            </a:r>
            <a:endParaRPr lang="en-US" sz="1200" dirty="0">
              <a:solidFill>
                <a:schemeClr val="bg2">
                  <a:lumMod val="50000"/>
                </a:schemeClr>
              </a:solidFill>
              <a:latin typeface="Calibri" pitchFamily="34" charset="0"/>
            </a:endParaRPr>
          </a:p>
        </p:txBody>
      </p:sp>
    </p:spTree>
    <p:extLst>
      <p:ext uri="{BB962C8B-B14F-4D97-AF65-F5344CB8AC3E}">
        <p14:creationId xmlns:p14="http://schemas.microsoft.com/office/powerpoint/2010/main" val="7436313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en-US" dirty="0" smtClean="0"/>
              <a:t>Software Project Estimation </a:t>
            </a:r>
            <a:r>
              <a:rPr lang="en-US" dirty="0" smtClean="0"/>
              <a:t>Techniques – Function Points</a:t>
            </a:r>
            <a:endParaRPr lang="en-US" dirty="0"/>
          </a:p>
        </p:txBody>
      </p:sp>
      <p:sp>
        <p:nvSpPr>
          <p:cNvPr id="5" name="Rectangle 4"/>
          <p:cNvSpPr/>
          <p:nvPr/>
        </p:nvSpPr>
        <p:spPr>
          <a:xfrm>
            <a:off x="50572" y="359799"/>
            <a:ext cx="4898994" cy="935601"/>
          </a:xfrm>
          <a:prstGeom prst="rect">
            <a:avLst/>
          </a:prstGeom>
          <a:ln>
            <a:solidFill>
              <a:schemeClr val="accent2">
                <a:lumMod val="75000"/>
              </a:schemeClr>
            </a:solidFill>
            <a:headEnd/>
            <a:tailEnd/>
          </a:ln>
        </p:spPr>
        <p:style>
          <a:lnRef idx="1">
            <a:schemeClr val="accent6"/>
          </a:lnRef>
          <a:fillRef idx="2">
            <a:schemeClr val="accent6"/>
          </a:fillRef>
          <a:effectRef idx="1">
            <a:schemeClr val="accent6"/>
          </a:effectRef>
          <a:fontRef idx="minor">
            <a:schemeClr val="dk1"/>
          </a:fontRef>
        </p:style>
        <p:txBody>
          <a:bodyPr wrap="square" lIns="91419" tIns="45710" rIns="91419" bIns="45710" rtlCol="0" anchor="t" anchorCtr="0">
            <a:noAutofit/>
          </a:bodyPr>
          <a:lstStyle/>
          <a:p>
            <a:pPr algn="just"/>
            <a:r>
              <a:rPr lang="en-US" sz="1200" dirty="0">
                <a:solidFill>
                  <a:srgbClr val="9A918C">
                    <a:lumMod val="50000"/>
                  </a:srgbClr>
                </a:solidFill>
                <a:latin typeface="Calibri" pitchFamily="34" charset="0"/>
              </a:rPr>
              <a:t>A </a:t>
            </a:r>
            <a:r>
              <a:rPr lang="en-US" sz="1200" b="1" dirty="0">
                <a:solidFill>
                  <a:srgbClr val="9A918C">
                    <a:lumMod val="50000"/>
                  </a:srgbClr>
                </a:solidFill>
                <a:latin typeface="Calibri" pitchFamily="34" charset="0"/>
              </a:rPr>
              <a:t>Function Point (FP) </a:t>
            </a:r>
            <a:r>
              <a:rPr lang="en-US" sz="1200" dirty="0">
                <a:solidFill>
                  <a:srgbClr val="9A918C">
                    <a:lumMod val="50000"/>
                  </a:srgbClr>
                </a:solidFill>
                <a:latin typeface="Calibri" pitchFamily="34" charset="0"/>
              </a:rPr>
              <a:t>is a unit of measurement to express the amount of business functionality. Function Points measure software size. It has two components </a:t>
            </a:r>
            <a:r>
              <a:rPr lang="fr-FR" sz="1200" dirty="0">
                <a:solidFill>
                  <a:srgbClr val="9A918C">
                    <a:lumMod val="50000"/>
                  </a:srgbClr>
                </a:solidFill>
                <a:latin typeface="Calibri" pitchFamily="34" charset="0"/>
              </a:rPr>
              <a:t>Function Point Analysis (FPA) technique (quantifies functions) &amp; </a:t>
            </a:r>
            <a:r>
              <a:rPr lang="en-US" sz="1200" dirty="0">
                <a:solidFill>
                  <a:srgbClr val="9A918C">
                    <a:lumMod val="50000"/>
                  </a:srgbClr>
                </a:solidFill>
                <a:latin typeface="Calibri" pitchFamily="34" charset="0"/>
              </a:rPr>
              <a:t>Function Points (FP) Counting (governs standard set of rules</a:t>
            </a:r>
            <a:r>
              <a:rPr lang="en-US" sz="1200" dirty="0" smtClean="0">
                <a:solidFill>
                  <a:srgbClr val="9A918C">
                    <a:lumMod val="50000"/>
                  </a:srgbClr>
                </a:solidFill>
                <a:latin typeface="Calibri" pitchFamily="34" charset="0"/>
              </a:rPr>
              <a:t>). This estimation technique is suitable for Medium to Large projects.</a:t>
            </a:r>
            <a:endParaRPr lang="en-US" sz="1200" dirty="0">
              <a:solidFill>
                <a:srgbClr val="9A918C">
                  <a:lumMod val="50000"/>
                </a:srgbClr>
              </a:solidFill>
              <a:latin typeface="Calibri" pitchFamily="34" charset="0"/>
            </a:endParaRPr>
          </a:p>
        </p:txBody>
      </p:sp>
      <p:pic>
        <p:nvPicPr>
          <p:cNvPr id="1026" name="Picture 2" descr="Functions"/>
          <p:cNvPicPr>
            <a:picLocks noChangeAspect="1" noChangeArrowheads="1"/>
          </p:cNvPicPr>
          <p:nvPr/>
        </p:nvPicPr>
        <p:blipFill rotWithShape="1">
          <a:blip r:embed="rId2">
            <a:extLst>
              <a:ext uri="{28A0092B-C50C-407E-A947-70E740481C1C}">
                <a14:useLocalDpi xmlns:a14="http://schemas.microsoft.com/office/drawing/2010/main" val="0"/>
              </a:ext>
            </a:extLst>
          </a:blip>
          <a:srcRect b="5788"/>
          <a:stretch/>
        </p:blipFill>
        <p:spPr bwMode="auto">
          <a:xfrm>
            <a:off x="5118772" y="2286000"/>
            <a:ext cx="3960655" cy="191197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Diagram 5"/>
          <p:cNvGraphicFramePr/>
          <p:nvPr>
            <p:extLst>
              <p:ext uri="{D42A27DB-BD31-4B8C-83A1-F6EECF244321}">
                <p14:modId xmlns:p14="http://schemas.microsoft.com/office/powerpoint/2010/main" val="1458694915"/>
              </p:ext>
            </p:extLst>
          </p:nvPr>
        </p:nvGraphicFramePr>
        <p:xfrm>
          <a:off x="5257799" y="228600"/>
          <a:ext cx="3682600" cy="2057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095523592"/>
              </p:ext>
            </p:extLst>
          </p:nvPr>
        </p:nvGraphicFramePr>
        <p:xfrm>
          <a:off x="50572" y="1327210"/>
          <a:ext cx="4898994" cy="2971800"/>
        </p:xfrm>
        <a:graphic>
          <a:graphicData uri="http://schemas.openxmlformats.org/drawingml/2006/table">
            <a:tbl>
              <a:tblPr firstRow="1" bandRow="1">
                <a:tableStyleId>{00A15C55-8517-42AA-B614-E9B94910E393}</a:tableStyleId>
              </a:tblPr>
              <a:tblGrid>
                <a:gridCol w="1523999">
                  <a:extLst>
                    <a:ext uri="{9D8B030D-6E8A-4147-A177-3AD203B41FA5}">
                      <a16:colId xmlns:a16="http://schemas.microsoft.com/office/drawing/2014/main" val="2717504764"/>
                    </a:ext>
                  </a:extLst>
                </a:gridCol>
                <a:gridCol w="3374995">
                  <a:extLst>
                    <a:ext uri="{9D8B030D-6E8A-4147-A177-3AD203B41FA5}">
                      <a16:colId xmlns:a16="http://schemas.microsoft.com/office/drawing/2014/main" val="630055854"/>
                    </a:ext>
                  </a:extLst>
                </a:gridCol>
              </a:tblGrid>
              <a:tr h="158842">
                <a:tc>
                  <a:txBody>
                    <a:bodyPr/>
                    <a:lstStyle/>
                    <a:p>
                      <a:pPr algn="ctr"/>
                      <a:r>
                        <a:rPr lang="en-US" sz="1200" dirty="0" smtClean="0"/>
                        <a:t>Function</a:t>
                      </a:r>
                      <a:endParaRPr lang="en-US" sz="1200" dirty="0"/>
                    </a:p>
                  </a:txBody>
                  <a:tcPr/>
                </a:tc>
                <a:tc>
                  <a:txBody>
                    <a:bodyPr/>
                    <a:lstStyle/>
                    <a:p>
                      <a:pPr algn="ctr"/>
                      <a:r>
                        <a:rPr lang="en-US" sz="1200" dirty="0" smtClean="0"/>
                        <a:t>Definition</a:t>
                      </a:r>
                      <a:endParaRPr lang="en-US" sz="1200" dirty="0"/>
                    </a:p>
                  </a:txBody>
                  <a:tcPr/>
                </a:tc>
                <a:extLst>
                  <a:ext uri="{0D108BD9-81ED-4DB2-BD59-A6C34878D82A}">
                    <a16:rowId xmlns:a16="http://schemas.microsoft.com/office/drawing/2014/main" val="3270155095"/>
                  </a:ext>
                </a:extLst>
              </a:tr>
              <a:tr h="211790">
                <a:tc>
                  <a:txBody>
                    <a:bodyPr/>
                    <a:lstStyle/>
                    <a:p>
                      <a:r>
                        <a:rPr lang="en-US" sz="900" b="1" dirty="0" smtClean="0"/>
                        <a:t>Data Function</a:t>
                      </a:r>
                      <a:endParaRPr lang="en-US" sz="900" b="1" dirty="0"/>
                    </a:p>
                  </a:txBody>
                  <a:tcPr/>
                </a:tc>
                <a:tc>
                  <a:txBody>
                    <a:bodyPr/>
                    <a:lstStyle/>
                    <a:p>
                      <a:r>
                        <a:rPr lang="en-US" sz="900" kern="1200" dirty="0" smtClean="0">
                          <a:solidFill>
                            <a:schemeClr val="dk1"/>
                          </a:solidFill>
                          <a:latin typeface="+mn-lt"/>
                          <a:ea typeface="+mn-ea"/>
                          <a:cs typeface="+mn-cs"/>
                        </a:rPr>
                        <a:t>Data Functions are made up of internal and external resources that affect the system</a:t>
                      </a:r>
                      <a:endParaRPr lang="en-US" sz="900" kern="1200" dirty="0">
                        <a:solidFill>
                          <a:schemeClr val="dk1"/>
                        </a:solidFill>
                        <a:latin typeface="+mn-lt"/>
                        <a:ea typeface="+mn-ea"/>
                        <a:cs typeface="+mn-cs"/>
                      </a:endParaRPr>
                    </a:p>
                  </a:txBody>
                  <a:tcPr/>
                </a:tc>
                <a:extLst>
                  <a:ext uri="{0D108BD9-81ED-4DB2-BD59-A6C34878D82A}">
                    <a16:rowId xmlns:a16="http://schemas.microsoft.com/office/drawing/2014/main" val="1289602735"/>
                  </a:ext>
                </a:extLst>
              </a:tr>
              <a:tr h="291211">
                <a:tc>
                  <a:txBody>
                    <a:bodyPr/>
                    <a:lstStyle/>
                    <a:p>
                      <a:r>
                        <a:rPr lang="en-US" sz="900" b="1" dirty="0" smtClean="0"/>
                        <a:t>Transaction Function</a:t>
                      </a:r>
                      <a:endParaRPr lang="en-US" sz="900" b="1" dirty="0"/>
                    </a:p>
                  </a:txBody>
                  <a:tcPr/>
                </a:tc>
                <a:tc>
                  <a:txBody>
                    <a:bodyPr/>
                    <a:lstStyle/>
                    <a:p>
                      <a:r>
                        <a:rPr lang="en-US" sz="900" kern="1200" dirty="0" smtClean="0">
                          <a:solidFill>
                            <a:schemeClr val="dk1"/>
                          </a:solidFill>
                          <a:latin typeface="+mn-lt"/>
                          <a:ea typeface="+mn-ea"/>
                          <a:cs typeface="+mn-cs"/>
                        </a:rPr>
                        <a:t>Transaction functions are made up of the processes that are exchanged between the user, the external applications and the application being measured.</a:t>
                      </a:r>
                      <a:endParaRPr lang="en-US" sz="900" kern="1200" dirty="0">
                        <a:solidFill>
                          <a:schemeClr val="dk1"/>
                        </a:solidFill>
                        <a:latin typeface="+mn-lt"/>
                        <a:ea typeface="+mn-ea"/>
                        <a:cs typeface="+mn-cs"/>
                      </a:endParaRPr>
                    </a:p>
                  </a:txBody>
                  <a:tcPr/>
                </a:tc>
                <a:extLst>
                  <a:ext uri="{0D108BD9-81ED-4DB2-BD59-A6C34878D82A}">
                    <a16:rowId xmlns:a16="http://schemas.microsoft.com/office/drawing/2014/main" val="3952029428"/>
                  </a:ext>
                </a:extLst>
              </a:tr>
              <a:tr h="211790">
                <a:tc>
                  <a:txBody>
                    <a:bodyPr/>
                    <a:lstStyle/>
                    <a:p>
                      <a:pPr lvl="0"/>
                      <a:r>
                        <a:rPr lang="en-US" sz="900" b="1" dirty="0" smtClean="0"/>
                        <a:t>Internal Logical Files (ILF)</a:t>
                      </a:r>
                      <a:endParaRPr lang="en-US" sz="900" b="1" dirty="0"/>
                    </a:p>
                  </a:txBody>
                  <a:tcPr/>
                </a:tc>
                <a:tc>
                  <a:txBody>
                    <a:bodyPr/>
                    <a:lstStyle/>
                    <a:p>
                      <a:pPr lvl="0"/>
                      <a:r>
                        <a:rPr lang="en-US" sz="900" kern="1200" dirty="0" smtClean="0">
                          <a:solidFill>
                            <a:schemeClr val="dk1"/>
                          </a:solidFill>
                          <a:latin typeface="+mn-lt"/>
                          <a:ea typeface="+mn-ea"/>
                          <a:cs typeface="+mn-cs"/>
                        </a:rPr>
                        <a:t>An ILF has the inherent meaning that it is internally maintained, it has some logical structure and it is stored in a file.</a:t>
                      </a:r>
                      <a:endParaRPr lang="en-US" sz="900" kern="1200" dirty="0">
                        <a:solidFill>
                          <a:schemeClr val="dk1"/>
                        </a:solidFill>
                        <a:latin typeface="+mn-lt"/>
                        <a:ea typeface="+mn-ea"/>
                        <a:cs typeface="+mn-cs"/>
                      </a:endParaRPr>
                    </a:p>
                  </a:txBody>
                  <a:tcPr/>
                </a:tc>
                <a:extLst>
                  <a:ext uri="{0D108BD9-81ED-4DB2-BD59-A6C34878D82A}">
                    <a16:rowId xmlns:a16="http://schemas.microsoft.com/office/drawing/2014/main" val="1354276805"/>
                  </a:ext>
                </a:extLst>
              </a:tr>
              <a:tr h="211790">
                <a:tc>
                  <a:txBody>
                    <a:bodyPr/>
                    <a:lstStyle/>
                    <a:p>
                      <a:pPr lvl="0"/>
                      <a:r>
                        <a:rPr lang="en-US" sz="900" b="1" dirty="0" smtClean="0"/>
                        <a:t>External Interface Files (EIF)</a:t>
                      </a:r>
                      <a:endParaRPr lang="en-US" sz="900" b="1" dirty="0"/>
                    </a:p>
                  </a:txBody>
                  <a:tcPr/>
                </a:tc>
                <a:tc>
                  <a:txBody>
                    <a:bodyPr/>
                    <a:lstStyle/>
                    <a:p>
                      <a:pPr lvl="0"/>
                      <a:r>
                        <a:rPr lang="en-US" sz="900" kern="1200" dirty="0" smtClean="0">
                          <a:solidFill>
                            <a:schemeClr val="dk1"/>
                          </a:solidFill>
                          <a:latin typeface="+mn-lt"/>
                          <a:ea typeface="+mn-ea"/>
                          <a:cs typeface="+mn-cs"/>
                        </a:rPr>
                        <a:t>An EIF has the inherent meaning that it is externally maintained, an interface has to be developed to get the data from the file.</a:t>
                      </a:r>
                      <a:endParaRPr lang="en-US" sz="900" kern="1200" dirty="0">
                        <a:solidFill>
                          <a:schemeClr val="dk1"/>
                        </a:solidFill>
                        <a:latin typeface="+mn-lt"/>
                        <a:ea typeface="+mn-ea"/>
                        <a:cs typeface="+mn-cs"/>
                      </a:endParaRPr>
                    </a:p>
                  </a:txBody>
                  <a:tcPr/>
                </a:tc>
                <a:extLst>
                  <a:ext uri="{0D108BD9-81ED-4DB2-BD59-A6C34878D82A}">
                    <a16:rowId xmlns:a16="http://schemas.microsoft.com/office/drawing/2014/main" val="3358521840"/>
                  </a:ext>
                </a:extLst>
              </a:tr>
              <a:tr h="211790">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US" sz="900" b="1" dirty="0" smtClean="0"/>
                        <a:t>External Inputs (EI)</a:t>
                      </a:r>
                    </a:p>
                  </a:txBody>
                  <a:tcPr/>
                </a:tc>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US" sz="900" kern="1200" dirty="0" smtClean="0">
                          <a:solidFill>
                            <a:schemeClr val="dk1"/>
                          </a:solidFill>
                          <a:latin typeface="+mn-lt"/>
                          <a:ea typeface="+mn-ea"/>
                          <a:cs typeface="+mn-cs"/>
                        </a:rPr>
                        <a:t>External Input (EI) is a transaction function in which Data goes “into” the application from outside the boundary to inside.</a:t>
                      </a:r>
                      <a:endParaRPr lang="en-US" sz="900" kern="1200" dirty="0" smtClean="0">
                        <a:solidFill>
                          <a:schemeClr val="dk1"/>
                        </a:solidFill>
                        <a:latin typeface="+mn-lt"/>
                        <a:ea typeface="+mn-ea"/>
                        <a:cs typeface="+mn-cs"/>
                      </a:endParaRPr>
                    </a:p>
                  </a:txBody>
                  <a:tcPr/>
                </a:tc>
                <a:extLst>
                  <a:ext uri="{0D108BD9-81ED-4DB2-BD59-A6C34878D82A}">
                    <a16:rowId xmlns:a16="http://schemas.microsoft.com/office/drawing/2014/main" val="2103707799"/>
                  </a:ext>
                </a:extLst>
              </a:tr>
              <a:tr h="211790">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US" sz="900" b="1" dirty="0" smtClean="0"/>
                        <a:t>External Outputs (EO)</a:t>
                      </a:r>
                    </a:p>
                  </a:txBody>
                  <a:tcPr/>
                </a:tc>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US" sz="900" kern="1200" dirty="0" smtClean="0">
                          <a:solidFill>
                            <a:schemeClr val="dk1"/>
                          </a:solidFill>
                          <a:latin typeface="+mn-lt"/>
                          <a:ea typeface="+mn-ea"/>
                          <a:cs typeface="+mn-cs"/>
                        </a:rPr>
                        <a:t>External Output (EO) is a transaction function in which data comes “out” of the system.</a:t>
                      </a:r>
                      <a:endParaRPr lang="en-US" sz="900" kern="1200" dirty="0" smtClean="0">
                        <a:solidFill>
                          <a:schemeClr val="dk1"/>
                        </a:solidFill>
                        <a:latin typeface="+mn-lt"/>
                        <a:ea typeface="+mn-ea"/>
                        <a:cs typeface="+mn-cs"/>
                      </a:endParaRPr>
                    </a:p>
                  </a:txBody>
                  <a:tcPr/>
                </a:tc>
                <a:extLst>
                  <a:ext uri="{0D108BD9-81ED-4DB2-BD59-A6C34878D82A}">
                    <a16:rowId xmlns:a16="http://schemas.microsoft.com/office/drawing/2014/main" val="3775624400"/>
                  </a:ext>
                </a:extLst>
              </a:tr>
              <a:tr h="211790">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US" sz="900" b="1" dirty="0" smtClean="0"/>
                        <a:t>External Inquiries (EQ)</a:t>
                      </a:r>
                    </a:p>
                  </a:txBody>
                  <a:tcPr/>
                </a:tc>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US" sz="900" kern="1200" dirty="0" smtClean="0">
                          <a:solidFill>
                            <a:schemeClr val="dk1"/>
                          </a:solidFill>
                          <a:latin typeface="+mn-lt"/>
                          <a:ea typeface="+mn-ea"/>
                          <a:cs typeface="+mn-cs"/>
                        </a:rPr>
                        <a:t>External Inquiry (EQ) is a transaction function with both input and output components that result in data retrieval.</a:t>
                      </a:r>
                      <a:endParaRPr lang="en-US" sz="900" kern="1200" dirty="0" smtClean="0">
                        <a:solidFill>
                          <a:schemeClr val="dk1"/>
                        </a:solidFill>
                        <a:latin typeface="+mn-lt"/>
                        <a:ea typeface="+mn-ea"/>
                        <a:cs typeface="+mn-cs"/>
                      </a:endParaRPr>
                    </a:p>
                  </a:txBody>
                  <a:tcPr/>
                </a:tc>
                <a:extLst>
                  <a:ext uri="{0D108BD9-81ED-4DB2-BD59-A6C34878D82A}">
                    <a16:rowId xmlns:a16="http://schemas.microsoft.com/office/drawing/2014/main" val="1146333612"/>
                  </a:ext>
                </a:extLst>
              </a:tr>
            </a:tbl>
          </a:graphicData>
        </a:graphic>
      </p:graphicFrame>
    </p:spTree>
    <p:extLst>
      <p:ext uri="{BB962C8B-B14F-4D97-AF65-F5344CB8AC3E}">
        <p14:creationId xmlns:p14="http://schemas.microsoft.com/office/powerpoint/2010/main" val="24203302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en-US" dirty="0" smtClean="0"/>
              <a:t>Software Project Estimation </a:t>
            </a:r>
            <a:r>
              <a:rPr lang="en-US" dirty="0" smtClean="0"/>
              <a:t>Techniques – Function Points (Cont..)</a:t>
            </a:r>
            <a:endParaRPr lang="en-US" dirty="0"/>
          </a:p>
        </p:txBody>
      </p:sp>
      <p:sp>
        <p:nvSpPr>
          <p:cNvPr id="2" name="Rounded Rectangle 1"/>
          <p:cNvSpPr/>
          <p:nvPr/>
        </p:nvSpPr>
        <p:spPr bwMode="auto">
          <a:xfrm>
            <a:off x="152400" y="379343"/>
            <a:ext cx="8859914" cy="253913"/>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sz="1200" dirty="0"/>
              <a:t>FP Counting Process involves the following steps</a:t>
            </a:r>
            <a:endParaRPr lang="en-US" sz="1200" dirty="0"/>
          </a:p>
        </p:txBody>
      </p:sp>
      <p:graphicFrame>
        <p:nvGraphicFramePr>
          <p:cNvPr id="4" name="Diagram 3"/>
          <p:cNvGraphicFramePr/>
          <p:nvPr>
            <p:extLst>
              <p:ext uri="{D42A27DB-BD31-4B8C-83A1-F6EECF244321}">
                <p14:modId xmlns:p14="http://schemas.microsoft.com/office/powerpoint/2010/main" val="3331673378"/>
              </p:ext>
            </p:extLst>
          </p:nvPr>
        </p:nvGraphicFramePr>
        <p:xfrm>
          <a:off x="152400" y="420076"/>
          <a:ext cx="8872491" cy="10127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Rounded Rectangle 12"/>
          <p:cNvSpPr/>
          <p:nvPr/>
        </p:nvSpPr>
        <p:spPr bwMode="auto">
          <a:xfrm>
            <a:off x="162016" y="1204889"/>
            <a:ext cx="8850297" cy="227890"/>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sz="1200" dirty="0"/>
              <a:t>FP Counting </a:t>
            </a:r>
            <a:r>
              <a:rPr lang="en-US" sz="1200" dirty="0" smtClean="0"/>
              <a:t>– Case Study</a:t>
            </a:r>
            <a:endParaRPr lang="en-US" sz="1200" dirty="0"/>
          </a:p>
        </p:txBody>
      </p:sp>
      <p:sp>
        <p:nvSpPr>
          <p:cNvPr id="14" name="Rectangle 13"/>
          <p:cNvSpPr/>
          <p:nvPr/>
        </p:nvSpPr>
        <p:spPr>
          <a:xfrm>
            <a:off x="152399" y="1479683"/>
            <a:ext cx="8859913" cy="410046"/>
          </a:xfrm>
          <a:prstGeom prst="rect">
            <a:avLst/>
          </a:prstGeom>
          <a:ln>
            <a:solidFill>
              <a:schemeClr val="accent2">
                <a:lumMod val="75000"/>
              </a:schemeClr>
            </a:solidFill>
            <a:headEnd/>
            <a:tailEnd/>
          </a:ln>
        </p:spPr>
        <p:style>
          <a:lnRef idx="1">
            <a:schemeClr val="accent6"/>
          </a:lnRef>
          <a:fillRef idx="2">
            <a:schemeClr val="accent6"/>
          </a:fillRef>
          <a:effectRef idx="1">
            <a:schemeClr val="accent6"/>
          </a:effectRef>
          <a:fontRef idx="minor">
            <a:schemeClr val="dk1"/>
          </a:fontRef>
        </p:style>
        <p:txBody>
          <a:bodyPr wrap="square" lIns="91419" tIns="45710" rIns="91419" bIns="45710" rtlCol="0" anchor="t" anchorCtr="0">
            <a:noAutofit/>
          </a:bodyPr>
          <a:lstStyle/>
          <a:p>
            <a:pPr>
              <a:lnSpc>
                <a:spcPct val="90000"/>
              </a:lnSpc>
              <a:spcAft>
                <a:spcPts val="800"/>
              </a:spcAft>
            </a:pPr>
            <a:r>
              <a:rPr lang="en-US" sz="1200" b="1" dirty="0" smtClean="0">
                <a:solidFill>
                  <a:schemeClr val="bg2">
                    <a:lumMod val="50000"/>
                  </a:schemeClr>
                </a:solidFill>
                <a:latin typeface="Calibri" pitchFamily="34" charset="0"/>
              </a:rPr>
              <a:t>ABC Inc. </a:t>
            </a:r>
            <a:r>
              <a:rPr lang="en-US" sz="1200" dirty="0" smtClean="0">
                <a:solidFill>
                  <a:schemeClr val="bg2">
                    <a:lumMod val="50000"/>
                  </a:schemeClr>
                </a:solidFill>
                <a:latin typeface="Calibri" pitchFamily="34" charset="0"/>
              </a:rPr>
              <a:t>a </a:t>
            </a:r>
            <a:r>
              <a:rPr lang="en-US" sz="1200" dirty="0" smtClean="0">
                <a:solidFill>
                  <a:schemeClr val="bg2">
                    <a:lumMod val="50000"/>
                  </a:schemeClr>
                </a:solidFill>
                <a:latin typeface="Calibri" pitchFamily="34" charset="0"/>
              </a:rPr>
              <a:t>company </a:t>
            </a:r>
            <a:r>
              <a:rPr lang="en-US" sz="1200" dirty="0">
                <a:solidFill>
                  <a:schemeClr val="bg2">
                    <a:lumMod val="50000"/>
                  </a:schemeClr>
                </a:solidFill>
                <a:latin typeface="Calibri" pitchFamily="34" charset="0"/>
              </a:rPr>
              <a:t>which sells goods on the </a:t>
            </a:r>
            <a:r>
              <a:rPr lang="en-US" sz="1200" dirty="0" smtClean="0">
                <a:solidFill>
                  <a:schemeClr val="bg2">
                    <a:lumMod val="50000"/>
                  </a:schemeClr>
                </a:solidFill>
                <a:latin typeface="Calibri" pitchFamily="34" charset="0"/>
              </a:rPr>
              <a:t>phone, wants a system to be developed which will be able </a:t>
            </a:r>
            <a:r>
              <a:rPr lang="en-US" sz="1200" dirty="0">
                <a:solidFill>
                  <a:schemeClr val="bg2">
                    <a:lumMod val="50000"/>
                  </a:schemeClr>
                </a:solidFill>
                <a:latin typeface="Calibri" pitchFamily="34" charset="0"/>
              </a:rPr>
              <a:t>to control the whole stock, from orders to </a:t>
            </a:r>
            <a:r>
              <a:rPr lang="en-US" sz="1200" dirty="0" smtClean="0">
                <a:solidFill>
                  <a:schemeClr val="bg2">
                    <a:lumMod val="50000"/>
                  </a:schemeClr>
                </a:solidFill>
                <a:latin typeface="Calibri" pitchFamily="34" charset="0"/>
              </a:rPr>
              <a:t>payments. They want to estimate the development complexity and also want to predict development timelines.</a:t>
            </a:r>
            <a:endParaRPr lang="en-US" sz="1200" dirty="0">
              <a:solidFill>
                <a:schemeClr val="bg2">
                  <a:lumMod val="50000"/>
                </a:schemeClr>
              </a:solidFill>
              <a:latin typeface="Calibri" pitchFamily="34" charset="0"/>
            </a:endParaRPr>
          </a:p>
        </p:txBody>
      </p:sp>
      <p:graphicFrame>
        <p:nvGraphicFramePr>
          <p:cNvPr id="12" name="Diagram 11"/>
          <p:cNvGraphicFramePr/>
          <p:nvPr>
            <p:extLst>
              <p:ext uri="{D42A27DB-BD31-4B8C-83A1-F6EECF244321}">
                <p14:modId xmlns:p14="http://schemas.microsoft.com/office/powerpoint/2010/main" val="4215609349"/>
              </p:ext>
            </p:extLst>
          </p:nvPr>
        </p:nvGraphicFramePr>
        <p:xfrm>
          <a:off x="304800" y="1936633"/>
          <a:ext cx="8839200" cy="217816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805694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en-US" dirty="0" smtClean="0"/>
              <a:t>Software Project Estimation </a:t>
            </a:r>
            <a:r>
              <a:rPr lang="en-US" dirty="0" smtClean="0"/>
              <a:t>Techniques – Function Points (Cont..)</a:t>
            </a:r>
            <a:endParaRPr lang="en-US" dirty="0"/>
          </a:p>
        </p:txBody>
      </p:sp>
      <p:sp>
        <p:nvSpPr>
          <p:cNvPr id="2" name="Rounded Rectangle 1"/>
          <p:cNvSpPr/>
          <p:nvPr/>
        </p:nvSpPr>
        <p:spPr bwMode="auto">
          <a:xfrm>
            <a:off x="152400" y="379343"/>
            <a:ext cx="3657600" cy="230257"/>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sz="1000" dirty="0"/>
              <a:t>Functional Complexity for Each Data </a:t>
            </a:r>
            <a:r>
              <a:rPr lang="en-US" sz="1000" dirty="0"/>
              <a:t>Function</a:t>
            </a:r>
            <a:endParaRPr lang="en-US" sz="1000" dirty="0"/>
          </a:p>
        </p:txBody>
      </p:sp>
      <p:graphicFrame>
        <p:nvGraphicFramePr>
          <p:cNvPr id="5" name="Table 4"/>
          <p:cNvGraphicFramePr>
            <a:graphicFrameLocks noGrp="1"/>
          </p:cNvGraphicFramePr>
          <p:nvPr>
            <p:extLst>
              <p:ext uri="{D42A27DB-BD31-4B8C-83A1-F6EECF244321}">
                <p14:modId xmlns:p14="http://schemas.microsoft.com/office/powerpoint/2010/main" val="3046314885"/>
              </p:ext>
            </p:extLst>
          </p:nvPr>
        </p:nvGraphicFramePr>
        <p:xfrm>
          <a:off x="152400" y="659345"/>
          <a:ext cx="3657600" cy="1447800"/>
        </p:xfrm>
        <a:graphic>
          <a:graphicData uri="http://schemas.openxmlformats.org/drawingml/2006/table">
            <a:tbl>
              <a:tblPr/>
              <a:tblGrid>
                <a:gridCol w="914400">
                  <a:extLst>
                    <a:ext uri="{9D8B030D-6E8A-4147-A177-3AD203B41FA5}">
                      <a16:colId xmlns:a16="http://schemas.microsoft.com/office/drawing/2014/main" val="1076813234"/>
                    </a:ext>
                  </a:extLst>
                </a:gridCol>
                <a:gridCol w="914400">
                  <a:extLst>
                    <a:ext uri="{9D8B030D-6E8A-4147-A177-3AD203B41FA5}">
                      <a16:colId xmlns:a16="http://schemas.microsoft.com/office/drawing/2014/main" val="1876893417"/>
                    </a:ext>
                  </a:extLst>
                </a:gridCol>
                <a:gridCol w="914400">
                  <a:extLst>
                    <a:ext uri="{9D8B030D-6E8A-4147-A177-3AD203B41FA5}">
                      <a16:colId xmlns:a16="http://schemas.microsoft.com/office/drawing/2014/main" val="3767815065"/>
                    </a:ext>
                  </a:extLst>
                </a:gridCol>
                <a:gridCol w="914400">
                  <a:extLst>
                    <a:ext uri="{9D8B030D-6E8A-4147-A177-3AD203B41FA5}">
                      <a16:colId xmlns:a16="http://schemas.microsoft.com/office/drawing/2014/main" val="1327845712"/>
                    </a:ext>
                  </a:extLst>
                </a:gridCol>
              </a:tblGrid>
              <a:tr h="225966">
                <a:tc rowSpan="2">
                  <a:txBody>
                    <a:bodyPr/>
                    <a:lstStyle/>
                    <a:p>
                      <a:pPr algn="ctr" fontAlgn="ctr"/>
                      <a:r>
                        <a:rPr lang="en-US" sz="900" dirty="0">
                          <a:solidFill>
                            <a:schemeClr val="tx1"/>
                          </a:solidFill>
                          <a:latin typeface="Calibri" pitchFamily="34" charset="0"/>
                        </a:rPr>
                        <a:t>RETS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gridSpan="3">
                  <a:txBody>
                    <a:bodyPr/>
                    <a:lstStyle/>
                    <a:p>
                      <a:pPr algn="ctr" fontAlgn="t"/>
                      <a:r>
                        <a:rPr lang="en-US" sz="900" dirty="0">
                          <a:solidFill>
                            <a:schemeClr val="tx1"/>
                          </a:solidFill>
                          <a:latin typeface="Calibri" pitchFamily="34" charset="0"/>
                        </a:rPr>
                        <a:t>Data Element Types (DETs)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48304156"/>
                  </a:ext>
                </a:extLst>
              </a:tr>
              <a:tr h="225966">
                <a:tc vMerge="1">
                  <a:txBody>
                    <a:bodyPr/>
                    <a:lstStyle/>
                    <a:p>
                      <a:endParaRPr lang="en-US"/>
                    </a:p>
                  </a:txBody>
                  <a:tcPr/>
                </a:tc>
                <a:tc>
                  <a:txBody>
                    <a:bodyPr/>
                    <a:lstStyle/>
                    <a:p>
                      <a:pPr fontAlgn="t"/>
                      <a:r>
                        <a:rPr lang="en-US" sz="900" dirty="0">
                          <a:solidFill>
                            <a:schemeClr val="tx1"/>
                          </a:solidFill>
                          <a:latin typeface="Calibri" pitchFamily="34" charset="0"/>
                        </a:rPr>
                        <a:t>1-19</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dirty="0">
                          <a:solidFill>
                            <a:schemeClr val="tx1"/>
                          </a:solidFill>
                          <a:latin typeface="Calibri" pitchFamily="34" charset="0"/>
                        </a:rPr>
                        <a:t>20-50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dirty="0">
                          <a:solidFill>
                            <a:schemeClr val="tx1"/>
                          </a:solidFill>
                          <a:latin typeface="Calibri" pitchFamily="34" charset="0"/>
                        </a:rPr>
                        <a:t>&gt;50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14987355"/>
                  </a:ext>
                </a:extLst>
              </a:tr>
              <a:tr h="225966">
                <a:tc>
                  <a:txBody>
                    <a:bodyPr/>
                    <a:lstStyle/>
                    <a:p>
                      <a:pPr algn="ctr" fontAlgn="t"/>
                      <a:r>
                        <a:rPr lang="en-US" sz="900" dirty="0">
                          <a:solidFill>
                            <a:schemeClr val="tx1"/>
                          </a:solidFill>
                          <a:latin typeface="Calibri" pitchFamily="34" charset="0"/>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sz="900" dirty="0" smtClean="0">
                          <a:solidFill>
                            <a:schemeClr val="tx1"/>
                          </a:solidFill>
                          <a:latin typeface="Calibri" pitchFamily="34" charset="0"/>
                        </a:rPr>
                        <a:t>Low</a:t>
                      </a:r>
                      <a:endParaRPr lang="en-US" sz="900" dirty="0">
                        <a:solidFill>
                          <a:schemeClr val="tx1"/>
                        </a:solidFill>
                        <a:latin typeface="Calibri" pitchFamily="34" charset="0"/>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dirty="0" smtClean="0">
                          <a:solidFill>
                            <a:schemeClr val="tx1"/>
                          </a:solidFill>
                          <a:latin typeface="Calibri" pitchFamily="34" charset="0"/>
                        </a:rPr>
                        <a:t>Low</a:t>
                      </a:r>
                      <a:endParaRPr lang="en-US" sz="900" dirty="0">
                        <a:solidFill>
                          <a:schemeClr val="tx1"/>
                        </a:solidFill>
                        <a:latin typeface="Calibri" pitchFamily="34" charset="0"/>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dirty="0" smtClean="0">
                          <a:solidFill>
                            <a:schemeClr val="tx1"/>
                          </a:solidFill>
                          <a:latin typeface="Calibri" pitchFamily="34" charset="0"/>
                        </a:rPr>
                        <a:t>Avg.</a:t>
                      </a:r>
                      <a:endParaRPr lang="en-US" sz="900" dirty="0">
                        <a:solidFill>
                          <a:schemeClr val="tx1"/>
                        </a:solidFill>
                        <a:latin typeface="Calibri" pitchFamily="34" charset="0"/>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52045829"/>
                  </a:ext>
                </a:extLst>
              </a:tr>
              <a:tr h="225966">
                <a:tc>
                  <a:txBody>
                    <a:bodyPr/>
                    <a:lstStyle/>
                    <a:p>
                      <a:pPr algn="ctr" fontAlgn="t"/>
                      <a:r>
                        <a:rPr lang="en-US" sz="900" dirty="0">
                          <a:solidFill>
                            <a:schemeClr val="tx1"/>
                          </a:solidFill>
                          <a:latin typeface="Calibri" pitchFamily="34" charset="0"/>
                        </a:rPr>
                        <a:t>2 to 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sz="900" dirty="0" smtClean="0">
                          <a:solidFill>
                            <a:schemeClr val="tx1"/>
                          </a:solidFill>
                          <a:latin typeface="Calibri" pitchFamily="34" charset="0"/>
                        </a:rPr>
                        <a:t>Low</a:t>
                      </a:r>
                      <a:endParaRPr lang="en-US" sz="900" dirty="0">
                        <a:solidFill>
                          <a:schemeClr val="tx1"/>
                        </a:solidFill>
                        <a:latin typeface="Calibri" pitchFamily="34" charset="0"/>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dirty="0" smtClean="0">
                          <a:solidFill>
                            <a:schemeClr val="tx1"/>
                          </a:solidFill>
                          <a:latin typeface="Calibri" pitchFamily="34" charset="0"/>
                        </a:rPr>
                        <a:t>Avg.</a:t>
                      </a:r>
                      <a:endParaRPr lang="en-US" sz="900" dirty="0">
                        <a:solidFill>
                          <a:schemeClr val="tx1"/>
                        </a:solidFill>
                        <a:latin typeface="Calibri" pitchFamily="34" charset="0"/>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dirty="0" smtClean="0">
                          <a:solidFill>
                            <a:schemeClr val="tx1"/>
                          </a:solidFill>
                          <a:latin typeface="Calibri" pitchFamily="34" charset="0"/>
                        </a:rPr>
                        <a:t>High</a:t>
                      </a:r>
                      <a:endParaRPr lang="en-US" sz="900" dirty="0">
                        <a:solidFill>
                          <a:schemeClr val="tx1"/>
                        </a:solidFill>
                        <a:latin typeface="Calibri" pitchFamily="34" charset="0"/>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04552586"/>
                  </a:ext>
                </a:extLst>
              </a:tr>
              <a:tr h="225966">
                <a:tc>
                  <a:txBody>
                    <a:bodyPr/>
                    <a:lstStyle/>
                    <a:p>
                      <a:pPr algn="ctr" fontAlgn="t"/>
                      <a:r>
                        <a:rPr lang="en-US" sz="900" dirty="0">
                          <a:solidFill>
                            <a:schemeClr val="tx1"/>
                          </a:solidFill>
                          <a:latin typeface="Calibri" pitchFamily="34" charset="0"/>
                        </a:rPr>
                        <a:t>&gt;5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sz="900" dirty="0" smtClean="0">
                          <a:solidFill>
                            <a:schemeClr val="tx1"/>
                          </a:solidFill>
                          <a:latin typeface="Calibri" pitchFamily="34" charset="0"/>
                        </a:rPr>
                        <a:t>Avg.</a:t>
                      </a:r>
                      <a:endParaRPr lang="en-US" sz="900" dirty="0">
                        <a:solidFill>
                          <a:schemeClr val="tx1"/>
                        </a:solidFill>
                        <a:latin typeface="Calibri" pitchFamily="34" charset="0"/>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dirty="0" smtClean="0">
                          <a:solidFill>
                            <a:schemeClr val="tx1"/>
                          </a:solidFill>
                          <a:latin typeface="Calibri" pitchFamily="34" charset="0"/>
                        </a:rPr>
                        <a:t>High</a:t>
                      </a:r>
                      <a:endParaRPr lang="en-US" sz="900" dirty="0">
                        <a:solidFill>
                          <a:schemeClr val="tx1"/>
                        </a:solidFill>
                        <a:latin typeface="Calibri" pitchFamily="34" charset="0"/>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dirty="0" smtClean="0">
                          <a:solidFill>
                            <a:schemeClr val="tx1"/>
                          </a:solidFill>
                          <a:latin typeface="Calibri" pitchFamily="34" charset="0"/>
                        </a:rPr>
                        <a:t>High</a:t>
                      </a:r>
                      <a:endParaRPr lang="en-US" sz="900" dirty="0">
                        <a:solidFill>
                          <a:schemeClr val="tx1"/>
                        </a:solidFill>
                        <a:latin typeface="Calibri" pitchFamily="34" charset="0"/>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75739671"/>
                  </a:ext>
                </a:extLst>
              </a:tr>
            </a:tbl>
          </a:graphicData>
        </a:graphic>
      </p:graphicFrame>
      <p:sp>
        <p:nvSpPr>
          <p:cNvPr id="9" name="Rectangle 8"/>
          <p:cNvSpPr/>
          <p:nvPr/>
        </p:nvSpPr>
        <p:spPr>
          <a:xfrm>
            <a:off x="155105" y="3541764"/>
            <a:ext cx="3654895" cy="627384"/>
          </a:xfrm>
          <a:prstGeom prst="rect">
            <a:avLst/>
          </a:prstGeom>
          <a:ln>
            <a:solidFill>
              <a:schemeClr val="accent2">
                <a:lumMod val="75000"/>
              </a:schemeClr>
            </a:solidFill>
            <a:headEnd/>
            <a:tailEnd/>
          </a:ln>
        </p:spPr>
        <p:style>
          <a:lnRef idx="1">
            <a:schemeClr val="accent6"/>
          </a:lnRef>
          <a:fillRef idx="2">
            <a:schemeClr val="accent6"/>
          </a:fillRef>
          <a:effectRef idx="1">
            <a:schemeClr val="accent6"/>
          </a:effectRef>
          <a:fontRef idx="minor">
            <a:schemeClr val="dk1"/>
          </a:fontRef>
        </p:style>
        <p:txBody>
          <a:bodyPr wrap="square" lIns="91419" tIns="45710" rIns="91419" bIns="45710" rtlCol="0" anchor="t" anchorCtr="0">
            <a:noAutofit/>
          </a:bodyPr>
          <a:lstStyle/>
          <a:p>
            <a:pPr>
              <a:lnSpc>
                <a:spcPct val="90000"/>
              </a:lnSpc>
              <a:spcAft>
                <a:spcPts val="800"/>
              </a:spcAft>
            </a:pPr>
            <a:r>
              <a:rPr lang="en-US" sz="900" b="1" dirty="0" smtClean="0">
                <a:solidFill>
                  <a:schemeClr val="bg2">
                    <a:lumMod val="50000"/>
                  </a:schemeClr>
                </a:solidFill>
                <a:latin typeface="Calibri" pitchFamily="34" charset="0"/>
              </a:rPr>
              <a:t>RETS: Record Element Type: </a:t>
            </a:r>
            <a:r>
              <a:rPr lang="en-US" sz="900" dirty="0">
                <a:solidFill>
                  <a:schemeClr val="bg2">
                    <a:lumMod val="50000"/>
                  </a:schemeClr>
                </a:solidFill>
                <a:latin typeface="Calibri" pitchFamily="34" charset="0"/>
              </a:rPr>
              <a:t>Largest user identifiable sub group (how many type of users will use it). </a:t>
            </a:r>
            <a:r>
              <a:rPr lang="en-US" sz="900" dirty="0">
                <a:solidFill>
                  <a:schemeClr val="bg2">
                    <a:lumMod val="50000"/>
                  </a:schemeClr>
                </a:solidFill>
                <a:latin typeface="Calibri" pitchFamily="34" charset="0"/>
              </a:rPr>
              <a:t>In this case two.</a:t>
            </a:r>
          </a:p>
          <a:p>
            <a:pPr>
              <a:lnSpc>
                <a:spcPct val="90000"/>
              </a:lnSpc>
              <a:spcAft>
                <a:spcPts val="800"/>
              </a:spcAft>
            </a:pPr>
            <a:r>
              <a:rPr lang="en-US" sz="900" b="1" dirty="0" smtClean="0">
                <a:solidFill>
                  <a:schemeClr val="bg2">
                    <a:lumMod val="50000"/>
                  </a:schemeClr>
                </a:solidFill>
                <a:latin typeface="Calibri" pitchFamily="34" charset="0"/>
              </a:rPr>
              <a:t>DET : Data Element Type : </a:t>
            </a:r>
            <a:r>
              <a:rPr lang="en-US" sz="900" dirty="0">
                <a:solidFill>
                  <a:schemeClr val="bg2">
                    <a:lumMod val="50000"/>
                  </a:schemeClr>
                </a:solidFill>
                <a:latin typeface="Calibri" pitchFamily="34" charset="0"/>
              </a:rPr>
              <a:t>Number of unique transactions with file / database by each sub groups</a:t>
            </a:r>
            <a:endParaRPr lang="en-US" sz="900" dirty="0">
              <a:solidFill>
                <a:schemeClr val="bg2">
                  <a:lumMod val="50000"/>
                </a:schemeClr>
              </a:solidFill>
              <a:latin typeface="Calibri" pitchFamily="34" charset="0"/>
            </a:endParaRPr>
          </a:p>
        </p:txBody>
      </p:sp>
      <p:sp>
        <p:nvSpPr>
          <p:cNvPr id="10" name="Rounded Rectangle 9"/>
          <p:cNvSpPr/>
          <p:nvPr/>
        </p:nvSpPr>
        <p:spPr bwMode="auto">
          <a:xfrm>
            <a:off x="147961" y="2107145"/>
            <a:ext cx="3662040" cy="230257"/>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sz="1000" dirty="0"/>
              <a:t>Functional </a:t>
            </a:r>
            <a:r>
              <a:rPr lang="en-US" sz="1000" dirty="0" smtClean="0"/>
              <a:t>Size </a:t>
            </a:r>
            <a:r>
              <a:rPr lang="en-US" sz="1000" dirty="0"/>
              <a:t>for Each Data </a:t>
            </a:r>
            <a:r>
              <a:rPr lang="en-US" sz="1000" dirty="0"/>
              <a:t>Function</a:t>
            </a:r>
            <a:endParaRPr lang="en-US" sz="1000" dirty="0"/>
          </a:p>
        </p:txBody>
      </p:sp>
      <p:graphicFrame>
        <p:nvGraphicFramePr>
          <p:cNvPr id="6" name="Table 5"/>
          <p:cNvGraphicFramePr>
            <a:graphicFrameLocks noGrp="1"/>
          </p:cNvGraphicFramePr>
          <p:nvPr>
            <p:extLst>
              <p:ext uri="{D42A27DB-BD31-4B8C-83A1-F6EECF244321}">
                <p14:modId xmlns:p14="http://schemas.microsoft.com/office/powerpoint/2010/main" val="1747483978"/>
              </p:ext>
            </p:extLst>
          </p:nvPr>
        </p:nvGraphicFramePr>
        <p:xfrm>
          <a:off x="152400" y="2361499"/>
          <a:ext cx="3657600" cy="1158240"/>
        </p:xfrm>
        <a:graphic>
          <a:graphicData uri="http://schemas.openxmlformats.org/drawingml/2006/table">
            <a:tbl>
              <a:tblPr/>
              <a:tblGrid>
                <a:gridCol w="1219200">
                  <a:extLst>
                    <a:ext uri="{9D8B030D-6E8A-4147-A177-3AD203B41FA5}">
                      <a16:colId xmlns:a16="http://schemas.microsoft.com/office/drawing/2014/main" val="2450082675"/>
                    </a:ext>
                  </a:extLst>
                </a:gridCol>
                <a:gridCol w="1219200">
                  <a:extLst>
                    <a:ext uri="{9D8B030D-6E8A-4147-A177-3AD203B41FA5}">
                      <a16:colId xmlns:a16="http://schemas.microsoft.com/office/drawing/2014/main" val="862642466"/>
                    </a:ext>
                  </a:extLst>
                </a:gridCol>
                <a:gridCol w="1219200">
                  <a:extLst>
                    <a:ext uri="{9D8B030D-6E8A-4147-A177-3AD203B41FA5}">
                      <a16:colId xmlns:a16="http://schemas.microsoft.com/office/drawing/2014/main" val="1966512526"/>
                    </a:ext>
                  </a:extLst>
                </a:gridCol>
              </a:tblGrid>
              <a:tr h="0">
                <a:tc>
                  <a:txBody>
                    <a:bodyPr/>
                    <a:lstStyle/>
                    <a:p>
                      <a:pPr algn="l" fontAlgn="t"/>
                      <a:r>
                        <a:rPr lang="en-US" sz="900" kern="1200" dirty="0">
                          <a:solidFill>
                            <a:schemeClr val="tx1"/>
                          </a:solidFill>
                          <a:latin typeface="Calibri" pitchFamily="34" charset="0"/>
                          <a:ea typeface="+mn-ea"/>
                          <a:cs typeface="+mn-cs"/>
                        </a:rPr>
                        <a:t>Functional Complexity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900" kern="1200" dirty="0">
                          <a:solidFill>
                            <a:schemeClr val="tx1"/>
                          </a:solidFill>
                          <a:latin typeface="Calibri" pitchFamily="34" charset="0"/>
                          <a:ea typeface="+mn-ea"/>
                          <a:cs typeface="+mn-cs"/>
                        </a:rPr>
                        <a:t>FP Count for ILF</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900" kern="1200" dirty="0">
                          <a:solidFill>
                            <a:schemeClr val="tx1"/>
                          </a:solidFill>
                          <a:latin typeface="Calibri" pitchFamily="34" charset="0"/>
                          <a:ea typeface="+mn-ea"/>
                          <a:cs typeface="+mn-cs"/>
                        </a:rPr>
                        <a:t>FP Count for EIF</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447928529"/>
                  </a:ext>
                </a:extLst>
              </a:tr>
              <a:tr h="0">
                <a:tc>
                  <a:txBody>
                    <a:bodyPr/>
                    <a:lstStyle/>
                    <a:p>
                      <a:pPr algn="ctr" fontAlgn="t"/>
                      <a:r>
                        <a:rPr lang="en-US" sz="900" kern="1200" dirty="0">
                          <a:solidFill>
                            <a:schemeClr val="tx1"/>
                          </a:solidFill>
                          <a:latin typeface="Calibri" pitchFamily="34" charset="0"/>
                          <a:ea typeface="+mn-ea"/>
                          <a:cs typeface="+mn-cs"/>
                        </a:rPr>
                        <a:t>Low</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sz="900" kern="1200" dirty="0">
                          <a:solidFill>
                            <a:schemeClr val="tx1"/>
                          </a:solidFill>
                          <a:latin typeface="Calibri" pitchFamily="34" charset="0"/>
                          <a:ea typeface="+mn-ea"/>
                          <a:cs typeface="+mn-cs"/>
                        </a:rPr>
                        <a:t>7</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kern="1200" dirty="0">
                          <a:solidFill>
                            <a:schemeClr val="tx1"/>
                          </a:solidFill>
                          <a:latin typeface="Calibri" pitchFamily="34" charset="0"/>
                          <a:ea typeface="+mn-ea"/>
                          <a:cs typeface="+mn-cs"/>
                        </a:rPr>
                        <a:t>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48765143"/>
                  </a:ext>
                </a:extLst>
              </a:tr>
              <a:tr h="0">
                <a:tc>
                  <a:txBody>
                    <a:bodyPr/>
                    <a:lstStyle/>
                    <a:p>
                      <a:pPr algn="ctr" fontAlgn="t"/>
                      <a:r>
                        <a:rPr lang="en-US" sz="900" kern="1200" dirty="0">
                          <a:solidFill>
                            <a:schemeClr val="tx1"/>
                          </a:solidFill>
                          <a:latin typeface="Calibri" pitchFamily="34" charset="0"/>
                          <a:ea typeface="+mn-ea"/>
                          <a:cs typeface="+mn-cs"/>
                        </a:rPr>
                        <a:t>Average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sz="900" kern="1200" dirty="0">
                          <a:solidFill>
                            <a:schemeClr val="tx1"/>
                          </a:solidFill>
                          <a:latin typeface="Calibri" pitchFamily="34" charset="0"/>
                          <a:ea typeface="+mn-ea"/>
                          <a:cs typeface="+mn-cs"/>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kern="1200" dirty="0">
                          <a:solidFill>
                            <a:schemeClr val="tx1"/>
                          </a:solidFill>
                          <a:latin typeface="Calibri" pitchFamily="34" charset="0"/>
                          <a:ea typeface="+mn-ea"/>
                          <a:cs typeface="+mn-cs"/>
                        </a:rPr>
                        <a:t>7</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06254874"/>
                  </a:ext>
                </a:extLst>
              </a:tr>
              <a:tr h="0">
                <a:tc>
                  <a:txBody>
                    <a:bodyPr/>
                    <a:lstStyle/>
                    <a:p>
                      <a:pPr algn="ctr" fontAlgn="t"/>
                      <a:r>
                        <a:rPr lang="en-US" sz="900" kern="1200" dirty="0">
                          <a:solidFill>
                            <a:schemeClr val="tx1"/>
                          </a:solidFill>
                          <a:latin typeface="Calibri" pitchFamily="34" charset="0"/>
                          <a:ea typeface="+mn-ea"/>
                          <a:cs typeface="+mn-cs"/>
                        </a:rPr>
                        <a:t>High</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sz="900" kern="1200" dirty="0">
                          <a:solidFill>
                            <a:schemeClr val="tx1"/>
                          </a:solidFill>
                          <a:latin typeface="Calibri" pitchFamily="34" charset="0"/>
                          <a:ea typeface="+mn-ea"/>
                          <a:cs typeface="+mn-cs"/>
                        </a:rPr>
                        <a:t>15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900" kern="1200" dirty="0">
                          <a:solidFill>
                            <a:schemeClr val="tx1"/>
                          </a:solidFill>
                          <a:latin typeface="Calibri" pitchFamily="34" charset="0"/>
                          <a:ea typeface="+mn-ea"/>
                          <a:cs typeface="+mn-cs"/>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023023767"/>
                  </a:ext>
                </a:extLst>
              </a:tr>
            </a:tbl>
          </a:graphicData>
        </a:graphic>
      </p:graphicFrame>
      <p:sp>
        <p:nvSpPr>
          <p:cNvPr id="15" name="Rounded Rectangle 14"/>
          <p:cNvSpPr/>
          <p:nvPr/>
        </p:nvSpPr>
        <p:spPr bwMode="auto">
          <a:xfrm>
            <a:off x="3886200" y="379343"/>
            <a:ext cx="2743200" cy="230257"/>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sz="900" dirty="0"/>
              <a:t>Functional Complexity for Each </a:t>
            </a:r>
            <a:r>
              <a:rPr lang="en-US" sz="900" dirty="0" smtClean="0"/>
              <a:t>Transaction </a:t>
            </a:r>
            <a:r>
              <a:rPr lang="en-US" sz="900" dirty="0"/>
              <a:t>Function</a:t>
            </a:r>
            <a:endParaRPr lang="en-US" sz="900" dirty="0"/>
          </a:p>
        </p:txBody>
      </p:sp>
      <p:graphicFrame>
        <p:nvGraphicFramePr>
          <p:cNvPr id="7" name="Table 6"/>
          <p:cNvGraphicFramePr>
            <a:graphicFrameLocks noGrp="1"/>
          </p:cNvGraphicFramePr>
          <p:nvPr>
            <p:extLst>
              <p:ext uri="{D42A27DB-BD31-4B8C-83A1-F6EECF244321}">
                <p14:modId xmlns:p14="http://schemas.microsoft.com/office/powerpoint/2010/main" val="3010229831"/>
              </p:ext>
            </p:extLst>
          </p:nvPr>
        </p:nvGraphicFramePr>
        <p:xfrm>
          <a:off x="3886200" y="696335"/>
          <a:ext cx="2743200" cy="1524000"/>
        </p:xfrm>
        <a:graphic>
          <a:graphicData uri="http://schemas.openxmlformats.org/drawingml/2006/table">
            <a:tbl>
              <a:tblPr/>
              <a:tblGrid>
                <a:gridCol w="685800">
                  <a:extLst>
                    <a:ext uri="{9D8B030D-6E8A-4147-A177-3AD203B41FA5}">
                      <a16:colId xmlns:a16="http://schemas.microsoft.com/office/drawing/2014/main" val="3460300675"/>
                    </a:ext>
                  </a:extLst>
                </a:gridCol>
                <a:gridCol w="685800">
                  <a:extLst>
                    <a:ext uri="{9D8B030D-6E8A-4147-A177-3AD203B41FA5}">
                      <a16:colId xmlns:a16="http://schemas.microsoft.com/office/drawing/2014/main" val="3755671137"/>
                    </a:ext>
                  </a:extLst>
                </a:gridCol>
                <a:gridCol w="685800">
                  <a:extLst>
                    <a:ext uri="{9D8B030D-6E8A-4147-A177-3AD203B41FA5}">
                      <a16:colId xmlns:a16="http://schemas.microsoft.com/office/drawing/2014/main" val="1290261307"/>
                    </a:ext>
                  </a:extLst>
                </a:gridCol>
                <a:gridCol w="685800">
                  <a:extLst>
                    <a:ext uri="{9D8B030D-6E8A-4147-A177-3AD203B41FA5}">
                      <a16:colId xmlns:a16="http://schemas.microsoft.com/office/drawing/2014/main" val="3126986828"/>
                    </a:ext>
                  </a:extLst>
                </a:gridCol>
              </a:tblGrid>
              <a:tr h="243840">
                <a:tc rowSpan="2">
                  <a:txBody>
                    <a:bodyPr/>
                    <a:lstStyle/>
                    <a:p>
                      <a:pPr algn="ctr" fontAlgn="ctr"/>
                      <a:r>
                        <a:rPr lang="en-US" sz="1000" kern="1200" dirty="0">
                          <a:solidFill>
                            <a:schemeClr val="tx1"/>
                          </a:solidFill>
                          <a:latin typeface="Calibri" pitchFamily="34" charset="0"/>
                          <a:ea typeface="+mn-ea"/>
                          <a:cs typeface="+mn-cs"/>
                        </a:rPr>
                        <a:t>FTRs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gridSpan="3">
                  <a:txBody>
                    <a:bodyPr/>
                    <a:lstStyle/>
                    <a:p>
                      <a:pPr algn="ctr" fontAlgn="t"/>
                      <a:r>
                        <a:rPr lang="en-US" sz="1000" kern="1200" dirty="0">
                          <a:solidFill>
                            <a:schemeClr val="tx1"/>
                          </a:solidFill>
                          <a:latin typeface="Calibri" pitchFamily="34" charset="0"/>
                          <a:ea typeface="+mn-ea"/>
                          <a:cs typeface="+mn-cs"/>
                        </a:rPr>
                        <a:t>Data Element Types (DETs)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40833237"/>
                  </a:ext>
                </a:extLst>
              </a:tr>
              <a:tr h="243840">
                <a:tc vMerge="1">
                  <a:txBody>
                    <a:bodyPr/>
                    <a:lstStyle/>
                    <a:p>
                      <a:endParaRPr lang="en-US"/>
                    </a:p>
                  </a:txBody>
                  <a:tcPr/>
                </a:tc>
                <a:tc>
                  <a:txBody>
                    <a:bodyPr/>
                    <a:lstStyle/>
                    <a:p>
                      <a:pPr fontAlgn="t"/>
                      <a:r>
                        <a:rPr lang="en-US" sz="1000" kern="1200" dirty="0">
                          <a:solidFill>
                            <a:schemeClr val="tx1"/>
                          </a:solidFill>
                          <a:latin typeface="Calibri" pitchFamily="34" charset="0"/>
                          <a:ea typeface="+mn-ea"/>
                          <a:cs typeface="+mn-cs"/>
                        </a:rPr>
                        <a:t>1-4</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a:solidFill>
                            <a:schemeClr val="tx1"/>
                          </a:solidFill>
                          <a:latin typeface="Calibri" pitchFamily="34" charset="0"/>
                          <a:ea typeface="+mn-ea"/>
                          <a:cs typeface="+mn-cs"/>
                        </a:rPr>
                        <a:t>5-15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a:solidFill>
                            <a:schemeClr val="tx1"/>
                          </a:solidFill>
                          <a:latin typeface="Calibri" pitchFamily="34" charset="0"/>
                          <a:ea typeface="+mn-ea"/>
                          <a:cs typeface="+mn-cs"/>
                        </a:rPr>
                        <a:t>&gt;=16</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111379417"/>
                  </a:ext>
                </a:extLst>
              </a:tr>
              <a:tr h="243840">
                <a:tc>
                  <a:txBody>
                    <a:bodyPr/>
                    <a:lstStyle/>
                    <a:p>
                      <a:pPr algn="ctr" fontAlgn="t"/>
                      <a:r>
                        <a:rPr lang="en-US" sz="1000" kern="1200" dirty="0">
                          <a:solidFill>
                            <a:schemeClr val="tx1"/>
                          </a:solidFill>
                          <a:latin typeface="Calibri" pitchFamily="34" charset="0"/>
                          <a:ea typeface="+mn-ea"/>
                          <a:cs typeface="+mn-cs"/>
                        </a:rPr>
                        <a:t>0-1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sz="1000" kern="1200" dirty="0" smtClean="0">
                          <a:solidFill>
                            <a:schemeClr val="tx1"/>
                          </a:solidFill>
                          <a:latin typeface="Calibri" pitchFamily="34" charset="0"/>
                          <a:ea typeface="+mn-ea"/>
                          <a:cs typeface="+mn-cs"/>
                        </a:rPr>
                        <a:t>Low</a:t>
                      </a:r>
                      <a:endParaRPr lang="en-US" sz="1000" kern="1200" dirty="0">
                        <a:solidFill>
                          <a:schemeClr val="tx1"/>
                        </a:solidFill>
                        <a:latin typeface="Calibri" pitchFamily="34" charset="0"/>
                        <a:ea typeface="+mn-ea"/>
                        <a:cs typeface="+mn-cs"/>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smtClean="0">
                          <a:solidFill>
                            <a:schemeClr val="tx1"/>
                          </a:solidFill>
                          <a:latin typeface="Calibri" pitchFamily="34" charset="0"/>
                          <a:ea typeface="+mn-ea"/>
                          <a:cs typeface="+mn-cs"/>
                        </a:rPr>
                        <a:t>Low</a:t>
                      </a:r>
                      <a:endParaRPr lang="en-US" sz="1000" kern="1200" dirty="0">
                        <a:solidFill>
                          <a:schemeClr val="tx1"/>
                        </a:solidFill>
                        <a:latin typeface="Calibri" pitchFamily="34" charset="0"/>
                        <a:ea typeface="+mn-ea"/>
                        <a:cs typeface="+mn-cs"/>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smtClean="0">
                          <a:solidFill>
                            <a:schemeClr val="tx1"/>
                          </a:solidFill>
                          <a:latin typeface="Calibri" pitchFamily="34" charset="0"/>
                          <a:ea typeface="+mn-ea"/>
                          <a:cs typeface="+mn-cs"/>
                        </a:rPr>
                        <a:t>Avg.</a:t>
                      </a:r>
                      <a:endParaRPr lang="en-US" sz="1000" kern="1200" dirty="0">
                        <a:solidFill>
                          <a:schemeClr val="tx1"/>
                        </a:solidFill>
                        <a:latin typeface="Calibri" pitchFamily="34" charset="0"/>
                        <a:ea typeface="+mn-ea"/>
                        <a:cs typeface="+mn-cs"/>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64190676"/>
                  </a:ext>
                </a:extLst>
              </a:tr>
              <a:tr h="243840">
                <a:tc>
                  <a:txBody>
                    <a:bodyPr/>
                    <a:lstStyle/>
                    <a:p>
                      <a:pPr algn="ctr" fontAlgn="t"/>
                      <a:r>
                        <a:rPr lang="en-US" sz="1000" kern="1200" dirty="0">
                          <a:solidFill>
                            <a:schemeClr val="tx1"/>
                          </a:solidFill>
                          <a:latin typeface="Calibri" pitchFamily="34" charset="0"/>
                          <a:ea typeface="+mn-ea"/>
                          <a:cs typeface="+mn-cs"/>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sz="1000" kern="1200" dirty="0" smtClean="0">
                          <a:solidFill>
                            <a:schemeClr val="tx1"/>
                          </a:solidFill>
                          <a:latin typeface="Calibri" pitchFamily="34" charset="0"/>
                          <a:ea typeface="+mn-ea"/>
                          <a:cs typeface="+mn-cs"/>
                        </a:rPr>
                        <a:t>Low</a:t>
                      </a:r>
                      <a:endParaRPr lang="en-US" sz="1000" kern="1200" dirty="0">
                        <a:solidFill>
                          <a:schemeClr val="tx1"/>
                        </a:solidFill>
                        <a:latin typeface="Calibri" pitchFamily="34" charset="0"/>
                        <a:ea typeface="+mn-ea"/>
                        <a:cs typeface="+mn-cs"/>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smtClean="0">
                          <a:solidFill>
                            <a:schemeClr val="tx1"/>
                          </a:solidFill>
                          <a:latin typeface="Calibri" pitchFamily="34" charset="0"/>
                          <a:ea typeface="+mn-ea"/>
                          <a:cs typeface="+mn-cs"/>
                        </a:rPr>
                        <a:t>Avg.</a:t>
                      </a:r>
                      <a:endParaRPr lang="en-US" sz="1000" kern="1200" dirty="0">
                        <a:solidFill>
                          <a:schemeClr val="tx1"/>
                        </a:solidFill>
                        <a:latin typeface="Calibri" pitchFamily="34" charset="0"/>
                        <a:ea typeface="+mn-ea"/>
                        <a:cs typeface="+mn-cs"/>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smtClean="0">
                          <a:solidFill>
                            <a:schemeClr val="tx1"/>
                          </a:solidFill>
                          <a:latin typeface="Calibri" pitchFamily="34" charset="0"/>
                          <a:ea typeface="+mn-ea"/>
                          <a:cs typeface="+mn-cs"/>
                        </a:rPr>
                        <a:t>High</a:t>
                      </a:r>
                      <a:endParaRPr lang="en-US" sz="1000" kern="1200" dirty="0">
                        <a:solidFill>
                          <a:schemeClr val="tx1"/>
                        </a:solidFill>
                        <a:latin typeface="Calibri" pitchFamily="34" charset="0"/>
                        <a:ea typeface="+mn-ea"/>
                        <a:cs typeface="+mn-cs"/>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78336239"/>
                  </a:ext>
                </a:extLst>
              </a:tr>
              <a:tr h="243840">
                <a:tc>
                  <a:txBody>
                    <a:bodyPr/>
                    <a:lstStyle/>
                    <a:p>
                      <a:pPr algn="ctr" fontAlgn="t"/>
                      <a:r>
                        <a:rPr lang="en-US" sz="1000" kern="1200" dirty="0">
                          <a:solidFill>
                            <a:schemeClr val="tx1"/>
                          </a:solidFill>
                          <a:latin typeface="Calibri" pitchFamily="34" charset="0"/>
                          <a:ea typeface="+mn-ea"/>
                          <a:cs typeface="+mn-cs"/>
                        </a:rPr>
                        <a:t>&gt;=3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sz="1000" kern="1200" dirty="0" smtClean="0">
                          <a:solidFill>
                            <a:schemeClr val="tx1"/>
                          </a:solidFill>
                          <a:latin typeface="Calibri" pitchFamily="34" charset="0"/>
                          <a:ea typeface="+mn-ea"/>
                          <a:cs typeface="+mn-cs"/>
                        </a:rPr>
                        <a:t>Avg.</a:t>
                      </a:r>
                      <a:endParaRPr lang="en-US" sz="1000" kern="1200" dirty="0">
                        <a:solidFill>
                          <a:schemeClr val="tx1"/>
                        </a:solidFill>
                        <a:latin typeface="Calibri" pitchFamily="34" charset="0"/>
                        <a:ea typeface="+mn-ea"/>
                        <a:cs typeface="+mn-cs"/>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smtClean="0">
                          <a:solidFill>
                            <a:schemeClr val="tx1"/>
                          </a:solidFill>
                          <a:latin typeface="Calibri" pitchFamily="34" charset="0"/>
                          <a:ea typeface="+mn-ea"/>
                          <a:cs typeface="+mn-cs"/>
                        </a:rPr>
                        <a:t>High</a:t>
                      </a:r>
                      <a:endParaRPr lang="en-US" sz="1000" kern="1200" dirty="0">
                        <a:solidFill>
                          <a:schemeClr val="tx1"/>
                        </a:solidFill>
                        <a:latin typeface="Calibri" pitchFamily="34" charset="0"/>
                        <a:ea typeface="+mn-ea"/>
                        <a:cs typeface="+mn-cs"/>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smtClean="0">
                          <a:solidFill>
                            <a:schemeClr val="tx1"/>
                          </a:solidFill>
                          <a:latin typeface="Calibri" pitchFamily="34" charset="0"/>
                          <a:ea typeface="+mn-ea"/>
                          <a:cs typeface="+mn-cs"/>
                        </a:rPr>
                        <a:t>High</a:t>
                      </a:r>
                      <a:endParaRPr lang="en-US" sz="1000" kern="1200" dirty="0">
                        <a:solidFill>
                          <a:schemeClr val="tx1"/>
                        </a:solidFill>
                        <a:latin typeface="Calibri" pitchFamily="34" charset="0"/>
                        <a:ea typeface="+mn-ea"/>
                        <a:cs typeface="+mn-cs"/>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59419057"/>
                  </a:ext>
                </a:extLst>
              </a:tr>
            </a:tbl>
          </a:graphicData>
        </a:graphic>
      </p:graphicFrame>
      <p:sp>
        <p:nvSpPr>
          <p:cNvPr id="16" name="Rectangle 15"/>
          <p:cNvSpPr/>
          <p:nvPr/>
        </p:nvSpPr>
        <p:spPr>
          <a:xfrm>
            <a:off x="3886200" y="2260914"/>
            <a:ext cx="5181600" cy="406086"/>
          </a:xfrm>
          <a:prstGeom prst="rect">
            <a:avLst/>
          </a:prstGeom>
          <a:ln>
            <a:solidFill>
              <a:schemeClr val="accent2">
                <a:lumMod val="75000"/>
              </a:schemeClr>
            </a:solidFill>
            <a:headEnd/>
            <a:tailEnd/>
          </a:ln>
        </p:spPr>
        <p:style>
          <a:lnRef idx="1">
            <a:schemeClr val="accent6"/>
          </a:lnRef>
          <a:fillRef idx="2">
            <a:schemeClr val="accent6"/>
          </a:fillRef>
          <a:effectRef idx="1">
            <a:schemeClr val="accent6"/>
          </a:effectRef>
          <a:fontRef idx="minor">
            <a:schemeClr val="dk1"/>
          </a:fontRef>
        </p:style>
        <p:txBody>
          <a:bodyPr wrap="square" lIns="91419" tIns="45710" rIns="91419" bIns="45710" rtlCol="0" anchor="t" anchorCtr="0">
            <a:noAutofit/>
          </a:bodyPr>
          <a:lstStyle/>
          <a:p>
            <a:pPr>
              <a:lnSpc>
                <a:spcPct val="90000"/>
              </a:lnSpc>
              <a:spcAft>
                <a:spcPts val="800"/>
              </a:spcAft>
            </a:pPr>
            <a:r>
              <a:rPr lang="en-US" sz="900" b="1" dirty="0" smtClean="0">
                <a:solidFill>
                  <a:schemeClr val="bg2">
                    <a:lumMod val="50000"/>
                  </a:schemeClr>
                </a:solidFill>
                <a:latin typeface="Calibri" pitchFamily="34" charset="0"/>
              </a:rPr>
              <a:t>FTRS: File Type Referenced: </a:t>
            </a:r>
            <a:r>
              <a:rPr lang="en-US" sz="900" dirty="0">
                <a:solidFill>
                  <a:schemeClr val="bg2">
                    <a:lumMod val="50000"/>
                  </a:schemeClr>
                </a:solidFill>
                <a:latin typeface="Calibri" pitchFamily="34" charset="0"/>
              </a:rPr>
              <a:t>Largest user identifiable sub group </a:t>
            </a:r>
            <a:r>
              <a:rPr lang="en-US" sz="900" dirty="0" smtClean="0">
                <a:solidFill>
                  <a:schemeClr val="bg2">
                    <a:lumMod val="50000"/>
                  </a:schemeClr>
                </a:solidFill>
                <a:latin typeface="Calibri" pitchFamily="34" charset="0"/>
              </a:rPr>
              <a:t>within EI, EO &amp; EQ. </a:t>
            </a:r>
            <a:r>
              <a:rPr lang="en-US" sz="900" dirty="0">
                <a:solidFill>
                  <a:schemeClr val="bg2">
                    <a:lumMod val="50000"/>
                  </a:schemeClr>
                </a:solidFill>
                <a:latin typeface="Calibri" pitchFamily="34" charset="0"/>
              </a:rPr>
              <a:t>In this case two</a:t>
            </a:r>
            <a:r>
              <a:rPr lang="en-US" sz="900" dirty="0" smtClean="0">
                <a:solidFill>
                  <a:schemeClr val="bg2">
                    <a:lumMod val="50000"/>
                  </a:schemeClr>
                </a:solidFill>
                <a:latin typeface="Calibri" pitchFamily="34" charset="0"/>
              </a:rPr>
              <a:t>.</a:t>
            </a:r>
          </a:p>
          <a:p>
            <a:pPr>
              <a:lnSpc>
                <a:spcPct val="90000"/>
              </a:lnSpc>
              <a:spcAft>
                <a:spcPts val="800"/>
              </a:spcAft>
            </a:pPr>
            <a:r>
              <a:rPr lang="en-US" sz="900" b="1" dirty="0">
                <a:solidFill>
                  <a:schemeClr val="bg2">
                    <a:lumMod val="50000"/>
                  </a:schemeClr>
                </a:solidFill>
                <a:latin typeface="Calibri" pitchFamily="34" charset="0"/>
              </a:rPr>
              <a:t>EQ must have a minimum of 1 FTR</a:t>
            </a:r>
          </a:p>
        </p:txBody>
      </p:sp>
      <p:sp>
        <p:nvSpPr>
          <p:cNvPr id="17" name="Rounded Rectangle 16"/>
          <p:cNvSpPr/>
          <p:nvPr/>
        </p:nvSpPr>
        <p:spPr bwMode="auto">
          <a:xfrm>
            <a:off x="6705600" y="387947"/>
            <a:ext cx="2362200" cy="230257"/>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sz="900" dirty="0"/>
              <a:t>Functional </a:t>
            </a:r>
            <a:r>
              <a:rPr lang="en-US" sz="900" dirty="0" smtClean="0"/>
              <a:t>Size </a:t>
            </a:r>
            <a:r>
              <a:rPr lang="en-US" sz="900" dirty="0"/>
              <a:t>for Each </a:t>
            </a:r>
            <a:r>
              <a:rPr lang="en-US" sz="900" dirty="0" smtClean="0"/>
              <a:t>Transaction </a:t>
            </a:r>
            <a:r>
              <a:rPr lang="en-US" sz="900" dirty="0"/>
              <a:t>Function</a:t>
            </a:r>
            <a:endParaRPr lang="en-US" sz="900" dirty="0"/>
          </a:p>
        </p:txBody>
      </p:sp>
      <p:graphicFrame>
        <p:nvGraphicFramePr>
          <p:cNvPr id="8" name="Table 7"/>
          <p:cNvGraphicFramePr>
            <a:graphicFrameLocks noGrp="1"/>
          </p:cNvGraphicFramePr>
          <p:nvPr>
            <p:extLst>
              <p:ext uri="{D42A27DB-BD31-4B8C-83A1-F6EECF244321}">
                <p14:modId xmlns:p14="http://schemas.microsoft.com/office/powerpoint/2010/main" val="3256981592"/>
              </p:ext>
            </p:extLst>
          </p:nvPr>
        </p:nvGraphicFramePr>
        <p:xfrm>
          <a:off x="6705600" y="696335"/>
          <a:ext cx="2362200" cy="1524000"/>
        </p:xfrm>
        <a:graphic>
          <a:graphicData uri="http://schemas.openxmlformats.org/drawingml/2006/table">
            <a:tbl>
              <a:tblPr/>
              <a:tblGrid>
                <a:gridCol w="1181100">
                  <a:extLst>
                    <a:ext uri="{9D8B030D-6E8A-4147-A177-3AD203B41FA5}">
                      <a16:colId xmlns:a16="http://schemas.microsoft.com/office/drawing/2014/main" val="1059545147"/>
                    </a:ext>
                  </a:extLst>
                </a:gridCol>
                <a:gridCol w="1181100">
                  <a:extLst>
                    <a:ext uri="{9D8B030D-6E8A-4147-A177-3AD203B41FA5}">
                      <a16:colId xmlns:a16="http://schemas.microsoft.com/office/drawing/2014/main" val="1754221755"/>
                    </a:ext>
                  </a:extLst>
                </a:gridCol>
              </a:tblGrid>
              <a:tr h="381000">
                <a:tc>
                  <a:txBody>
                    <a:bodyPr/>
                    <a:lstStyle/>
                    <a:p>
                      <a:pPr algn="ctr" fontAlgn="t"/>
                      <a:r>
                        <a:rPr lang="en-US" sz="1000" kern="1200" dirty="0">
                          <a:solidFill>
                            <a:schemeClr val="tx1"/>
                          </a:solidFill>
                          <a:latin typeface="Calibri" pitchFamily="34" charset="0"/>
                          <a:ea typeface="+mn-ea"/>
                          <a:cs typeface="+mn-cs"/>
                        </a:rPr>
                        <a:t>Complexity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1000" kern="1200" dirty="0">
                          <a:solidFill>
                            <a:schemeClr val="tx1"/>
                          </a:solidFill>
                          <a:latin typeface="Calibri" pitchFamily="34" charset="0"/>
                          <a:ea typeface="+mn-ea"/>
                          <a:cs typeface="+mn-cs"/>
                        </a:rPr>
                        <a:t>FP Count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333429530"/>
                  </a:ext>
                </a:extLst>
              </a:tr>
              <a:tr h="381000">
                <a:tc>
                  <a:txBody>
                    <a:bodyPr/>
                    <a:lstStyle/>
                    <a:p>
                      <a:pPr fontAlgn="t"/>
                      <a:r>
                        <a:rPr lang="en-US" sz="1000" kern="1200" dirty="0">
                          <a:solidFill>
                            <a:schemeClr val="tx1"/>
                          </a:solidFill>
                          <a:latin typeface="Calibri" pitchFamily="34" charset="0"/>
                          <a:ea typeface="+mn-ea"/>
                          <a:cs typeface="+mn-cs"/>
                        </a:rPr>
                        <a:t>Low</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a:solidFill>
                            <a:schemeClr val="tx1"/>
                          </a:solidFill>
                          <a:latin typeface="Calibri" pitchFamily="34" charset="0"/>
                          <a:ea typeface="+mn-ea"/>
                          <a:cs typeface="+mn-cs"/>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00774333"/>
                  </a:ext>
                </a:extLst>
              </a:tr>
              <a:tr h="381000">
                <a:tc>
                  <a:txBody>
                    <a:bodyPr/>
                    <a:lstStyle/>
                    <a:p>
                      <a:pPr fontAlgn="t"/>
                      <a:r>
                        <a:rPr lang="en-US" sz="1000" kern="1200" dirty="0">
                          <a:solidFill>
                            <a:schemeClr val="tx1"/>
                          </a:solidFill>
                          <a:latin typeface="Calibri" pitchFamily="34" charset="0"/>
                          <a:ea typeface="+mn-ea"/>
                          <a:cs typeface="+mn-cs"/>
                        </a:rPr>
                        <a:t>Average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a:solidFill>
                            <a:schemeClr val="tx1"/>
                          </a:solidFill>
                          <a:latin typeface="Calibri" pitchFamily="34" charset="0"/>
                          <a:ea typeface="+mn-ea"/>
                          <a:cs typeface="+mn-cs"/>
                        </a:rPr>
                        <a:t>4</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24891240"/>
                  </a:ext>
                </a:extLst>
              </a:tr>
              <a:tr h="381000">
                <a:tc>
                  <a:txBody>
                    <a:bodyPr/>
                    <a:lstStyle/>
                    <a:p>
                      <a:pPr fontAlgn="t"/>
                      <a:r>
                        <a:rPr lang="en-US" sz="1000" kern="1200" dirty="0">
                          <a:solidFill>
                            <a:schemeClr val="tx1"/>
                          </a:solidFill>
                          <a:latin typeface="Calibri" pitchFamily="34" charset="0"/>
                          <a:ea typeface="+mn-ea"/>
                          <a:cs typeface="+mn-cs"/>
                        </a:rPr>
                        <a:t>High</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000" kern="1200" dirty="0">
                          <a:solidFill>
                            <a:schemeClr val="tx1"/>
                          </a:solidFill>
                          <a:latin typeface="Calibri" pitchFamily="34" charset="0"/>
                          <a:ea typeface="+mn-ea"/>
                          <a:cs typeface="+mn-cs"/>
                        </a:rPr>
                        <a:t>6</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48359725"/>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341997153"/>
              </p:ext>
            </p:extLst>
          </p:nvPr>
        </p:nvGraphicFramePr>
        <p:xfrm>
          <a:off x="3886200" y="2981198"/>
          <a:ext cx="2743200" cy="952500"/>
        </p:xfrm>
        <a:graphic>
          <a:graphicData uri="http://schemas.openxmlformats.org/drawingml/2006/table">
            <a:tbl>
              <a:tblPr/>
              <a:tblGrid>
                <a:gridCol w="914400">
                  <a:extLst>
                    <a:ext uri="{9D8B030D-6E8A-4147-A177-3AD203B41FA5}">
                      <a16:colId xmlns:a16="http://schemas.microsoft.com/office/drawing/2014/main" val="3959006870"/>
                    </a:ext>
                  </a:extLst>
                </a:gridCol>
                <a:gridCol w="914400">
                  <a:extLst>
                    <a:ext uri="{9D8B030D-6E8A-4147-A177-3AD203B41FA5}">
                      <a16:colId xmlns:a16="http://schemas.microsoft.com/office/drawing/2014/main" val="296250450"/>
                    </a:ext>
                  </a:extLst>
                </a:gridCol>
                <a:gridCol w="914400">
                  <a:extLst>
                    <a:ext uri="{9D8B030D-6E8A-4147-A177-3AD203B41FA5}">
                      <a16:colId xmlns:a16="http://schemas.microsoft.com/office/drawing/2014/main" val="188642169"/>
                    </a:ext>
                  </a:extLst>
                </a:gridCol>
              </a:tblGrid>
              <a:tr h="120229">
                <a:tc>
                  <a:txBody>
                    <a:bodyPr/>
                    <a:lstStyle/>
                    <a:p>
                      <a:pPr algn="l"/>
                      <a:r>
                        <a:rPr lang="en-US" sz="1000" kern="1200" dirty="0">
                          <a:solidFill>
                            <a:schemeClr val="tx1"/>
                          </a:solidFill>
                          <a:latin typeface="Calibri" pitchFamily="34" charset="0"/>
                          <a:ea typeface="+mn-ea"/>
                          <a:cs typeface="+mn-cs"/>
                        </a:rPr>
                        <a:t>Category</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tc>
                  <a:txBody>
                    <a:bodyPr/>
                    <a:lstStyle/>
                    <a:p>
                      <a:pPr algn="l"/>
                      <a:r>
                        <a:rPr lang="en-US" sz="1000" kern="1200" dirty="0">
                          <a:solidFill>
                            <a:schemeClr val="tx1"/>
                          </a:solidFill>
                          <a:latin typeface="Calibri" pitchFamily="34" charset="0"/>
                          <a:ea typeface="+mn-ea"/>
                          <a:cs typeface="+mn-cs"/>
                        </a:rPr>
                        <a:t>Multiplier</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tc>
                  <a:txBody>
                    <a:bodyPr/>
                    <a:lstStyle/>
                    <a:p>
                      <a:pPr algn="l"/>
                      <a:r>
                        <a:rPr lang="en-US" sz="1000" kern="1200" dirty="0">
                          <a:solidFill>
                            <a:schemeClr val="tx1"/>
                          </a:solidFill>
                          <a:latin typeface="Calibri" pitchFamily="34" charset="0"/>
                          <a:ea typeface="+mn-ea"/>
                          <a:cs typeface="+mn-cs"/>
                        </a:rPr>
                        <a:t>Weight</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extLst>
                  <a:ext uri="{0D108BD9-81ED-4DB2-BD59-A6C34878D82A}">
                    <a16:rowId xmlns:a16="http://schemas.microsoft.com/office/drawing/2014/main" val="3675377868"/>
                  </a:ext>
                </a:extLst>
              </a:tr>
              <a:tr h="120229">
                <a:tc>
                  <a:txBody>
                    <a:bodyPr/>
                    <a:lstStyle/>
                    <a:p>
                      <a:pPr algn="l"/>
                      <a:r>
                        <a:rPr lang="en-US" sz="1000" kern="1200" dirty="0">
                          <a:solidFill>
                            <a:schemeClr val="tx1"/>
                          </a:solidFill>
                          <a:latin typeface="Calibri" pitchFamily="34" charset="0"/>
                          <a:ea typeface="+mn-ea"/>
                          <a:cs typeface="+mn-cs"/>
                        </a:rPr>
                        <a:t>EI</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tc>
                  <a:txBody>
                    <a:bodyPr/>
                    <a:lstStyle/>
                    <a:p>
                      <a:pPr algn="l"/>
                      <a:r>
                        <a:rPr lang="en-US" sz="1000" kern="1200" dirty="0">
                          <a:solidFill>
                            <a:schemeClr val="tx1"/>
                          </a:solidFill>
                          <a:latin typeface="Calibri" pitchFamily="34" charset="0"/>
                          <a:ea typeface="+mn-ea"/>
                          <a:cs typeface="+mn-cs"/>
                        </a:rPr>
                        <a:t>4</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tc>
                  <a:txBody>
                    <a:bodyPr/>
                    <a:lstStyle/>
                    <a:p>
                      <a:pPr algn="l"/>
                      <a:r>
                        <a:rPr lang="en-US" sz="1000" kern="1200" dirty="0">
                          <a:solidFill>
                            <a:schemeClr val="tx1"/>
                          </a:solidFill>
                          <a:latin typeface="Calibri" pitchFamily="34" charset="0"/>
                          <a:ea typeface="+mn-ea"/>
                          <a:cs typeface="+mn-cs"/>
                        </a:rPr>
                        <a:t>3</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extLst>
                  <a:ext uri="{0D108BD9-81ED-4DB2-BD59-A6C34878D82A}">
                    <a16:rowId xmlns:a16="http://schemas.microsoft.com/office/drawing/2014/main" val="1163970882"/>
                  </a:ext>
                </a:extLst>
              </a:tr>
              <a:tr h="120229">
                <a:tc>
                  <a:txBody>
                    <a:bodyPr/>
                    <a:lstStyle/>
                    <a:p>
                      <a:pPr algn="l"/>
                      <a:r>
                        <a:rPr lang="en-US" sz="1000" kern="1200" dirty="0">
                          <a:solidFill>
                            <a:schemeClr val="tx1"/>
                          </a:solidFill>
                          <a:latin typeface="Calibri" pitchFamily="34" charset="0"/>
                          <a:ea typeface="+mn-ea"/>
                          <a:cs typeface="+mn-cs"/>
                        </a:rPr>
                        <a:t>EO</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tc>
                  <a:txBody>
                    <a:bodyPr/>
                    <a:lstStyle/>
                    <a:p>
                      <a:pPr algn="l"/>
                      <a:r>
                        <a:rPr lang="en-US" sz="1000" kern="1200" dirty="0">
                          <a:solidFill>
                            <a:schemeClr val="tx1"/>
                          </a:solidFill>
                          <a:latin typeface="Calibri" pitchFamily="34" charset="0"/>
                          <a:ea typeface="+mn-ea"/>
                          <a:cs typeface="+mn-cs"/>
                        </a:rPr>
                        <a:t>4</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tc>
                  <a:txBody>
                    <a:bodyPr/>
                    <a:lstStyle/>
                    <a:p>
                      <a:pPr algn="l"/>
                      <a:r>
                        <a:rPr lang="en-US" sz="1000" kern="1200" dirty="0">
                          <a:solidFill>
                            <a:schemeClr val="tx1"/>
                          </a:solidFill>
                          <a:latin typeface="Calibri" pitchFamily="34" charset="0"/>
                          <a:ea typeface="+mn-ea"/>
                          <a:cs typeface="+mn-cs"/>
                        </a:rPr>
                        <a:t>4</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extLst>
                  <a:ext uri="{0D108BD9-81ED-4DB2-BD59-A6C34878D82A}">
                    <a16:rowId xmlns:a16="http://schemas.microsoft.com/office/drawing/2014/main" val="303511476"/>
                  </a:ext>
                </a:extLst>
              </a:tr>
              <a:tr h="120229">
                <a:tc>
                  <a:txBody>
                    <a:bodyPr/>
                    <a:lstStyle/>
                    <a:p>
                      <a:pPr algn="l"/>
                      <a:r>
                        <a:rPr lang="en-US" sz="1000" kern="1200" dirty="0">
                          <a:solidFill>
                            <a:schemeClr val="tx1"/>
                          </a:solidFill>
                          <a:latin typeface="Calibri" pitchFamily="34" charset="0"/>
                          <a:ea typeface="+mn-ea"/>
                          <a:cs typeface="+mn-cs"/>
                        </a:rPr>
                        <a:t>EQ</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tc>
                  <a:txBody>
                    <a:bodyPr/>
                    <a:lstStyle/>
                    <a:p>
                      <a:pPr algn="l"/>
                      <a:r>
                        <a:rPr lang="en-US" sz="1000" kern="1200" dirty="0">
                          <a:solidFill>
                            <a:schemeClr val="tx1"/>
                          </a:solidFill>
                          <a:latin typeface="Calibri" pitchFamily="34" charset="0"/>
                          <a:ea typeface="+mn-ea"/>
                          <a:cs typeface="+mn-cs"/>
                        </a:rPr>
                        <a:t>3</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tc>
                  <a:txBody>
                    <a:bodyPr/>
                    <a:lstStyle/>
                    <a:p>
                      <a:pPr algn="l"/>
                      <a:r>
                        <a:rPr lang="en-US" sz="1000" kern="1200" dirty="0">
                          <a:solidFill>
                            <a:schemeClr val="tx1"/>
                          </a:solidFill>
                          <a:latin typeface="Calibri" pitchFamily="34" charset="0"/>
                          <a:ea typeface="+mn-ea"/>
                          <a:cs typeface="+mn-cs"/>
                        </a:rPr>
                        <a:t>3</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extLst>
                  <a:ext uri="{0D108BD9-81ED-4DB2-BD59-A6C34878D82A}">
                    <a16:rowId xmlns:a16="http://schemas.microsoft.com/office/drawing/2014/main" val="848716580"/>
                  </a:ext>
                </a:extLst>
              </a:tr>
              <a:tr h="120229">
                <a:tc>
                  <a:txBody>
                    <a:bodyPr/>
                    <a:lstStyle/>
                    <a:p>
                      <a:pPr algn="l"/>
                      <a:r>
                        <a:rPr lang="en-US" sz="1000" kern="1200" dirty="0">
                          <a:solidFill>
                            <a:schemeClr val="tx1"/>
                          </a:solidFill>
                          <a:latin typeface="Calibri" pitchFamily="34" charset="0"/>
                          <a:ea typeface="+mn-ea"/>
                          <a:cs typeface="+mn-cs"/>
                        </a:rPr>
                        <a:t>ILF</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tc>
                  <a:txBody>
                    <a:bodyPr/>
                    <a:lstStyle/>
                    <a:p>
                      <a:pPr algn="l"/>
                      <a:r>
                        <a:rPr lang="en-US" sz="1000" kern="1200" dirty="0" smtClean="0">
                          <a:solidFill>
                            <a:schemeClr val="tx1"/>
                          </a:solidFill>
                          <a:latin typeface="Calibri" pitchFamily="34" charset="0"/>
                          <a:ea typeface="+mn-ea"/>
                          <a:cs typeface="+mn-cs"/>
                        </a:rPr>
                        <a:t>3</a:t>
                      </a:r>
                      <a:endParaRPr lang="en-US" sz="1000" kern="1200" dirty="0">
                        <a:solidFill>
                          <a:schemeClr val="tx1"/>
                        </a:solidFill>
                        <a:latin typeface="Calibri" pitchFamily="34" charset="0"/>
                        <a:ea typeface="+mn-ea"/>
                        <a:cs typeface="+mn-cs"/>
                      </a:endParaRP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tc>
                  <a:txBody>
                    <a:bodyPr/>
                    <a:lstStyle/>
                    <a:p>
                      <a:pPr algn="l"/>
                      <a:r>
                        <a:rPr lang="en-US" sz="1000" kern="1200" dirty="0">
                          <a:solidFill>
                            <a:schemeClr val="tx1"/>
                          </a:solidFill>
                          <a:latin typeface="Calibri" pitchFamily="34" charset="0"/>
                          <a:ea typeface="+mn-ea"/>
                          <a:cs typeface="+mn-cs"/>
                        </a:rPr>
                        <a:t>7</a:t>
                      </a:r>
                    </a:p>
                  </a:txBody>
                  <a:tcPr marL="66675" marR="66675" marT="19050" marB="1905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1E1E1"/>
                    </a:solidFill>
                  </a:tcPr>
                </a:tc>
                <a:extLst>
                  <a:ext uri="{0D108BD9-81ED-4DB2-BD59-A6C34878D82A}">
                    <a16:rowId xmlns:a16="http://schemas.microsoft.com/office/drawing/2014/main" val="2205053173"/>
                  </a:ext>
                </a:extLst>
              </a:tr>
            </a:tbl>
          </a:graphicData>
        </a:graphic>
      </p:graphicFrame>
      <p:sp>
        <p:nvSpPr>
          <p:cNvPr id="18" name="Rounded Rectangle 17"/>
          <p:cNvSpPr/>
          <p:nvPr/>
        </p:nvSpPr>
        <p:spPr bwMode="auto">
          <a:xfrm>
            <a:off x="3893344" y="2707579"/>
            <a:ext cx="2743200" cy="233040"/>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sz="900" dirty="0" smtClean="0"/>
              <a:t>Prediction Table for Case Study</a:t>
            </a:r>
            <a:endParaRPr lang="en-US" sz="900" dirty="0"/>
          </a:p>
        </p:txBody>
      </p:sp>
      <p:sp>
        <p:nvSpPr>
          <p:cNvPr id="19" name="Rounded Rectangle 18"/>
          <p:cNvSpPr/>
          <p:nvPr/>
        </p:nvSpPr>
        <p:spPr bwMode="auto">
          <a:xfrm>
            <a:off x="6733205" y="2707579"/>
            <a:ext cx="2334595" cy="233040"/>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sz="900" dirty="0" smtClean="0"/>
              <a:t>Function Point Calculation</a:t>
            </a:r>
            <a:endParaRPr lang="en-US" sz="900" dirty="0"/>
          </a:p>
        </p:txBody>
      </p:sp>
      <p:sp>
        <p:nvSpPr>
          <p:cNvPr id="21" name="Rectangle 20"/>
          <p:cNvSpPr/>
          <p:nvPr/>
        </p:nvSpPr>
        <p:spPr>
          <a:xfrm>
            <a:off x="6733204" y="3051774"/>
            <a:ext cx="2334595" cy="88192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lIns="91419" tIns="45710" rIns="91419" bIns="45710" rtlCol="0" anchor="t" anchorCtr="0">
            <a:noAutofit/>
          </a:bodyPr>
          <a:lstStyle/>
          <a:p>
            <a:pPr>
              <a:lnSpc>
                <a:spcPct val="90000"/>
              </a:lnSpc>
              <a:spcAft>
                <a:spcPts val="800"/>
              </a:spcAft>
            </a:pPr>
            <a:r>
              <a:rPr lang="en-US" sz="900" b="1" dirty="0" smtClean="0">
                <a:solidFill>
                  <a:schemeClr val="bg1"/>
                </a:solidFill>
                <a:latin typeface="Calibri" pitchFamily="34" charset="0"/>
              </a:rPr>
              <a:t>Function Point =  </a:t>
            </a:r>
            <a:r>
              <a:rPr lang="en-US" i="1" dirty="0" smtClean="0">
                <a:solidFill>
                  <a:schemeClr val="bg1"/>
                </a:solidFill>
              </a:rPr>
              <a:t>4*3+4*4+3*3+3*7=58</a:t>
            </a:r>
          </a:p>
          <a:p>
            <a:pPr>
              <a:lnSpc>
                <a:spcPct val="90000"/>
              </a:lnSpc>
              <a:spcAft>
                <a:spcPts val="800"/>
              </a:spcAft>
            </a:pPr>
            <a:r>
              <a:rPr lang="en-US" sz="900" b="1" i="1" dirty="0" smtClean="0">
                <a:solidFill>
                  <a:schemeClr val="bg1"/>
                </a:solidFill>
                <a:latin typeface="Calibri" pitchFamily="34" charset="0"/>
              </a:rPr>
              <a:t>If One FP takes 08 Hrs. to complete, total Development Time is : 58*8 = 464 Hrs.</a:t>
            </a:r>
            <a:endParaRPr lang="en-US" sz="900" b="1" dirty="0">
              <a:solidFill>
                <a:schemeClr val="bg1"/>
              </a:solidFill>
              <a:latin typeface="Calibri" pitchFamily="34" charset="0"/>
            </a:endParaRPr>
          </a:p>
        </p:txBody>
      </p:sp>
    </p:spTree>
    <p:extLst>
      <p:ext uri="{BB962C8B-B14F-4D97-AF65-F5344CB8AC3E}">
        <p14:creationId xmlns:p14="http://schemas.microsoft.com/office/powerpoint/2010/main" val="19906250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en-US" dirty="0" smtClean="0"/>
              <a:t>Software Project Estimation </a:t>
            </a:r>
            <a:r>
              <a:rPr lang="en-US" dirty="0" smtClean="0"/>
              <a:t>Techniques – Planning Poker</a:t>
            </a:r>
            <a:endParaRPr lang="en-US" dirty="0"/>
          </a:p>
        </p:txBody>
      </p:sp>
      <p:sp>
        <p:nvSpPr>
          <p:cNvPr id="20" name="Rectangle 19"/>
          <p:cNvSpPr/>
          <p:nvPr/>
        </p:nvSpPr>
        <p:spPr>
          <a:xfrm>
            <a:off x="50572" y="359799"/>
            <a:ext cx="9017228" cy="707001"/>
          </a:xfrm>
          <a:prstGeom prst="rect">
            <a:avLst/>
          </a:prstGeom>
          <a:ln>
            <a:solidFill>
              <a:schemeClr val="accent2">
                <a:lumMod val="75000"/>
              </a:schemeClr>
            </a:solidFill>
            <a:headEnd/>
            <a:tailEnd/>
          </a:ln>
        </p:spPr>
        <p:style>
          <a:lnRef idx="1">
            <a:schemeClr val="accent6"/>
          </a:lnRef>
          <a:fillRef idx="2">
            <a:schemeClr val="accent6"/>
          </a:fillRef>
          <a:effectRef idx="1">
            <a:schemeClr val="accent6"/>
          </a:effectRef>
          <a:fontRef idx="minor">
            <a:schemeClr val="dk1"/>
          </a:fontRef>
        </p:style>
        <p:txBody>
          <a:bodyPr wrap="square" lIns="91419" tIns="45710" rIns="91419" bIns="45710" rtlCol="0" anchor="t" anchorCtr="0">
            <a:noAutofit/>
          </a:bodyPr>
          <a:lstStyle/>
          <a:p>
            <a:pPr algn="just"/>
            <a:r>
              <a:rPr lang="en-US" sz="1200" b="1" dirty="0">
                <a:solidFill>
                  <a:schemeClr val="bg2">
                    <a:lumMod val="50000"/>
                  </a:schemeClr>
                </a:solidFill>
                <a:latin typeface="Calibri" pitchFamily="34" charset="0"/>
              </a:rPr>
              <a:t>Planning Poker</a:t>
            </a:r>
            <a:r>
              <a:rPr lang="en-US" sz="1200" dirty="0">
                <a:solidFill>
                  <a:schemeClr val="bg2">
                    <a:lumMod val="50000"/>
                  </a:schemeClr>
                </a:solidFill>
                <a:latin typeface="Calibri" pitchFamily="34" charset="0"/>
              </a:rPr>
              <a:t> is a consensus-based technique for estimating, mostly used to estimate effort or relative size of user stories in Scrum</a:t>
            </a:r>
            <a:r>
              <a:rPr lang="en-US" sz="1200" dirty="0" smtClean="0">
                <a:solidFill>
                  <a:schemeClr val="bg2">
                    <a:lumMod val="50000"/>
                  </a:schemeClr>
                </a:solidFill>
                <a:latin typeface="Calibri" pitchFamily="34" charset="0"/>
              </a:rPr>
              <a:t>. </a:t>
            </a:r>
            <a:r>
              <a:rPr lang="en-US" sz="1200" dirty="0">
                <a:solidFill>
                  <a:schemeClr val="bg2">
                    <a:lumMod val="50000"/>
                  </a:schemeClr>
                </a:solidFill>
                <a:latin typeface="Calibri" pitchFamily="34" charset="0"/>
              </a:rPr>
              <a:t>Planning Poker is played with a deck of cards. As Fibonacci sequence is used, the cards have numbers - 1, 2, 3, 5, 8, 13, 21, 34, etc. These numbers represent the “Story Points”. </a:t>
            </a:r>
            <a:endParaRPr lang="en-US" sz="1200" dirty="0">
              <a:solidFill>
                <a:schemeClr val="bg2">
                  <a:lumMod val="50000"/>
                </a:schemeClr>
              </a:solidFill>
              <a:latin typeface="Calibri" pitchFamily="34" charset="0"/>
            </a:endParaRPr>
          </a:p>
        </p:txBody>
      </p:sp>
      <p:graphicFrame>
        <p:nvGraphicFramePr>
          <p:cNvPr id="12" name="Diagram 11"/>
          <p:cNvGraphicFramePr/>
          <p:nvPr>
            <p:extLst>
              <p:ext uri="{D42A27DB-BD31-4B8C-83A1-F6EECF244321}">
                <p14:modId xmlns:p14="http://schemas.microsoft.com/office/powerpoint/2010/main" val="950900424"/>
              </p:ext>
            </p:extLst>
          </p:nvPr>
        </p:nvGraphicFramePr>
        <p:xfrm>
          <a:off x="38735" y="1122763"/>
          <a:ext cx="5334000" cy="3057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100" name="Picture 4" descr="https://www.mountaingoatsoftware.com/uploads/blog/poker-discussion.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86400" y="1066800"/>
            <a:ext cx="3273425" cy="2647838"/>
          </a:xfrm>
          <a:prstGeom prst="rect">
            <a:avLst/>
          </a:prstGeom>
          <a:noFill/>
          <a:extLst>
            <a:ext uri="{909E8E84-426E-40DD-AFC4-6F175D3DCCD1}">
              <a14:hiddenFill xmlns:a14="http://schemas.microsoft.com/office/drawing/2010/main">
                <a:solidFill>
                  <a:srgbClr val="FFFFFF"/>
                </a:solidFill>
              </a14:hiddenFill>
            </a:ext>
          </a:extLst>
        </p:spPr>
      </p:pic>
      <p:sp>
        <p:nvSpPr>
          <p:cNvPr id="29" name="Rounded Rectangle 28"/>
          <p:cNvSpPr/>
          <p:nvPr/>
        </p:nvSpPr>
        <p:spPr bwMode="auto">
          <a:xfrm>
            <a:off x="5562600" y="3835774"/>
            <a:ext cx="3429000" cy="318451"/>
          </a:xfrm>
          <a:prstGeom prst="round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sz="2800" dirty="0" smtClean="0"/>
              <a:t>Practice Case Study</a:t>
            </a:r>
            <a:endParaRPr lang="en-US" sz="2800" dirty="0"/>
          </a:p>
        </p:txBody>
      </p:sp>
    </p:spTree>
    <p:extLst>
      <p:ext uri="{BB962C8B-B14F-4D97-AF65-F5344CB8AC3E}">
        <p14:creationId xmlns:p14="http://schemas.microsoft.com/office/powerpoint/2010/main" val="844248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en-US" dirty="0" smtClean="0"/>
              <a:t>Software Project Estimation </a:t>
            </a:r>
            <a:r>
              <a:rPr lang="en-US" dirty="0" smtClean="0"/>
              <a:t>Techniques – Other Techniques</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608796717"/>
              </p:ext>
            </p:extLst>
          </p:nvPr>
        </p:nvGraphicFramePr>
        <p:xfrm>
          <a:off x="152400" y="351112"/>
          <a:ext cx="8839200" cy="3749040"/>
        </p:xfrm>
        <a:graphic>
          <a:graphicData uri="http://schemas.openxmlformats.org/drawingml/2006/table">
            <a:tbl>
              <a:tblPr firstRow="1" bandRow="1">
                <a:tableStyleId>{93296810-A885-4BE3-A3E7-6D5BEEA58F35}</a:tableStyleId>
              </a:tblPr>
              <a:tblGrid>
                <a:gridCol w="1860884">
                  <a:extLst>
                    <a:ext uri="{9D8B030D-6E8A-4147-A177-3AD203B41FA5}">
                      <a16:colId xmlns:a16="http://schemas.microsoft.com/office/drawing/2014/main" val="91114082"/>
                    </a:ext>
                  </a:extLst>
                </a:gridCol>
                <a:gridCol w="6978316">
                  <a:extLst>
                    <a:ext uri="{9D8B030D-6E8A-4147-A177-3AD203B41FA5}">
                      <a16:colId xmlns:a16="http://schemas.microsoft.com/office/drawing/2014/main" val="1975577904"/>
                    </a:ext>
                  </a:extLst>
                </a:gridCol>
              </a:tblGrid>
              <a:tr h="228599">
                <a:tc>
                  <a:txBody>
                    <a:bodyPr/>
                    <a:lstStyle/>
                    <a:p>
                      <a:pPr algn="ctr"/>
                      <a:r>
                        <a:rPr lang="en-US" sz="1200" dirty="0" smtClean="0"/>
                        <a:t>Estimation Technique</a:t>
                      </a:r>
                      <a:endParaRPr lang="en-US" sz="1200" dirty="0"/>
                    </a:p>
                  </a:txBody>
                  <a:tcPr/>
                </a:tc>
                <a:tc>
                  <a:txBody>
                    <a:bodyPr/>
                    <a:lstStyle/>
                    <a:p>
                      <a:pPr algn="ctr"/>
                      <a:r>
                        <a:rPr lang="en-US" sz="1200" dirty="0" smtClean="0"/>
                        <a:t>Details</a:t>
                      </a:r>
                      <a:endParaRPr lang="en-US" sz="1200" dirty="0"/>
                    </a:p>
                  </a:txBody>
                  <a:tcPr/>
                </a:tc>
                <a:extLst>
                  <a:ext uri="{0D108BD9-81ED-4DB2-BD59-A6C34878D82A}">
                    <a16:rowId xmlns:a16="http://schemas.microsoft.com/office/drawing/2014/main" val="537500729"/>
                  </a:ext>
                </a:extLst>
              </a:tr>
              <a:tr h="175272">
                <a:tc>
                  <a:txBody>
                    <a:bodyPr/>
                    <a:lstStyle/>
                    <a:p>
                      <a:pPr marL="0" marR="0" lvl="0" indent="0" algn="l" defTabSz="879152"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1" i="0" u="none" strike="noStrike" kern="1200" cap="none" spc="0" normalizeH="0" baseline="0" noProof="0" dirty="0" smtClean="0">
                          <a:ln>
                            <a:noFill/>
                          </a:ln>
                          <a:solidFill>
                            <a:srgbClr val="9A918C">
                              <a:lumMod val="50000"/>
                            </a:srgbClr>
                          </a:solidFill>
                          <a:effectLst/>
                          <a:uLnTx/>
                          <a:uFillTx/>
                          <a:latin typeface="Calibri" pitchFamily="34" charset="0"/>
                          <a:ea typeface="+mn-ea"/>
                          <a:cs typeface="+mn-cs"/>
                        </a:rPr>
                        <a:t>COCOMO</a:t>
                      </a:r>
                    </a:p>
                  </a:txBody>
                  <a:tcPr/>
                </a:tc>
                <a:tc>
                  <a:txBody>
                    <a:bodyPr/>
                    <a:lstStyle/>
                    <a:p>
                      <a:r>
                        <a:rPr lang="en-US" sz="1200" b="0" kern="1200" dirty="0" smtClean="0">
                          <a:solidFill>
                            <a:schemeClr val="bg2">
                              <a:lumMod val="50000"/>
                            </a:schemeClr>
                          </a:solidFill>
                          <a:latin typeface="Calibri" pitchFamily="34" charset="0"/>
                          <a:ea typeface="+mn-ea"/>
                          <a:cs typeface="+mn-cs"/>
                        </a:rPr>
                        <a:t>The</a:t>
                      </a:r>
                      <a:r>
                        <a:rPr lang="en-US" sz="1200" b="1" kern="1200" dirty="0" smtClean="0">
                          <a:solidFill>
                            <a:schemeClr val="bg2">
                              <a:lumMod val="50000"/>
                            </a:schemeClr>
                          </a:solidFill>
                          <a:latin typeface="Calibri" pitchFamily="34" charset="0"/>
                          <a:ea typeface="+mn-ea"/>
                          <a:cs typeface="+mn-cs"/>
                        </a:rPr>
                        <a:t> Constructive Cost Model (COCOMO)</a:t>
                      </a:r>
                      <a:r>
                        <a:rPr lang="en-US" sz="1200" kern="1200" dirty="0" smtClean="0">
                          <a:solidFill>
                            <a:schemeClr val="bg2">
                              <a:lumMod val="50000"/>
                            </a:schemeClr>
                          </a:solidFill>
                          <a:latin typeface="Calibri" pitchFamily="34" charset="0"/>
                          <a:ea typeface="+mn-ea"/>
                          <a:cs typeface="+mn-cs"/>
                        </a:rPr>
                        <a:t> is a procedural software cost estimation model. The model parameters are derived from fitting a regression formula using data from historical projects.</a:t>
                      </a:r>
                      <a:endParaRPr lang="en-US" sz="1200" kern="1200" dirty="0">
                        <a:solidFill>
                          <a:schemeClr val="bg2">
                            <a:lumMod val="50000"/>
                          </a:schemeClr>
                        </a:solidFill>
                        <a:latin typeface="Calibri" pitchFamily="34" charset="0"/>
                        <a:ea typeface="+mn-ea"/>
                        <a:cs typeface="+mn-cs"/>
                      </a:endParaRPr>
                    </a:p>
                  </a:txBody>
                  <a:tcPr/>
                </a:tc>
                <a:extLst>
                  <a:ext uri="{0D108BD9-81ED-4DB2-BD59-A6C34878D82A}">
                    <a16:rowId xmlns:a16="http://schemas.microsoft.com/office/drawing/2014/main" val="3822867593"/>
                  </a:ext>
                </a:extLst>
              </a:tr>
              <a:tr h="175272">
                <a:tc>
                  <a:txBody>
                    <a:bodyPr/>
                    <a:lstStyle/>
                    <a:p>
                      <a:pPr marL="0" marR="0" lvl="0" indent="0" algn="l" defTabSz="879152"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1" i="0" u="none" strike="noStrike" kern="1200" cap="none" spc="0" normalizeH="0" baseline="0" noProof="0" dirty="0" smtClean="0">
                          <a:ln>
                            <a:noFill/>
                          </a:ln>
                          <a:solidFill>
                            <a:srgbClr val="9A918C">
                              <a:lumMod val="50000"/>
                            </a:srgbClr>
                          </a:solidFill>
                          <a:effectLst/>
                          <a:uLnTx/>
                          <a:uFillTx/>
                          <a:latin typeface="Calibri" pitchFamily="34" charset="0"/>
                          <a:ea typeface="+mn-ea"/>
                          <a:cs typeface="+mn-cs"/>
                        </a:rPr>
                        <a:t>Three Points</a:t>
                      </a:r>
                    </a:p>
                  </a:txBody>
                  <a:tcPr/>
                </a:tc>
                <a:tc>
                  <a:txBody>
                    <a:bodyPr/>
                    <a:lstStyle/>
                    <a:p>
                      <a:r>
                        <a:rPr lang="en-US" sz="1200" kern="1200" dirty="0" smtClean="0">
                          <a:solidFill>
                            <a:schemeClr val="bg2">
                              <a:lumMod val="50000"/>
                            </a:schemeClr>
                          </a:solidFill>
                          <a:latin typeface="Calibri" pitchFamily="34" charset="0"/>
                          <a:ea typeface="+mn-ea"/>
                          <a:cs typeface="+mn-cs"/>
                        </a:rPr>
                        <a:t>Three-point Estimation looks at three values the most optimistic estimate (O), a most likely estimate (M), and a pessimistic estimate (least likely estimate (L)).</a:t>
                      </a:r>
                      <a:endParaRPr lang="en-US" sz="1200" kern="1200" dirty="0">
                        <a:solidFill>
                          <a:schemeClr val="bg2">
                            <a:lumMod val="50000"/>
                          </a:schemeClr>
                        </a:solidFill>
                        <a:latin typeface="Calibri" pitchFamily="34" charset="0"/>
                        <a:ea typeface="+mn-ea"/>
                        <a:cs typeface="+mn-cs"/>
                      </a:endParaRPr>
                    </a:p>
                  </a:txBody>
                  <a:tcPr/>
                </a:tc>
                <a:extLst>
                  <a:ext uri="{0D108BD9-81ED-4DB2-BD59-A6C34878D82A}">
                    <a16:rowId xmlns:a16="http://schemas.microsoft.com/office/drawing/2014/main" val="3369180729"/>
                  </a:ext>
                </a:extLst>
              </a:tr>
              <a:tr h="175272">
                <a:tc>
                  <a:txBody>
                    <a:bodyPr/>
                    <a:lstStyle/>
                    <a:p>
                      <a:pPr marL="0" marR="0" lvl="0" indent="0" algn="l" defTabSz="879152"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b="1" dirty="0" smtClean="0">
                          <a:solidFill>
                            <a:schemeClr val="bg2">
                              <a:lumMod val="50000"/>
                            </a:schemeClr>
                          </a:solidFill>
                          <a:latin typeface="Calibri" pitchFamily="34" charset="0"/>
                        </a:rPr>
                        <a:t>The Bucket System</a:t>
                      </a:r>
                    </a:p>
                  </a:txBody>
                  <a:tcPr/>
                </a:tc>
                <a:tc>
                  <a:txBody>
                    <a:bodyPr/>
                    <a:lstStyle/>
                    <a:p>
                      <a:r>
                        <a:rPr lang="en-US" sz="1200" kern="1200" dirty="0" smtClean="0">
                          <a:solidFill>
                            <a:schemeClr val="bg2">
                              <a:lumMod val="50000"/>
                            </a:schemeClr>
                          </a:solidFill>
                          <a:latin typeface="Calibri" pitchFamily="34" charset="0"/>
                          <a:ea typeface="+mn-ea"/>
                          <a:cs typeface="+mn-cs"/>
                        </a:rPr>
                        <a:t>This system is a good alternative when estimating a large number of items with a large group of participants. Create several buckets in the sequence of planning poker. The group estimates the items by placing them in these “buckets”.  This is much faster than planning poker.</a:t>
                      </a:r>
                      <a:endParaRPr lang="en-US" sz="1200" kern="1200" dirty="0">
                        <a:solidFill>
                          <a:schemeClr val="bg2">
                            <a:lumMod val="50000"/>
                          </a:schemeClr>
                        </a:solidFill>
                        <a:latin typeface="Calibri" pitchFamily="34" charset="0"/>
                        <a:ea typeface="+mn-ea"/>
                        <a:cs typeface="+mn-cs"/>
                      </a:endParaRPr>
                    </a:p>
                  </a:txBody>
                  <a:tcPr/>
                </a:tc>
                <a:extLst>
                  <a:ext uri="{0D108BD9-81ED-4DB2-BD59-A6C34878D82A}">
                    <a16:rowId xmlns:a16="http://schemas.microsoft.com/office/drawing/2014/main" val="4088110402"/>
                  </a:ext>
                </a:extLst>
              </a:tr>
              <a:tr h="175272">
                <a:tc>
                  <a:txBody>
                    <a:bodyPr/>
                    <a:lstStyle/>
                    <a:p>
                      <a:pPr marL="0" marR="0" lvl="0" indent="0" algn="l" defTabSz="879152"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1" i="0" u="none" strike="noStrike" kern="1200" cap="none" spc="0" normalizeH="0" baseline="0" noProof="0" dirty="0" smtClean="0">
                          <a:ln>
                            <a:noFill/>
                          </a:ln>
                          <a:solidFill>
                            <a:srgbClr val="9A918C">
                              <a:lumMod val="50000"/>
                            </a:srgbClr>
                          </a:solidFill>
                          <a:effectLst/>
                          <a:uLnTx/>
                          <a:uFillTx/>
                          <a:latin typeface="Calibri" pitchFamily="34" charset="0"/>
                          <a:ea typeface="+mn-ea"/>
                          <a:cs typeface="+mn-cs"/>
                        </a:rPr>
                        <a:t>PERT</a:t>
                      </a:r>
                    </a:p>
                  </a:txBody>
                  <a:tcPr/>
                </a:tc>
                <a:tc>
                  <a:txBody>
                    <a:bodyPr/>
                    <a:lstStyle/>
                    <a:p>
                      <a:r>
                        <a:rPr lang="en-US" sz="1200" b="1" kern="1200" dirty="0" smtClean="0">
                          <a:solidFill>
                            <a:schemeClr val="bg2">
                              <a:lumMod val="50000"/>
                            </a:schemeClr>
                          </a:solidFill>
                          <a:latin typeface="Calibri" pitchFamily="34" charset="0"/>
                          <a:ea typeface="+mn-ea"/>
                          <a:cs typeface="+mn-cs"/>
                        </a:rPr>
                        <a:t>Project Evaluation and Review Technique (PERT) </a:t>
                      </a:r>
                      <a:r>
                        <a:rPr lang="en-US" sz="1200" kern="1200" dirty="0" smtClean="0">
                          <a:solidFill>
                            <a:schemeClr val="bg2">
                              <a:lumMod val="50000"/>
                            </a:schemeClr>
                          </a:solidFill>
                          <a:latin typeface="Calibri" pitchFamily="34" charset="0"/>
                          <a:ea typeface="+mn-ea"/>
                          <a:cs typeface="+mn-cs"/>
                        </a:rPr>
                        <a:t>estimation also based on three values: the most optimistic estimate (O), a most likely estimate (M), and a pessimistic estimate (least likely estimate (L)), however evaluation process is different than three points.</a:t>
                      </a:r>
                      <a:endParaRPr lang="en-US" sz="1200" kern="1200" dirty="0">
                        <a:solidFill>
                          <a:schemeClr val="bg2">
                            <a:lumMod val="50000"/>
                          </a:schemeClr>
                        </a:solidFill>
                        <a:latin typeface="Calibri" pitchFamily="34" charset="0"/>
                        <a:ea typeface="+mn-ea"/>
                        <a:cs typeface="+mn-cs"/>
                      </a:endParaRPr>
                    </a:p>
                  </a:txBody>
                  <a:tcPr/>
                </a:tc>
                <a:extLst>
                  <a:ext uri="{0D108BD9-81ED-4DB2-BD59-A6C34878D82A}">
                    <a16:rowId xmlns:a16="http://schemas.microsoft.com/office/drawing/2014/main" val="521125102"/>
                  </a:ext>
                </a:extLst>
              </a:tr>
              <a:tr h="175272">
                <a:tc>
                  <a:txBody>
                    <a:bodyPr/>
                    <a:lstStyle/>
                    <a:p>
                      <a:pPr marL="0" marR="0" lvl="0" indent="0" algn="l" defTabSz="879152"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1" i="0" u="none" strike="noStrike" kern="1200" cap="none" spc="0" normalizeH="0" baseline="0" noProof="0" dirty="0" smtClean="0">
                          <a:ln>
                            <a:noFill/>
                          </a:ln>
                          <a:solidFill>
                            <a:srgbClr val="9A918C">
                              <a:lumMod val="50000"/>
                            </a:srgbClr>
                          </a:solidFill>
                          <a:effectLst/>
                          <a:uLnTx/>
                          <a:uFillTx/>
                          <a:latin typeface="Calibri" pitchFamily="34" charset="0"/>
                          <a:ea typeface="+mn-ea"/>
                          <a:cs typeface="+mn-cs"/>
                        </a:rPr>
                        <a:t>T-Shirt Sizes</a:t>
                      </a:r>
                    </a:p>
                  </a:txBody>
                  <a:tcPr/>
                </a:tc>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US" sz="1200" kern="1200" dirty="0" smtClean="0">
                          <a:solidFill>
                            <a:schemeClr val="bg2">
                              <a:lumMod val="50000"/>
                            </a:schemeClr>
                          </a:solidFill>
                          <a:latin typeface="Calibri" pitchFamily="34" charset="0"/>
                          <a:ea typeface="+mn-ea"/>
                          <a:cs typeface="+mn-cs"/>
                        </a:rPr>
                        <a:t>This is a perfect technique for estimating a large backlog of relative large items. Especially when you have several concurrent scrum teams working on the same product. Items are estimated into t-shirt sizes: XS, S, M, L, XL. The decision about the size is based on an open and mutual collaborative discussion. This method is an informal and quick way to get an rough feeling about the total size of your backlog. </a:t>
                      </a:r>
                      <a:endParaRPr lang="en-US" sz="1200" kern="1200" dirty="0" smtClean="0">
                        <a:solidFill>
                          <a:schemeClr val="bg2">
                            <a:lumMod val="50000"/>
                          </a:schemeClr>
                        </a:solidFill>
                        <a:latin typeface="Calibri" pitchFamily="34" charset="0"/>
                        <a:ea typeface="+mn-ea"/>
                        <a:cs typeface="+mn-cs"/>
                      </a:endParaRPr>
                    </a:p>
                  </a:txBody>
                  <a:tcPr/>
                </a:tc>
                <a:extLst>
                  <a:ext uri="{0D108BD9-81ED-4DB2-BD59-A6C34878D82A}">
                    <a16:rowId xmlns:a16="http://schemas.microsoft.com/office/drawing/2014/main" val="1531691142"/>
                  </a:ext>
                </a:extLst>
              </a:tr>
              <a:tr h="175272">
                <a:tc>
                  <a:txBody>
                    <a:bodyPr/>
                    <a:lstStyle/>
                    <a:p>
                      <a:pPr marL="0" marR="0" lvl="0" indent="0" algn="l" defTabSz="879152"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1" i="0" u="none" strike="noStrike" kern="1200" cap="none" spc="0" normalizeH="0" baseline="0" noProof="0" dirty="0" smtClean="0">
                          <a:ln>
                            <a:noFill/>
                          </a:ln>
                          <a:solidFill>
                            <a:srgbClr val="9A918C">
                              <a:lumMod val="50000"/>
                            </a:srgbClr>
                          </a:solidFill>
                          <a:effectLst/>
                          <a:uLnTx/>
                          <a:uFillTx/>
                          <a:latin typeface="Calibri" pitchFamily="34" charset="0"/>
                          <a:ea typeface="+mn-ea"/>
                          <a:cs typeface="+mn-cs"/>
                        </a:rPr>
                        <a:t>Use-case, Delphi, Analogous</a:t>
                      </a:r>
                      <a:endParaRPr kumimoji="0" lang="en-US" sz="1200" b="1" i="0" u="none" strike="noStrike" kern="1200" cap="none" spc="0" normalizeH="0" baseline="0" noProof="0" dirty="0" smtClean="0">
                        <a:ln>
                          <a:noFill/>
                        </a:ln>
                        <a:solidFill>
                          <a:srgbClr val="9A918C">
                            <a:lumMod val="50000"/>
                          </a:srgbClr>
                        </a:solidFill>
                        <a:effectLst/>
                        <a:uLnTx/>
                        <a:uFillTx/>
                        <a:latin typeface="Calibri" pitchFamily="34" charset="0"/>
                        <a:ea typeface="+mn-ea"/>
                        <a:cs typeface="+mn-cs"/>
                      </a:endParaRPr>
                    </a:p>
                  </a:txBody>
                  <a:tcPr/>
                </a:tc>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US" sz="1200" kern="1200" dirty="0" smtClean="0">
                          <a:solidFill>
                            <a:schemeClr val="bg2">
                              <a:lumMod val="50000"/>
                            </a:schemeClr>
                          </a:solidFill>
                          <a:latin typeface="Calibri" pitchFamily="34" charset="0"/>
                          <a:ea typeface="+mn-ea"/>
                          <a:cs typeface="+mn-cs"/>
                        </a:rPr>
                        <a:t>These are some other estimation techniques.</a:t>
                      </a:r>
                      <a:endParaRPr lang="en-US" sz="1200" kern="1200" dirty="0" smtClean="0">
                        <a:solidFill>
                          <a:schemeClr val="bg2">
                            <a:lumMod val="50000"/>
                          </a:schemeClr>
                        </a:solidFill>
                        <a:latin typeface="Calibri" pitchFamily="34" charset="0"/>
                        <a:ea typeface="+mn-ea"/>
                        <a:cs typeface="+mn-cs"/>
                      </a:endParaRPr>
                    </a:p>
                  </a:txBody>
                  <a:tcPr/>
                </a:tc>
                <a:extLst>
                  <a:ext uri="{0D108BD9-81ED-4DB2-BD59-A6C34878D82A}">
                    <a16:rowId xmlns:a16="http://schemas.microsoft.com/office/drawing/2014/main" val="2099375885"/>
                  </a:ext>
                </a:extLst>
              </a:tr>
            </a:tbl>
          </a:graphicData>
        </a:graphic>
      </p:graphicFrame>
    </p:spTree>
    <p:extLst>
      <p:ext uri="{BB962C8B-B14F-4D97-AF65-F5344CB8AC3E}">
        <p14:creationId xmlns:p14="http://schemas.microsoft.com/office/powerpoint/2010/main" val="34485886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Rectangle 3"/>
          <p:cNvSpPr/>
          <p:nvPr/>
        </p:nvSpPr>
        <p:spPr>
          <a:xfrm>
            <a:off x="3891878" y="2057400"/>
            <a:ext cx="1360244" cy="369332"/>
          </a:xfrm>
          <a:prstGeom prst="rect">
            <a:avLst/>
          </a:prstGeom>
        </p:spPr>
        <p:txBody>
          <a:bodyPr wrap="none">
            <a:spAutoFit/>
          </a:bodyPr>
          <a:lstStyle/>
          <a:p>
            <a:r>
              <a:rPr lang="en-US" sz="1800" dirty="0">
                <a:latin typeface="Segoe UI" panose="020B0502040204020203" pitchFamily="34" charset="0"/>
                <a:ea typeface="Segoe UI" panose="020B0502040204020203" pitchFamily="34" charset="0"/>
                <a:cs typeface="Segoe UI" panose="020B0502040204020203" pitchFamily="34" charset="0"/>
              </a:rPr>
              <a:t>Thank You !</a:t>
            </a:r>
          </a:p>
        </p:txBody>
      </p:sp>
    </p:spTree>
    <p:extLst>
      <p:ext uri="{BB962C8B-B14F-4D97-AF65-F5344CB8AC3E}">
        <p14:creationId xmlns:p14="http://schemas.microsoft.com/office/powerpoint/2010/main" val="571131101"/>
      </p:ext>
    </p:extLst>
  </p:cSld>
  <p:clrMapOvr>
    <a:masterClrMapping/>
  </p:clrMapOvr>
  <p:timing>
    <p:tnLst>
      <p:par>
        <p:cTn id="1" dur="indefinite" restart="never" nodeType="tmRoot"/>
      </p:par>
    </p:tnLst>
  </p:timing>
</p:sld>
</file>

<file path=ppt/theme/theme1.xml><?xml version="1.0" encoding="utf-8"?>
<a:theme xmlns:a="http://schemas.openxmlformats.org/drawingml/2006/main" name="Norton_Theme_White_Background_v5">
  <a:themeElements>
    <a:clrScheme name="Symantec_Color_Theme_v3">
      <a:dk1>
        <a:sysClr val="windowText" lastClr="000000"/>
      </a:dk1>
      <a:lt1>
        <a:sysClr val="window" lastClr="FFFFFF"/>
      </a:lt1>
      <a:dk2>
        <a:srgbClr val="000000"/>
      </a:dk2>
      <a:lt2>
        <a:srgbClr val="9A918C"/>
      </a:lt2>
      <a:accent1>
        <a:srgbClr val="5482AB"/>
      </a:accent1>
      <a:accent2>
        <a:srgbClr val="FDBB30"/>
      </a:accent2>
      <a:accent3>
        <a:srgbClr val="8E9300"/>
      </a:accent3>
      <a:accent4>
        <a:srgbClr val="E84920"/>
      </a:accent4>
      <a:accent5>
        <a:srgbClr val="7CA295"/>
      </a:accent5>
      <a:accent6>
        <a:srgbClr val="E98306"/>
      </a:accent6>
      <a:hlink>
        <a:srgbClr val="5482AB"/>
      </a:hlink>
      <a:folHlink>
        <a:srgbClr val="E9830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cap="flat" cmpd="sng" algn="ctr">
          <a:solidFill>
            <a:schemeClr val="accent1"/>
          </a:solidFill>
          <a:prstDash val="solid"/>
          <a:round/>
          <a:headEnd type="none" w="med" len="med"/>
          <a:tailEnd type="none" w="med" len="med"/>
        </a:ln>
        <a:effectLst/>
        <a:scene3d>
          <a:camera prst="orthographicFront"/>
          <a:lightRig rig="threePt" dir="t"/>
        </a:scene3d>
        <a:sp3d>
          <a:bevelT/>
        </a:sp3d>
      </a:spPr>
      <a:bodyPr vert="horz" wrap="square" lIns="91440" tIns="45720" rIns="91440" bIns="45720" numCol="1" rtlCol="0" anchor="ctr" anchorCtr="0" compatLnSpc="1">
        <a:prstTxWarp prst="textNoShape">
          <a:avLst/>
        </a:prstTxWarp>
      </a:bodyPr>
      <a:lstStyle>
        <a:defPPr marL="0" marR="0" indent="0" algn="ctr" defTabSz="914400" rtl="0" eaLnBrk="1" fontAlgn="base" latinLnBrk="0" hangingPunct="1">
          <a:lnSpc>
            <a:spcPct val="90000"/>
          </a:lnSpc>
          <a:spcBef>
            <a:spcPct val="0"/>
          </a:spcBef>
          <a:spcAft>
            <a:spcPct val="0"/>
          </a:spcAft>
          <a:buClrTx/>
          <a:buSzTx/>
          <a:buFontTx/>
          <a:buNone/>
          <a:tabLst/>
          <a:defRPr kumimoji="0" sz="2400" i="0" u="none" strike="noStrike" cap="none" normalizeH="0" baseline="0" dirty="0" err="1" smtClean="0">
            <a:ln>
              <a:noFill/>
            </a:ln>
            <a:solidFill>
              <a:schemeClr val="bg1"/>
            </a:solidFill>
            <a:effectLst/>
            <a:latin typeface="+mn-lt"/>
          </a:defRPr>
        </a:defPPr>
      </a:lstStyle>
    </a:spDef>
    <a:lnDef>
      <a:spPr bwMode="auto">
        <a:solidFill>
          <a:schemeClr val="accent1"/>
        </a:solidFill>
        <a:ln w="19050" cap="flat" cmpd="sng" algn="ctr">
          <a:solidFill>
            <a:schemeClr val="bg2"/>
          </a:solidFill>
          <a:prstDash val="solid"/>
          <a:round/>
          <a:headEnd type="none" w="med" len="med"/>
          <a:tailEnd type="none" w="med" len="med"/>
        </a:ln>
        <a:effectLst/>
      </a:spPr>
      <a:bodyPr/>
      <a:lstStyle/>
    </a:lnDef>
    <a:txDef>
      <a:spPr bwMode="ltGray">
        <a:noFill/>
        <a:ln w="9525">
          <a:noFill/>
          <a:miter lim="800000"/>
          <a:headEnd/>
          <a:tailEnd/>
        </a:ln>
      </a:spPr>
      <a:bodyPr wrap="square" lIns="91419" tIns="45710" rIns="91419" bIns="45710" rtlCol="0" anchor="t" anchorCtr="0">
        <a:noAutofit/>
      </a:bodyPr>
      <a:lstStyle>
        <a:defPPr>
          <a:lnSpc>
            <a:spcPct val="90000"/>
          </a:lnSpc>
          <a:spcBef>
            <a:spcPts val="0"/>
          </a:spcBef>
          <a:spcAft>
            <a:spcPts val="800"/>
          </a:spcAft>
          <a:defRPr sz="2000" dirty="0" err="1" smtClean="0">
            <a:solidFill>
              <a:schemeClr val="bg2">
                <a:lumMod val="50000"/>
              </a:schemeClr>
            </a:solidFill>
            <a:latin typeface="Calibri" pitchFamily="34" charset="0"/>
          </a:defRPr>
        </a:defPPr>
      </a:lstStyle>
    </a:txDef>
  </a:objectDefaults>
  <a:extraClrSchemeLst>
    <a:extraClrScheme>
      <a:clrScheme name="Symantec Color Scheme">
        <a:dk1>
          <a:srgbClr val="000000"/>
        </a:dk1>
        <a:lt1>
          <a:srgbClr val="FFFFFF"/>
        </a:lt1>
        <a:dk2>
          <a:srgbClr val="000000"/>
        </a:dk2>
        <a:lt2>
          <a:srgbClr val="8C919A"/>
        </a:lt2>
        <a:accent1>
          <a:srgbClr val="848561"/>
        </a:accent1>
        <a:accent2>
          <a:srgbClr val="E6BA00"/>
        </a:accent2>
        <a:accent3>
          <a:srgbClr val="4D6883"/>
        </a:accent3>
        <a:accent4>
          <a:srgbClr val="F27F1A"/>
        </a:accent4>
        <a:accent5>
          <a:srgbClr val="A30609"/>
        </a:accent5>
        <a:accent6>
          <a:srgbClr val="7F6377"/>
        </a:accent6>
        <a:hlink>
          <a:srgbClr val="4D6883"/>
        </a:hlink>
        <a:folHlink>
          <a:srgbClr val="F27F1A"/>
        </a:folHlink>
      </a:clrScheme>
      <a:clrMap bg1="lt1" tx1="dk1" bg2="lt2" tx2="dk2" accent1="accent1" accent2="accent2" accent3="accent3" accent4="accent4" accent5="accent5" accent6="accent6" hlink="hlink" folHlink="folHlink"/>
    </a:extraClrScheme>
  </a:extraClrSchemeLst>
  <a:custClrLst>
    <a:custClr name="Red">
      <a:srgbClr val="B32317"/>
    </a:custClr>
    <a:custClr name="Blue">
      <a:srgbClr val="3B3B69"/>
    </a:custClr>
    <a:custClr name="Yellow">
      <a:srgbClr val="E0991A"/>
    </a:custClr>
    <a:custClr name="Taupe">
      <a:srgbClr val="867C50"/>
    </a:custClr>
    <a:custClr name="Teal">
      <a:srgbClr val="31565D"/>
    </a:custClr>
  </a:custClr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Norton_Theme_White_Background_v5</Template>
  <TotalTime>12499</TotalTime>
  <Words>1483</Words>
  <Application>Microsoft Office PowerPoint</Application>
  <PresentationFormat>Custom</PresentationFormat>
  <Paragraphs>194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Segoe UI</vt:lpstr>
      <vt:lpstr>Tahoma</vt:lpstr>
      <vt:lpstr>Wingdings</vt:lpstr>
      <vt:lpstr>Norton_Theme_White_Background_v5</vt:lpstr>
      <vt:lpstr>PowerPoint Presentation</vt:lpstr>
      <vt:lpstr>Agenda</vt:lpstr>
      <vt:lpstr>Software Estimation Definition &amp; Principles</vt:lpstr>
      <vt:lpstr>General Project Estimation Approach</vt:lpstr>
      <vt:lpstr>Software Project Estimation Techniques – Function Points</vt:lpstr>
      <vt:lpstr>Software Project Estimation Techniques – Function Points (Cont..)</vt:lpstr>
      <vt:lpstr>Software Project Estimation Techniques – Function Points (Cont..)</vt:lpstr>
      <vt:lpstr>Software Project Estimation Techniques – Planning Poker</vt:lpstr>
      <vt:lpstr>Software Project Estimation Techniques – Other Techniques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Sanjay Yadav (CS)</dc:creator>
  <cp:lastModifiedBy>Dhananjay Kumar, HCL-Industry Solutions</cp:lastModifiedBy>
  <cp:revision>1536</cp:revision>
  <dcterms:created xsi:type="dcterms:W3CDTF">2006-08-16T00:00:00Z</dcterms:created>
  <dcterms:modified xsi:type="dcterms:W3CDTF">2019-02-21T13:51:39Z</dcterms:modified>
</cp:coreProperties>
</file>