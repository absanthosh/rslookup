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heme/themeOverride1.xml" ContentType="application/vnd.openxmlformats-officedocument.themeOverr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64" r:id="rId5"/>
    <p:sldMasterId id="2147483676" r:id="rId6"/>
  </p:sldMasterIdLst>
  <p:notesMasterIdLst>
    <p:notesMasterId r:id="rId49"/>
  </p:notesMasterIdLst>
  <p:handoutMasterIdLst>
    <p:handoutMasterId r:id="rId50"/>
  </p:handoutMasterIdLst>
  <p:sldIdLst>
    <p:sldId id="299" r:id="rId7"/>
    <p:sldId id="302" r:id="rId8"/>
    <p:sldId id="362" r:id="rId9"/>
    <p:sldId id="396" r:id="rId10"/>
    <p:sldId id="363" r:id="rId11"/>
    <p:sldId id="381" r:id="rId12"/>
    <p:sldId id="333" r:id="rId13"/>
    <p:sldId id="341" r:id="rId14"/>
    <p:sldId id="364" r:id="rId15"/>
    <p:sldId id="365" r:id="rId16"/>
    <p:sldId id="372" r:id="rId17"/>
    <p:sldId id="389" r:id="rId18"/>
    <p:sldId id="390" r:id="rId19"/>
    <p:sldId id="374" r:id="rId20"/>
    <p:sldId id="375" r:id="rId21"/>
    <p:sldId id="376" r:id="rId22"/>
    <p:sldId id="377" r:id="rId23"/>
    <p:sldId id="378" r:id="rId24"/>
    <p:sldId id="379" r:id="rId25"/>
    <p:sldId id="336" r:id="rId26"/>
    <p:sldId id="337" r:id="rId27"/>
    <p:sldId id="340" r:id="rId28"/>
    <p:sldId id="335" r:id="rId29"/>
    <p:sldId id="370" r:id="rId30"/>
    <p:sldId id="338" r:id="rId31"/>
    <p:sldId id="382" r:id="rId32"/>
    <p:sldId id="386" r:id="rId33"/>
    <p:sldId id="342" r:id="rId34"/>
    <p:sldId id="366" r:id="rId35"/>
    <p:sldId id="367" r:id="rId36"/>
    <p:sldId id="368" r:id="rId37"/>
    <p:sldId id="391" r:id="rId38"/>
    <p:sldId id="383" r:id="rId39"/>
    <p:sldId id="392" r:id="rId40"/>
    <p:sldId id="393" r:id="rId41"/>
    <p:sldId id="380" r:id="rId42"/>
    <p:sldId id="371" r:id="rId43"/>
    <p:sldId id="395" r:id="rId44"/>
    <p:sldId id="384" r:id="rId45"/>
    <p:sldId id="394" r:id="rId46"/>
    <p:sldId id="397" r:id="rId47"/>
    <p:sldId id="300" r:id="rId48"/>
  </p:sldIdLst>
  <p:sldSz cx="9144000" cy="4572000"/>
  <p:notesSz cx="6858000" cy="9144000"/>
  <p:defaultTextStyle>
    <a:defPPr>
      <a:defRPr lang="en-US"/>
    </a:defPPr>
    <a:lvl1pPr marL="0" algn="l" defTabSz="914152" rtl="0" eaLnBrk="1" latinLnBrk="0" hangingPunct="1">
      <a:defRPr sz="1800" kern="1200">
        <a:solidFill>
          <a:schemeClr val="tx1"/>
        </a:solidFill>
        <a:latin typeface="+mn-lt"/>
        <a:ea typeface="+mn-ea"/>
        <a:cs typeface="+mn-cs"/>
      </a:defRPr>
    </a:lvl1pPr>
    <a:lvl2pPr marL="457076" algn="l" defTabSz="914152" rtl="0" eaLnBrk="1" latinLnBrk="0" hangingPunct="1">
      <a:defRPr sz="1800" kern="1200">
        <a:solidFill>
          <a:schemeClr val="tx1"/>
        </a:solidFill>
        <a:latin typeface="+mn-lt"/>
        <a:ea typeface="+mn-ea"/>
        <a:cs typeface="+mn-cs"/>
      </a:defRPr>
    </a:lvl2pPr>
    <a:lvl3pPr marL="914152" algn="l" defTabSz="914152" rtl="0" eaLnBrk="1" latinLnBrk="0" hangingPunct="1">
      <a:defRPr sz="1800" kern="1200">
        <a:solidFill>
          <a:schemeClr val="tx1"/>
        </a:solidFill>
        <a:latin typeface="+mn-lt"/>
        <a:ea typeface="+mn-ea"/>
        <a:cs typeface="+mn-cs"/>
      </a:defRPr>
    </a:lvl3pPr>
    <a:lvl4pPr marL="1371228" algn="l" defTabSz="914152" rtl="0" eaLnBrk="1" latinLnBrk="0" hangingPunct="1">
      <a:defRPr sz="1800" kern="1200">
        <a:solidFill>
          <a:schemeClr val="tx1"/>
        </a:solidFill>
        <a:latin typeface="+mn-lt"/>
        <a:ea typeface="+mn-ea"/>
        <a:cs typeface="+mn-cs"/>
      </a:defRPr>
    </a:lvl4pPr>
    <a:lvl5pPr marL="1828304" algn="l" defTabSz="914152" rtl="0" eaLnBrk="1" latinLnBrk="0" hangingPunct="1">
      <a:defRPr sz="1800" kern="1200">
        <a:solidFill>
          <a:schemeClr val="tx1"/>
        </a:solidFill>
        <a:latin typeface="+mn-lt"/>
        <a:ea typeface="+mn-ea"/>
        <a:cs typeface="+mn-cs"/>
      </a:defRPr>
    </a:lvl5pPr>
    <a:lvl6pPr marL="2285380" algn="l" defTabSz="914152" rtl="0" eaLnBrk="1" latinLnBrk="0" hangingPunct="1">
      <a:defRPr sz="1800" kern="1200">
        <a:solidFill>
          <a:schemeClr val="tx1"/>
        </a:solidFill>
        <a:latin typeface="+mn-lt"/>
        <a:ea typeface="+mn-ea"/>
        <a:cs typeface="+mn-cs"/>
      </a:defRPr>
    </a:lvl6pPr>
    <a:lvl7pPr marL="2742456" algn="l" defTabSz="914152" rtl="0" eaLnBrk="1" latinLnBrk="0" hangingPunct="1">
      <a:defRPr sz="1800" kern="1200">
        <a:solidFill>
          <a:schemeClr val="tx1"/>
        </a:solidFill>
        <a:latin typeface="+mn-lt"/>
        <a:ea typeface="+mn-ea"/>
        <a:cs typeface="+mn-cs"/>
      </a:defRPr>
    </a:lvl7pPr>
    <a:lvl8pPr marL="3199531" algn="l" defTabSz="914152" rtl="0" eaLnBrk="1" latinLnBrk="0" hangingPunct="1">
      <a:defRPr sz="1800" kern="1200">
        <a:solidFill>
          <a:schemeClr val="tx1"/>
        </a:solidFill>
        <a:latin typeface="+mn-lt"/>
        <a:ea typeface="+mn-ea"/>
        <a:cs typeface="+mn-cs"/>
      </a:defRPr>
    </a:lvl8pPr>
    <a:lvl9pPr marL="3656608" algn="l" defTabSz="91415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8E8"/>
    <a:srgbClr val="E9EDF4"/>
    <a:srgbClr val="642F04"/>
    <a:srgbClr val="00529B"/>
    <a:srgbClr val="AC8300"/>
    <a:srgbClr val="C49500"/>
    <a:srgbClr val="ED1B24"/>
    <a:srgbClr val="B48900"/>
    <a:srgbClr val="D2A000"/>
    <a:srgbClr val="A7A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68" autoAdjust="0"/>
    <p:restoredTop sz="95565" autoAdjust="0"/>
  </p:normalViewPr>
  <p:slideViewPr>
    <p:cSldViewPr>
      <p:cViewPr>
        <p:scale>
          <a:sx n="100" d="100"/>
          <a:sy n="100" d="100"/>
        </p:scale>
        <p:origin x="726" y="204"/>
      </p:cViewPr>
      <p:guideLst>
        <p:guide orient="horz" pos="1440"/>
        <p:guide pos="2880"/>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handoutMaster" Target="handoutMasters/handoutMaster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8" Type="http://schemas.openxmlformats.org/officeDocument/2006/relationships/slide" Target="slides/slide2.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070A4C-BE32-4E7F-B328-F8383AB8E6BC}" type="doc">
      <dgm:prSet loTypeId="urn:microsoft.com/office/officeart/2008/layout/LinedList" loCatId="list" qsTypeId="urn:microsoft.com/office/officeart/2005/8/quickstyle/3d4" qsCatId="3D" csTypeId="urn:microsoft.com/office/officeart/2005/8/colors/accent0_3" csCatId="mainScheme" phldr="1"/>
      <dgm:spPr/>
      <dgm:t>
        <a:bodyPr/>
        <a:lstStyle/>
        <a:p>
          <a:endParaRPr lang="en-US"/>
        </a:p>
      </dgm:t>
    </dgm:pt>
    <dgm:pt modelId="{BA5FE674-B60E-484A-95ED-2C62051FF4CC}">
      <dgm:prSet phldrT="[Text]" custT="1"/>
      <dgm:spPr/>
      <dgm:t>
        <a:bodyPr/>
        <a:lstStyle/>
        <a:p>
          <a:r>
            <a:rPr lang="en-US" sz="1400" b="0" i="0" dirty="0" smtClean="0"/>
            <a:t>Context setting</a:t>
          </a:r>
          <a:endParaRPr lang="en-US" sz="1400" b="0" i="0" dirty="0"/>
        </a:p>
      </dgm:t>
    </dgm:pt>
    <dgm:pt modelId="{5AF3C93F-3BCA-4078-BD21-E3AC2808E226}" type="parTrans" cxnId="{205F5782-E3FD-4965-BBB0-3AA98C4463D7}">
      <dgm:prSet/>
      <dgm:spPr/>
      <dgm:t>
        <a:bodyPr/>
        <a:lstStyle/>
        <a:p>
          <a:endParaRPr lang="en-US" sz="1400" b="0"/>
        </a:p>
      </dgm:t>
    </dgm:pt>
    <dgm:pt modelId="{E5872C10-77AB-49A6-82DB-238E63E17D09}" type="sibTrans" cxnId="{205F5782-E3FD-4965-BBB0-3AA98C4463D7}">
      <dgm:prSet/>
      <dgm:spPr/>
      <dgm:t>
        <a:bodyPr/>
        <a:lstStyle/>
        <a:p>
          <a:endParaRPr lang="en-US" sz="1400" b="0"/>
        </a:p>
      </dgm:t>
    </dgm:pt>
    <dgm:pt modelId="{7EF4B285-E5B0-4F65-8494-E5EAE618D68E}">
      <dgm:prSet phldrT="[Text]" custT="1"/>
      <dgm:spPr/>
      <dgm:t>
        <a:bodyPr/>
        <a:lstStyle/>
        <a:p>
          <a:r>
            <a:rPr lang="en-US" sz="1400" b="0" i="0" dirty="0" smtClean="0"/>
            <a:t>Mega projects</a:t>
          </a:r>
          <a:endParaRPr lang="en-US" sz="1400" b="0" i="0" dirty="0"/>
        </a:p>
      </dgm:t>
    </dgm:pt>
    <dgm:pt modelId="{062BD010-A056-401C-B24E-CDE5A6113535}" type="parTrans" cxnId="{A20205A2-CFA3-4F95-BC7C-4ABAE7EEDE0E}">
      <dgm:prSet/>
      <dgm:spPr/>
      <dgm:t>
        <a:bodyPr/>
        <a:lstStyle/>
        <a:p>
          <a:endParaRPr lang="en-IN"/>
        </a:p>
      </dgm:t>
    </dgm:pt>
    <dgm:pt modelId="{036B1E43-7B6C-4DF8-ACA6-09915DB92ABE}" type="sibTrans" cxnId="{A20205A2-CFA3-4F95-BC7C-4ABAE7EEDE0E}">
      <dgm:prSet/>
      <dgm:spPr/>
      <dgm:t>
        <a:bodyPr/>
        <a:lstStyle/>
        <a:p>
          <a:endParaRPr lang="en-IN"/>
        </a:p>
      </dgm:t>
    </dgm:pt>
    <dgm:pt modelId="{038362C7-7384-4996-BD27-74F2B36E7944}">
      <dgm:prSet phldrT="[Text]" custT="1"/>
      <dgm:spPr/>
      <dgm:t>
        <a:bodyPr/>
        <a:lstStyle/>
        <a:p>
          <a:r>
            <a:rPr lang="en-US" sz="1400" b="0" dirty="0" smtClean="0"/>
            <a:t>Definition</a:t>
          </a:r>
          <a:endParaRPr lang="en-US" sz="1400" b="1" i="1" dirty="0"/>
        </a:p>
      </dgm:t>
    </dgm:pt>
    <dgm:pt modelId="{03327ADC-88BB-482A-939A-FB5049F334E9}" type="parTrans" cxnId="{584A6B29-4F48-46BF-B52E-799EF982A061}">
      <dgm:prSet/>
      <dgm:spPr/>
      <dgm:t>
        <a:bodyPr/>
        <a:lstStyle/>
        <a:p>
          <a:endParaRPr lang="en-IN"/>
        </a:p>
      </dgm:t>
    </dgm:pt>
    <dgm:pt modelId="{ECD3F72C-639B-44E4-B904-E9216902D5C8}" type="sibTrans" cxnId="{584A6B29-4F48-46BF-B52E-799EF982A061}">
      <dgm:prSet/>
      <dgm:spPr/>
      <dgm:t>
        <a:bodyPr/>
        <a:lstStyle/>
        <a:p>
          <a:endParaRPr lang="en-IN"/>
        </a:p>
      </dgm:t>
    </dgm:pt>
    <dgm:pt modelId="{869E15E6-CB8C-4C6A-9F0B-B00E06974851}">
      <dgm:prSet phldrT="[Text]" custT="1"/>
      <dgm:spPr/>
      <dgm:t>
        <a:bodyPr/>
        <a:lstStyle/>
        <a:p>
          <a:r>
            <a:rPr lang="en-US" sz="1400" b="0" i="0" dirty="0" smtClean="0"/>
            <a:t>Project management phases</a:t>
          </a:r>
          <a:endParaRPr lang="en-US" sz="1400" b="0" i="0" dirty="0"/>
        </a:p>
      </dgm:t>
    </dgm:pt>
    <dgm:pt modelId="{DE95128B-F43E-470D-9EB5-12DA2F104B98}" type="parTrans" cxnId="{17432B8D-4D10-4EB7-A5B1-95EFBEA39F08}">
      <dgm:prSet/>
      <dgm:spPr/>
      <dgm:t>
        <a:bodyPr/>
        <a:lstStyle/>
        <a:p>
          <a:endParaRPr lang="en-IN"/>
        </a:p>
      </dgm:t>
    </dgm:pt>
    <dgm:pt modelId="{D5E1F678-9146-44F2-985B-9F3674C7A976}" type="sibTrans" cxnId="{17432B8D-4D10-4EB7-A5B1-95EFBEA39F08}">
      <dgm:prSet/>
      <dgm:spPr/>
      <dgm:t>
        <a:bodyPr/>
        <a:lstStyle/>
        <a:p>
          <a:endParaRPr lang="en-IN"/>
        </a:p>
      </dgm:t>
    </dgm:pt>
    <dgm:pt modelId="{69A30A7E-F49C-49E6-9575-77950A540D47}">
      <dgm:prSet phldrT="[Text]" custT="1"/>
      <dgm:spPr/>
      <dgm:t>
        <a:bodyPr/>
        <a:lstStyle/>
        <a:p>
          <a:r>
            <a:rPr lang="en-US" sz="1400" b="0" dirty="0" smtClean="0"/>
            <a:t>Project management skills</a:t>
          </a:r>
          <a:endParaRPr lang="en-US" sz="1400" b="0" i="0" dirty="0"/>
        </a:p>
      </dgm:t>
    </dgm:pt>
    <dgm:pt modelId="{E2E2C69C-8645-4D80-AAED-F3783B4358F1}" type="parTrans" cxnId="{BBA814B0-EC14-444C-874C-7848E2DD4352}">
      <dgm:prSet/>
      <dgm:spPr/>
      <dgm:t>
        <a:bodyPr/>
        <a:lstStyle/>
        <a:p>
          <a:endParaRPr lang="en-IN"/>
        </a:p>
      </dgm:t>
    </dgm:pt>
    <dgm:pt modelId="{006CF632-53FF-4DCE-9AA0-B4B07229CD38}" type="sibTrans" cxnId="{BBA814B0-EC14-444C-874C-7848E2DD4352}">
      <dgm:prSet/>
      <dgm:spPr/>
      <dgm:t>
        <a:bodyPr/>
        <a:lstStyle/>
        <a:p>
          <a:endParaRPr lang="en-IN"/>
        </a:p>
      </dgm:t>
    </dgm:pt>
    <dgm:pt modelId="{78970BDA-C14F-47D0-BE6C-C3F00291BE91}">
      <dgm:prSet phldrT="[Text]" custT="1"/>
      <dgm:spPr/>
      <dgm:t>
        <a:bodyPr/>
        <a:lstStyle/>
        <a:p>
          <a:r>
            <a:rPr lang="en-US" sz="1400" b="0" i="0" dirty="0" smtClean="0"/>
            <a:t>Project Life Cycle</a:t>
          </a:r>
          <a:endParaRPr lang="en-US" sz="1400" b="0" i="0" dirty="0"/>
        </a:p>
      </dgm:t>
    </dgm:pt>
    <dgm:pt modelId="{4F65D0F7-44ED-4153-A46B-029CB047666E}" type="parTrans" cxnId="{D23C053F-E86A-4846-A591-7774D757FFCF}">
      <dgm:prSet/>
      <dgm:spPr/>
      <dgm:t>
        <a:bodyPr/>
        <a:lstStyle/>
        <a:p>
          <a:endParaRPr lang="en-US"/>
        </a:p>
      </dgm:t>
    </dgm:pt>
    <dgm:pt modelId="{E97CC577-976B-4EFB-B406-A89A366F0F22}" type="sibTrans" cxnId="{D23C053F-E86A-4846-A591-7774D757FFCF}">
      <dgm:prSet/>
      <dgm:spPr/>
      <dgm:t>
        <a:bodyPr/>
        <a:lstStyle/>
        <a:p>
          <a:endParaRPr lang="en-US"/>
        </a:p>
      </dgm:t>
    </dgm:pt>
    <dgm:pt modelId="{DF891462-78A4-4EB1-94D4-A4B149DEF564}" type="pres">
      <dgm:prSet presAssocID="{A2070A4C-BE32-4E7F-B328-F8383AB8E6BC}" presName="vert0" presStyleCnt="0">
        <dgm:presLayoutVars>
          <dgm:dir/>
          <dgm:animOne val="branch"/>
          <dgm:animLvl val="lvl"/>
        </dgm:presLayoutVars>
      </dgm:prSet>
      <dgm:spPr/>
      <dgm:t>
        <a:bodyPr/>
        <a:lstStyle/>
        <a:p>
          <a:endParaRPr lang="en-US"/>
        </a:p>
      </dgm:t>
    </dgm:pt>
    <dgm:pt modelId="{D1F2B9FE-1EB8-4B2F-9631-4242A4E008F5}" type="pres">
      <dgm:prSet presAssocID="{BA5FE674-B60E-484A-95ED-2C62051FF4CC}" presName="thickLine" presStyleLbl="alignNode1" presStyleIdx="0" presStyleCnt="6"/>
      <dgm:spPr/>
    </dgm:pt>
    <dgm:pt modelId="{67719554-4BEE-47A5-9E2F-F6060C9E04A5}" type="pres">
      <dgm:prSet presAssocID="{BA5FE674-B60E-484A-95ED-2C62051FF4CC}" presName="horz1" presStyleCnt="0"/>
      <dgm:spPr/>
    </dgm:pt>
    <dgm:pt modelId="{AC3824E9-757A-4B6E-9C75-07BC2E05EC16}" type="pres">
      <dgm:prSet presAssocID="{BA5FE674-B60E-484A-95ED-2C62051FF4CC}" presName="tx1" presStyleLbl="revTx" presStyleIdx="0" presStyleCnt="6" custScaleX="487898"/>
      <dgm:spPr/>
      <dgm:t>
        <a:bodyPr/>
        <a:lstStyle/>
        <a:p>
          <a:endParaRPr lang="en-US"/>
        </a:p>
      </dgm:t>
    </dgm:pt>
    <dgm:pt modelId="{6C607018-CC1A-4B1B-B151-8700C8E4D1EA}" type="pres">
      <dgm:prSet presAssocID="{BA5FE674-B60E-484A-95ED-2C62051FF4CC}" presName="vert1" presStyleCnt="0"/>
      <dgm:spPr/>
    </dgm:pt>
    <dgm:pt modelId="{F3E49F96-5EFF-48C0-9AE2-ED24B19CC2AB}" type="pres">
      <dgm:prSet presAssocID="{038362C7-7384-4996-BD27-74F2B36E7944}" presName="thickLine" presStyleLbl="alignNode1" presStyleIdx="1" presStyleCnt="6"/>
      <dgm:spPr/>
    </dgm:pt>
    <dgm:pt modelId="{22F562C0-723C-487D-B87A-FF0EB5C2C1C9}" type="pres">
      <dgm:prSet presAssocID="{038362C7-7384-4996-BD27-74F2B36E7944}" presName="horz1" presStyleCnt="0"/>
      <dgm:spPr/>
    </dgm:pt>
    <dgm:pt modelId="{36CABD2A-C115-4AE3-AAA0-DF8B7D7A6BEA}" type="pres">
      <dgm:prSet presAssocID="{038362C7-7384-4996-BD27-74F2B36E7944}" presName="tx1" presStyleLbl="revTx" presStyleIdx="1" presStyleCnt="6" custScaleX="487898"/>
      <dgm:spPr/>
      <dgm:t>
        <a:bodyPr/>
        <a:lstStyle/>
        <a:p>
          <a:endParaRPr lang="en-IN"/>
        </a:p>
      </dgm:t>
    </dgm:pt>
    <dgm:pt modelId="{4D53217F-ECF6-4134-A109-7B28EE15EF88}" type="pres">
      <dgm:prSet presAssocID="{038362C7-7384-4996-BD27-74F2B36E7944}" presName="vert1" presStyleCnt="0"/>
      <dgm:spPr/>
    </dgm:pt>
    <dgm:pt modelId="{7B009A28-EA29-433F-B63A-769F5155D7F4}" type="pres">
      <dgm:prSet presAssocID="{7EF4B285-E5B0-4F65-8494-E5EAE618D68E}" presName="thickLine" presStyleLbl="alignNode1" presStyleIdx="2" presStyleCnt="6"/>
      <dgm:spPr/>
    </dgm:pt>
    <dgm:pt modelId="{868D3915-8796-40BE-B35F-A724F6EE39BF}" type="pres">
      <dgm:prSet presAssocID="{7EF4B285-E5B0-4F65-8494-E5EAE618D68E}" presName="horz1" presStyleCnt="0"/>
      <dgm:spPr/>
    </dgm:pt>
    <dgm:pt modelId="{18F03672-F799-4722-8A27-B2F95526CD6E}" type="pres">
      <dgm:prSet presAssocID="{7EF4B285-E5B0-4F65-8494-E5EAE618D68E}" presName="tx1" presStyleLbl="revTx" presStyleIdx="2" presStyleCnt="6" custScaleX="487898"/>
      <dgm:spPr/>
      <dgm:t>
        <a:bodyPr/>
        <a:lstStyle/>
        <a:p>
          <a:endParaRPr lang="en-IN"/>
        </a:p>
      </dgm:t>
    </dgm:pt>
    <dgm:pt modelId="{B365D6D5-6AEE-455C-A251-1BEC8846429E}" type="pres">
      <dgm:prSet presAssocID="{7EF4B285-E5B0-4F65-8494-E5EAE618D68E}" presName="vert1" presStyleCnt="0"/>
      <dgm:spPr/>
    </dgm:pt>
    <dgm:pt modelId="{835DAD03-4B41-4B70-AA09-C857D4E10A9B}" type="pres">
      <dgm:prSet presAssocID="{69A30A7E-F49C-49E6-9575-77950A540D47}" presName="thickLine" presStyleLbl="alignNode1" presStyleIdx="3" presStyleCnt="6"/>
      <dgm:spPr/>
    </dgm:pt>
    <dgm:pt modelId="{D86BC5B0-5DCD-4D99-9275-EE235926059D}" type="pres">
      <dgm:prSet presAssocID="{69A30A7E-F49C-49E6-9575-77950A540D47}" presName="horz1" presStyleCnt="0"/>
      <dgm:spPr/>
    </dgm:pt>
    <dgm:pt modelId="{D95A06D1-814C-4690-B7C8-81EC43307797}" type="pres">
      <dgm:prSet presAssocID="{69A30A7E-F49C-49E6-9575-77950A540D47}" presName="tx1" presStyleLbl="revTx" presStyleIdx="3" presStyleCnt="6" custScaleX="487898"/>
      <dgm:spPr/>
      <dgm:t>
        <a:bodyPr/>
        <a:lstStyle/>
        <a:p>
          <a:endParaRPr lang="en-IN"/>
        </a:p>
      </dgm:t>
    </dgm:pt>
    <dgm:pt modelId="{205A5BE8-0E88-473A-99DD-4B61912BB720}" type="pres">
      <dgm:prSet presAssocID="{69A30A7E-F49C-49E6-9575-77950A540D47}" presName="vert1" presStyleCnt="0"/>
      <dgm:spPr/>
    </dgm:pt>
    <dgm:pt modelId="{A13298DF-10FB-4DED-A8F9-3EA7FF73D619}" type="pres">
      <dgm:prSet presAssocID="{78970BDA-C14F-47D0-BE6C-C3F00291BE91}" presName="thickLine" presStyleLbl="alignNode1" presStyleIdx="4" presStyleCnt="6"/>
      <dgm:spPr/>
    </dgm:pt>
    <dgm:pt modelId="{6633FE40-13BF-4A9F-8944-B5E3EE6B8ECF}" type="pres">
      <dgm:prSet presAssocID="{78970BDA-C14F-47D0-BE6C-C3F00291BE91}" presName="horz1" presStyleCnt="0"/>
      <dgm:spPr/>
    </dgm:pt>
    <dgm:pt modelId="{56ACDE28-7491-4EE9-82E4-05B5B200716D}" type="pres">
      <dgm:prSet presAssocID="{78970BDA-C14F-47D0-BE6C-C3F00291BE91}" presName="tx1" presStyleLbl="revTx" presStyleIdx="4" presStyleCnt="6"/>
      <dgm:spPr/>
      <dgm:t>
        <a:bodyPr/>
        <a:lstStyle/>
        <a:p>
          <a:endParaRPr lang="en-US"/>
        </a:p>
      </dgm:t>
    </dgm:pt>
    <dgm:pt modelId="{74E70491-70E6-45FD-8928-D30BE9403E0A}" type="pres">
      <dgm:prSet presAssocID="{78970BDA-C14F-47D0-BE6C-C3F00291BE91}" presName="vert1" presStyleCnt="0"/>
      <dgm:spPr/>
    </dgm:pt>
    <dgm:pt modelId="{848C2EB6-A366-4C6C-A4B7-CFADD50AF1CE}" type="pres">
      <dgm:prSet presAssocID="{869E15E6-CB8C-4C6A-9F0B-B00E06974851}" presName="thickLine" presStyleLbl="alignNode1" presStyleIdx="5" presStyleCnt="6"/>
      <dgm:spPr/>
    </dgm:pt>
    <dgm:pt modelId="{C6F3A3E6-6066-4A7A-83F9-2D8BA74594ED}" type="pres">
      <dgm:prSet presAssocID="{869E15E6-CB8C-4C6A-9F0B-B00E06974851}" presName="horz1" presStyleCnt="0"/>
      <dgm:spPr/>
    </dgm:pt>
    <dgm:pt modelId="{F872B7AB-1CC2-46DC-A4AA-E174A1CC0490}" type="pres">
      <dgm:prSet presAssocID="{869E15E6-CB8C-4C6A-9F0B-B00E06974851}" presName="tx1" presStyleLbl="revTx" presStyleIdx="5" presStyleCnt="6"/>
      <dgm:spPr/>
      <dgm:t>
        <a:bodyPr/>
        <a:lstStyle/>
        <a:p>
          <a:endParaRPr lang="en-IN"/>
        </a:p>
      </dgm:t>
    </dgm:pt>
    <dgm:pt modelId="{BAC5F70B-E97B-4F62-84D6-B515B2335126}" type="pres">
      <dgm:prSet presAssocID="{869E15E6-CB8C-4C6A-9F0B-B00E06974851}" presName="vert1" presStyleCnt="0"/>
      <dgm:spPr/>
    </dgm:pt>
  </dgm:ptLst>
  <dgm:cxnLst>
    <dgm:cxn modelId="{205F5782-E3FD-4965-BBB0-3AA98C4463D7}" srcId="{A2070A4C-BE32-4E7F-B328-F8383AB8E6BC}" destId="{BA5FE674-B60E-484A-95ED-2C62051FF4CC}" srcOrd="0" destOrd="0" parTransId="{5AF3C93F-3BCA-4078-BD21-E3AC2808E226}" sibTransId="{E5872C10-77AB-49A6-82DB-238E63E17D09}"/>
    <dgm:cxn modelId="{17432B8D-4D10-4EB7-A5B1-95EFBEA39F08}" srcId="{A2070A4C-BE32-4E7F-B328-F8383AB8E6BC}" destId="{869E15E6-CB8C-4C6A-9F0B-B00E06974851}" srcOrd="5" destOrd="0" parTransId="{DE95128B-F43E-470D-9EB5-12DA2F104B98}" sibTransId="{D5E1F678-9146-44F2-985B-9F3674C7A976}"/>
    <dgm:cxn modelId="{D202B0A2-134F-4E05-99CA-42277BFC3C4F}" type="presOf" srcId="{038362C7-7384-4996-BD27-74F2B36E7944}" destId="{36CABD2A-C115-4AE3-AAA0-DF8B7D7A6BEA}" srcOrd="0" destOrd="0" presId="urn:microsoft.com/office/officeart/2008/layout/LinedList"/>
    <dgm:cxn modelId="{C670F7FF-37C8-4BE4-AA8E-107686210BCE}" type="presOf" srcId="{69A30A7E-F49C-49E6-9575-77950A540D47}" destId="{D95A06D1-814C-4690-B7C8-81EC43307797}" srcOrd="0" destOrd="0" presId="urn:microsoft.com/office/officeart/2008/layout/LinedList"/>
    <dgm:cxn modelId="{5F31EFEF-806D-4B77-A2A6-DF257E7C86E6}" type="presOf" srcId="{A2070A4C-BE32-4E7F-B328-F8383AB8E6BC}" destId="{DF891462-78A4-4EB1-94D4-A4B149DEF564}" srcOrd="0" destOrd="0" presId="urn:microsoft.com/office/officeart/2008/layout/LinedList"/>
    <dgm:cxn modelId="{BBA814B0-EC14-444C-874C-7848E2DD4352}" srcId="{A2070A4C-BE32-4E7F-B328-F8383AB8E6BC}" destId="{69A30A7E-F49C-49E6-9575-77950A540D47}" srcOrd="3" destOrd="0" parTransId="{E2E2C69C-8645-4D80-AAED-F3783B4358F1}" sibTransId="{006CF632-53FF-4DCE-9AA0-B4B07229CD38}"/>
    <dgm:cxn modelId="{CE91DB94-B4D6-42A2-BE9A-3F0A398A9B67}" type="presOf" srcId="{BA5FE674-B60E-484A-95ED-2C62051FF4CC}" destId="{AC3824E9-757A-4B6E-9C75-07BC2E05EC16}" srcOrd="0" destOrd="0" presId="urn:microsoft.com/office/officeart/2008/layout/LinedList"/>
    <dgm:cxn modelId="{A20205A2-CFA3-4F95-BC7C-4ABAE7EEDE0E}" srcId="{A2070A4C-BE32-4E7F-B328-F8383AB8E6BC}" destId="{7EF4B285-E5B0-4F65-8494-E5EAE618D68E}" srcOrd="2" destOrd="0" parTransId="{062BD010-A056-401C-B24E-CDE5A6113535}" sibTransId="{036B1E43-7B6C-4DF8-ACA6-09915DB92ABE}"/>
    <dgm:cxn modelId="{7AFB8AF8-FCF2-48FA-B65D-A6C88DF43BEA}" type="presOf" srcId="{7EF4B285-E5B0-4F65-8494-E5EAE618D68E}" destId="{18F03672-F799-4722-8A27-B2F95526CD6E}" srcOrd="0" destOrd="0" presId="urn:microsoft.com/office/officeart/2008/layout/LinedList"/>
    <dgm:cxn modelId="{584A6B29-4F48-46BF-B52E-799EF982A061}" srcId="{A2070A4C-BE32-4E7F-B328-F8383AB8E6BC}" destId="{038362C7-7384-4996-BD27-74F2B36E7944}" srcOrd="1" destOrd="0" parTransId="{03327ADC-88BB-482A-939A-FB5049F334E9}" sibTransId="{ECD3F72C-639B-44E4-B904-E9216902D5C8}"/>
    <dgm:cxn modelId="{E80CEF34-2CF8-4C4B-87B9-1C3D08D7B966}" type="presOf" srcId="{869E15E6-CB8C-4C6A-9F0B-B00E06974851}" destId="{F872B7AB-1CC2-46DC-A4AA-E174A1CC0490}" srcOrd="0" destOrd="0" presId="urn:microsoft.com/office/officeart/2008/layout/LinedList"/>
    <dgm:cxn modelId="{9BA18A77-5A1F-410E-BD70-C888D2336464}" type="presOf" srcId="{78970BDA-C14F-47D0-BE6C-C3F00291BE91}" destId="{56ACDE28-7491-4EE9-82E4-05B5B200716D}" srcOrd="0" destOrd="0" presId="urn:microsoft.com/office/officeart/2008/layout/LinedList"/>
    <dgm:cxn modelId="{D23C053F-E86A-4846-A591-7774D757FFCF}" srcId="{A2070A4C-BE32-4E7F-B328-F8383AB8E6BC}" destId="{78970BDA-C14F-47D0-BE6C-C3F00291BE91}" srcOrd="4" destOrd="0" parTransId="{4F65D0F7-44ED-4153-A46B-029CB047666E}" sibTransId="{E97CC577-976B-4EFB-B406-A89A366F0F22}"/>
    <dgm:cxn modelId="{CDD3CBC1-F62A-4ED0-BFAC-21757DB30C88}" type="presParOf" srcId="{DF891462-78A4-4EB1-94D4-A4B149DEF564}" destId="{D1F2B9FE-1EB8-4B2F-9631-4242A4E008F5}" srcOrd="0" destOrd="0" presId="urn:microsoft.com/office/officeart/2008/layout/LinedList"/>
    <dgm:cxn modelId="{403ED984-E5F7-42F1-92BB-26328BDAF3D8}" type="presParOf" srcId="{DF891462-78A4-4EB1-94D4-A4B149DEF564}" destId="{67719554-4BEE-47A5-9E2F-F6060C9E04A5}" srcOrd="1" destOrd="0" presId="urn:microsoft.com/office/officeart/2008/layout/LinedList"/>
    <dgm:cxn modelId="{A6C4704E-5141-49B5-8715-B37A64CFECBB}" type="presParOf" srcId="{67719554-4BEE-47A5-9E2F-F6060C9E04A5}" destId="{AC3824E9-757A-4B6E-9C75-07BC2E05EC16}" srcOrd="0" destOrd="0" presId="urn:microsoft.com/office/officeart/2008/layout/LinedList"/>
    <dgm:cxn modelId="{F7576D3D-FA7B-4023-86E2-7DB287284C76}" type="presParOf" srcId="{67719554-4BEE-47A5-9E2F-F6060C9E04A5}" destId="{6C607018-CC1A-4B1B-B151-8700C8E4D1EA}" srcOrd="1" destOrd="0" presId="urn:microsoft.com/office/officeart/2008/layout/LinedList"/>
    <dgm:cxn modelId="{A6B5EDE2-7ED1-4F9A-805B-4FD168C50101}" type="presParOf" srcId="{DF891462-78A4-4EB1-94D4-A4B149DEF564}" destId="{F3E49F96-5EFF-48C0-9AE2-ED24B19CC2AB}" srcOrd="2" destOrd="0" presId="urn:microsoft.com/office/officeart/2008/layout/LinedList"/>
    <dgm:cxn modelId="{14E42D0E-9A80-4DFB-B010-9468C16A0262}" type="presParOf" srcId="{DF891462-78A4-4EB1-94D4-A4B149DEF564}" destId="{22F562C0-723C-487D-B87A-FF0EB5C2C1C9}" srcOrd="3" destOrd="0" presId="urn:microsoft.com/office/officeart/2008/layout/LinedList"/>
    <dgm:cxn modelId="{A5D909AB-0ADB-42B9-97C0-DE77D63513CD}" type="presParOf" srcId="{22F562C0-723C-487D-B87A-FF0EB5C2C1C9}" destId="{36CABD2A-C115-4AE3-AAA0-DF8B7D7A6BEA}" srcOrd="0" destOrd="0" presId="urn:microsoft.com/office/officeart/2008/layout/LinedList"/>
    <dgm:cxn modelId="{4B2E6C92-132B-4AEB-87C3-3EFF5F5ABAF7}" type="presParOf" srcId="{22F562C0-723C-487D-B87A-FF0EB5C2C1C9}" destId="{4D53217F-ECF6-4134-A109-7B28EE15EF88}" srcOrd="1" destOrd="0" presId="urn:microsoft.com/office/officeart/2008/layout/LinedList"/>
    <dgm:cxn modelId="{E564014A-FB9A-4191-AAD8-E3B9D737B08B}" type="presParOf" srcId="{DF891462-78A4-4EB1-94D4-A4B149DEF564}" destId="{7B009A28-EA29-433F-B63A-769F5155D7F4}" srcOrd="4" destOrd="0" presId="urn:microsoft.com/office/officeart/2008/layout/LinedList"/>
    <dgm:cxn modelId="{84CF363C-F8A2-40B0-9439-4ECD0502B426}" type="presParOf" srcId="{DF891462-78A4-4EB1-94D4-A4B149DEF564}" destId="{868D3915-8796-40BE-B35F-A724F6EE39BF}" srcOrd="5" destOrd="0" presId="urn:microsoft.com/office/officeart/2008/layout/LinedList"/>
    <dgm:cxn modelId="{3D3C1002-66FC-4AF7-B8E8-FABF53CCAA7B}" type="presParOf" srcId="{868D3915-8796-40BE-B35F-A724F6EE39BF}" destId="{18F03672-F799-4722-8A27-B2F95526CD6E}" srcOrd="0" destOrd="0" presId="urn:microsoft.com/office/officeart/2008/layout/LinedList"/>
    <dgm:cxn modelId="{F932AB8D-70DD-4973-9B32-C248C08C0D73}" type="presParOf" srcId="{868D3915-8796-40BE-B35F-A724F6EE39BF}" destId="{B365D6D5-6AEE-455C-A251-1BEC8846429E}" srcOrd="1" destOrd="0" presId="urn:microsoft.com/office/officeart/2008/layout/LinedList"/>
    <dgm:cxn modelId="{0136DCAC-2A7E-456E-99A7-5FE68B2A6481}" type="presParOf" srcId="{DF891462-78A4-4EB1-94D4-A4B149DEF564}" destId="{835DAD03-4B41-4B70-AA09-C857D4E10A9B}" srcOrd="6" destOrd="0" presId="urn:microsoft.com/office/officeart/2008/layout/LinedList"/>
    <dgm:cxn modelId="{E89C0A61-3314-47F0-8FC3-18BF921731DA}" type="presParOf" srcId="{DF891462-78A4-4EB1-94D4-A4B149DEF564}" destId="{D86BC5B0-5DCD-4D99-9275-EE235926059D}" srcOrd="7" destOrd="0" presId="urn:microsoft.com/office/officeart/2008/layout/LinedList"/>
    <dgm:cxn modelId="{856E2605-37C2-4A5D-87D1-2611F8CAE100}" type="presParOf" srcId="{D86BC5B0-5DCD-4D99-9275-EE235926059D}" destId="{D95A06D1-814C-4690-B7C8-81EC43307797}" srcOrd="0" destOrd="0" presId="urn:microsoft.com/office/officeart/2008/layout/LinedList"/>
    <dgm:cxn modelId="{61BED283-F71D-4622-B064-B20C5E131B6B}" type="presParOf" srcId="{D86BC5B0-5DCD-4D99-9275-EE235926059D}" destId="{205A5BE8-0E88-473A-99DD-4B61912BB720}" srcOrd="1" destOrd="0" presId="urn:microsoft.com/office/officeart/2008/layout/LinedList"/>
    <dgm:cxn modelId="{DDC27569-0778-46AA-96FF-A9C811541FBB}" type="presParOf" srcId="{DF891462-78A4-4EB1-94D4-A4B149DEF564}" destId="{A13298DF-10FB-4DED-A8F9-3EA7FF73D619}" srcOrd="8" destOrd="0" presId="urn:microsoft.com/office/officeart/2008/layout/LinedList"/>
    <dgm:cxn modelId="{1CFD794B-06AE-4BD2-A22A-3FF9A358A9FD}" type="presParOf" srcId="{DF891462-78A4-4EB1-94D4-A4B149DEF564}" destId="{6633FE40-13BF-4A9F-8944-B5E3EE6B8ECF}" srcOrd="9" destOrd="0" presId="urn:microsoft.com/office/officeart/2008/layout/LinedList"/>
    <dgm:cxn modelId="{04C02645-D687-45BA-A442-7CD2162E3AE4}" type="presParOf" srcId="{6633FE40-13BF-4A9F-8944-B5E3EE6B8ECF}" destId="{56ACDE28-7491-4EE9-82E4-05B5B200716D}" srcOrd="0" destOrd="0" presId="urn:microsoft.com/office/officeart/2008/layout/LinedList"/>
    <dgm:cxn modelId="{95853E7F-BB2E-439B-A21B-385A34B8CF62}" type="presParOf" srcId="{6633FE40-13BF-4A9F-8944-B5E3EE6B8ECF}" destId="{74E70491-70E6-45FD-8928-D30BE9403E0A}" srcOrd="1" destOrd="0" presId="urn:microsoft.com/office/officeart/2008/layout/LinedList"/>
    <dgm:cxn modelId="{1FA89337-EC40-4D7D-BE8C-7EA10D84AE47}" type="presParOf" srcId="{DF891462-78A4-4EB1-94D4-A4B149DEF564}" destId="{848C2EB6-A366-4C6C-A4B7-CFADD50AF1CE}" srcOrd="10" destOrd="0" presId="urn:microsoft.com/office/officeart/2008/layout/LinedList"/>
    <dgm:cxn modelId="{DFA0DFC0-F368-4B10-B58B-E42FCE137E77}" type="presParOf" srcId="{DF891462-78A4-4EB1-94D4-A4B149DEF564}" destId="{C6F3A3E6-6066-4A7A-83F9-2D8BA74594ED}" srcOrd="11" destOrd="0" presId="urn:microsoft.com/office/officeart/2008/layout/LinedList"/>
    <dgm:cxn modelId="{90A043E0-8A8E-41F4-AD38-B18963641EE9}" type="presParOf" srcId="{C6F3A3E6-6066-4A7A-83F9-2D8BA74594ED}" destId="{F872B7AB-1CC2-46DC-A4AA-E174A1CC0490}" srcOrd="0" destOrd="0" presId="urn:microsoft.com/office/officeart/2008/layout/LinedList"/>
    <dgm:cxn modelId="{F4F794B6-8E6A-46AC-8D42-B41DD803AB50}" type="presParOf" srcId="{C6F3A3E6-6066-4A7A-83F9-2D8BA74594ED}" destId="{BAC5F70B-E97B-4F62-84D6-B515B233512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B109EA-19BE-48A2-A7DA-366A98C8FAA7}" type="doc">
      <dgm:prSet loTypeId="urn:microsoft.com/office/officeart/2005/8/layout/chevron1" loCatId="process" qsTypeId="urn:microsoft.com/office/officeart/2005/8/quickstyle/simple1" qsCatId="simple" csTypeId="urn:microsoft.com/office/officeart/2005/8/colors/accent1_2" csCatId="accent1" phldr="1"/>
      <dgm:spPr/>
    </dgm:pt>
    <dgm:pt modelId="{993E619D-BBE0-4815-8F2B-14DD8111EA41}">
      <dgm:prSet phldrT="[Text]" custT="1"/>
      <dgm:spPr/>
      <dgm:t>
        <a:bodyPr/>
        <a:lstStyle/>
        <a:p>
          <a:r>
            <a:rPr lang="en-US" sz="1400" dirty="0" smtClean="0"/>
            <a:t>Initiation</a:t>
          </a:r>
          <a:endParaRPr lang="en-US" sz="1400" dirty="0"/>
        </a:p>
      </dgm:t>
    </dgm:pt>
    <dgm:pt modelId="{664F915B-116C-4204-8260-1C4BE4DC8DE0}" type="parTrans" cxnId="{7B434526-4358-4E83-BB13-E89F066E7185}">
      <dgm:prSet/>
      <dgm:spPr/>
      <dgm:t>
        <a:bodyPr/>
        <a:lstStyle/>
        <a:p>
          <a:endParaRPr lang="en-US"/>
        </a:p>
      </dgm:t>
    </dgm:pt>
    <dgm:pt modelId="{0F7F3BD5-C6DD-4C31-AFD8-2318DFA12C61}" type="sibTrans" cxnId="{7B434526-4358-4E83-BB13-E89F066E7185}">
      <dgm:prSet/>
      <dgm:spPr/>
      <dgm:t>
        <a:bodyPr/>
        <a:lstStyle/>
        <a:p>
          <a:endParaRPr lang="en-US"/>
        </a:p>
      </dgm:t>
    </dgm:pt>
    <dgm:pt modelId="{EDA82C9C-1A70-4766-9691-7F509C71A66A}">
      <dgm:prSet phldrT="[Text]" custT="1"/>
      <dgm:spPr/>
      <dgm:t>
        <a:bodyPr/>
        <a:lstStyle/>
        <a:p>
          <a:r>
            <a:rPr lang="en-US" sz="1400" dirty="0" smtClean="0"/>
            <a:t>Closing</a:t>
          </a:r>
          <a:endParaRPr lang="en-US" sz="1400" dirty="0"/>
        </a:p>
      </dgm:t>
    </dgm:pt>
    <dgm:pt modelId="{49F9A76A-45BA-4A17-9E4D-5B33C37590B9}" type="parTrans" cxnId="{07B2294A-CCC5-4E4E-92A5-EFBAC28FBE97}">
      <dgm:prSet/>
      <dgm:spPr/>
      <dgm:t>
        <a:bodyPr/>
        <a:lstStyle/>
        <a:p>
          <a:endParaRPr lang="en-US"/>
        </a:p>
      </dgm:t>
    </dgm:pt>
    <dgm:pt modelId="{C698FACF-53ED-40D3-AC4F-056875A07BBF}" type="sibTrans" cxnId="{07B2294A-CCC5-4E4E-92A5-EFBAC28FBE97}">
      <dgm:prSet/>
      <dgm:spPr/>
      <dgm:t>
        <a:bodyPr/>
        <a:lstStyle/>
        <a:p>
          <a:endParaRPr lang="en-US"/>
        </a:p>
      </dgm:t>
    </dgm:pt>
    <dgm:pt modelId="{BC670947-38B6-4003-AA75-D12E76915374}">
      <dgm:prSet phldrT="[Text]" custT="1"/>
      <dgm:spPr/>
      <dgm:t>
        <a:bodyPr/>
        <a:lstStyle/>
        <a:p>
          <a:r>
            <a:rPr lang="en-US" sz="1400" dirty="0" smtClean="0"/>
            <a:t>Planning</a:t>
          </a:r>
          <a:endParaRPr lang="en-US" sz="1400" dirty="0"/>
        </a:p>
      </dgm:t>
    </dgm:pt>
    <dgm:pt modelId="{6705D8AF-0CFE-4F58-9F0A-8045198E7CA7}" type="parTrans" cxnId="{AB6B00FF-BB67-4014-ABDF-4A9192CE0526}">
      <dgm:prSet/>
      <dgm:spPr/>
      <dgm:t>
        <a:bodyPr/>
        <a:lstStyle/>
        <a:p>
          <a:endParaRPr lang="en-US"/>
        </a:p>
      </dgm:t>
    </dgm:pt>
    <dgm:pt modelId="{0BC1409C-0C58-40D9-8208-44450DF9AFAA}" type="sibTrans" cxnId="{AB6B00FF-BB67-4014-ABDF-4A9192CE0526}">
      <dgm:prSet/>
      <dgm:spPr/>
      <dgm:t>
        <a:bodyPr/>
        <a:lstStyle/>
        <a:p>
          <a:endParaRPr lang="en-US"/>
        </a:p>
      </dgm:t>
    </dgm:pt>
    <dgm:pt modelId="{ED002313-1988-4DFB-B961-03D04DECEBE5}">
      <dgm:prSet phldrT="[Text]" custT="1"/>
      <dgm:spPr/>
      <dgm:t>
        <a:bodyPr/>
        <a:lstStyle/>
        <a:p>
          <a:r>
            <a:rPr lang="en-US" sz="1400" dirty="0" smtClean="0"/>
            <a:t>Executing</a:t>
          </a:r>
          <a:endParaRPr lang="en-US" sz="1400" dirty="0"/>
        </a:p>
      </dgm:t>
    </dgm:pt>
    <dgm:pt modelId="{EABF5D0D-14D8-4EB5-9551-29F3E1E7AD06}" type="parTrans" cxnId="{2B3C8F66-6C65-43AE-826B-6521AB1258F9}">
      <dgm:prSet/>
      <dgm:spPr/>
      <dgm:t>
        <a:bodyPr/>
        <a:lstStyle/>
        <a:p>
          <a:endParaRPr lang="en-US"/>
        </a:p>
      </dgm:t>
    </dgm:pt>
    <dgm:pt modelId="{089137B9-11B4-43AE-BA33-3D562D10E10B}" type="sibTrans" cxnId="{2B3C8F66-6C65-43AE-826B-6521AB1258F9}">
      <dgm:prSet/>
      <dgm:spPr/>
      <dgm:t>
        <a:bodyPr/>
        <a:lstStyle/>
        <a:p>
          <a:endParaRPr lang="en-US"/>
        </a:p>
      </dgm:t>
    </dgm:pt>
    <dgm:pt modelId="{71D57B72-ED4E-4091-99AB-AFF522D86FB5}">
      <dgm:prSet phldrT="[Text]" custT="1"/>
      <dgm:spPr/>
      <dgm:t>
        <a:bodyPr/>
        <a:lstStyle/>
        <a:p>
          <a:r>
            <a:rPr lang="en-US" sz="1400" dirty="0" smtClean="0"/>
            <a:t>Monitoring &amp; Control</a:t>
          </a:r>
          <a:endParaRPr lang="en-US" sz="1400" dirty="0"/>
        </a:p>
      </dgm:t>
    </dgm:pt>
    <dgm:pt modelId="{6C61F24C-BC77-40EF-B760-DFF0B47AC5B5}" type="parTrans" cxnId="{226A84B0-80FB-4D47-A4EA-9C2145F45828}">
      <dgm:prSet/>
      <dgm:spPr/>
      <dgm:t>
        <a:bodyPr/>
        <a:lstStyle/>
        <a:p>
          <a:endParaRPr lang="en-US"/>
        </a:p>
      </dgm:t>
    </dgm:pt>
    <dgm:pt modelId="{B7CD15BD-A41F-40DE-BCD3-D3734DC2A3C3}" type="sibTrans" cxnId="{226A84B0-80FB-4D47-A4EA-9C2145F45828}">
      <dgm:prSet/>
      <dgm:spPr/>
      <dgm:t>
        <a:bodyPr/>
        <a:lstStyle/>
        <a:p>
          <a:endParaRPr lang="en-US"/>
        </a:p>
      </dgm:t>
    </dgm:pt>
    <dgm:pt modelId="{BF110E54-D022-4097-A397-1DD906BA018B}" type="pres">
      <dgm:prSet presAssocID="{99B109EA-19BE-48A2-A7DA-366A98C8FAA7}" presName="Name0" presStyleCnt="0">
        <dgm:presLayoutVars>
          <dgm:dir/>
          <dgm:animLvl val="lvl"/>
          <dgm:resizeHandles val="exact"/>
        </dgm:presLayoutVars>
      </dgm:prSet>
      <dgm:spPr/>
    </dgm:pt>
    <dgm:pt modelId="{8110612D-5821-4FC7-A608-C6F447B71C98}" type="pres">
      <dgm:prSet presAssocID="{993E619D-BBE0-4815-8F2B-14DD8111EA41}" presName="parTxOnly" presStyleLbl="node1" presStyleIdx="0" presStyleCnt="5">
        <dgm:presLayoutVars>
          <dgm:chMax val="0"/>
          <dgm:chPref val="0"/>
          <dgm:bulletEnabled val="1"/>
        </dgm:presLayoutVars>
      </dgm:prSet>
      <dgm:spPr/>
      <dgm:t>
        <a:bodyPr/>
        <a:lstStyle/>
        <a:p>
          <a:endParaRPr lang="en-US"/>
        </a:p>
      </dgm:t>
    </dgm:pt>
    <dgm:pt modelId="{F7932D6F-C64D-4294-B319-946178FDE148}" type="pres">
      <dgm:prSet presAssocID="{0F7F3BD5-C6DD-4C31-AFD8-2318DFA12C61}" presName="parTxOnlySpace" presStyleCnt="0"/>
      <dgm:spPr/>
    </dgm:pt>
    <dgm:pt modelId="{0A6B5D05-F316-499E-8FB8-A15EDE933E1D}" type="pres">
      <dgm:prSet presAssocID="{BC670947-38B6-4003-AA75-D12E76915374}" presName="parTxOnly" presStyleLbl="node1" presStyleIdx="1" presStyleCnt="5">
        <dgm:presLayoutVars>
          <dgm:chMax val="0"/>
          <dgm:chPref val="0"/>
          <dgm:bulletEnabled val="1"/>
        </dgm:presLayoutVars>
      </dgm:prSet>
      <dgm:spPr/>
      <dgm:t>
        <a:bodyPr/>
        <a:lstStyle/>
        <a:p>
          <a:endParaRPr lang="en-US"/>
        </a:p>
      </dgm:t>
    </dgm:pt>
    <dgm:pt modelId="{5B109AB0-8AC3-4803-9BA0-EBBB601331A2}" type="pres">
      <dgm:prSet presAssocID="{0BC1409C-0C58-40D9-8208-44450DF9AFAA}" presName="parTxOnlySpace" presStyleCnt="0"/>
      <dgm:spPr/>
    </dgm:pt>
    <dgm:pt modelId="{3B49EF67-CE2E-443F-8196-4FC2C7EC956D}" type="pres">
      <dgm:prSet presAssocID="{ED002313-1988-4DFB-B961-03D04DECEBE5}" presName="parTxOnly" presStyleLbl="node1" presStyleIdx="2" presStyleCnt="5">
        <dgm:presLayoutVars>
          <dgm:chMax val="0"/>
          <dgm:chPref val="0"/>
          <dgm:bulletEnabled val="1"/>
        </dgm:presLayoutVars>
      </dgm:prSet>
      <dgm:spPr/>
      <dgm:t>
        <a:bodyPr/>
        <a:lstStyle/>
        <a:p>
          <a:endParaRPr lang="en-US"/>
        </a:p>
      </dgm:t>
    </dgm:pt>
    <dgm:pt modelId="{CA2B094C-E3F0-418D-B84E-DA0BC4C53FA9}" type="pres">
      <dgm:prSet presAssocID="{089137B9-11B4-43AE-BA33-3D562D10E10B}" presName="parTxOnlySpace" presStyleCnt="0"/>
      <dgm:spPr/>
    </dgm:pt>
    <dgm:pt modelId="{A81A21C5-66F7-4C3C-94B5-3780F3653DF1}" type="pres">
      <dgm:prSet presAssocID="{71D57B72-ED4E-4091-99AB-AFF522D86FB5}" presName="parTxOnly" presStyleLbl="node1" presStyleIdx="3" presStyleCnt="5">
        <dgm:presLayoutVars>
          <dgm:chMax val="0"/>
          <dgm:chPref val="0"/>
          <dgm:bulletEnabled val="1"/>
        </dgm:presLayoutVars>
      </dgm:prSet>
      <dgm:spPr/>
      <dgm:t>
        <a:bodyPr/>
        <a:lstStyle/>
        <a:p>
          <a:endParaRPr lang="en-US"/>
        </a:p>
      </dgm:t>
    </dgm:pt>
    <dgm:pt modelId="{B8D8D23F-C1CA-47D3-9B05-9BAD35B3AC7C}" type="pres">
      <dgm:prSet presAssocID="{B7CD15BD-A41F-40DE-BCD3-D3734DC2A3C3}" presName="parTxOnlySpace" presStyleCnt="0"/>
      <dgm:spPr/>
    </dgm:pt>
    <dgm:pt modelId="{EFB1396C-5B5F-408D-9D03-003B000C03A9}" type="pres">
      <dgm:prSet presAssocID="{EDA82C9C-1A70-4766-9691-7F509C71A66A}" presName="parTxOnly" presStyleLbl="node1" presStyleIdx="4" presStyleCnt="5">
        <dgm:presLayoutVars>
          <dgm:chMax val="0"/>
          <dgm:chPref val="0"/>
          <dgm:bulletEnabled val="1"/>
        </dgm:presLayoutVars>
      </dgm:prSet>
      <dgm:spPr/>
      <dgm:t>
        <a:bodyPr/>
        <a:lstStyle/>
        <a:p>
          <a:endParaRPr lang="en-US"/>
        </a:p>
      </dgm:t>
    </dgm:pt>
  </dgm:ptLst>
  <dgm:cxnLst>
    <dgm:cxn modelId="{7B434526-4358-4E83-BB13-E89F066E7185}" srcId="{99B109EA-19BE-48A2-A7DA-366A98C8FAA7}" destId="{993E619D-BBE0-4815-8F2B-14DD8111EA41}" srcOrd="0" destOrd="0" parTransId="{664F915B-116C-4204-8260-1C4BE4DC8DE0}" sibTransId="{0F7F3BD5-C6DD-4C31-AFD8-2318DFA12C61}"/>
    <dgm:cxn modelId="{07B2294A-CCC5-4E4E-92A5-EFBAC28FBE97}" srcId="{99B109EA-19BE-48A2-A7DA-366A98C8FAA7}" destId="{EDA82C9C-1A70-4766-9691-7F509C71A66A}" srcOrd="4" destOrd="0" parTransId="{49F9A76A-45BA-4A17-9E4D-5B33C37590B9}" sibTransId="{C698FACF-53ED-40D3-AC4F-056875A07BBF}"/>
    <dgm:cxn modelId="{AB6B00FF-BB67-4014-ABDF-4A9192CE0526}" srcId="{99B109EA-19BE-48A2-A7DA-366A98C8FAA7}" destId="{BC670947-38B6-4003-AA75-D12E76915374}" srcOrd="1" destOrd="0" parTransId="{6705D8AF-0CFE-4F58-9F0A-8045198E7CA7}" sibTransId="{0BC1409C-0C58-40D9-8208-44450DF9AFAA}"/>
    <dgm:cxn modelId="{2B3C8F66-6C65-43AE-826B-6521AB1258F9}" srcId="{99B109EA-19BE-48A2-A7DA-366A98C8FAA7}" destId="{ED002313-1988-4DFB-B961-03D04DECEBE5}" srcOrd="2" destOrd="0" parTransId="{EABF5D0D-14D8-4EB5-9551-29F3E1E7AD06}" sibTransId="{089137B9-11B4-43AE-BA33-3D562D10E10B}"/>
    <dgm:cxn modelId="{6B2066AD-AAEA-4120-9D38-D5CE7CEA65E0}" type="presOf" srcId="{EDA82C9C-1A70-4766-9691-7F509C71A66A}" destId="{EFB1396C-5B5F-408D-9D03-003B000C03A9}" srcOrd="0" destOrd="0" presId="urn:microsoft.com/office/officeart/2005/8/layout/chevron1"/>
    <dgm:cxn modelId="{026E9161-EB0D-4CDC-9B39-08B50ACCA0EA}" type="presOf" srcId="{ED002313-1988-4DFB-B961-03D04DECEBE5}" destId="{3B49EF67-CE2E-443F-8196-4FC2C7EC956D}" srcOrd="0" destOrd="0" presId="urn:microsoft.com/office/officeart/2005/8/layout/chevron1"/>
    <dgm:cxn modelId="{226A84B0-80FB-4D47-A4EA-9C2145F45828}" srcId="{99B109EA-19BE-48A2-A7DA-366A98C8FAA7}" destId="{71D57B72-ED4E-4091-99AB-AFF522D86FB5}" srcOrd="3" destOrd="0" parTransId="{6C61F24C-BC77-40EF-B760-DFF0B47AC5B5}" sibTransId="{B7CD15BD-A41F-40DE-BCD3-D3734DC2A3C3}"/>
    <dgm:cxn modelId="{A065098D-E6BD-4A7C-A485-5B377E719FAE}" type="presOf" srcId="{99B109EA-19BE-48A2-A7DA-366A98C8FAA7}" destId="{BF110E54-D022-4097-A397-1DD906BA018B}" srcOrd="0" destOrd="0" presId="urn:microsoft.com/office/officeart/2005/8/layout/chevron1"/>
    <dgm:cxn modelId="{AA94D2DE-E7D2-48E8-9A43-E72DDD9F1A46}" type="presOf" srcId="{71D57B72-ED4E-4091-99AB-AFF522D86FB5}" destId="{A81A21C5-66F7-4C3C-94B5-3780F3653DF1}" srcOrd="0" destOrd="0" presId="urn:microsoft.com/office/officeart/2005/8/layout/chevron1"/>
    <dgm:cxn modelId="{DF413C78-95B6-469C-AF92-073F58586366}" type="presOf" srcId="{993E619D-BBE0-4815-8F2B-14DD8111EA41}" destId="{8110612D-5821-4FC7-A608-C6F447B71C98}" srcOrd="0" destOrd="0" presId="urn:microsoft.com/office/officeart/2005/8/layout/chevron1"/>
    <dgm:cxn modelId="{14AE2E45-8E34-4A63-A2B2-ADA90ADA8305}" type="presOf" srcId="{BC670947-38B6-4003-AA75-D12E76915374}" destId="{0A6B5D05-F316-499E-8FB8-A15EDE933E1D}" srcOrd="0" destOrd="0" presId="urn:microsoft.com/office/officeart/2005/8/layout/chevron1"/>
    <dgm:cxn modelId="{046B309B-3514-49B6-9BBC-0123F713F225}" type="presParOf" srcId="{BF110E54-D022-4097-A397-1DD906BA018B}" destId="{8110612D-5821-4FC7-A608-C6F447B71C98}" srcOrd="0" destOrd="0" presId="urn:microsoft.com/office/officeart/2005/8/layout/chevron1"/>
    <dgm:cxn modelId="{33104825-A07D-422E-81EE-2C137434F962}" type="presParOf" srcId="{BF110E54-D022-4097-A397-1DD906BA018B}" destId="{F7932D6F-C64D-4294-B319-946178FDE148}" srcOrd="1" destOrd="0" presId="urn:microsoft.com/office/officeart/2005/8/layout/chevron1"/>
    <dgm:cxn modelId="{56553068-BBCD-4B30-A0FB-7B1E072314C1}" type="presParOf" srcId="{BF110E54-D022-4097-A397-1DD906BA018B}" destId="{0A6B5D05-F316-499E-8FB8-A15EDE933E1D}" srcOrd="2" destOrd="0" presId="urn:microsoft.com/office/officeart/2005/8/layout/chevron1"/>
    <dgm:cxn modelId="{62A90A36-433D-43E0-BF2D-F1992B245A29}" type="presParOf" srcId="{BF110E54-D022-4097-A397-1DD906BA018B}" destId="{5B109AB0-8AC3-4803-9BA0-EBBB601331A2}" srcOrd="3" destOrd="0" presId="urn:microsoft.com/office/officeart/2005/8/layout/chevron1"/>
    <dgm:cxn modelId="{CE4EF65C-E1ED-4D2E-944C-C91B43DD3854}" type="presParOf" srcId="{BF110E54-D022-4097-A397-1DD906BA018B}" destId="{3B49EF67-CE2E-443F-8196-4FC2C7EC956D}" srcOrd="4" destOrd="0" presId="urn:microsoft.com/office/officeart/2005/8/layout/chevron1"/>
    <dgm:cxn modelId="{C79DA450-2D50-45EB-A730-8C1C0B65EE95}" type="presParOf" srcId="{BF110E54-D022-4097-A397-1DD906BA018B}" destId="{CA2B094C-E3F0-418D-B84E-DA0BC4C53FA9}" srcOrd="5" destOrd="0" presId="urn:microsoft.com/office/officeart/2005/8/layout/chevron1"/>
    <dgm:cxn modelId="{355A4EBD-835C-4491-8598-70526D666B46}" type="presParOf" srcId="{BF110E54-D022-4097-A397-1DD906BA018B}" destId="{A81A21C5-66F7-4C3C-94B5-3780F3653DF1}" srcOrd="6" destOrd="0" presId="urn:microsoft.com/office/officeart/2005/8/layout/chevron1"/>
    <dgm:cxn modelId="{5A87A6DF-6DBC-40A5-BB84-C59835A1780D}" type="presParOf" srcId="{BF110E54-D022-4097-A397-1DD906BA018B}" destId="{B8D8D23F-C1CA-47D3-9B05-9BAD35B3AC7C}" srcOrd="7" destOrd="0" presId="urn:microsoft.com/office/officeart/2005/8/layout/chevron1"/>
    <dgm:cxn modelId="{637B6797-0CFB-4809-BDA6-10430394CB8D}" type="presParOf" srcId="{BF110E54-D022-4097-A397-1DD906BA018B}" destId="{EFB1396C-5B5F-408D-9D03-003B000C03A9}"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F8F0871-E016-407F-95F5-6E281063779D}"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n-US"/>
        </a:p>
      </dgm:t>
    </dgm:pt>
    <dgm:pt modelId="{D747A2A5-5520-413A-87E9-78AFA2AD6CDA}">
      <dgm:prSet phldrT="[Text]" custT="1"/>
      <dgm:spPr/>
      <dgm:t>
        <a:bodyPr/>
        <a:lstStyle/>
        <a:p>
          <a:r>
            <a:rPr lang="en-US" sz="1000" dirty="0" smtClean="0"/>
            <a:t>Project Management Plan</a:t>
          </a:r>
          <a:endParaRPr lang="en-US" sz="1000" dirty="0"/>
        </a:p>
      </dgm:t>
    </dgm:pt>
    <dgm:pt modelId="{66DB15C1-5BDA-4C9E-A879-D4A5A509D98A}" type="parTrans" cxnId="{34E36AEE-EC13-47AF-A18E-2AE00583D012}">
      <dgm:prSet/>
      <dgm:spPr/>
      <dgm:t>
        <a:bodyPr/>
        <a:lstStyle/>
        <a:p>
          <a:endParaRPr lang="en-US"/>
        </a:p>
      </dgm:t>
    </dgm:pt>
    <dgm:pt modelId="{3D0CFED5-7193-462D-B0CD-462849D656C0}" type="sibTrans" cxnId="{34E36AEE-EC13-47AF-A18E-2AE00583D012}">
      <dgm:prSet/>
      <dgm:spPr/>
      <dgm:t>
        <a:bodyPr/>
        <a:lstStyle/>
        <a:p>
          <a:endParaRPr lang="en-US"/>
        </a:p>
      </dgm:t>
    </dgm:pt>
    <dgm:pt modelId="{A1891731-5022-40B7-8989-5F6469CBD58D}">
      <dgm:prSet phldrT="[Text]" custT="1"/>
      <dgm:spPr/>
      <dgm:t>
        <a:bodyPr/>
        <a:lstStyle/>
        <a:p>
          <a:r>
            <a:rPr lang="en-US" sz="900" dirty="0" smtClean="0"/>
            <a:t>Procurement</a:t>
          </a:r>
          <a:endParaRPr lang="en-US" sz="900" dirty="0"/>
        </a:p>
      </dgm:t>
    </dgm:pt>
    <dgm:pt modelId="{9BDB9242-D7E7-4C47-96B9-8265100C2A73}" type="parTrans" cxnId="{DBEC1B87-52A8-4243-A2DC-D69E57D82ACC}">
      <dgm:prSet/>
      <dgm:spPr/>
      <dgm:t>
        <a:bodyPr/>
        <a:lstStyle/>
        <a:p>
          <a:endParaRPr lang="en-US"/>
        </a:p>
      </dgm:t>
    </dgm:pt>
    <dgm:pt modelId="{663CB820-AE8A-4077-BEC5-C65DF8A85899}" type="sibTrans" cxnId="{DBEC1B87-52A8-4243-A2DC-D69E57D82ACC}">
      <dgm:prSet/>
      <dgm:spPr/>
      <dgm:t>
        <a:bodyPr/>
        <a:lstStyle/>
        <a:p>
          <a:endParaRPr lang="en-US"/>
        </a:p>
      </dgm:t>
    </dgm:pt>
    <dgm:pt modelId="{A313D348-BD87-4783-9C52-8A4C54DF0E49}">
      <dgm:prSet phldrT="[Text]" custT="1"/>
      <dgm:spPr/>
      <dgm:t>
        <a:bodyPr/>
        <a:lstStyle/>
        <a:p>
          <a:r>
            <a:rPr lang="en-US" sz="900" dirty="0" smtClean="0"/>
            <a:t>Risk</a:t>
          </a:r>
          <a:endParaRPr lang="en-US" sz="900" dirty="0"/>
        </a:p>
      </dgm:t>
    </dgm:pt>
    <dgm:pt modelId="{6645061A-CE5A-4071-8949-76E6264714CB}" type="parTrans" cxnId="{7C3B29EF-FD31-4760-B80C-B12406259667}">
      <dgm:prSet/>
      <dgm:spPr/>
      <dgm:t>
        <a:bodyPr/>
        <a:lstStyle/>
        <a:p>
          <a:endParaRPr lang="en-US"/>
        </a:p>
      </dgm:t>
    </dgm:pt>
    <dgm:pt modelId="{DE938990-3F1D-470A-AF85-6A770C599493}" type="sibTrans" cxnId="{7C3B29EF-FD31-4760-B80C-B12406259667}">
      <dgm:prSet/>
      <dgm:spPr/>
      <dgm:t>
        <a:bodyPr/>
        <a:lstStyle/>
        <a:p>
          <a:endParaRPr lang="en-US"/>
        </a:p>
      </dgm:t>
    </dgm:pt>
    <dgm:pt modelId="{69D34D94-4BBD-4E06-A10E-AC2577A873CE}">
      <dgm:prSet phldrT="[Text]" custT="1"/>
      <dgm:spPr/>
      <dgm:t>
        <a:bodyPr/>
        <a:lstStyle/>
        <a:p>
          <a:r>
            <a:rPr lang="en-US" sz="900" dirty="0" smtClean="0"/>
            <a:t>Configuration</a:t>
          </a:r>
          <a:endParaRPr lang="en-US" sz="900" dirty="0"/>
        </a:p>
      </dgm:t>
    </dgm:pt>
    <dgm:pt modelId="{351AF46F-BDA3-4AC4-AC5F-B56CB1190247}" type="parTrans" cxnId="{EE0B03A2-4217-454C-8FE7-68D5B1977593}">
      <dgm:prSet/>
      <dgm:spPr/>
      <dgm:t>
        <a:bodyPr/>
        <a:lstStyle/>
        <a:p>
          <a:endParaRPr lang="en-US"/>
        </a:p>
      </dgm:t>
    </dgm:pt>
    <dgm:pt modelId="{706706AE-86A4-4ADB-952B-45A0924D6B46}" type="sibTrans" cxnId="{EE0B03A2-4217-454C-8FE7-68D5B1977593}">
      <dgm:prSet/>
      <dgm:spPr/>
      <dgm:t>
        <a:bodyPr/>
        <a:lstStyle/>
        <a:p>
          <a:endParaRPr lang="en-US"/>
        </a:p>
      </dgm:t>
    </dgm:pt>
    <dgm:pt modelId="{FEA94159-CB68-4CE6-84ED-FB83589547D7}">
      <dgm:prSet phldrT="[Text]" custT="1"/>
      <dgm:spPr/>
      <dgm:t>
        <a:bodyPr/>
        <a:lstStyle/>
        <a:p>
          <a:r>
            <a:rPr lang="en-US" sz="900" dirty="0" smtClean="0"/>
            <a:t>Quality</a:t>
          </a:r>
          <a:endParaRPr lang="en-US" sz="900" dirty="0"/>
        </a:p>
      </dgm:t>
    </dgm:pt>
    <dgm:pt modelId="{E82E0CA2-229F-447A-80D8-1B22E97542C1}" type="parTrans" cxnId="{91B54F48-4288-4D8E-92DA-CB046EF763A0}">
      <dgm:prSet/>
      <dgm:spPr/>
      <dgm:t>
        <a:bodyPr/>
        <a:lstStyle/>
        <a:p>
          <a:endParaRPr lang="en-US"/>
        </a:p>
      </dgm:t>
    </dgm:pt>
    <dgm:pt modelId="{BF14093E-38E0-40CF-8ED4-65EA070ACD8F}" type="sibTrans" cxnId="{91B54F48-4288-4D8E-92DA-CB046EF763A0}">
      <dgm:prSet/>
      <dgm:spPr/>
      <dgm:t>
        <a:bodyPr/>
        <a:lstStyle/>
        <a:p>
          <a:endParaRPr lang="en-US"/>
        </a:p>
      </dgm:t>
    </dgm:pt>
    <dgm:pt modelId="{1C9CCD2E-3CB7-4CB9-B6B9-AC137AB1E572}">
      <dgm:prSet phldrT="[Text]" custT="1"/>
      <dgm:spPr/>
      <dgm:t>
        <a:bodyPr/>
        <a:lstStyle/>
        <a:p>
          <a:r>
            <a:rPr lang="en-US" sz="900" dirty="0" smtClean="0"/>
            <a:t>Communication</a:t>
          </a:r>
          <a:endParaRPr lang="en-US" sz="800" dirty="0"/>
        </a:p>
      </dgm:t>
    </dgm:pt>
    <dgm:pt modelId="{9CFA4602-B4B8-4856-8E60-B9DBE5A4ECFB}" type="parTrans" cxnId="{B0FB62D6-4E5F-40EB-BB87-2E2F967C3B0B}">
      <dgm:prSet/>
      <dgm:spPr/>
      <dgm:t>
        <a:bodyPr/>
        <a:lstStyle/>
        <a:p>
          <a:endParaRPr lang="en-US"/>
        </a:p>
      </dgm:t>
    </dgm:pt>
    <dgm:pt modelId="{93A64FE7-8A54-4A1B-AFA1-488F4555F43C}" type="sibTrans" cxnId="{B0FB62D6-4E5F-40EB-BB87-2E2F967C3B0B}">
      <dgm:prSet/>
      <dgm:spPr/>
      <dgm:t>
        <a:bodyPr/>
        <a:lstStyle/>
        <a:p>
          <a:endParaRPr lang="en-US"/>
        </a:p>
      </dgm:t>
    </dgm:pt>
    <dgm:pt modelId="{D14B1322-ABCE-490E-9579-11FB321AE505}">
      <dgm:prSet phldrT="[Text]" custT="1"/>
      <dgm:spPr/>
      <dgm:t>
        <a:bodyPr/>
        <a:lstStyle/>
        <a:p>
          <a:r>
            <a:rPr lang="en-US" sz="900" dirty="0" smtClean="0"/>
            <a:t>Change</a:t>
          </a:r>
          <a:endParaRPr lang="en-US" sz="900" dirty="0"/>
        </a:p>
      </dgm:t>
    </dgm:pt>
    <dgm:pt modelId="{3569D215-85F0-4902-BB53-F92A6ABCC74F}" type="parTrans" cxnId="{47CDDB38-F96C-4DD6-AB01-EE1B300C5F87}">
      <dgm:prSet/>
      <dgm:spPr/>
      <dgm:t>
        <a:bodyPr/>
        <a:lstStyle/>
        <a:p>
          <a:endParaRPr lang="en-US"/>
        </a:p>
      </dgm:t>
    </dgm:pt>
    <dgm:pt modelId="{DFE6BA77-6801-41DA-B147-7EDE7334D7D9}" type="sibTrans" cxnId="{47CDDB38-F96C-4DD6-AB01-EE1B300C5F87}">
      <dgm:prSet/>
      <dgm:spPr/>
      <dgm:t>
        <a:bodyPr/>
        <a:lstStyle/>
        <a:p>
          <a:endParaRPr lang="en-US"/>
        </a:p>
      </dgm:t>
    </dgm:pt>
    <dgm:pt modelId="{5CB0FCFD-235E-47F5-86DB-F7245D11E76C}">
      <dgm:prSet phldrT="[Text]" custT="1"/>
      <dgm:spPr/>
      <dgm:t>
        <a:bodyPr/>
        <a:lstStyle/>
        <a:p>
          <a:r>
            <a:rPr lang="en-US" sz="900" dirty="0" smtClean="0"/>
            <a:t>Scope</a:t>
          </a:r>
          <a:endParaRPr lang="en-US" sz="900" dirty="0"/>
        </a:p>
      </dgm:t>
    </dgm:pt>
    <dgm:pt modelId="{B67A2CAC-0B2C-4C79-9E9B-35F82A3F3513}" type="parTrans" cxnId="{91694900-45EF-45EA-B773-47FA980AE43B}">
      <dgm:prSet/>
      <dgm:spPr/>
      <dgm:t>
        <a:bodyPr/>
        <a:lstStyle/>
        <a:p>
          <a:endParaRPr lang="en-US"/>
        </a:p>
      </dgm:t>
    </dgm:pt>
    <dgm:pt modelId="{897E26EA-881E-4D35-8B43-C410244AFCD1}" type="sibTrans" cxnId="{91694900-45EF-45EA-B773-47FA980AE43B}">
      <dgm:prSet/>
      <dgm:spPr/>
      <dgm:t>
        <a:bodyPr/>
        <a:lstStyle/>
        <a:p>
          <a:endParaRPr lang="en-US"/>
        </a:p>
      </dgm:t>
    </dgm:pt>
    <dgm:pt modelId="{581F49DD-1F09-4CF2-8CE9-4480278E874F}">
      <dgm:prSet phldrT="[Text]" custT="1"/>
      <dgm:spPr/>
      <dgm:t>
        <a:bodyPr/>
        <a:lstStyle/>
        <a:p>
          <a:r>
            <a:rPr lang="en-US" sz="900" dirty="0" smtClean="0"/>
            <a:t>Cost</a:t>
          </a:r>
          <a:endParaRPr lang="en-US" sz="900" dirty="0"/>
        </a:p>
      </dgm:t>
    </dgm:pt>
    <dgm:pt modelId="{C9DEAB54-4CCE-4756-B8AE-C6D99A14A844}" type="parTrans" cxnId="{C1B62FE0-2A6D-4FF0-BF80-32CA81EA3FF5}">
      <dgm:prSet/>
      <dgm:spPr/>
      <dgm:t>
        <a:bodyPr/>
        <a:lstStyle/>
        <a:p>
          <a:endParaRPr lang="en-US"/>
        </a:p>
      </dgm:t>
    </dgm:pt>
    <dgm:pt modelId="{C297BB99-B8B3-4C55-BE06-1DB6C571FC5B}" type="sibTrans" cxnId="{C1B62FE0-2A6D-4FF0-BF80-32CA81EA3FF5}">
      <dgm:prSet/>
      <dgm:spPr/>
      <dgm:t>
        <a:bodyPr/>
        <a:lstStyle/>
        <a:p>
          <a:endParaRPr lang="en-US"/>
        </a:p>
      </dgm:t>
    </dgm:pt>
    <dgm:pt modelId="{A37CC2B3-ED0A-4ED3-B113-8D1D0A46A934}">
      <dgm:prSet phldrT="[Text]" custT="1"/>
      <dgm:spPr/>
      <dgm:t>
        <a:bodyPr/>
        <a:lstStyle/>
        <a:p>
          <a:r>
            <a:rPr lang="en-US" sz="900" dirty="0" smtClean="0"/>
            <a:t>Process Improvement</a:t>
          </a:r>
          <a:endParaRPr lang="en-US" sz="900" dirty="0"/>
        </a:p>
      </dgm:t>
    </dgm:pt>
    <dgm:pt modelId="{8C0D1945-8CC3-4440-94A6-13C6629D9665}" type="parTrans" cxnId="{A44E0080-7B02-405B-A2A8-A63199AD4743}">
      <dgm:prSet/>
      <dgm:spPr/>
      <dgm:t>
        <a:bodyPr/>
        <a:lstStyle/>
        <a:p>
          <a:endParaRPr lang="en-US"/>
        </a:p>
      </dgm:t>
    </dgm:pt>
    <dgm:pt modelId="{22FFD730-7E9C-47A8-9CAA-9A8ACE1942C2}" type="sibTrans" cxnId="{A44E0080-7B02-405B-A2A8-A63199AD4743}">
      <dgm:prSet/>
      <dgm:spPr/>
      <dgm:t>
        <a:bodyPr/>
        <a:lstStyle/>
        <a:p>
          <a:endParaRPr lang="en-US"/>
        </a:p>
      </dgm:t>
    </dgm:pt>
    <dgm:pt modelId="{8490B384-F766-4359-965F-2D8956763839}">
      <dgm:prSet phldrT="[Text]" custT="1"/>
      <dgm:spPr/>
      <dgm:t>
        <a:bodyPr/>
        <a:lstStyle/>
        <a:p>
          <a:r>
            <a:rPr lang="en-US" sz="900" dirty="0" smtClean="0"/>
            <a:t>Stakeholder</a:t>
          </a:r>
          <a:endParaRPr lang="en-US" sz="900" dirty="0"/>
        </a:p>
      </dgm:t>
    </dgm:pt>
    <dgm:pt modelId="{5E6071EC-4759-43A0-AD1C-688E393D3823}" type="parTrans" cxnId="{F09D9053-DC81-4051-AF3C-6238AE9D776D}">
      <dgm:prSet/>
      <dgm:spPr/>
      <dgm:t>
        <a:bodyPr/>
        <a:lstStyle/>
        <a:p>
          <a:endParaRPr lang="en-US"/>
        </a:p>
      </dgm:t>
    </dgm:pt>
    <dgm:pt modelId="{245DF97D-69F6-44EE-848A-375FA1F7EEC9}" type="sibTrans" cxnId="{F09D9053-DC81-4051-AF3C-6238AE9D776D}">
      <dgm:prSet/>
      <dgm:spPr/>
      <dgm:t>
        <a:bodyPr/>
        <a:lstStyle/>
        <a:p>
          <a:endParaRPr lang="en-US"/>
        </a:p>
      </dgm:t>
    </dgm:pt>
    <dgm:pt modelId="{2B28AE0E-5260-4F56-A1D3-77668919A326}">
      <dgm:prSet phldrT="[Text]" custT="1"/>
      <dgm:spPr/>
      <dgm:t>
        <a:bodyPr/>
        <a:lstStyle/>
        <a:p>
          <a:r>
            <a:rPr lang="en-US" sz="900" dirty="0" smtClean="0"/>
            <a:t>Schedule</a:t>
          </a:r>
          <a:endParaRPr lang="en-US" sz="900" dirty="0"/>
        </a:p>
      </dgm:t>
    </dgm:pt>
    <dgm:pt modelId="{645FB1D1-924B-45E5-9ED8-39070FAFD2DF}" type="parTrans" cxnId="{3BF4473D-2BC4-4FE4-A5E3-F349C75D916F}">
      <dgm:prSet/>
      <dgm:spPr/>
      <dgm:t>
        <a:bodyPr/>
        <a:lstStyle/>
        <a:p>
          <a:endParaRPr lang="en-US"/>
        </a:p>
      </dgm:t>
    </dgm:pt>
    <dgm:pt modelId="{40849F8E-71BE-42D1-8D65-E46F5F376C58}" type="sibTrans" cxnId="{3BF4473D-2BC4-4FE4-A5E3-F349C75D916F}">
      <dgm:prSet/>
      <dgm:spPr/>
      <dgm:t>
        <a:bodyPr/>
        <a:lstStyle/>
        <a:p>
          <a:endParaRPr lang="en-US"/>
        </a:p>
      </dgm:t>
    </dgm:pt>
    <dgm:pt modelId="{469F93E1-29F7-42E0-BBCD-D458CF63815F}" type="pres">
      <dgm:prSet presAssocID="{BF8F0871-E016-407F-95F5-6E281063779D}" presName="Name0" presStyleCnt="0">
        <dgm:presLayoutVars>
          <dgm:chMax val="1"/>
          <dgm:dir/>
          <dgm:animLvl val="ctr"/>
          <dgm:resizeHandles val="exact"/>
        </dgm:presLayoutVars>
      </dgm:prSet>
      <dgm:spPr/>
      <dgm:t>
        <a:bodyPr/>
        <a:lstStyle/>
        <a:p>
          <a:endParaRPr lang="en-US"/>
        </a:p>
      </dgm:t>
    </dgm:pt>
    <dgm:pt modelId="{87F55698-8C4D-4069-8595-8078AF102572}" type="pres">
      <dgm:prSet presAssocID="{D747A2A5-5520-413A-87E9-78AFA2AD6CDA}" presName="centerShape" presStyleLbl="node0" presStyleIdx="0" presStyleCnt="1" custScaleX="163731" custScaleY="145165"/>
      <dgm:spPr/>
      <dgm:t>
        <a:bodyPr/>
        <a:lstStyle/>
        <a:p>
          <a:endParaRPr lang="en-US"/>
        </a:p>
      </dgm:t>
    </dgm:pt>
    <dgm:pt modelId="{CFCBA42C-6833-408E-A9FF-70725DECB805}" type="pres">
      <dgm:prSet presAssocID="{A1891731-5022-40B7-8989-5F6469CBD58D}" presName="node" presStyleLbl="node1" presStyleIdx="0" presStyleCnt="11" custScaleX="199172" custScaleY="132051">
        <dgm:presLayoutVars>
          <dgm:bulletEnabled val="1"/>
        </dgm:presLayoutVars>
      </dgm:prSet>
      <dgm:spPr/>
      <dgm:t>
        <a:bodyPr/>
        <a:lstStyle/>
        <a:p>
          <a:endParaRPr lang="en-US"/>
        </a:p>
      </dgm:t>
    </dgm:pt>
    <dgm:pt modelId="{AAA35A35-315E-486E-A79A-03F1D68B9BF9}" type="pres">
      <dgm:prSet presAssocID="{A1891731-5022-40B7-8989-5F6469CBD58D}" presName="dummy" presStyleCnt="0"/>
      <dgm:spPr/>
    </dgm:pt>
    <dgm:pt modelId="{5B1612A5-C390-4325-AD9A-6CEB55D0F46B}" type="pres">
      <dgm:prSet presAssocID="{663CB820-AE8A-4077-BEC5-C65DF8A85899}" presName="sibTrans" presStyleLbl="sibTrans2D1" presStyleIdx="0" presStyleCnt="11"/>
      <dgm:spPr/>
      <dgm:t>
        <a:bodyPr/>
        <a:lstStyle/>
        <a:p>
          <a:endParaRPr lang="en-US"/>
        </a:p>
      </dgm:t>
    </dgm:pt>
    <dgm:pt modelId="{AA09D467-C128-4BE0-A8FA-B1050829A87A}" type="pres">
      <dgm:prSet presAssocID="{D14B1322-ABCE-490E-9579-11FB321AE505}" presName="node" presStyleLbl="node1" presStyleIdx="1" presStyleCnt="11" custScaleX="199172" custScaleY="132051">
        <dgm:presLayoutVars>
          <dgm:bulletEnabled val="1"/>
        </dgm:presLayoutVars>
      </dgm:prSet>
      <dgm:spPr/>
      <dgm:t>
        <a:bodyPr/>
        <a:lstStyle/>
        <a:p>
          <a:endParaRPr lang="en-US"/>
        </a:p>
      </dgm:t>
    </dgm:pt>
    <dgm:pt modelId="{A990DFC6-2091-42C0-8B55-3DABB36AB23B}" type="pres">
      <dgm:prSet presAssocID="{D14B1322-ABCE-490E-9579-11FB321AE505}" presName="dummy" presStyleCnt="0"/>
      <dgm:spPr/>
    </dgm:pt>
    <dgm:pt modelId="{EA69B4E5-ECDB-4409-B1A3-7D21A1817107}" type="pres">
      <dgm:prSet presAssocID="{DFE6BA77-6801-41DA-B147-7EDE7334D7D9}" presName="sibTrans" presStyleLbl="sibTrans2D1" presStyleIdx="1" presStyleCnt="11"/>
      <dgm:spPr/>
      <dgm:t>
        <a:bodyPr/>
        <a:lstStyle/>
        <a:p>
          <a:endParaRPr lang="en-US"/>
        </a:p>
      </dgm:t>
    </dgm:pt>
    <dgm:pt modelId="{B65C41B9-1C2E-41B1-9E71-0A7308E67537}" type="pres">
      <dgm:prSet presAssocID="{5CB0FCFD-235E-47F5-86DB-F7245D11E76C}" presName="node" presStyleLbl="node1" presStyleIdx="2" presStyleCnt="11" custScaleX="199172" custScaleY="132051">
        <dgm:presLayoutVars>
          <dgm:bulletEnabled val="1"/>
        </dgm:presLayoutVars>
      </dgm:prSet>
      <dgm:spPr/>
      <dgm:t>
        <a:bodyPr/>
        <a:lstStyle/>
        <a:p>
          <a:endParaRPr lang="en-US"/>
        </a:p>
      </dgm:t>
    </dgm:pt>
    <dgm:pt modelId="{569D3399-BFCD-49AA-B037-BF86F999F215}" type="pres">
      <dgm:prSet presAssocID="{5CB0FCFD-235E-47F5-86DB-F7245D11E76C}" presName="dummy" presStyleCnt="0"/>
      <dgm:spPr/>
    </dgm:pt>
    <dgm:pt modelId="{60DF8EFE-4E46-42AB-860F-5F2D8054A857}" type="pres">
      <dgm:prSet presAssocID="{897E26EA-881E-4D35-8B43-C410244AFCD1}" presName="sibTrans" presStyleLbl="sibTrans2D1" presStyleIdx="2" presStyleCnt="11"/>
      <dgm:spPr/>
      <dgm:t>
        <a:bodyPr/>
        <a:lstStyle/>
        <a:p>
          <a:endParaRPr lang="en-US"/>
        </a:p>
      </dgm:t>
    </dgm:pt>
    <dgm:pt modelId="{8D740176-2C6C-46EB-AD7F-E8E5132F24BE}" type="pres">
      <dgm:prSet presAssocID="{581F49DD-1F09-4CF2-8CE9-4480278E874F}" presName="node" presStyleLbl="node1" presStyleIdx="3" presStyleCnt="11" custScaleX="199172" custScaleY="132051">
        <dgm:presLayoutVars>
          <dgm:bulletEnabled val="1"/>
        </dgm:presLayoutVars>
      </dgm:prSet>
      <dgm:spPr/>
      <dgm:t>
        <a:bodyPr/>
        <a:lstStyle/>
        <a:p>
          <a:endParaRPr lang="en-US"/>
        </a:p>
      </dgm:t>
    </dgm:pt>
    <dgm:pt modelId="{4BA3BC70-B9C9-48E3-B616-1E44EFDB9765}" type="pres">
      <dgm:prSet presAssocID="{581F49DD-1F09-4CF2-8CE9-4480278E874F}" presName="dummy" presStyleCnt="0"/>
      <dgm:spPr/>
    </dgm:pt>
    <dgm:pt modelId="{AD8CB10D-849B-434F-A533-7BF3207DAE2D}" type="pres">
      <dgm:prSet presAssocID="{C297BB99-B8B3-4C55-BE06-1DB6C571FC5B}" presName="sibTrans" presStyleLbl="sibTrans2D1" presStyleIdx="3" presStyleCnt="11"/>
      <dgm:spPr/>
      <dgm:t>
        <a:bodyPr/>
        <a:lstStyle/>
        <a:p>
          <a:endParaRPr lang="en-US"/>
        </a:p>
      </dgm:t>
    </dgm:pt>
    <dgm:pt modelId="{A09EB2CD-10E7-4E9C-AF39-06C69C22F852}" type="pres">
      <dgm:prSet presAssocID="{A37CC2B3-ED0A-4ED3-B113-8D1D0A46A934}" presName="node" presStyleLbl="node1" presStyleIdx="4" presStyleCnt="11" custScaleX="199172" custScaleY="132051">
        <dgm:presLayoutVars>
          <dgm:bulletEnabled val="1"/>
        </dgm:presLayoutVars>
      </dgm:prSet>
      <dgm:spPr/>
      <dgm:t>
        <a:bodyPr/>
        <a:lstStyle/>
        <a:p>
          <a:endParaRPr lang="en-US"/>
        </a:p>
      </dgm:t>
    </dgm:pt>
    <dgm:pt modelId="{F41690C3-701B-47AE-8E93-288145EE88D9}" type="pres">
      <dgm:prSet presAssocID="{A37CC2B3-ED0A-4ED3-B113-8D1D0A46A934}" presName="dummy" presStyleCnt="0"/>
      <dgm:spPr/>
    </dgm:pt>
    <dgm:pt modelId="{BED5C5B1-A805-4340-9407-A2E77D896BCB}" type="pres">
      <dgm:prSet presAssocID="{22FFD730-7E9C-47A8-9CAA-9A8ACE1942C2}" presName="sibTrans" presStyleLbl="sibTrans2D1" presStyleIdx="4" presStyleCnt="11"/>
      <dgm:spPr/>
      <dgm:t>
        <a:bodyPr/>
        <a:lstStyle/>
        <a:p>
          <a:endParaRPr lang="en-US"/>
        </a:p>
      </dgm:t>
    </dgm:pt>
    <dgm:pt modelId="{0F247F48-17BE-420D-8033-C0F91D661940}" type="pres">
      <dgm:prSet presAssocID="{A313D348-BD87-4783-9C52-8A4C54DF0E49}" presName="node" presStyleLbl="node1" presStyleIdx="5" presStyleCnt="11" custScaleX="199172" custScaleY="132051">
        <dgm:presLayoutVars>
          <dgm:bulletEnabled val="1"/>
        </dgm:presLayoutVars>
      </dgm:prSet>
      <dgm:spPr/>
      <dgm:t>
        <a:bodyPr/>
        <a:lstStyle/>
        <a:p>
          <a:endParaRPr lang="en-US"/>
        </a:p>
      </dgm:t>
    </dgm:pt>
    <dgm:pt modelId="{6A50FD00-0DDF-413C-9358-8DA8D67DEA16}" type="pres">
      <dgm:prSet presAssocID="{A313D348-BD87-4783-9C52-8A4C54DF0E49}" presName="dummy" presStyleCnt="0"/>
      <dgm:spPr/>
    </dgm:pt>
    <dgm:pt modelId="{CB600367-0E21-4F84-8491-3779E8396DB3}" type="pres">
      <dgm:prSet presAssocID="{DE938990-3F1D-470A-AF85-6A770C599493}" presName="sibTrans" presStyleLbl="sibTrans2D1" presStyleIdx="5" presStyleCnt="11"/>
      <dgm:spPr/>
      <dgm:t>
        <a:bodyPr/>
        <a:lstStyle/>
        <a:p>
          <a:endParaRPr lang="en-US"/>
        </a:p>
      </dgm:t>
    </dgm:pt>
    <dgm:pt modelId="{BAAB4ABD-2C01-49B4-96C7-85F6F0E24D6A}" type="pres">
      <dgm:prSet presAssocID="{8490B384-F766-4359-965F-2D8956763839}" presName="node" presStyleLbl="node1" presStyleIdx="6" presStyleCnt="11" custScaleX="199172" custScaleY="132051">
        <dgm:presLayoutVars>
          <dgm:bulletEnabled val="1"/>
        </dgm:presLayoutVars>
      </dgm:prSet>
      <dgm:spPr/>
      <dgm:t>
        <a:bodyPr/>
        <a:lstStyle/>
        <a:p>
          <a:endParaRPr lang="en-US"/>
        </a:p>
      </dgm:t>
    </dgm:pt>
    <dgm:pt modelId="{C2CCE06C-22B6-44CF-BF35-106ED25B2E23}" type="pres">
      <dgm:prSet presAssocID="{8490B384-F766-4359-965F-2D8956763839}" presName="dummy" presStyleCnt="0"/>
      <dgm:spPr/>
    </dgm:pt>
    <dgm:pt modelId="{C817C9B2-7AA9-4F58-B816-71B4A1BB9CD6}" type="pres">
      <dgm:prSet presAssocID="{245DF97D-69F6-44EE-848A-375FA1F7EEC9}" presName="sibTrans" presStyleLbl="sibTrans2D1" presStyleIdx="6" presStyleCnt="11"/>
      <dgm:spPr/>
      <dgm:t>
        <a:bodyPr/>
        <a:lstStyle/>
        <a:p>
          <a:endParaRPr lang="en-US"/>
        </a:p>
      </dgm:t>
    </dgm:pt>
    <dgm:pt modelId="{065EE63E-A3EC-4C2F-BE14-2FCE6ECEB716}" type="pres">
      <dgm:prSet presAssocID="{69D34D94-4BBD-4E06-A10E-AC2577A873CE}" presName="node" presStyleLbl="node1" presStyleIdx="7" presStyleCnt="11" custScaleX="199172" custScaleY="132051">
        <dgm:presLayoutVars>
          <dgm:bulletEnabled val="1"/>
        </dgm:presLayoutVars>
      </dgm:prSet>
      <dgm:spPr/>
      <dgm:t>
        <a:bodyPr/>
        <a:lstStyle/>
        <a:p>
          <a:endParaRPr lang="en-US"/>
        </a:p>
      </dgm:t>
    </dgm:pt>
    <dgm:pt modelId="{19F88BE5-FBA7-483B-B18D-BB9690FAF08E}" type="pres">
      <dgm:prSet presAssocID="{69D34D94-4BBD-4E06-A10E-AC2577A873CE}" presName="dummy" presStyleCnt="0"/>
      <dgm:spPr/>
    </dgm:pt>
    <dgm:pt modelId="{D04B2649-EDDE-427E-9704-E6DB3B50D60F}" type="pres">
      <dgm:prSet presAssocID="{706706AE-86A4-4ADB-952B-45A0924D6B46}" presName="sibTrans" presStyleLbl="sibTrans2D1" presStyleIdx="7" presStyleCnt="11"/>
      <dgm:spPr/>
      <dgm:t>
        <a:bodyPr/>
        <a:lstStyle/>
        <a:p>
          <a:endParaRPr lang="en-US"/>
        </a:p>
      </dgm:t>
    </dgm:pt>
    <dgm:pt modelId="{47B5B49D-E24D-459B-9C43-367DD5E169AB}" type="pres">
      <dgm:prSet presAssocID="{2B28AE0E-5260-4F56-A1D3-77668919A326}" presName="node" presStyleLbl="node1" presStyleIdx="8" presStyleCnt="11" custScaleX="199172" custScaleY="132051">
        <dgm:presLayoutVars>
          <dgm:bulletEnabled val="1"/>
        </dgm:presLayoutVars>
      </dgm:prSet>
      <dgm:spPr/>
      <dgm:t>
        <a:bodyPr/>
        <a:lstStyle/>
        <a:p>
          <a:endParaRPr lang="en-US"/>
        </a:p>
      </dgm:t>
    </dgm:pt>
    <dgm:pt modelId="{9C3AE30D-FBB3-4FB9-A594-24729052B1E3}" type="pres">
      <dgm:prSet presAssocID="{2B28AE0E-5260-4F56-A1D3-77668919A326}" presName="dummy" presStyleCnt="0"/>
      <dgm:spPr/>
    </dgm:pt>
    <dgm:pt modelId="{1BA9B91C-A1A5-46C0-91C3-E7C5484B36D4}" type="pres">
      <dgm:prSet presAssocID="{40849F8E-71BE-42D1-8D65-E46F5F376C58}" presName="sibTrans" presStyleLbl="sibTrans2D1" presStyleIdx="8" presStyleCnt="11"/>
      <dgm:spPr/>
      <dgm:t>
        <a:bodyPr/>
        <a:lstStyle/>
        <a:p>
          <a:endParaRPr lang="en-US"/>
        </a:p>
      </dgm:t>
    </dgm:pt>
    <dgm:pt modelId="{16C41B00-BBF6-4DF2-85C8-B4A6D0993391}" type="pres">
      <dgm:prSet presAssocID="{FEA94159-CB68-4CE6-84ED-FB83589547D7}" presName="node" presStyleLbl="node1" presStyleIdx="9" presStyleCnt="11" custScaleX="199172" custScaleY="132051">
        <dgm:presLayoutVars>
          <dgm:bulletEnabled val="1"/>
        </dgm:presLayoutVars>
      </dgm:prSet>
      <dgm:spPr/>
      <dgm:t>
        <a:bodyPr/>
        <a:lstStyle/>
        <a:p>
          <a:endParaRPr lang="en-US"/>
        </a:p>
      </dgm:t>
    </dgm:pt>
    <dgm:pt modelId="{06759594-F735-4117-BBFF-D6657876FF4B}" type="pres">
      <dgm:prSet presAssocID="{FEA94159-CB68-4CE6-84ED-FB83589547D7}" presName="dummy" presStyleCnt="0"/>
      <dgm:spPr/>
    </dgm:pt>
    <dgm:pt modelId="{5F7AD05B-3635-4887-A126-14711CE82C44}" type="pres">
      <dgm:prSet presAssocID="{BF14093E-38E0-40CF-8ED4-65EA070ACD8F}" presName="sibTrans" presStyleLbl="sibTrans2D1" presStyleIdx="9" presStyleCnt="11"/>
      <dgm:spPr/>
      <dgm:t>
        <a:bodyPr/>
        <a:lstStyle/>
        <a:p>
          <a:endParaRPr lang="en-US"/>
        </a:p>
      </dgm:t>
    </dgm:pt>
    <dgm:pt modelId="{CA2E7A47-91B3-483E-87B9-DF01DEAA2297}" type="pres">
      <dgm:prSet presAssocID="{1C9CCD2E-3CB7-4CB9-B6B9-AC137AB1E572}" presName="node" presStyleLbl="node1" presStyleIdx="10" presStyleCnt="11" custScaleX="199172" custScaleY="132051">
        <dgm:presLayoutVars>
          <dgm:bulletEnabled val="1"/>
        </dgm:presLayoutVars>
      </dgm:prSet>
      <dgm:spPr/>
      <dgm:t>
        <a:bodyPr/>
        <a:lstStyle/>
        <a:p>
          <a:endParaRPr lang="en-US"/>
        </a:p>
      </dgm:t>
    </dgm:pt>
    <dgm:pt modelId="{C1AFFFB9-E483-4C2B-8510-8C435F8FACFF}" type="pres">
      <dgm:prSet presAssocID="{1C9CCD2E-3CB7-4CB9-B6B9-AC137AB1E572}" presName="dummy" presStyleCnt="0"/>
      <dgm:spPr/>
    </dgm:pt>
    <dgm:pt modelId="{205C2E19-5DA3-468E-9868-B301208AFA85}" type="pres">
      <dgm:prSet presAssocID="{93A64FE7-8A54-4A1B-AFA1-488F4555F43C}" presName="sibTrans" presStyleLbl="sibTrans2D1" presStyleIdx="10" presStyleCnt="11"/>
      <dgm:spPr/>
      <dgm:t>
        <a:bodyPr/>
        <a:lstStyle/>
        <a:p>
          <a:endParaRPr lang="en-US"/>
        </a:p>
      </dgm:t>
    </dgm:pt>
  </dgm:ptLst>
  <dgm:cxnLst>
    <dgm:cxn modelId="{FC9790A6-C1F9-40CA-AC52-8BEC449F2426}" type="presOf" srcId="{BF14093E-38E0-40CF-8ED4-65EA070ACD8F}" destId="{5F7AD05B-3635-4887-A126-14711CE82C44}" srcOrd="0" destOrd="0" presId="urn:microsoft.com/office/officeart/2005/8/layout/radial6"/>
    <dgm:cxn modelId="{E1BFD7FF-3A3B-45C8-8EE8-9CC8B9F92D6B}" type="presOf" srcId="{A1891731-5022-40B7-8989-5F6469CBD58D}" destId="{CFCBA42C-6833-408E-A9FF-70725DECB805}" srcOrd="0" destOrd="0" presId="urn:microsoft.com/office/officeart/2005/8/layout/radial6"/>
    <dgm:cxn modelId="{8671EBCA-740E-491B-8BEC-ACC3FF31D835}" type="presOf" srcId="{DE938990-3F1D-470A-AF85-6A770C599493}" destId="{CB600367-0E21-4F84-8491-3779E8396DB3}" srcOrd="0" destOrd="0" presId="urn:microsoft.com/office/officeart/2005/8/layout/radial6"/>
    <dgm:cxn modelId="{B6762C4D-AA24-4BBA-845A-3C28936928FF}" type="presOf" srcId="{897E26EA-881E-4D35-8B43-C410244AFCD1}" destId="{60DF8EFE-4E46-42AB-860F-5F2D8054A857}" srcOrd="0" destOrd="0" presId="urn:microsoft.com/office/officeart/2005/8/layout/radial6"/>
    <dgm:cxn modelId="{C0B701CE-00CA-46A9-86C8-701576B6F1B1}" type="presOf" srcId="{245DF97D-69F6-44EE-848A-375FA1F7EEC9}" destId="{C817C9B2-7AA9-4F58-B816-71B4A1BB9CD6}" srcOrd="0" destOrd="0" presId="urn:microsoft.com/office/officeart/2005/8/layout/radial6"/>
    <dgm:cxn modelId="{6BAB26EC-144A-4094-9BBD-E3CD7E281BA0}" type="presOf" srcId="{1C9CCD2E-3CB7-4CB9-B6B9-AC137AB1E572}" destId="{CA2E7A47-91B3-483E-87B9-DF01DEAA2297}" srcOrd="0" destOrd="0" presId="urn:microsoft.com/office/officeart/2005/8/layout/radial6"/>
    <dgm:cxn modelId="{9C4B45A8-3031-4493-8955-A041DB305EA9}" type="presOf" srcId="{22FFD730-7E9C-47A8-9CAA-9A8ACE1942C2}" destId="{BED5C5B1-A805-4340-9407-A2E77D896BCB}" srcOrd="0" destOrd="0" presId="urn:microsoft.com/office/officeart/2005/8/layout/radial6"/>
    <dgm:cxn modelId="{91B54F48-4288-4D8E-92DA-CB046EF763A0}" srcId="{D747A2A5-5520-413A-87E9-78AFA2AD6CDA}" destId="{FEA94159-CB68-4CE6-84ED-FB83589547D7}" srcOrd="9" destOrd="0" parTransId="{E82E0CA2-229F-447A-80D8-1B22E97542C1}" sibTransId="{BF14093E-38E0-40CF-8ED4-65EA070ACD8F}"/>
    <dgm:cxn modelId="{3BF4473D-2BC4-4FE4-A5E3-F349C75D916F}" srcId="{D747A2A5-5520-413A-87E9-78AFA2AD6CDA}" destId="{2B28AE0E-5260-4F56-A1D3-77668919A326}" srcOrd="8" destOrd="0" parTransId="{645FB1D1-924B-45E5-9ED8-39070FAFD2DF}" sibTransId="{40849F8E-71BE-42D1-8D65-E46F5F376C58}"/>
    <dgm:cxn modelId="{F09D9053-DC81-4051-AF3C-6238AE9D776D}" srcId="{D747A2A5-5520-413A-87E9-78AFA2AD6CDA}" destId="{8490B384-F766-4359-965F-2D8956763839}" srcOrd="6" destOrd="0" parTransId="{5E6071EC-4759-43A0-AD1C-688E393D3823}" sibTransId="{245DF97D-69F6-44EE-848A-375FA1F7EEC9}"/>
    <dgm:cxn modelId="{51F108B9-4A2D-455E-9EA9-36266B4177D3}" type="presOf" srcId="{A313D348-BD87-4783-9C52-8A4C54DF0E49}" destId="{0F247F48-17BE-420D-8033-C0F91D661940}" srcOrd="0" destOrd="0" presId="urn:microsoft.com/office/officeart/2005/8/layout/radial6"/>
    <dgm:cxn modelId="{47CDDB38-F96C-4DD6-AB01-EE1B300C5F87}" srcId="{D747A2A5-5520-413A-87E9-78AFA2AD6CDA}" destId="{D14B1322-ABCE-490E-9579-11FB321AE505}" srcOrd="1" destOrd="0" parTransId="{3569D215-85F0-4902-BB53-F92A6ABCC74F}" sibTransId="{DFE6BA77-6801-41DA-B147-7EDE7334D7D9}"/>
    <dgm:cxn modelId="{91694900-45EF-45EA-B773-47FA980AE43B}" srcId="{D747A2A5-5520-413A-87E9-78AFA2AD6CDA}" destId="{5CB0FCFD-235E-47F5-86DB-F7245D11E76C}" srcOrd="2" destOrd="0" parTransId="{B67A2CAC-0B2C-4C79-9E9B-35F82A3F3513}" sibTransId="{897E26EA-881E-4D35-8B43-C410244AFCD1}"/>
    <dgm:cxn modelId="{29855106-DCE8-464D-B9A9-EB2585A76D32}" type="presOf" srcId="{69D34D94-4BBD-4E06-A10E-AC2577A873CE}" destId="{065EE63E-A3EC-4C2F-BE14-2FCE6ECEB716}" srcOrd="0" destOrd="0" presId="urn:microsoft.com/office/officeart/2005/8/layout/radial6"/>
    <dgm:cxn modelId="{C1B62FE0-2A6D-4FF0-BF80-32CA81EA3FF5}" srcId="{D747A2A5-5520-413A-87E9-78AFA2AD6CDA}" destId="{581F49DD-1F09-4CF2-8CE9-4480278E874F}" srcOrd="3" destOrd="0" parTransId="{C9DEAB54-4CCE-4756-B8AE-C6D99A14A844}" sibTransId="{C297BB99-B8B3-4C55-BE06-1DB6C571FC5B}"/>
    <dgm:cxn modelId="{977CD81D-C7C9-4AE1-B7F6-7BA1343267F6}" type="presOf" srcId="{706706AE-86A4-4ADB-952B-45A0924D6B46}" destId="{D04B2649-EDDE-427E-9704-E6DB3B50D60F}" srcOrd="0" destOrd="0" presId="urn:microsoft.com/office/officeart/2005/8/layout/radial6"/>
    <dgm:cxn modelId="{190867C2-D243-4C8D-AD6C-42770CDDD4D7}" type="presOf" srcId="{5CB0FCFD-235E-47F5-86DB-F7245D11E76C}" destId="{B65C41B9-1C2E-41B1-9E71-0A7308E67537}" srcOrd="0" destOrd="0" presId="urn:microsoft.com/office/officeart/2005/8/layout/radial6"/>
    <dgm:cxn modelId="{DCDA477B-BBFF-42FB-8D76-39EC3D28DB00}" type="presOf" srcId="{40849F8E-71BE-42D1-8D65-E46F5F376C58}" destId="{1BA9B91C-A1A5-46C0-91C3-E7C5484B36D4}" srcOrd="0" destOrd="0" presId="urn:microsoft.com/office/officeart/2005/8/layout/radial6"/>
    <dgm:cxn modelId="{6E12E829-70FA-4863-93B7-72157A7E89CD}" type="presOf" srcId="{8490B384-F766-4359-965F-2D8956763839}" destId="{BAAB4ABD-2C01-49B4-96C7-85F6F0E24D6A}" srcOrd="0" destOrd="0" presId="urn:microsoft.com/office/officeart/2005/8/layout/radial6"/>
    <dgm:cxn modelId="{8C885319-E617-4F0D-9FDA-36E4B590C5A4}" type="presOf" srcId="{DFE6BA77-6801-41DA-B147-7EDE7334D7D9}" destId="{EA69B4E5-ECDB-4409-B1A3-7D21A1817107}" srcOrd="0" destOrd="0" presId="urn:microsoft.com/office/officeart/2005/8/layout/radial6"/>
    <dgm:cxn modelId="{1FD8CB75-55DC-4081-A41D-1118F6B2EA57}" type="presOf" srcId="{BF8F0871-E016-407F-95F5-6E281063779D}" destId="{469F93E1-29F7-42E0-BBCD-D458CF63815F}" srcOrd="0" destOrd="0" presId="urn:microsoft.com/office/officeart/2005/8/layout/radial6"/>
    <dgm:cxn modelId="{533C11A4-A6D5-4507-9935-0A6C3C1DBD7E}" type="presOf" srcId="{FEA94159-CB68-4CE6-84ED-FB83589547D7}" destId="{16C41B00-BBF6-4DF2-85C8-B4A6D0993391}" srcOrd="0" destOrd="0" presId="urn:microsoft.com/office/officeart/2005/8/layout/radial6"/>
    <dgm:cxn modelId="{0D84D7AD-A724-4CEB-BD73-449B8095013F}" type="presOf" srcId="{581F49DD-1F09-4CF2-8CE9-4480278E874F}" destId="{8D740176-2C6C-46EB-AD7F-E8E5132F24BE}" srcOrd="0" destOrd="0" presId="urn:microsoft.com/office/officeart/2005/8/layout/radial6"/>
    <dgm:cxn modelId="{34E36AEE-EC13-47AF-A18E-2AE00583D012}" srcId="{BF8F0871-E016-407F-95F5-6E281063779D}" destId="{D747A2A5-5520-413A-87E9-78AFA2AD6CDA}" srcOrd="0" destOrd="0" parTransId="{66DB15C1-5BDA-4C9E-A879-D4A5A509D98A}" sibTransId="{3D0CFED5-7193-462D-B0CD-462849D656C0}"/>
    <dgm:cxn modelId="{A44E0080-7B02-405B-A2A8-A63199AD4743}" srcId="{D747A2A5-5520-413A-87E9-78AFA2AD6CDA}" destId="{A37CC2B3-ED0A-4ED3-B113-8D1D0A46A934}" srcOrd="4" destOrd="0" parTransId="{8C0D1945-8CC3-4440-94A6-13C6629D9665}" sibTransId="{22FFD730-7E9C-47A8-9CAA-9A8ACE1942C2}"/>
    <dgm:cxn modelId="{DBEC1B87-52A8-4243-A2DC-D69E57D82ACC}" srcId="{D747A2A5-5520-413A-87E9-78AFA2AD6CDA}" destId="{A1891731-5022-40B7-8989-5F6469CBD58D}" srcOrd="0" destOrd="0" parTransId="{9BDB9242-D7E7-4C47-96B9-8265100C2A73}" sibTransId="{663CB820-AE8A-4077-BEC5-C65DF8A85899}"/>
    <dgm:cxn modelId="{C26CD200-8AF0-4EB7-A9EA-E633E77E6F66}" type="presOf" srcId="{2B28AE0E-5260-4F56-A1D3-77668919A326}" destId="{47B5B49D-E24D-459B-9C43-367DD5E169AB}" srcOrd="0" destOrd="0" presId="urn:microsoft.com/office/officeart/2005/8/layout/radial6"/>
    <dgm:cxn modelId="{A0BB6026-93A7-4C39-8BFF-6539824FA009}" type="presOf" srcId="{D747A2A5-5520-413A-87E9-78AFA2AD6CDA}" destId="{87F55698-8C4D-4069-8595-8078AF102572}" srcOrd="0" destOrd="0" presId="urn:microsoft.com/office/officeart/2005/8/layout/radial6"/>
    <dgm:cxn modelId="{A5DD2277-7114-499B-AE93-E66A3BD3A549}" type="presOf" srcId="{93A64FE7-8A54-4A1B-AFA1-488F4555F43C}" destId="{205C2E19-5DA3-468E-9868-B301208AFA85}" srcOrd="0" destOrd="0" presId="urn:microsoft.com/office/officeart/2005/8/layout/radial6"/>
    <dgm:cxn modelId="{FD54AAEC-ABF4-41CA-8732-1EC92E12A9FF}" type="presOf" srcId="{A37CC2B3-ED0A-4ED3-B113-8D1D0A46A934}" destId="{A09EB2CD-10E7-4E9C-AF39-06C69C22F852}" srcOrd="0" destOrd="0" presId="urn:microsoft.com/office/officeart/2005/8/layout/radial6"/>
    <dgm:cxn modelId="{309B1AA4-34C4-4C0D-88B8-632A8D4AD1FF}" type="presOf" srcId="{D14B1322-ABCE-490E-9579-11FB321AE505}" destId="{AA09D467-C128-4BE0-A8FA-B1050829A87A}" srcOrd="0" destOrd="0" presId="urn:microsoft.com/office/officeart/2005/8/layout/radial6"/>
    <dgm:cxn modelId="{B0FB62D6-4E5F-40EB-BB87-2E2F967C3B0B}" srcId="{D747A2A5-5520-413A-87E9-78AFA2AD6CDA}" destId="{1C9CCD2E-3CB7-4CB9-B6B9-AC137AB1E572}" srcOrd="10" destOrd="0" parTransId="{9CFA4602-B4B8-4856-8E60-B9DBE5A4ECFB}" sibTransId="{93A64FE7-8A54-4A1B-AFA1-488F4555F43C}"/>
    <dgm:cxn modelId="{0C562F49-7CAC-41A7-A8EE-3BBCCD993256}" type="presOf" srcId="{663CB820-AE8A-4077-BEC5-C65DF8A85899}" destId="{5B1612A5-C390-4325-AD9A-6CEB55D0F46B}" srcOrd="0" destOrd="0" presId="urn:microsoft.com/office/officeart/2005/8/layout/radial6"/>
    <dgm:cxn modelId="{EE0B03A2-4217-454C-8FE7-68D5B1977593}" srcId="{D747A2A5-5520-413A-87E9-78AFA2AD6CDA}" destId="{69D34D94-4BBD-4E06-A10E-AC2577A873CE}" srcOrd="7" destOrd="0" parTransId="{351AF46F-BDA3-4AC4-AC5F-B56CB1190247}" sibTransId="{706706AE-86A4-4ADB-952B-45A0924D6B46}"/>
    <dgm:cxn modelId="{7C3B29EF-FD31-4760-B80C-B12406259667}" srcId="{D747A2A5-5520-413A-87E9-78AFA2AD6CDA}" destId="{A313D348-BD87-4783-9C52-8A4C54DF0E49}" srcOrd="5" destOrd="0" parTransId="{6645061A-CE5A-4071-8949-76E6264714CB}" sibTransId="{DE938990-3F1D-470A-AF85-6A770C599493}"/>
    <dgm:cxn modelId="{9591FCFA-A3D9-4C98-8AD7-775D8E3447E0}" type="presOf" srcId="{C297BB99-B8B3-4C55-BE06-1DB6C571FC5B}" destId="{AD8CB10D-849B-434F-A533-7BF3207DAE2D}" srcOrd="0" destOrd="0" presId="urn:microsoft.com/office/officeart/2005/8/layout/radial6"/>
    <dgm:cxn modelId="{2313DA96-769C-4429-861F-C481C9054426}" type="presParOf" srcId="{469F93E1-29F7-42E0-BBCD-D458CF63815F}" destId="{87F55698-8C4D-4069-8595-8078AF102572}" srcOrd="0" destOrd="0" presId="urn:microsoft.com/office/officeart/2005/8/layout/radial6"/>
    <dgm:cxn modelId="{16500EFD-9E03-4CC6-AAF9-80AE0E9FFCDB}" type="presParOf" srcId="{469F93E1-29F7-42E0-BBCD-D458CF63815F}" destId="{CFCBA42C-6833-408E-A9FF-70725DECB805}" srcOrd="1" destOrd="0" presId="urn:microsoft.com/office/officeart/2005/8/layout/radial6"/>
    <dgm:cxn modelId="{0FBD007B-2847-47A2-AEC3-5911901EC28E}" type="presParOf" srcId="{469F93E1-29F7-42E0-BBCD-D458CF63815F}" destId="{AAA35A35-315E-486E-A79A-03F1D68B9BF9}" srcOrd="2" destOrd="0" presId="urn:microsoft.com/office/officeart/2005/8/layout/radial6"/>
    <dgm:cxn modelId="{5550CF7D-2D9E-4268-920F-D62A1121019C}" type="presParOf" srcId="{469F93E1-29F7-42E0-BBCD-D458CF63815F}" destId="{5B1612A5-C390-4325-AD9A-6CEB55D0F46B}" srcOrd="3" destOrd="0" presId="urn:microsoft.com/office/officeart/2005/8/layout/radial6"/>
    <dgm:cxn modelId="{1237A88C-EE58-40E9-BC40-B1C3AEBCD2B0}" type="presParOf" srcId="{469F93E1-29F7-42E0-BBCD-D458CF63815F}" destId="{AA09D467-C128-4BE0-A8FA-B1050829A87A}" srcOrd="4" destOrd="0" presId="urn:microsoft.com/office/officeart/2005/8/layout/radial6"/>
    <dgm:cxn modelId="{0826CB16-07E5-4163-80DC-CB03FAFFC407}" type="presParOf" srcId="{469F93E1-29F7-42E0-BBCD-D458CF63815F}" destId="{A990DFC6-2091-42C0-8B55-3DABB36AB23B}" srcOrd="5" destOrd="0" presId="urn:microsoft.com/office/officeart/2005/8/layout/radial6"/>
    <dgm:cxn modelId="{15A8F0AC-5723-4C86-948F-5967B9564CEB}" type="presParOf" srcId="{469F93E1-29F7-42E0-BBCD-D458CF63815F}" destId="{EA69B4E5-ECDB-4409-B1A3-7D21A1817107}" srcOrd="6" destOrd="0" presId="urn:microsoft.com/office/officeart/2005/8/layout/radial6"/>
    <dgm:cxn modelId="{694AB577-8245-4934-8CCF-ADAD6B5E89BC}" type="presParOf" srcId="{469F93E1-29F7-42E0-BBCD-D458CF63815F}" destId="{B65C41B9-1C2E-41B1-9E71-0A7308E67537}" srcOrd="7" destOrd="0" presId="urn:microsoft.com/office/officeart/2005/8/layout/radial6"/>
    <dgm:cxn modelId="{5AA12A2E-BA94-4111-B356-86EF1E6C694B}" type="presParOf" srcId="{469F93E1-29F7-42E0-BBCD-D458CF63815F}" destId="{569D3399-BFCD-49AA-B037-BF86F999F215}" srcOrd="8" destOrd="0" presId="urn:microsoft.com/office/officeart/2005/8/layout/radial6"/>
    <dgm:cxn modelId="{93B9469C-C425-4D6E-87E9-D36C1D3090BB}" type="presParOf" srcId="{469F93E1-29F7-42E0-BBCD-D458CF63815F}" destId="{60DF8EFE-4E46-42AB-860F-5F2D8054A857}" srcOrd="9" destOrd="0" presId="urn:microsoft.com/office/officeart/2005/8/layout/radial6"/>
    <dgm:cxn modelId="{FD1F48B7-A657-43A6-A54D-F3E440C47DE1}" type="presParOf" srcId="{469F93E1-29F7-42E0-BBCD-D458CF63815F}" destId="{8D740176-2C6C-46EB-AD7F-E8E5132F24BE}" srcOrd="10" destOrd="0" presId="urn:microsoft.com/office/officeart/2005/8/layout/radial6"/>
    <dgm:cxn modelId="{3350B250-EE37-4CA9-A245-6127D1E1D5D7}" type="presParOf" srcId="{469F93E1-29F7-42E0-BBCD-D458CF63815F}" destId="{4BA3BC70-B9C9-48E3-B616-1E44EFDB9765}" srcOrd="11" destOrd="0" presId="urn:microsoft.com/office/officeart/2005/8/layout/radial6"/>
    <dgm:cxn modelId="{4ED12FA7-2060-4B92-9E61-9B224AEB8296}" type="presParOf" srcId="{469F93E1-29F7-42E0-BBCD-D458CF63815F}" destId="{AD8CB10D-849B-434F-A533-7BF3207DAE2D}" srcOrd="12" destOrd="0" presId="urn:microsoft.com/office/officeart/2005/8/layout/radial6"/>
    <dgm:cxn modelId="{21D9225F-9D8D-46DA-A6EF-157E80060798}" type="presParOf" srcId="{469F93E1-29F7-42E0-BBCD-D458CF63815F}" destId="{A09EB2CD-10E7-4E9C-AF39-06C69C22F852}" srcOrd="13" destOrd="0" presId="urn:microsoft.com/office/officeart/2005/8/layout/radial6"/>
    <dgm:cxn modelId="{6299DF39-CDF2-4C80-BB88-A044CAF6CAAA}" type="presParOf" srcId="{469F93E1-29F7-42E0-BBCD-D458CF63815F}" destId="{F41690C3-701B-47AE-8E93-288145EE88D9}" srcOrd="14" destOrd="0" presId="urn:microsoft.com/office/officeart/2005/8/layout/radial6"/>
    <dgm:cxn modelId="{FA2CC901-73D8-4F5B-A98E-FD34ADB806B3}" type="presParOf" srcId="{469F93E1-29F7-42E0-BBCD-D458CF63815F}" destId="{BED5C5B1-A805-4340-9407-A2E77D896BCB}" srcOrd="15" destOrd="0" presId="urn:microsoft.com/office/officeart/2005/8/layout/radial6"/>
    <dgm:cxn modelId="{6C276ECE-6131-4B01-B58C-5945A5C19903}" type="presParOf" srcId="{469F93E1-29F7-42E0-BBCD-D458CF63815F}" destId="{0F247F48-17BE-420D-8033-C0F91D661940}" srcOrd="16" destOrd="0" presId="urn:microsoft.com/office/officeart/2005/8/layout/radial6"/>
    <dgm:cxn modelId="{4D6F666E-947C-412E-9009-BE03B4026DDE}" type="presParOf" srcId="{469F93E1-29F7-42E0-BBCD-D458CF63815F}" destId="{6A50FD00-0DDF-413C-9358-8DA8D67DEA16}" srcOrd="17" destOrd="0" presId="urn:microsoft.com/office/officeart/2005/8/layout/radial6"/>
    <dgm:cxn modelId="{07EBD843-9375-4173-BC6E-018FF7E04476}" type="presParOf" srcId="{469F93E1-29F7-42E0-BBCD-D458CF63815F}" destId="{CB600367-0E21-4F84-8491-3779E8396DB3}" srcOrd="18" destOrd="0" presId="urn:microsoft.com/office/officeart/2005/8/layout/radial6"/>
    <dgm:cxn modelId="{D5780B98-388B-4B24-B96F-FE4DA90A6B33}" type="presParOf" srcId="{469F93E1-29F7-42E0-BBCD-D458CF63815F}" destId="{BAAB4ABD-2C01-49B4-96C7-85F6F0E24D6A}" srcOrd="19" destOrd="0" presId="urn:microsoft.com/office/officeart/2005/8/layout/radial6"/>
    <dgm:cxn modelId="{2D641790-20C2-4B86-9183-2AE378A506BD}" type="presParOf" srcId="{469F93E1-29F7-42E0-BBCD-D458CF63815F}" destId="{C2CCE06C-22B6-44CF-BF35-106ED25B2E23}" srcOrd="20" destOrd="0" presId="urn:microsoft.com/office/officeart/2005/8/layout/radial6"/>
    <dgm:cxn modelId="{70D79EBB-7F99-4E69-939F-8D93B41ABC66}" type="presParOf" srcId="{469F93E1-29F7-42E0-BBCD-D458CF63815F}" destId="{C817C9B2-7AA9-4F58-B816-71B4A1BB9CD6}" srcOrd="21" destOrd="0" presId="urn:microsoft.com/office/officeart/2005/8/layout/radial6"/>
    <dgm:cxn modelId="{54CEF2BB-6CFA-4E35-8D2A-A3C1505AE191}" type="presParOf" srcId="{469F93E1-29F7-42E0-BBCD-D458CF63815F}" destId="{065EE63E-A3EC-4C2F-BE14-2FCE6ECEB716}" srcOrd="22" destOrd="0" presId="urn:microsoft.com/office/officeart/2005/8/layout/radial6"/>
    <dgm:cxn modelId="{C7A7F374-7B9B-4EC7-8837-49A18E2A1ECD}" type="presParOf" srcId="{469F93E1-29F7-42E0-BBCD-D458CF63815F}" destId="{19F88BE5-FBA7-483B-B18D-BB9690FAF08E}" srcOrd="23" destOrd="0" presId="urn:microsoft.com/office/officeart/2005/8/layout/radial6"/>
    <dgm:cxn modelId="{14F311AE-D562-4A31-9103-2EA93B286310}" type="presParOf" srcId="{469F93E1-29F7-42E0-BBCD-D458CF63815F}" destId="{D04B2649-EDDE-427E-9704-E6DB3B50D60F}" srcOrd="24" destOrd="0" presId="urn:microsoft.com/office/officeart/2005/8/layout/radial6"/>
    <dgm:cxn modelId="{744823CB-7E63-4385-BB38-E0953DB742D1}" type="presParOf" srcId="{469F93E1-29F7-42E0-BBCD-D458CF63815F}" destId="{47B5B49D-E24D-459B-9C43-367DD5E169AB}" srcOrd="25" destOrd="0" presId="urn:microsoft.com/office/officeart/2005/8/layout/radial6"/>
    <dgm:cxn modelId="{A598B911-7EC0-4CC9-841C-36235DE63A42}" type="presParOf" srcId="{469F93E1-29F7-42E0-BBCD-D458CF63815F}" destId="{9C3AE30D-FBB3-4FB9-A594-24729052B1E3}" srcOrd="26" destOrd="0" presId="urn:microsoft.com/office/officeart/2005/8/layout/radial6"/>
    <dgm:cxn modelId="{D920BA84-27EA-481E-A685-AB26CC0442DE}" type="presParOf" srcId="{469F93E1-29F7-42E0-BBCD-D458CF63815F}" destId="{1BA9B91C-A1A5-46C0-91C3-E7C5484B36D4}" srcOrd="27" destOrd="0" presId="urn:microsoft.com/office/officeart/2005/8/layout/radial6"/>
    <dgm:cxn modelId="{B067FA3D-83EB-4C65-B5A9-ACC5CBEA4291}" type="presParOf" srcId="{469F93E1-29F7-42E0-BBCD-D458CF63815F}" destId="{16C41B00-BBF6-4DF2-85C8-B4A6D0993391}" srcOrd="28" destOrd="0" presId="urn:microsoft.com/office/officeart/2005/8/layout/radial6"/>
    <dgm:cxn modelId="{8863C8EB-262C-4543-95EC-FBC91E4DA0D1}" type="presParOf" srcId="{469F93E1-29F7-42E0-BBCD-D458CF63815F}" destId="{06759594-F735-4117-BBFF-D6657876FF4B}" srcOrd="29" destOrd="0" presId="urn:microsoft.com/office/officeart/2005/8/layout/radial6"/>
    <dgm:cxn modelId="{EC445D47-217E-4D0B-ACFB-E2A2DD694EC9}" type="presParOf" srcId="{469F93E1-29F7-42E0-BBCD-D458CF63815F}" destId="{5F7AD05B-3635-4887-A126-14711CE82C44}" srcOrd="30" destOrd="0" presId="urn:microsoft.com/office/officeart/2005/8/layout/radial6"/>
    <dgm:cxn modelId="{28EB2209-C7A2-478F-9F4B-5CA092CB7ECE}" type="presParOf" srcId="{469F93E1-29F7-42E0-BBCD-D458CF63815F}" destId="{CA2E7A47-91B3-483E-87B9-DF01DEAA2297}" srcOrd="31" destOrd="0" presId="urn:microsoft.com/office/officeart/2005/8/layout/radial6"/>
    <dgm:cxn modelId="{173C58E8-416A-40CA-9A86-9C5B7055805A}" type="presParOf" srcId="{469F93E1-29F7-42E0-BBCD-D458CF63815F}" destId="{C1AFFFB9-E483-4C2B-8510-8C435F8FACFF}" srcOrd="32" destOrd="0" presId="urn:microsoft.com/office/officeart/2005/8/layout/radial6"/>
    <dgm:cxn modelId="{C9CB928D-4A8E-497A-94C9-A4E9C983C1B7}" type="presParOf" srcId="{469F93E1-29F7-42E0-BBCD-D458CF63815F}" destId="{205C2E19-5DA3-468E-9868-B301208AFA85}" srcOrd="33" destOrd="0" presId="urn:microsoft.com/office/officeart/2005/8/layout/radial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F2B9FE-1EB8-4B2F-9631-4242A4E008F5}">
      <dsp:nvSpPr>
        <dsp:cNvPr id="0" name=""/>
        <dsp:cNvSpPr/>
      </dsp:nvSpPr>
      <dsp:spPr>
        <a:xfrm>
          <a:off x="0" y="1587"/>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AC3824E9-757A-4B6E-9C75-07BC2E05EC16}">
      <dsp:nvSpPr>
        <dsp:cNvPr id="0" name=""/>
        <dsp:cNvSpPr/>
      </dsp:nvSpPr>
      <dsp:spPr>
        <a:xfrm>
          <a:off x="0" y="1587"/>
          <a:ext cx="8224505"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Context setting</a:t>
          </a:r>
          <a:endParaRPr lang="en-US" sz="1400" b="0" i="0" kern="1200" dirty="0"/>
        </a:p>
      </dsp:txBody>
      <dsp:txXfrm>
        <a:off x="0" y="1587"/>
        <a:ext cx="8224505" cy="541337"/>
      </dsp:txXfrm>
    </dsp:sp>
    <dsp:sp modelId="{F3E49F96-5EFF-48C0-9AE2-ED24B19CC2AB}">
      <dsp:nvSpPr>
        <dsp:cNvPr id="0" name=""/>
        <dsp:cNvSpPr/>
      </dsp:nvSpPr>
      <dsp:spPr>
        <a:xfrm>
          <a:off x="0" y="542924"/>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36CABD2A-C115-4AE3-AAA0-DF8B7D7A6BEA}">
      <dsp:nvSpPr>
        <dsp:cNvPr id="0" name=""/>
        <dsp:cNvSpPr/>
      </dsp:nvSpPr>
      <dsp:spPr>
        <a:xfrm>
          <a:off x="0" y="542925"/>
          <a:ext cx="8224505"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kern="1200" dirty="0" smtClean="0"/>
            <a:t>Definition</a:t>
          </a:r>
          <a:endParaRPr lang="en-US" sz="1400" b="1" i="1" kern="1200" dirty="0"/>
        </a:p>
      </dsp:txBody>
      <dsp:txXfrm>
        <a:off x="0" y="542925"/>
        <a:ext cx="8224505" cy="541337"/>
      </dsp:txXfrm>
    </dsp:sp>
    <dsp:sp modelId="{7B009A28-EA29-433F-B63A-769F5155D7F4}">
      <dsp:nvSpPr>
        <dsp:cNvPr id="0" name=""/>
        <dsp:cNvSpPr/>
      </dsp:nvSpPr>
      <dsp:spPr>
        <a:xfrm>
          <a:off x="0" y="1084262"/>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18F03672-F799-4722-8A27-B2F95526CD6E}">
      <dsp:nvSpPr>
        <dsp:cNvPr id="0" name=""/>
        <dsp:cNvSpPr/>
      </dsp:nvSpPr>
      <dsp:spPr>
        <a:xfrm>
          <a:off x="0" y="1084262"/>
          <a:ext cx="8224505"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Mega projects</a:t>
          </a:r>
          <a:endParaRPr lang="en-US" sz="1400" b="0" i="0" kern="1200" dirty="0"/>
        </a:p>
      </dsp:txBody>
      <dsp:txXfrm>
        <a:off x="0" y="1084262"/>
        <a:ext cx="8224505" cy="541337"/>
      </dsp:txXfrm>
    </dsp:sp>
    <dsp:sp modelId="{835DAD03-4B41-4B70-AA09-C857D4E10A9B}">
      <dsp:nvSpPr>
        <dsp:cNvPr id="0" name=""/>
        <dsp:cNvSpPr/>
      </dsp:nvSpPr>
      <dsp:spPr>
        <a:xfrm>
          <a:off x="0" y="1625600"/>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D95A06D1-814C-4690-B7C8-81EC43307797}">
      <dsp:nvSpPr>
        <dsp:cNvPr id="0" name=""/>
        <dsp:cNvSpPr/>
      </dsp:nvSpPr>
      <dsp:spPr>
        <a:xfrm>
          <a:off x="0" y="1625600"/>
          <a:ext cx="8224505"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kern="1200" dirty="0" smtClean="0"/>
            <a:t>Project management skills</a:t>
          </a:r>
          <a:endParaRPr lang="en-US" sz="1400" b="0" i="0" kern="1200" dirty="0"/>
        </a:p>
      </dsp:txBody>
      <dsp:txXfrm>
        <a:off x="0" y="1625600"/>
        <a:ext cx="8224505" cy="541337"/>
      </dsp:txXfrm>
    </dsp:sp>
    <dsp:sp modelId="{A13298DF-10FB-4DED-A8F9-3EA7FF73D619}">
      <dsp:nvSpPr>
        <dsp:cNvPr id="0" name=""/>
        <dsp:cNvSpPr/>
      </dsp:nvSpPr>
      <dsp:spPr>
        <a:xfrm>
          <a:off x="0" y="2166937"/>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56ACDE28-7491-4EE9-82E4-05B5B200716D}">
      <dsp:nvSpPr>
        <dsp:cNvPr id="0" name=""/>
        <dsp:cNvSpPr/>
      </dsp:nvSpPr>
      <dsp:spPr>
        <a:xfrm>
          <a:off x="0" y="2166937"/>
          <a:ext cx="8229600"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Project Life Cycle</a:t>
          </a:r>
          <a:endParaRPr lang="en-US" sz="1400" b="0" i="0" kern="1200" dirty="0"/>
        </a:p>
      </dsp:txBody>
      <dsp:txXfrm>
        <a:off x="0" y="2166937"/>
        <a:ext cx="8229600" cy="541337"/>
      </dsp:txXfrm>
    </dsp:sp>
    <dsp:sp modelId="{848C2EB6-A366-4C6C-A4B7-CFADD50AF1CE}">
      <dsp:nvSpPr>
        <dsp:cNvPr id="0" name=""/>
        <dsp:cNvSpPr/>
      </dsp:nvSpPr>
      <dsp:spPr>
        <a:xfrm>
          <a:off x="0" y="2708275"/>
          <a:ext cx="8229600" cy="0"/>
        </a:xfrm>
        <a:prstGeom prst="line">
          <a:avLst/>
        </a:prstGeom>
        <a:solidFill>
          <a:schemeClr val="dk2">
            <a:hueOff val="0"/>
            <a:satOff val="0"/>
            <a:lumOff val="0"/>
            <a:alphaOff val="0"/>
          </a:schemeClr>
        </a:solidFill>
        <a:ln w="9525" cap="flat" cmpd="sng" algn="ctr">
          <a:solidFill>
            <a:schemeClr val="dk2">
              <a:hueOff val="0"/>
              <a:satOff val="0"/>
              <a:lumOff val="0"/>
              <a:alphaOff val="0"/>
            </a:schemeClr>
          </a:solidFill>
          <a:prstDash val="solid"/>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F872B7AB-1CC2-46DC-A4AA-E174A1CC0490}">
      <dsp:nvSpPr>
        <dsp:cNvPr id="0" name=""/>
        <dsp:cNvSpPr/>
      </dsp:nvSpPr>
      <dsp:spPr>
        <a:xfrm>
          <a:off x="0" y="2708275"/>
          <a:ext cx="8229600" cy="5413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lvl="0" algn="l" defTabSz="622300">
            <a:lnSpc>
              <a:spcPct val="90000"/>
            </a:lnSpc>
            <a:spcBef>
              <a:spcPct val="0"/>
            </a:spcBef>
            <a:spcAft>
              <a:spcPct val="35000"/>
            </a:spcAft>
          </a:pPr>
          <a:r>
            <a:rPr lang="en-US" sz="1400" b="0" i="0" kern="1200" dirty="0" smtClean="0"/>
            <a:t>Project management phases</a:t>
          </a:r>
          <a:endParaRPr lang="en-US" sz="1400" b="0" i="0" kern="1200" dirty="0"/>
        </a:p>
      </dsp:txBody>
      <dsp:txXfrm>
        <a:off x="0" y="2708275"/>
        <a:ext cx="8229600" cy="541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10612D-5821-4FC7-A608-C6F447B71C98}">
      <dsp:nvSpPr>
        <dsp:cNvPr id="0" name=""/>
        <dsp:cNvSpPr/>
      </dsp:nvSpPr>
      <dsp:spPr>
        <a:xfrm>
          <a:off x="1862"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Initiation</a:t>
          </a:r>
          <a:endParaRPr lang="en-US" sz="1400" kern="1200" dirty="0"/>
        </a:p>
      </dsp:txBody>
      <dsp:txXfrm>
        <a:off x="333418" y="25263"/>
        <a:ext cx="994670" cy="663112"/>
      </dsp:txXfrm>
    </dsp:sp>
    <dsp:sp modelId="{0A6B5D05-F316-499E-8FB8-A15EDE933E1D}">
      <dsp:nvSpPr>
        <dsp:cNvPr id="0" name=""/>
        <dsp:cNvSpPr/>
      </dsp:nvSpPr>
      <dsp:spPr>
        <a:xfrm>
          <a:off x="1493866"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Planning</a:t>
          </a:r>
          <a:endParaRPr lang="en-US" sz="1400" kern="1200" dirty="0"/>
        </a:p>
      </dsp:txBody>
      <dsp:txXfrm>
        <a:off x="1825422" y="25263"/>
        <a:ext cx="994670" cy="663112"/>
      </dsp:txXfrm>
    </dsp:sp>
    <dsp:sp modelId="{3B49EF67-CE2E-443F-8196-4FC2C7EC956D}">
      <dsp:nvSpPr>
        <dsp:cNvPr id="0" name=""/>
        <dsp:cNvSpPr/>
      </dsp:nvSpPr>
      <dsp:spPr>
        <a:xfrm>
          <a:off x="2985870"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Executing</a:t>
          </a:r>
          <a:endParaRPr lang="en-US" sz="1400" kern="1200" dirty="0"/>
        </a:p>
      </dsp:txBody>
      <dsp:txXfrm>
        <a:off x="3317426" y="25263"/>
        <a:ext cx="994670" cy="663112"/>
      </dsp:txXfrm>
    </dsp:sp>
    <dsp:sp modelId="{A81A21C5-66F7-4C3C-94B5-3780F3653DF1}">
      <dsp:nvSpPr>
        <dsp:cNvPr id="0" name=""/>
        <dsp:cNvSpPr/>
      </dsp:nvSpPr>
      <dsp:spPr>
        <a:xfrm>
          <a:off x="4477874"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Monitoring &amp; Control</a:t>
          </a:r>
          <a:endParaRPr lang="en-US" sz="1400" kern="1200" dirty="0"/>
        </a:p>
      </dsp:txBody>
      <dsp:txXfrm>
        <a:off x="4809430" y="25263"/>
        <a:ext cx="994670" cy="663112"/>
      </dsp:txXfrm>
    </dsp:sp>
    <dsp:sp modelId="{EFB1396C-5B5F-408D-9D03-003B000C03A9}">
      <dsp:nvSpPr>
        <dsp:cNvPr id="0" name=""/>
        <dsp:cNvSpPr/>
      </dsp:nvSpPr>
      <dsp:spPr>
        <a:xfrm>
          <a:off x="5969879" y="25263"/>
          <a:ext cx="1657782" cy="663112"/>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6007" tIns="18669" rIns="18669" bIns="18669" numCol="1" spcCol="1270" anchor="ctr" anchorCtr="0">
          <a:noAutofit/>
        </a:bodyPr>
        <a:lstStyle/>
        <a:p>
          <a:pPr lvl="0" algn="ctr" defTabSz="622300">
            <a:lnSpc>
              <a:spcPct val="90000"/>
            </a:lnSpc>
            <a:spcBef>
              <a:spcPct val="0"/>
            </a:spcBef>
            <a:spcAft>
              <a:spcPct val="35000"/>
            </a:spcAft>
          </a:pPr>
          <a:r>
            <a:rPr lang="en-US" sz="1400" kern="1200" dirty="0" smtClean="0"/>
            <a:t>Closing</a:t>
          </a:r>
          <a:endParaRPr lang="en-US" sz="1400" kern="1200" dirty="0"/>
        </a:p>
      </dsp:txBody>
      <dsp:txXfrm>
        <a:off x="6301435" y="25263"/>
        <a:ext cx="994670" cy="6631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5C2E19-5DA3-468E-9868-B301208AFA85}">
      <dsp:nvSpPr>
        <dsp:cNvPr id="0" name=""/>
        <dsp:cNvSpPr/>
      </dsp:nvSpPr>
      <dsp:spPr>
        <a:xfrm>
          <a:off x="2218832" y="228853"/>
          <a:ext cx="2801334" cy="2801334"/>
        </a:xfrm>
        <a:prstGeom prst="blockArc">
          <a:avLst>
            <a:gd name="adj1" fmla="val 14236364"/>
            <a:gd name="adj2" fmla="val 16200000"/>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F7AD05B-3635-4887-A126-14711CE82C44}">
      <dsp:nvSpPr>
        <dsp:cNvPr id="0" name=""/>
        <dsp:cNvSpPr/>
      </dsp:nvSpPr>
      <dsp:spPr>
        <a:xfrm>
          <a:off x="2218832" y="228853"/>
          <a:ext cx="2801334" cy="2801334"/>
        </a:xfrm>
        <a:prstGeom prst="blockArc">
          <a:avLst>
            <a:gd name="adj1" fmla="val 12272727"/>
            <a:gd name="adj2" fmla="val 14236364"/>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BA9B91C-A1A5-46C0-91C3-E7C5484B36D4}">
      <dsp:nvSpPr>
        <dsp:cNvPr id="0" name=""/>
        <dsp:cNvSpPr/>
      </dsp:nvSpPr>
      <dsp:spPr>
        <a:xfrm>
          <a:off x="2218832" y="228853"/>
          <a:ext cx="2801334" cy="2801334"/>
        </a:xfrm>
        <a:prstGeom prst="blockArc">
          <a:avLst>
            <a:gd name="adj1" fmla="val 10309091"/>
            <a:gd name="adj2" fmla="val 12272727"/>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4B2649-EDDE-427E-9704-E6DB3B50D60F}">
      <dsp:nvSpPr>
        <dsp:cNvPr id="0" name=""/>
        <dsp:cNvSpPr/>
      </dsp:nvSpPr>
      <dsp:spPr>
        <a:xfrm>
          <a:off x="2218832" y="228853"/>
          <a:ext cx="2801334" cy="2801334"/>
        </a:xfrm>
        <a:prstGeom prst="blockArc">
          <a:avLst>
            <a:gd name="adj1" fmla="val 8345455"/>
            <a:gd name="adj2" fmla="val 10309091"/>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17C9B2-7AA9-4F58-B816-71B4A1BB9CD6}">
      <dsp:nvSpPr>
        <dsp:cNvPr id="0" name=""/>
        <dsp:cNvSpPr/>
      </dsp:nvSpPr>
      <dsp:spPr>
        <a:xfrm>
          <a:off x="2218832" y="228853"/>
          <a:ext cx="2801334" cy="2801334"/>
        </a:xfrm>
        <a:prstGeom prst="blockArc">
          <a:avLst>
            <a:gd name="adj1" fmla="val 6381818"/>
            <a:gd name="adj2" fmla="val 8345455"/>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B600367-0E21-4F84-8491-3779E8396DB3}">
      <dsp:nvSpPr>
        <dsp:cNvPr id="0" name=""/>
        <dsp:cNvSpPr/>
      </dsp:nvSpPr>
      <dsp:spPr>
        <a:xfrm>
          <a:off x="2218832" y="228853"/>
          <a:ext cx="2801334" cy="2801334"/>
        </a:xfrm>
        <a:prstGeom prst="blockArc">
          <a:avLst>
            <a:gd name="adj1" fmla="val 4418182"/>
            <a:gd name="adj2" fmla="val 6381818"/>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D5C5B1-A805-4340-9407-A2E77D896BCB}">
      <dsp:nvSpPr>
        <dsp:cNvPr id="0" name=""/>
        <dsp:cNvSpPr/>
      </dsp:nvSpPr>
      <dsp:spPr>
        <a:xfrm>
          <a:off x="2218832" y="228853"/>
          <a:ext cx="2801334" cy="2801334"/>
        </a:xfrm>
        <a:prstGeom prst="blockArc">
          <a:avLst>
            <a:gd name="adj1" fmla="val 2454545"/>
            <a:gd name="adj2" fmla="val 4418182"/>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D8CB10D-849B-434F-A533-7BF3207DAE2D}">
      <dsp:nvSpPr>
        <dsp:cNvPr id="0" name=""/>
        <dsp:cNvSpPr/>
      </dsp:nvSpPr>
      <dsp:spPr>
        <a:xfrm>
          <a:off x="2218832" y="228853"/>
          <a:ext cx="2801334" cy="2801334"/>
        </a:xfrm>
        <a:prstGeom prst="blockArc">
          <a:avLst>
            <a:gd name="adj1" fmla="val 490909"/>
            <a:gd name="adj2" fmla="val 2454545"/>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0DF8EFE-4E46-42AB-860F-5F2D8054A857}">
      <dsp:nvSpPr>
        <dsp:cNvPr id="0" name=""/>
        <dsp:cNvSpPr/>
      </dsp:nvSpPr>
      <dsp:spPr>
        <a:xfrm>
          <a:off x="2218832" y="228853"/>
          <a:ext cx="2801334" cy="2801334"/>
        </a:xfrm>
        <a:prstGeom prst="blockArc">
          <a:avLst>
            <a:gd name="adj1" fmla="val 20127273"/>
            <a:gd name="adj2" fmla="val 490909"/>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A69B4E5-ECDB-4409-B1A3-7D21A1817107}">
      <dsp:nvSpPr>
        <dsp:cNvPr id="0" name=""/>
        <dsp:cNvSpPr/>
      </dsp:nvSpPr>
      <dsp:spPr>
        <a:xfrm>
          <a:off x="2218832" y="228853"/>
          <a:ext cx="2801334" cy="2801334"/>
        </a:xfrm>
        <a:prstGeom prst="blockArc">
          <a:avLst>
            <a:gd name="adj1" fmla="val 18163636"/>
            <a:gd name="adj2" fmla="val 20127273"/>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B1612A5-C390-4325-AD9A-6CEB55D0F46B}">
      <dsp:nvSpPr>
        <dsp:cNvPr id="0" name=""/>
        <dsp:cNvSpPr/>
      </dsp:nvSpPr>
      <dsp:spPr>
        <a:xfrm>
          <a:off x="2218832" y="228853"/>
          <a:ext cx="2801334" cy="2801334"/>
        </a:xfrm>
        <a:prstGeom prst="blockArc">
          <a:avLst>
            <a:gd name="adj1" fmla="val 16200000"/>
            <a:gd name="adj2" fmla="val 18163636"/>
            <a:gd name="adj3" fmla="val 251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7F55698-8C4D-4069-8595-8078AF102572}">
      <dsp:nvSpPr>
        <dsp:cNvPr id="0" name=""/>
        <dsp:cNvSpPr/>
      </dsp:nvSpPr>
      <dsp:spPr>
        <a:xfrm>
          <a:off x="3047999" y="1122823"/>
          <a:ext cx="1143001" cy="101339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444500">
            <a:lnSpc>
              <a:spcPct val="90000"/>
            </a:lnSpc>
            <a:spcBef>
              <a:spcPct val="0"/>
            </a:spcBef>
            <a:spcAft>
              <a:spcPct val="35000"/>
            </a:spcAft>
          </a:pPr>
          <a:r>
            <a:rPr lang="en-US" sz="1000" kern="1200" dirty="0" smtClean="0"/>
            <a:t>Project Management Plan</a:t>
          </a:r>
          <a:endParaRPr lang="en-US" sz="1000" kern="1200" dirty="0"/>
        </a:p>
      </dsp:txBody>
      <dsp:txXfrm>
        <a:off x="3215388" y="1271231"/>
        <a:ext cx="808223" cy="716576"/>
      </dsp:txXfrm>
    </dsp:sp>
    <dsp:sp modelId="{CFCBA42C-6833-408E-A9FF-70725DECB805}">
      <dsp:nvSpPr>
        <dsp:cNvPr id="0" name=""/>
        <dsp:cNvSpPr/>
      </dsp:nvSpPr>
      <dsp:spPr>
        <a:xfrm>
          <a:off x="3132855" y="-76200"/>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Procurement</a:t>
          </a:r>
          <a:endParaRPr lang="en-US" sz="900" kern="1200" dirty="0"/>
        </a:p>
      </dsp:txBody>
      <dsp:txXfrm>
        <a:off x="3275390" y="18301"/>
        <a:ext cx="688219" cy="456288"/>
      </dsp:txXfrm>
    </dsp:sp>
    <dsp:sp modelId="{AA09D467-C128-4BE0-A8FA-B1050829A87A}">
      <dsp:nvSpPr>
        <dsp:cNvPr id="0" name=""/>
        <dsp:cNvSpPr/>
      </dsp:nvSpPr>
      <dsp:spPr>
        <a:xfrm>
          <a:off x="3880602" y="143357"/>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Change</a:t>
          </a:r>
          <a:endParaRPr lang="en-US" sz="900" kern="1200" dirty="0"/>
        </a:p>
      </dsp:txBody>
      <dsp:txXfrm>
        <a:off x="4023137" y="237858"/>
        <a:ext cx="688219" cy="456288"/>
      </dsp:txXfrm>
    </dsp:sp>
    <dsp:sp modelId="{B65C41B9-1C2E-41B1-9E71-0A7308E67537}">
      <dsp:nvSpPr>
        <dsp:cNvPr id="0" name=""/>
        <dsp:cNvSpPr/>
      </dsp:nvSpPr>
      <dsp:spPr>
        <a:xfrm>
          <a:off x="4390944" y="732324"/>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Scope</a:t>
          </a:r>
          <a:endParaRPr lang="en-US" sz="900" kern="1200" dirty="0"/>
        </a:p>
      </dsp:txBody>
      <dsp:txXfrm>
        <a:off x="4533479" y="826825"/>
        <a:ext cx="688219" cy="456288"/>
      </dsp:txXfrm>
    </dsp:sp>
    <dsp:sp modelId="{8D740176-2C6C-46EB-AD7F-E8E5132F24BE}">
      <dsp:nvSpPr>
        <dsp:cNvPr id="0" name=""/>
        <dsp:cNvSpPr/>
      </dsp:nvSpPr>
      <dsp:spPr>
        <a:xfrm>
          <a:off x="4501852" y="1503706"/>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Cost</a:t>
          </a:r>
          <a:endParaRPr lang="en-US" sz="900" kern="1200" dirty="0"/>
        </a:p>
      </dsp:txBody>
      <dsp:txXfrm>
        <a:off x="4644387" y="1598207"/>
        <a:ext cx="688219" cy="456288"/>
      </dsp:txXfrm>
    </dsp:sp>
    <dsp:sp modelId="{A09EB2CD-10E7-4E9C-AF39-06C69C22F852}">
      <dsp:nvSpPr>
        <dsp:cNvPr id="0" name=""/>
        <dsp:cNvSpPr/>
      </dsp:nvSpPr>
      <dsp:spPr>
        <a:xfrm>
          <a:off x="4178113" y="2212596"/>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Process Improvement</a:t>
          </a:r>
          <a:endParaRPr lang="en-US" sz="900" kern="1200" dirty="0"/>
        </a:p>
      </dsp:txBody>
      <dsp:txXfrm>
        <a:off x="4320648" y="2307097"/>
        <a:ext cx="688219" cy="456288"/>
      </dsp:txXfrm>
    </dsp:sp>
    <dsp:sp modelId="{0F247F48-17BE-420D-8033-C0F91D661940}">
      <dsp:nvSpPr>
        <dsp:cNvPr id="0" name=""/>
        <dsp:cNvSpPr/>
      </dsp:nvSpPr>
      <dsp:spPr>
        <a:xfrm>
          <a:off x="3522512" y="2633925"/>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Risk</a:t>
          </a:r>
          <a:endParaRPr lang="en-US" sz="900" kern="1200" dirty="0"/>
        </a:p>
      </dsp:txBody>
      <dsp:txXfrm>
        <a:off x="3665047" y="2728426"/>
        <a:ext cx="688219" cy="456288"/>
      </dsp:txXfrm>
    </dsp:sp>
    <dsp:sp modelId="{BAAB4ABD-2C01-49B4-96C7-85F6F0E24D6A}">
      <dsp:nvSpPr>
        <dsp:cNvPr id="0" name=""/>
        <dsp:cNvSpPr/>
      </dsp:nvSpPr>
      <dsp:spPr>
        <a:xfrm>
          <a:off x="2743197" y="2633925"/>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Stakeholder</a:t>
          </a:r>
          <a:endParaRPr lang="en-US" sz="900" kern="1200" dirty="0"/>
        </a:p>
      </dsp:txBody>
      <dsp:txXfrm>
        <a:off x="2885732" y="2728426"/>
        <a:ext cx="688219" cy="456288"/>
      </dsp:txXfrm>
    </dsp:sp>
    <dsp:sp modelId="{065EE63E-A3EC-4C2F-BE14-2FCE6ECEB716}">
      <dsp:nvSpPr>
        <dsp:cNvPr id="0" name=""/>
        <dsp:cNvSpPr/>
      </dsp:nvSpPr>
      <dsp:spPr>
        <a:xfrm>
          <a:off x="2087596" y="2212596"/>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Configuration</a:t>
          </a:r>
          <a:endParaRPr lang="en-US" sz="900" kern="1200" dirty="0"/>
        </a:p>
      </dsp:txBody>
      <dsp:txXfrm>
        <a:off x="2230131" y="2307097"/>
        <a:ext cx="688219" cy="456288"/>
      </dsp:txXfrm>
    </dsp:sp>
    <dsp:sp modelId="{47B5B49D-E24D-459B-9C43-367DD5E169AB}">
      <dsp:nvSpPr>
        <dsp:cNvPr id="0" name=""/>
        <dsp:cNvSpPr/>
      </dsp:nvSpPr>
      <dsp:spPr>
        <a:xfrm>
          <a:off x="1763857" y="1503706"/>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Schedule</a:t>
          </a:r>
          <a:endParaRPr lang="en-US" sz="900" kern="1200" dirty="0"/>
        </a:p>
      </dsp:txBody>
      <dsp:txXfrm>
        <a:off x="1906392" y="1598207"/>
        <a:ext cx="688219" cy="456288"/>
      </dsp:txXfrm>
    </dsp:sp>
    <dsp:sp modelId="{16C41B00-BBF6-4DF2-85C8-B4A6D0993391}">
      <dsp:nvSpPr>
        <dsp:cNvPr id="0" name=""/>
        <dsp:cNvSpPr/>
      </dsp:nvSpPr>
      <dsp:spPr>
        <a:xfrm>
          <a:off x="1874765" y="732324"/>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Quality</a:t>
          </a:r>
          <a:endParaRPr lang="en-US" sz="900" kern="1200" dirty="0"/>
        </a:p>
      </dsp:txBody>
      <dsp:txXfrm>
        <a:off x="2017300" y="826825"/>
        <a:ext cx="688219" cy="456288"/>
      </dsp:txXfrm>
    </dsp:sp>
    <dsp:sp modelId="{CA2E7A47-91B3-483E-87B9-DF01DEAA2297}">
      <dsp:nvSpPr>
        <dsp:cNvPr id="0" name=""/>
        <dsp:cNvSpPr/>
      </dsp:nvSpPr>
      <dsp:spPr>
        <a:xfrm>
          <a:off x="2385108" y="143357"/>
          <a:ext cx="973289" cy="64529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400050">
            <a:lnSpc>
              <a:spcPct val="90000"/>
            </a:lnSpc>
            <a:spcBef>
              <a:spcPct val="0"/>
            </a:spcBef>
            <a:spcAft>
              <a:spcPct val="35000"/>
            </a:spcAft>
          </a:pPr>
          <a:r>
            <a:rPr lang="en-US" sz="900" kern="1200" dirty="0" smtClean="0"/>
            <a:t>Communication</a:t>
          </a:r>
          <a:endParaRPr lang="en-US" sz="800" kern="1200" dirty="0"/>
        </a:p>
      </dsp:txBody>
      <dsp:txXfrm>
        <a:off x="2527643" y="237858"/>
        <a:ext cx="688219" cy="456288"/>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2180F47-42C4-4652-BFDB-5EB90A46E75B}" type="datetimeFigureOut">
              <a:rPr lang="en-US" smtClean="0"/>
              <a:pPr/>
              <a:t>1/19/2018</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C7292C5-63CD-44DE-9AB1-B99F75891613}" type="slidenum">
              <a:rPr lang="en-US" smtClean="0"/>
              <a:pPr/>
              <a:t>‹#›</a:t>
            </a:fld>
            <a:endParaRPr lang="en-US" dirty="0"/>
          </a:p>
        </p:txBody>
      </p:sp>
    </p:spTree>
    <p:extLst>
      <p:ext uri="{BB962C8B-B14F-4D97-AF65-F5344CB8AC3E}">
        <p14:creationId xmlns:p14="http://schemas.microsoft.com/office/powerpoint/2010/main" val="813691209"/>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872A5F8-2115-49A6-B3E8-A26A0886D33D}" type="datetimeFigureOut">
              <a:rPr lang="en-US" smtClean="0"/>
              <a:pPr/>
              <a:t>1/19/2018</a:t>
            </a:fld>
            <a:endParaRPr lang="en-US" dirty="0"/>
          </a:p>
        </p:txBody>
      </p:sp>
      <p:sp>
        <p:nvSpPr>
          <p:cNvPr id="4" name="Slide Image Placeholder 3"/>
          <p:cNvSpPr>
            <a:spLocks noGrp="1" noRot="1" noChangeAspect="1"/>
          </p:cNvSpPr>
          <p:nvPr>
            <p:ph type="sldImg" idx="2"/>
          </p:nvPr>
        </p:nvSpPr>
        <p:spPr>
          <a:xfrm>
            <a:off x="0" y="685800"/>
            <a:ext cx="6858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02433F-D493-4110-9EF4-411864BA75CB}" type="slidenum">
              <a:rPr lang="en-US" smtClean="0"/>
              <a:pPr/>
              <a:t>‹#›</a:t>
            </a:fld>
            <a:endParaRPr lang="en-US" dirty="0"/>
          </a:p>
        </p:txBody>
      </p:sp>
    </p:spTree>
    <p:extLst>
      <p:ext uri="{BB962C8B-B14F-4D97-AF65-F5344CB8AC3E}">
        <p14:creationId xmlns:p14="http://schemas.microsoft.com/office/powerpoint/2010/main" val="2007633302"/>
      </p:ext>
    </p:extLst>
  </p:cSld>
  <p:clrMap bg1="lt1" tx1="dk1" bg2="lt2" tx2="dk2" accent1="accent1" accent2="accent2" accent3="accent3" accent4="accent4" accent5="accent5" accent6="accent6" hlink="hlink" folHlink="folHlink"/>
  <p:hf dt="0"/>
  <p:notesStyle>
    <a:lvl1pPr marL="0" algn="l" defTabSz="914152" rtl="0" eaLnBrk="1" latinLnBrk="0" hangingPunct="1">
      <a:defRPr sz="1200" kern="1200">
        <a:solidFill>
          <a:schemeClr val="tx1"/>
        </a:solidFill>
        <a:latin typeface="+mn-lt"/>
        <a:ea typeface="+mn-ea"/>
        <a:cs typeface="+mn-cs"/>
      </a:defRPr>
    </a:lvl1pPr>
    <a:lvl2pPr marL="457076" algn="l" defTabSz="914152" rtl="0" eaLnBrk="1" latinLnBrk="0" hangingPunct="1">
      <a:defRPr sz="1200" kern="1200">
        <a:solidFill>
          <a:schemeClr val="tx1"/>
        </a:solidFill>
        <a:latin typeface="+mn-lt"/>
        <a:ea typeface="+mn-ea"/>
        <a:cs typeface="+mn-cs"/>
      </a:defRPr>
    </a:lvl2pPr>
    <a:lvl3pPr marL="914152" algn="l" defTabSz="914152" rtl="0" eaLnBrk="1" latinLnBrk="0" hangingPunct="1">
      <a:defRPr sz="1200" kern="1200">
        <a:solidFill>
          <a:schemeClr val="tx1"/>
        </a:solidFill>
        <a:latin typeface="+mn-lt"/>
        <a:ea typeface="+mn-ea"/>
        <a:cs typeface="+mn-cs"/>
      </a:defRPr>
    </a:lvl3pPr>
    <a:lvl4pPr marL="1371228" algn="l" defTabSz="914152" rtl="0" eaLnBrk="1" latinLnBrk="0" hangingPunct="1">
      <a:defRPr sz="1200" kern="1200">
        <a:solidFill>
          <a:schemeClr val="tx1"/>
        </a:solidFill>
        <a:latin typeface="+mn-lt"/>
        <a:ea typeface="+mn-ea"/>
        <a:cs typeface="+mn-cs"/>
      </a:defRPr>
    </a:lvl4pPr>
    <a:lvl5pPr marL="1828304" algn="l" defTabSz="914152" rtl="0" eaLnBrk="1" latinLnBrk="0" hangingPunct="1">
      <a:defRPr sz="1200" kern="1200">
        <a:solidFill>
          <a:schemeClr val="tx1"/>
        </a:solidFill>
        <a:latin typeface="+mn-lt"/>
        <a:ea typeface="+mn-ea"/>
        <a:cs typeface="+mn-cs"/>
      </a:defRPr>
    </a:lvl5pPr>
    <a:lvl6pPr marL="2285380" algn="l" defTabSz="914152" rtl="0" eaLnBrk="1" latinLnBrk="0" hangingPunct="1">
      <a:defRPr sz="1200" kern="1200">
        <a:solidFill>
          <a:schemeClr val="tx1"/>
        </a:solidFill>
        <a:latin typeface="+mn-lt"/>
        <a:ea typeface="+mn-ea"/>
        <a:cs typeface="+mn-cs"/>
      </a:defRPr>
    </a:lvl6pPr>
    <a:lvl7pPr marL="2742456" algn="l" defTabSz="914152" rtl="0" eaLnBrk="1" latinLnBrk="0" hangingPunct="1">
      <a:defRPr sz="1200" kern="1200">
        <a:solidFill>
          <a:schemeClr val="tx1"/>
        </a:solidFill>
        <a:latin typeface="+mn-lt"/>
        <a:ea typeface="+mn-ea"/>
        <a:cs typeface="+mn-cs"/>
      </a:defRPr>
    </a:lvl7pPr>
    <a:lvl8pPr marL="3199531" algn="l" defTabSz="914152" rtl="0" eaLnBrk="1" latinLnBrk="0" hangingPunct="1">
      <a:defRPr sz="1200" kern="1200">
        <a:solidFill>
          <a:schemeClr val="tx1"/>
        </a:solidFill>
        <a:latin typeface="+mn-lt"/>
        <a:ea typeface="+mn-ea"/>
        <a:cs typeface="+mn-cs"/>
      </a:defRPr>
    </a:lvl8pPr>
    <a:lvl9pPr marL="3656608" algn="l" defTabSz="914152"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2.xml"/><Relationship Id="rId4" Type="http://schemas.openxmlformats.org/officeDocument/2006/relationships/image" Target="../media/image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3.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01561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 y="50800"/>
            <a:ext cx="896112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cxnSp>
        <p:nvCxnSpPr>
          <p:cNvPr id="4" name="Straight Connector 3"/>
          <p:cNvCxnSpPr/>
          <p:nvPr userDrawn="1"/>
        </p:nvCxnSpPr>
        <p:spPr>
          <a:xfrm>
            <a:off x="91440" y="381000"/>
            <a:ext cx="8961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6926" y="4267200"/>
            <a:ext cx="1745674" cy="307777"/>
          </a:xfrm>
          <a:prstGeom prst="rect">
            <a:avLst/>
          </a:prstGeom>
        </p:spPr>
        <p:txBody>
          <a:bodyPr wrap="square">
            <a:spAutoFit/>
          </a:bodyPr>
          <a:lstStyle/>
          <a:p>
            <a:r>
              <a:rPr lang="en-US" sz="700" b="1" dirty="0" smtClean="0">
                <a:solidFill>
                  <a:schemeClr val="bg1"/>
                </a:solidFill>
              </a:rPr>
              <a:t>HCL Experience in </a:t>
            </a:r>
          </a:p>
          <a:p>
            <a:r>
              <a:rPr lang="en-US" sz="700" b="1" dirty="0" smtClean="0">
                <a:solidFill>
                  <a:schemeClr val="bg1"/>
                </a:solidFill>
              </a:rPr>
              <a:t>Primary Focus Area of Airtel</a:t>
            </a:r>
          </a:p>
        </p:txBody>
      </p:sp>
      <p:sp>
        <p:nvSpPr>
          <p:cNvPr id="8" name="Rectangle 7"/>
          <p:cNvSpPr/>
          <p:nvPr userDrawn="1"/>
        </p:nvSpPr>
        <p:spPr>
          <a:xfrm>
            <a:off x="0" y="4343400"/>
            <a:ext cx="9144000" cy="2286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4"/>
          <p:cNvSpPr>
            <a:spLocks noGrp="1"/>
          </p:cNvSpPr>
          <p:nvPr>
            <p:ph type="ftr" sz="quarter" idx="11"/>
          </p:nvPr>
        </p:nvSpPr>
        <p:spPr>
          <a:xfrm>
            <a:off x="3962400" y="4340422"/>
            <a:ext cx="1219200" cy="231577"/>
          </a:xfrm>
        </p:spPr>
        <p:txBody>
          <a:bodyPr/>
          <a:lstStyle>
            <a:lvl1pPr>
              <a:defRPr sz="900" b="1">
                <a:solidFill>
                  <a:schemeClr val="bg1"/>
                </a:solidFill>
              </a:defRPr>
            </a:lvl1p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2384791213"/>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 y="50800"/>
            <a:ext cx="896112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cxnSp>
        <p:nvCxnSpPr>
          <p:cNvPr id="4" name="Straight Connector 3"/>
          <p:cNvCxnSpPr/>
          <p:nvPr userDrawn="1"/>
        </p:nvCxnSpPr>
        <p:spPr>
          <a:xfrm>
            <a:off x="91440" y="381000"/>
            <a:ext cx="896112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Rectangle 4"/>
          <p:cNvSpPr/>
          <p:nvPr userDrawn="1"/>
        </p:nvSpPr>
        <p:spPr>
          <a:xfrm>
            <a:off x="6926" y="4267200"/>
            <a:ext cx="1745674" cy="307777"/>
          </a:xfrm>
          <a:prstGeom prst="rect">
            <a:avLst/>
          </a:prstGeom>
        </p:spPr>
        <p:txBody>
          <a:bodyPr wrap="square">
            <a:spAutoFit/>
          </a:bodyPr>
          <a:lstStyle/>
          <a:p>
            <a:r>
              <a:rPr lang="en-US" sz="700" b="1" dirty="0" smtClean="0">
                <a:solidFill>
                  <a:schemeClr val="bg1"/>
                </a:solidFill>
              </a:rPr>
              <a:t>HCL Experience in </a:t>
            </a:r>
          </a:p>
          <a:p>
            <a:r>
              <a:rPr lang="en-US" sz="700" b="1" dirty="0" smtClean="0">
                <a:solidFill>
                  <a:schemeClr val="bg1"/>
                </a:solidFill>
              </a:rPr>
              <a:t>Primary Focus Area of Airtel</a:t>
            </a:r>
          </a:p>
        </p:txBody>
      </p:sp>
      <p:sp>
        <p:nvSpPr>
          <p:cNvPr id="8" name="Rectangle 7"/>
          <p:cNvSpPr/>
          <p:nvPr userDrawn="1"/>
        </p:nvSpPr>
        <p:spPr>
          <a:xfrm>
            <a:off x="0" y="4343400"/>
            <a:ext cx="9144000" cy="2286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4"/>
          <p:cNvSpPr>
            <a:spLocks noGrp="1"/>
          </p:cNvSpPr>
          <p:nvPr>
            <p:ph type="ftr" sz="quarter" idx="11"/>
          </p:nvPr>
        </p:nvSpPr>
        <p:spPr>
          <a:xfrm>
            <a:off x="3962400" y="4340422"/>
            <a:ext cx="1219200" cy="231577"/>
          </a:xfrm>
        </p:spPr>
        <p:txBody>
          <a:bodyPr/>
          <a:lstStyle>
            <a:lvl1pPr>
              <a:defRPr sz="900" b="1">
                <a:solidFill>
                  <a:schemeClr val="bg1"/>
                </a:solidFill>
              </a:defRPr>
            </a:lvl1pPr>
          </a:lstStyle>
          <a:p>
            <a:fld id="{0B491FB4-905F-488C-AD01-09867DFAF172}" type="slidenum">
              <a:rPr lang="en-US" smtClean="0"/>
              <a:pPr/>
              <a:t>‹#›</a:t>
            </a:fld>
            <a:endParaRPr lang="en-US" dirty="0"/>
          </a:p>
        </p:txBody>
      </p:sp>
      <p:sp>
        <p:nvSpPr>
          <p:cNvPr id="3" name="Rounded Rectangle 2"/>
          <p:cNvSpPr/>
          <p:nvPr userDrawn="1"/>
        </p:nvSpPr>
        <p:spPr>
          <a:xfrm>
            <a:off x="7210824" y="383304"/>
            <a:ext cx="1828800" cy="152400"/>
          </a:xfrm>
          <a:prstGeom prst="roundRect">
            <a:avLst/>
          </a:prstGeom>
          <a:solidFill>
            <a:schemeClr val="accent1"/>
          </a:solidFill>
          <a:ln w="381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20516408"/>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4" name="Rectangle 13"/>
          <p:cNvSpPr/>
          <p:nvPr userDrawn="1"/>
        </p:nvSpPr>
        <p:spPr>
          <a:xfrm>
            <a:off x="0" y="4343400"/>
            <a:ext cx="9144000" cy="228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76200" y="50800"/>
            <a:ext cx="8763000" cy="330200"/>
          </a:xfrm>
        </p:spPr>
        <p:txBody>
          <a:bodyPr>
            <a:noAutofit/>
          </a:bodyPr>
          <a:lstStyle>
            <a:lvl1pPr algn="l">
              <a:defRPr sz="2400">
                <a:solidFill>
                  <a:schemeClr val="tx1"/>
                </a:solidFill>
                <a:latin typeface="+mn-lt"/>
              </a:defRPr>
            </a:lvl1pPr>
          </a:lstStyle>
          <a:p>
            <a:r>
              <a:rPr lang="en-US" dirty="0" smtClean="0"/>
              <a:t>Click to edit Master title style</a:t>
            </a:r>
            <a:endParaRPr lang="en-US" dirty="0"/>
          </a:p>
        </p:txBody>
      </p:sp>
      <p:sp>
        <p:nvSpPr>
          <p:cNvPr id="9" name="TextBox 8"/>
          <p:cNvSpPr txBox="1"/>
          <p:nvPr userDrawn="1"/>
        </p:nvSpPr>
        <p:spPr>
          <a:xfrm>
            <a:off x="7848600" y="4354244"/>
            <a:ext cx="1295400" cy="200055"/>
          </a:xfrm>
          <a:prstGeom prst="rect">
            <a:avLst/>
          </a:prstGeom>
          <a:noFill/>
        </p:spPr>
        <p:txBody>
          <a:bodyPr wrap="square" rtlCol="0" anchor="ctr" anchorCtr="0">
            <a:spAutoFit/>
          </a:bodyPr>
          <a:lstStyle/>
          <a:p>
            <a:pPr algn="r"/>
            <a:r>
              <a:rPr lang="en-US" sz="700" b="1" dirty="0" smtClean="0">
                <a:solidFill>
                  <a:schemeClr val="bg1"/>
                </a:solidFill>
              </a:rPr>
              <a:t>Symantec, July 2015</a:t>
            </a:r>
            <a:endParaRPr lang="en-US" sz="700" b="1" dirty="0">
              <a:solidFill>
                <a:schemeClr val="bg1"/>
              </a:solidFill>
            </a:endParaRPr>
          </a:p>
        </p:txBody>
      </p:sp>
      <p:sp>
        <p:nvSpPr>
          <p:cNvPr id="11" name="Footer Placeholder 4"/>
          <p:cNvSpPr>
            <a:spLocks noGrp="1"/>
          </p:cNvSpPr>
          <p:nvPr>
            <p:ph type="ftr" sz="quarter" idx="11"/>
          </p:nvPr>
        </p:nvSpPr>
        <p:spPr>
          <a:xfrm>
            <a:off x="3124200" y="4339293"/>
            <a:ext cx="2895600" cy="232708"/>
          </a:xfrm>
        </p:spPr>
        <p:txBody>
          <a:bodyPr/>
          <a:lstStyle>
            <a:lvl1pPr>
              <a:defRPr sz="800">
                <a:solidFill>
                  <a:schemeClr val="bg1"/>
                </a:solidFill>
              </a:defRPr>
            </a:lvl1pPr>
          </a:lstStyle>
          <a:p>
            <a:fld id="{0B491FB4-905F-488C-AD01-09867DFAF172}" type="slidenum">
              <a:rPr lang="en-US" smtClean="0"/>
              <a:pPr/>
              <a:t>‹#›</a:t>
            </a:fld>
            <a:endParaRPr lang="en-US" dirty="0"/>
          </a:p>
        </p:txBody>
      </p:sp>
      <p:sp>
        <p:nvSpPr>
          <p:cNvPr id="12" name="TextBox 11"/>
          <p:cNvSpPr txBox="1"/>
          <p:nvPr userDrawn="1"/>
        </p:nvSpPr>
        <p:spPr>
          <a:xfrm>
            <a:off x="0" y="4358030"/>
            <a:ext cx="838200" cy="200055"/>
          </a:xfrm>
          <a:prstGeom prst="rect">
            <a:avLst/>
          </a:prstGeom>
          <a:noFill/>
        </p:spPr>
        <p:txBody>
          <a:bodyPr wrap="square" rtlCol="0" anchor="ctr" anchorCtr="0">
            <a:spAutoFit/>
          </a:bodyPr>
          <a:lstStyle/>
          <a:p>
            <a:pPr algn="l"/>
            <a:r>
              <a:rPr lang="en-US" sz="700" b="1" dirty="0" smtClean="0">
                <a:solidFill>
                  <a:schemeClr val="bg1"/>
                </a:solidFill>
              </a:rPr>
              <a:t>POWER Review</a:t>
            </a:r>
            <a:endParaRPr lang="en-US" sz="700" b="1" dirty="0">
              <a:solidFill>
                <a:schemeClr val="bg1"/>
              </a:solidFill>
            </a:endParaRPr>
          </a:p>
        </p:txBody>
      </p:sp>
      <p:sp>
        <p:nvSpPr>
          <p:cNvPr id="13" name="Line 17"/>
          <p:cNvSpPr>
            <a:spLocks noChangeShapeType="1"/>
          </p:cNvSpPr>
          <p:nvPr userDrawn="1"/>
        </p:nvSpPr>
        <p:spPr bwMode="auto">
          <a:xfrm>
            <a:off x="152400" y="381000"/>
            <a:ext cx="8778240" cy="0"/>
          </a:xfrm>
          <a:prstGeom prst="line">
            <a:avLst/>
          </a:prstGeom>
          <a:noFill/>
          <a:ln w="38100">
            <a:solidFill>
              <a:srgbClr val="FFC000"/>
            </a:solidFill>
            <a:round/>
            <a:headEnd type="none"/>
            <a:tailEnd type="oval" w="med" len="med"/>
          </a:ln>
        </p:spPr>
        <p:txBody>
          <a:bodyPr lIns="91416" tIns="45707" rIns="91416" bIns="45707"/>
          <a:lstStyle/>
          <a:p>
            <a:pPr lvl="0"/>
            <a:endParaRPr lang="en-GB" dirty="0"/>
          </a:p>
        </p:txBody>
      </p:sp>
      <p:sp>
        <p:nvSpPr>
          <p:cNvPr id="16" name="Rectangle 15"/>
          <p:cNvSpPr/>
          <p:nvPr userDrawn="1"/>
        </p:nvSpPr>
        <p:spPr>
          <a:xfrm>
            <a:off x="7543800" y="386134"/>
            <a:ext cx="1295400" cy="50800"/>
          </a:xfrm>
          <a:prstGeom prst="rect">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17" name="Rounded Rectangle 16"/>
          <p:cNvSpPr/>
          <p:nvPr userDrawn="1"/>
        </p:nvSpPr>
        <p:spPr>
          <a:xfrm>
            <a:off x="7543800" y="386134"/>
            <a:ext cx="1295400" cy="137160"/>
          </a:xfrm>
          <a:prstGeom prst="roundRect">
            <a:avLst>
              <a:gd name="adj" fmla="val 33334"/>
            </a:avLst>
          </a:pr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5" name="Text Placeholder 24"/>
          <p:cNvSpPr>
            <a:spLocks noGrp="1"/>
          </p:cNvSpPr>
          <p:nvPr>
            <p:ph type="body" sz="quarter" idx="12"/>
          </p:nvPr>
        </p:nvSpPr>
        <p:spPr>
          <a:xfrm>
            <a:off x="7543800" y="387082"/>
            <a:ext cx="1295400" cy="131450"/>
          </a:xfrm>
        </p:spPr>
        <p:txBody>
          <a:bodyPr anchor="ctr" anchorCtr="0">
            <a:noAutofit/>
          </a:bodyPr>
          <a:lstStyle>
            <a:lvl1pPr marL="0" indent="0" algn="ctr">
              <a:buNone/>
              <a:defRPr sz="800" b="1">
                <a:solidFill>
                  <a:schemeClr val="bg1"/>
                </a:solidFill>
              </a:defRPr>
            </a:lvl1pPr>
            <a:lvl2pPr marL="457077" indent="0">
              <a:buNone/>
              <a:defRPr sz="800"/>
            </a:lvl2pPr>
            <a:lvl3pPr marL="914152" indent="0">
              <a:buNone/>
              <a:defRPr sz="800"/>
            </a:lvl3pPr>
            <a:lvl4pPr marL="1371228" indent="0">
              <a:buNone/>
              <a:defRPr sz="800"/>
            </a:lvl4pPr>
            <a:lvl5pPr marL="1828304" indent="0">
              <a:buNone/>
              <a:defRPr sz="800"/>
            </a:lvl5pPr>
          </a:lstStyle>
          <a:p>
            <a:pPr lvl="0"/>
            <a:endParaRPr lang="en-US" dirty="0"/>
          </a:p>
        </p:txBody>
      </p:sp>
    </p:spTree>
    <p:extLst>
      <p:ext uri="{BB962C8B-B14F-4D97-AF65-F5344CB8AC3E}">
        <p14:creationId xmlns:p14="http://schemas.microsoft.com/office/powerpoint/2010/main" val="404056393"/>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2006" y="1930401"/>
            <a:ext cx="5638799" cy="908050"/>
          </a:xfrm>
        </p:spPr>
        <p:txBody>
          <a:bodyPr lIns="365661" rIns="365661" anchor="ctr" anchorCtr="0">
            <a:normAutofit/>
          </a:bodyPr>
          <a:lstStyle>
            <a:lvl1pPr algn="l">
              <a:defRPr sz="2400" b="0" cap="none" baseline="0"/>
            </a:lvl1pPr>
          </a:lstStyle>
          <a:p>
            <a:r>
              <a:rPr lang="en-US" dirty="0" smtClean="0"/>
              <a:t>Subsection Title</a:t>
            </a:r>
            <a:endParaRPr lang="en-US" dirty="0"/>
          </a:p>
        </p:txBody>
      </p:sp>
      <p:sp>
        <p:nvSpPr>
          <p:cNvPr id="4" name="Date Placeholder 3"/>
          <p:cNvSpPr>
            <a:spLocks noGrp="1"/>
          </p:cNvSpPr>
          <p:nvPr>
            <p:ph type="dt" sz="half" idx="10"/>
          </p:nvPr>
        </p:nvSpPr>
        <p:spPr/>
        <p:txBody>
          <a:bodyPr/>
          <a:lstStyle/>
          <a:p>
            <a:fld id="{9F2217AB-FFD0-470D-A01F-8295A8718CCB}" type="datetime1">
              <a:rPr lang="en-US" smtClean="0"/>
              <a:pPr/>
              <a:t>1/19/2018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6" name="Straight Connector 5"/>
          <p:cNvCxnSpPr/>
          <p:nvPr userDrawn="1"/>
        </p:nvCxnSpPr>
        <p:spPr>
          <a:xfrm>
            <a:off x="762000" y="1930400"/>
            <a:ext cx="0" cy="9144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5861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762001"/>
            <a:ext cx="4038600" cy="3322108"/>
          </a:xfrm>
        </p:spPr>
        <p:txBody>
          <a:bodyPr>
            <a:normAutofit/>
          </a:bodyPr>
          <a:lstStyle>
            <a:lvl1pPr>
              <a:defRPr sz="22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762001"/>
            <a:ext cx="4038600" cy="3322108"/>
          </a:xfrm>
        </p:spPr>
        <p:txBody>
          <a:bodyPr>
            <a:normAutofit/>
          </a:bodyPr>
          <a:lstStyle>
            <a:lvl1pPr>
              <a:defRPr sz="22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6ECF4E3C-34F9-410F-BC04-2DBD9E19983A}" type="datetime1">
              <a:rPr lang="en-US" smtClean="0"/>
              <a:pPr/>
              <a:t>1/19/2018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5932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762001"/>
            <a:ext cx="4040188" cy="304800"/>
          </a:xfrm>
        </p:spPr>
        <p:txBody>
          <a:bodyPr anchor="b">
            <a:normAutofit/>
          </a:bodyPr>
          <a:lstStyle>
            <a:lvl1pPr marL="0" indent="0">
              <a:buNone/>
              <a:defRPr sz="2000" b="1"/>
            </a:lvl1pPr>
            <a:lvl2pPr marL="457076" indent="0">
              <a:buNone/>
              <a:defRPr sz="2000" b="1"/>
            </a:lvl2pPr>
            <a:lvl3pPr marL="914152" indent="0">
              <a:buNone/>
              <a:defRPr sz="1800" b="1"/>
            </a:lvl3pPr>
            <a:lvl4pPr marL="1371228" indent="0">
              <a:buNone/>
              <a:defRPr sz="1600" b="1"/>
            </a:lvl4pPr>
            <a:lvl5pPr marL="1828304" indent="0">
              <a:buNone/>
              <a:defRPr sz="1600" b="1"/>
            </a:lvl5pPr>
            <a:lvl6pPr marL="2285380" indent="0">
              <a:buNone/>
              <a:defRPr sz="1600" b="1"/>
            </a:lvl6pPr>
            <a:lvl7pPr marL="2742456" indent="0">
              <a:buNone/>
              <a:defRPr sz="1600" b="1"/>
            </a:lvl7pPr>
            <a:lvl8pPr marL="3199531" indent="0">
              <a:buNone/>
              <a:defRPr sz="1600" b="1"/>
            </a:lvl8pPr>
            <a:lvl9pPr marL="3656608"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1" y="1066801"/>
            <a:ext cx="4040188" cy="3017308"/>
          </a:xfrm>
        </p:spPr>
        <p:txBody>
          <a:bodyPr/>
          <a:lstStyle>
            <a:lvl1pPr>
              <a:defRPr sz="2200"/>
            </a:lvl1pPr>
            <a:lvl2pPr>
              <a:defRPr sz="1800"/>
            </a:lvl2pPr>
            <a:lvl3pPr>
              <a:defRPr sz="1800"/>
            </a:lvl3pPr>
            <a:lvl4pPr>
              <a:defRPr sz="16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31" y="762001"/>
            <a:ext cx="4041775" cy="304800"/>
          </a:xfrm>
        </p:spPr>
        <p:txBody>
          <a:bodyPr anchor="b">
            <a:normAutofit/>
          </a:bodyPr>
          <a:lstStyle>
            <a:lvl1pPr marL="0" indent="0">
              <a:buNone/>
              <a:defRPr sz="2000" b="1"/>
            </a:lvl1pPr>
            <a:lvl2pPr marL="457076" indent="0">
              <a:buNone/>
              <a:defRPr sz="2000" b="1"/>
            </a:lvl2pPr>
            <a:lvl3pPr marL="914152" indent="0">
              <a:buNone/>
              <a:defRPr sz="1800" b="1"/>
            </a:lvl3pPr>
            <a:lvl4pPr marL="1371228" indent="0">
              <a:buNone/>
              <a:defRPr sz="1600" b="1"/>
            </a:lvl4pPr>
            <a:lvl5pPr marL="1828304" indent="0">
              <a:buNone/>
              <a:defRPr sz="1600" b="1"/>
            </a:lvl5pPr>
            <a:lvl6pPr marL="2285380" indent="0">
              <a:buNone/>
              <a:defRPr sz="1600" b="1"/>
            </a:lvl6pPr>
            <a:lvl7pPr marL="2742456" indent="0">
              <a:buNone/>
              <a:defRPr sz="1600" b="1"/>
            </a:lvl7pPr>
            <a:lvl8pPr marL="3199531" indent="0">
              <a:buNone/>
              <a:defRPr sz="1600" b="1"/>
            </a:lvl8pPr>
            <a:lvl9pPr marL="365660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31" y="1066801"/>
            <a:ext cx="4041775" cy="3017308"/>
          </a:xfrm>
        </p:spPr>
        <p:txBody>
          <a:bodyPr/>
          <a:lstStyle>
            <a:lvl1pPr>
              <a:defRPr sz="2200"/>
            </a:lvl1pPr>
            <a:lvl2pPr>
              <a:defRPr sz="1800"/>
            </a:lvl2pPr>
            <a:lvl3pPr>
              <a:defRPr sz="1800"/>
            </a:lvl3pPr>
            <a:lvl4pPr>
              <a:defRPr sz="16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ACFC6861-21D0-44B7-96DD-A10D1D6A67EF}" type="datetime1">
              <a:rPr lang="en-US" smtClean="0"/>
              <a:pPr/>
              <a:t>1/19/2018</a:t>
            </a:fld>
            <a:endParaRPr lang="en-US" dirty="0"/>
          </a:p>
        </p:txBody>
      </p:sp>
      <p:sp>
        <p:nvSpPr>
          <p:cNvPr id="8" name="Footer Placeholder 7"/>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223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1/19/2018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8" name="Table Placeholder 7"/>
          <p:cNvSpPr>
            <a:spLocks noGrp="1"/>
          </p:cNvSpPr>
          <p:nvPr>
            <p:ph type="tbl" sz="quarter" idx="12"/>
          </p:nvPr>
        </p:nvSpPr>
        <p:spPr>
          <a:xfrm>
            <a:off x="457200" y="762000"/>
            <a:ext cx="8153400" cy="3403600"/>
          </a:xfrm>
        </p:spPr>
        <p:txBody>
          <a:bodyPr/>
          <a:lstStyle/>
          <a:p>
            <a:endParaRPr lang="en-US" dirty="0"/>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rtArt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1/19/2018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p:txBody>
          <a:bodyPr/>
          <a:lstStyle/>
          <a:p>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Column Bri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1/19/2018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a:xfrm>
            <a:off x="2286000" y="1219200"/>
            <a:ext cx="6400800" cy="2489200"/>
          </a:xfrm>
        </p:spPr>
        <p:txBody>
          <a:bodyPr>
            <a:normAutofit/>
          </a:bodyPr>
          <a:lstStyle>
            <a:lvl1pPr>
              <a:defRPr sz="1800"/>
            </a:lvl1pPr>
          </a:lstStyle>
          <a:p>
            <a:endParaRPr lang="en-US" dirty="0"/>
          </a:p>
        </p:txBody>
      </p:sp>
      <p:sp>
        <p:nvSpPr>
          <p:cNvPr id="10" name="Text Placeholder 9"/>
          <p:cNvSpPr>
            <a:spLocks noGrp="1"/>
          </p:cNvSpPr>
          <p:nvPr>
            <p:ph type="body" sz="quarter" idx="13" hasCustomPrompt="1"/>
          </p:nvPr>
        </p:nvSpPr>
        <p:spPr>
          <a:xfrm>
            <a:off x="457200" y="1212379"/>
            <a:ext cx="1676400" cy="2502090"/>
          </a:xfrm>
        </p:spPr>
        <p:txBody>
          <a:bodyPr>
            <a:normAutofit/>
          </a:bodyPr>
          <a:lstStyle>
            <a:lvl1pPr marL="0" indent="0">
              <a:spcBef>
                <a:spcPts val="0"/>
              </a:spcBef>
              <a:buFontTx/>
              <a:buNone/>
              <a:defRPr sz="1400" baseline="0"/>
            </a:lvl1pPr>
          </a:lstStyle>
          <a:p>
            <a:pPr lvl="0"/>
            <a:r>
              <a:rPr lang="en-US" dirty="0" smtClean="0"/>
              <a:t>Enter a note related to the </a:t>
            </a:r>
            <a:r>
              <a:rPr lang="en-US" dirty="0" err="1" smtClean="0"/>
              <a:t>SmartArt</a:t>
            </a:r>
            <a:r>
              <a:rPr lang="en-US" dirty="0" smtClean="0"/>
              <a:t> or a callout, or any information that needs to be highlighted.</a:t>
            </a:r>
          </a:p>
        </p:txBody>
      </p:sp>
      <p:sp>
        <p:nvSpPr>
          <p:cNvPr id="11" name="Text Placeholder 9"/>
          <p:cNvSpPr>
            <a:spLocks noGrp="1"/>
          </p:cNvSpPr>
          <p:nvPr>
            <p:ph type="body" sz="quarter" idx="14" hasCustomPrompt="1"/>
          </p:nvPr>
        </p:nvSpPr>
        <p:spPr>
          <a:xfrm>
            <a:off x="457200" y="711200"/>
            <a:ext cx="8229600" cy="406400"/>
          </a:xfrm>
        </p:spPr>
        <p:txBody>
          <a:bodyPr>
            <a:normAutofit/>
          </a:bodyPr>
          <a:lstStyle>
            <a:lvl1pPr marL="0" indent="0">
              <a:spcBef>
                <a:spcPts val="0"/>
              </a:spcBef>
              <a:buFontTx/>
              <a:buNone/>
              <a:defRPr sz="1400" baseline="0"/>
            </a:lvl1pPr>
          </a:lstStyle>
          <a:p>
            <a:pPr lvl="0"/>
            <a:r>
              <a:rPr lang="en-US" dirty="0" smtClean="0"/>
              <a:t>Enter a brief description as the introduction.</a:t>
            </a:r>
          </a:p>
        </p:txBody>
      </p:sp>
      <p:sp>
        <p:nvSpPr>
          <p:cNvPr id="12" name="Text Placeholder 9"/>
          <p:cNvSpPr>
            <a:spLocks noGrp="1"/>
          </p:cNvSpPr>
          <p:nvPr>
            <p:ph type="body" sz="quarter" idx="15" hasCustomPrompt="1"/>
          </p:nvPr>
        </p:nvSpPr>
        <p:spPr>
          <a:xfrm>
            <a:off x="457200" y="3759200"/>
            <a:ext cx="8229600" cy="406400"/>
          </a:xfrm>
        </p:spPr>
        <p:txBody>
          <a:bodyPr>
            <a:normAutofit/>
          </a:bodyPr>
          <a:lstStyle>
            <a:lvl1pPr marL="0" indent="0">
              <a:spcBef>
                <a:spcPts val="0"/>
              </a:spcBef>
              <a:buFontTx/>
              <a:buNone/>
              <a:defRPr sz="1400" baseline="0"/>
            </a:lvl1pPr>
          </a:lstStyle>
          <a:p>
            <a:pPr lvl="0"/>
            <a:r>
              <a:rPr lang="en-US" dirty="0" smtClean="0"/>
              <a:t>Enter  the summary.</a:t>
            </a:r>
          </a:p>
        </p:txBody>
      </p:sp>
      <p:cxnSp>
        <p:nvCxnSpPr>
          <p:cNvPr id="13" name="Straight Connector 12"/>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Column Brief">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1/19/2018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sp>
        <p:nvSpPr>
          <p:cNvPr id="6" name="SmartArt Placeholder 5"/>
          <p:cNvSpPr>
            <a:spLocks noGrp="1"/>
          </p:cNvSpPr>
          <p:nvPr>
            <p:ph type="dgm" sz="quarter" idx="12"/>
          </p:nvPr>
        </p:nvSpPr>
        <p:spPr>
          <a:xfrm>
            <a:off x="457200" y="1219200"/>
            <a:ext cx="8229600" cy="2489200"/>
          </a:xfrm>
        </p:spPr>
        <p:txBody>
          <a:bodyPr>
            <a:normAutofit/>
          </a:bodyPr>
          <a:lstStyle>
            <a:lvl1pPr>
              <a:defRPr sz="1800"/>
            </a:lvl1pPr>
          </a:lstStyle>
          <a:p>
            <a:endParaRPr lang="en-US" dirty="0"/>
          </a:p>
        </p:txBody>
      </p:sp>
      <p:sp>
        <p:nvSpPr>
          <p:cNvPr id="11" name="Text Placeholder 9"/>
          <p:cNvSpPr>
            <a:spLocks noGrp="1"/>
          </p:cNvSpPr>
          <p:nvPr>
            <p:ph type="body" sz="quarter" idx="14" hasCustomPrompt="1"/>
          </p:nvPr>
        </p:nvSpPr>
        <p:spPr>
          <a:xfrm>
            <a:off x="457200" y="711200"/>
            <a:ext cx="8229600" cy="406400"/>
          </a:xfrm>
        </p:spPr>
        <p:txBody>
          <a:bodyPr>
            <a:normAutofit/>
          </a:bodyPr>
          <a:lstStyle>
            <a:lvl1pPr marL="0" indent="0">
              <a:spcBef>
                <a:spcPts val="0"/>
              </a:spcBef>
              <a:buFontTx/>
              <a:buNone/>
              <a:defRPr sz="1400" baseline="0"/>
            </a:lvl1pPr>
          </a:lstStyle>
          <a:p>
            <a:pPr lvl="0"/>
            <a:r>
              <a:rPr lang="en-US" dirty="0" smtClean="0"/>
              <a:t>Enter a brief description as the introduction.</a:t>
            </a:r>
          </a:p>
        </p:txBody>
      </p:sp>
      <p:sp>
        <p:nvSpPr>
          <p:cNvPr id="12" name="Text Placeholder 9"/>
          <p:cNvSpPr>
            <a:spLocks noGrp="1"/>
          </p:cNvSpPr>
          <p:nvPr>
            <p:ph type="body" sz="quarter" idx="15" hasCustomPrompt="1"/>
          </p:nvPr>
        </p:nvSpPr>
        <p:spPr>
          <a:xfrm>
            <a:off x="457200" y="3759200"/>
            <a:ext cx="8229600" cy="406400"/>
          </a:xfrm>
        </p:spPr>
        <p:txBody>
          <a:bodyPr>
            <a:normAutofit/>
          </a:bodyPr>
          <a:lstStyle>
            <a:lvl1pPr marL="0" indent="0">
              <a:spcBef>
                <a:spcPts val="0"/>
              </a:spcBef>
              <a:buFontTx/>
              <a:buNone/>
              <a:defRPr sz="1400" baseline="0"/>
            </a:lvl1pPr>
          </a:lstStyle>
          <a:p>
            <a:pPr lvl="0"/>
            <a:r>
              <a:rPr lang="en-US" dirty="0" smtClean="0"/>
              <a:t>Enter  the summary.</a:t>
            </a:r>
          </a:p>
        </p:txBody>
      </p:sp>
      <p:cxnSp>
        <p:nvCxnSpPr>
          <p:cNvPr id="9" name="Straight Connector 8"/>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with 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9C031F10-BDE8-4D25-9C46-A057A59057C6}" type="datetime1">
              <a:rPr lang="en-US" smtClean="0"/>
              <a:pPr/>
              <a:t>1/19/2018</a:t>
            </a:fld>
            <a:endParaRPr lang="en-US" dirty="0"/>
          </a:p>
        </p:txBody>
      </p:sp>
      <p:sp>
        <p:nvSpPr>
          <p:cNvPr id="4" name="Footer Placeholder 3"/>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1299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182036"/>
            <a:ext cx="3008313" cy="579967"/>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182037"/>
            <a:ext cx="5111750" cy="3902076"/>
          </a:xfrm>
        </p:spPr>
        <p:txBody>
          <a:bodyP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06" y="762001"/>
            <a:ext cx="3008313" cy="3322108"/>
          </a:xfrm>
        </p:spPr>
        <p:txBody>
          <a:bodyPr/>
          <a:lstStyle>
            <a:lvl1pPr marL="0" indent="0">
              <a:buNone/>
              <a:defRPr sz="1400"/>
            </a:lvl1pPr>
            <a:lvl2pPr marL="457076" indent="0">
              <a:buNone/>
              <a:defRPr sz="1200"/>
            </a:lvl2pPr>
            <a:lvl3pPr marL="914152" indent="0">
              <a:buNone/>
              <a:defRPr sz="1000"/>
            </a:lvl3pPr>
            <a:lvl4pPr marL="1371228" indent="0">
              <a:buNone/>
              <a:defRPr sz="900"/>
            </a:lvl4pPr>
            <a:lvl5pPr marL="1828304" indent="0">
              <a:buNone/>
              <a:defRPr sz="900"/>
            </a:lvl5pPr>
            <a:lvl6pPr marL="2285380" indent="0">
              <a:buNone/>
              <a:defRPr sz="900"/>
            </a:lvl6pPr>
            <a:lvl7pPr marL="2742456" indent="0">
              <a:buNone/>
              <a:defRPr sz="900"/>
            </a:lvl7pPr>
            <a:lvl8pPr marL="3199531" indent="0">
              <a:buNone/>
              <a:defRPr sz="900"/>
            </a:lvl8pPr>
            <a:lvl9pPr marL="3656608"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882F81C8-5564-41A6-A173-012DA70D0966}" type="datetime1">
              <a:rPr lang="en-US" smtClean="0"/>
              <a:pPr/>
              <a:t>1/19/2018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7" name="Straight Connector 6"/>
          <p:cNvCxnSpPr/>
          <p:nvPr userDrawn="1"/>
        </p:nvCxnSpPr>
        <p:spPr>
          <a:xfrm>
            <a:off x="457200" y="2032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97962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1"/>
            <a:ext cx="5486400" cy="377826"/>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408516"/>
            <a:ext cx="5486400" cy="2743200"/>
          </a:xfrm>
        </p:spPr>
        <p:txBody>
          <a:bodyPr/>
          <a:lstStyle>
            <a:lvl1pPr marL="0" indent="0">
              <a:buNone/>
              <a:defRPr sz="3200"/>
            </a:lvl1pPr>
            <a:lvl2pPr marL="457076" indent="0">
              <a:buNone/>
              <a:defRPr sz="2800"/>
            </a:lvl2pPr>
            <a:lvl3pPr marL="914152" indent="0">
              <a:buNone/>
              <a:defRPr sz="2400"/>
            </a:lvl3pPr>
            <a:lvl4pPr marL="1371228" indent="0">
              <a:buNone/>
              <a:defRPr sz="2000"/>
            </a:lvl4pPr>
            <a:lvl5pPr marL="1828304" indent="0">
              <a:buNone/>
              <a:defRPr sz="2000"/>
            </a:lvl5pPr>
            <a:lvl6pPr marL="2285380" indent="0">
              <a:buNone/>
              <a:defRPr sz="2000"/>
            </a:lvl6pPr>
            <a:lvl7pPr marL="2742456" indent="0">
              <a:buNone/>
              <a:defRPr sz="2000"/>
            </a:lvl7pPr>
            <a:lvl8pPr marL="3199531" indent="0">
              <a:buNone/>
              <a:defRPr sz="2000"/>
            </a:lvl8pPr>
            <a:lvl9pPr marL="3656608" indent="0">
              <a:buNone/>
              <a:defRPr sz="2000"/>
            </a:lvl9pPr>
          </a:lstStyle>
          <a:p>
            <a:endParaRPr lang="en-US" dirty="0"/>
          </a:p>
        </p:txBody>
      </p:sp>
      <p:sp>
        <p:nvSpPr>
          <p:cNvPr id="4" name="Text Placeholder 3"/>
          <p:cNvSpPr>
            <a:spLocks noGrp="1"/>
          </p:cNvSpPr>
          <p:nvPr>
            <p:ph type="body" sz="half" idx="2"/>
          </p:nvPr>
        </p:nvSpPr>
        <p:spPr>
          <a:xfrm>
            <a:off x="1792288" y="3578228"/>
            <a:ext cx="5486400" cy="536575"/>
          </a:xfrm>
        </p:spPr>
        <p:txBody>
          <a:bodyPr/>
          <a:lstStyle>
            <a:lvl1pPr marL="0" indent="0">
              <a:buNone/>
              <a:defRPr sz="1400"/>
            </a:lvl1pPr>
            <a:lvl2pPr marL="457076" indent="0">
              <a:buNone/>
              <a:defRPr sz="1200"/>
            </a:lvl2pPr>
            <a:lvl3pPr marL="914152" indent="0">
              <a:buNone/>
              <a:defRPr sz="1000"/>
            </a:lvl3pPr>
            <a:lvl4pPr marL="1371228" indent="0">
              <a:buNone/>
              <a:defRPr sz="900"/>
            </a:lvl4pPr>
            <a:lvl5pPr marL="1828304" indent="0">
              <a:buNone/>
              <a:defRPr sz="900"/>
            </a:lvl5pPr>
            <a:lvl6pPr marL="2285380" indent="0">
              <a:buNone/>
              <a:defRPr sz="900"/>
            </a:lvl6pPr>
            <a:lvl7pPr marL="2742456" indent="0">
              <a:buNone/>
              <a:defRPr sz="900"/>
            </a:lvl7pPr>
            <a:lvl8pPr marL="3199531" indent="0">
              <a:buNone/>
              <a:defRPr sz="900"/>
            </a:lvl8pPr>
            <a:lvl9pPr marL="3656608" indent="0">
              <a:buNone/>
              <a:defRPr sz="900"/>
            </a:lvl9pPr>
          </a:lstStyle>
          <a:p>
            <a:pPr lvl="0"/>
            <a:r>
              <a:rPr lang="en-US" dirty="0" smtClean="0"/>
              <a:t>Click to edit Master text styles</a:t>
            </a:r>
          </a:p>
        </p:txBody>
      </p:sp>
      <p:sp>
        <p:nvSpPr>
          <p:cNvPr id="5" name="Date Placeholder 4"/>
          <p:cNvSpPr>
            <a:spLocks noGrp="1"/>
          </p:cNvSpPr>
          <p:nvPr>
            <p:ph type="dt" sz="half" idx="10"/>
          </p:nvPr>
        </p:nvSpPr>
        <p:spPr/>
        <p:txBody>
          <a:bodyPr/>
          <a:lstStyle/>
          <a:p>
            <a:fld id="{560383CF-3FCF-461D-8614-B40C0FE1F3F7}" type="datetime1">
              <a:rPr lang="en-US" smtClean="0"/>
              <a:pPr/>
              <a:t>1/19/2018</a:t>
            </a:fld>
            <a:endParaRPr lang="en-US" dirty="0"/>
          </a:p>
        </p:txBody>
      </p:sp>
      <p:sp>
        <p:nvSpPr>
          <p:cNvPr id="6" name="Footer Placeholder 5"/>
          <p:cNvSpPr>
            <a:spLocks noGrp="1"/>
          </p:cNvSpPr>
          <p:nvPr>
            <p:ph type="ftr" sz="quarter" idx="11"/>
          </p:nvPr>
        </p:nvSpPr>
        <p:spPr/>
        <p:txBody>
          <a:body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31829808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BA2B7E77-214E-47AE-AE53-CB96E2D28A02}" type="datetime1">
              <a:rPr lang="en-US" smtClean="0"/>
              <a:pPr/>
              <a:t>1/19/2018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cxnSp>
        <p:nvCxnSpPr>
          <p:cNvPr id="6" name="Straight Connector 5"/>
          <p:cNvCxnSpPr/>
          <p:nvPr userDrawn="1"/>
        </p:nvCxnSpPr>
        <p:spPr>
          <a:xfrm>
            <a:off x="457200" y="152400"/>
            <a:ext cx="0" cy="5080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82173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83093"/>
            <a:ext cx="2057400" cy="3901017"/>
          </a:xfrm>
        </p:spPr>
        <p:txBody>
          <a:bodyPr vert="eaVert"/>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57200" y="183093"/>
            <a:ext cx="6019800" cy="39010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6FE7284-0B0F-490B-B086-6A2F3ADDFF0D}" type="datetime1">
              <a:rPr lang="en-US" smtClean="0"/>
              <a:pPr/>
              <a:t>1/19/2018</a:t>
            </a:fld>
            <a:endParaRPr lang="en-US" dirty="0"/>
          </a:p>
        </p:txBody>
      </p:sp>
      <p:sp>
        <p:nvSpPr>
          <p:cNvPr id="5" name="Footer Placeholder 4"/>
          <p:cNvSpPr>
            <a:spLocks noGrp="1"/>
          </p:cNvSpPr>
          <p:nvPr>
            <p:ph type="ftr" sz="quarter" idx="11"/>
          </p:nvPr>
        </p:nvSpPr>
        <p:spPr/>
        <p:txBody>
          <a:bodyPr/>
          <a:lstStyle/>
          <a:p>
            <a:fld id="{0B491FB4-905F-488C-AD01-09867DFAF172}" type="slidenum">
              <a:rPr lang="en-US" smtClean="0"/>
              <a:pPr/>
              <a:t>‹#›</a:t>
            </a:fld>
            <a:endParaRPr lang="en-US" dirty="0"/>
          </a:p>
        </p:txBody>
      </p:sp>
    </p:spTree>
    <p:extLst>
      <p:ext uri="{BB962C8B-B14F-4D97-AF65-F5344CB8AC3E}">
        <p14:creationId xmlns:p14="http://schemas.microsoft.com/office/powerpoint/2010/main" val="2911673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063" descr="PPT Template"/>
          <p:cNvPicPr>
            <a:picLocks noChangeAspect="1" noChangeArrowheads="1"/>
          </p:cNvPicPr>
          <p:nvPr/>
        </p:nvPicPr>
        <p:blipFill>
          <a:blip r:embed="rId2" cstate="print"/>
          <a:srcRect/>
          <a:stretch>
            <a:fillRect/>
          </a:stretch>
        </p:blipFill>
        <p:spPr bwMode="auto">
          <a:xfrm>
            <a:off x="0" y="2"/>
            <a:ext cx="9144000" cy="2524125"/>
          </a:xfrm>
          <a:prstGeom prst="rect">
            <a:avLst/>
          </a:prstGeom>
          <a:noFill/>
          <a:ln w="9525">
            <a:noFill/>
            <a:miter lim="800000"/>
            <a:headEnd/>
            <a:tailEnd/>
          </a:ln>
        </p:spPr>
      </p:pic>
      <p:pic>
        <p:nvPicPr>
          <p:cNvPr id="5" name="Picture 2060" descr="HCL Logo"/>
          <p:cNvPicPr>
            <a:picLocks noChangeAspect="1" noChangeArrowheads="1"/>
          </p:cNvPicPr>
          <p:nvPr/>
        </p:nvPicPr>
        <p:blipFill>
          <a:blip r:embed="rId3" cstate="print"/>
          <a:srcRect l="8115" t="31725" r="8223" b="28896"/>
          <a:stretch>
            <a:fillRect/>
          </a:stretch>
        </p:blipFill>
        <p:spPr bwMode="auto">
          <a:xfrm>
            <a:off x="8001002" y="4368802"/>
            <a:ext cx="987425" cy="110067"/>
          </a:xfrm>
          <a:prstGeom prst="rect">
            <a:avLst/>
          </a:prstGeom>
          <a:noFill/>
          <a:ln w="9525">
            <a:noFill/>
            <a:miter lim="800000"/>
            <a:headEnd/>
            <a:tailEnd/>
          </a:ln>
        </p:spPr>
      </p:pic>
      <p:sp>
        <p:nvSpPr>
          <p:cNvPr id="6" name="Rectangle 5"/>
          <p:cNvSpPr/>
          <p:nvPr/>
        </p:nvSpPr>
        <p:spPr bwMode="auto">
          <a:xfrm>
            <a:off x="4724402" y="1778000"/>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63" tIns="34331" rIns="68663" bIns="34331"/>
          <a:lstStyle/>
          <a:p>
            <a:pPr defTabSz="686620">
              <a:defRPr/>
            </a:pPr>
            <a:endParaRPr lang="en-US" sz="1400" dirty="0">
              <a:solidFill>
                <a:prstClr val="black"/>
              </a:solidFill>
            </a:endParaRPr>
          </a:p>
        </p:txBody>
      </p:sp>
      <p:pic>
        <p:nvPicPr>
          <p:cNvPr id="7" name="Picture 2060" descr="HCL Logo"/>
          <p:cNvPicPr>
            <a:picLocks noChangeAspect="1" noChangeArrowheads="1"/>
          </p:cNvPicPr>
          <p:nvPr/>
        </p:nvPicPr>
        <p:blipFill>
          <a:blip r:embed="rId4" cstate="print"/>
          <a:srcRect l="8115" t="31725" r="8223" b="28896"/>
          <a:stretch>
            <a:fillRect/>
          </a:stretch>
        </p:blipFill>
        <p:spPr bwMode="auto">
          <a:xfrm>
            <a:off x="8001002" y="4368802"/>
            <a:ext cx="987425" cy="110067"/>
          </a:xfrm>
          <a:prstGeom prst="rect">
            <a:avLst/>
          </a:prstGeom>
          <a:noFill/>
          <a:ln w="9525">
            <a:noFill/>
            <a:miter lim="800000"/>
            <a:headEnd/>
            <a:tailEnd/>
          </a:ln>
        </p:spPr>
      </p:pic>
      <p:sp>
        <p:nvSpPr>
          <p:cNvPr id="9" name="Rectangle 8"/>
          <p:cNvSpPr/>
          <p:nvPr/>
        </p:nvSpPr>
        <p:spPr bwMode="auto">
          <a:xfrm>
            <a:off x="4781551" y="1785409"/>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63" tIns="34331" rIns="68663" bIns="34331"/>
          <a:lstStyle/>
          <a:p>
            <a:pPr defTabSz="686620">
              <a:defRPr/>
            </a:pPr>
            <a:endParaRPr lang="en-US" sz="1400" dirty="0">
              <a:solidFill>
                <a:prstClr val="black"/>
              </a:solidFill>
            </a:endParaRPr>
          </a:p>
        </p:txBody>
      </p:sp>
      <p:sp>
        <p:nvSpPr>
          <p:cNvPr id="1242115" name="Rectangle 2051"/>
          <p:cNvSpPr>
            <a:spLocks noGrp="1" noChangeArrowheads="1"/>
          </p:cNvSpPr>
          <p:nvPr>
            <p:ph type="ctrTitle"/>
          </p:nvPr>
        </p:nvSpPr>
        <p:spPr>
          <a:xfrm>
            <a:off x="304800" y="2641603"/>
            <a:ext cx="7772400" cy="980017"/>
          </a:xfrm>
        </p:spPr>
        <p:txBody>
          <a:bodyPr/>
          <a:lstStyle>
            <a:lvl1pPr>
              <a:lnSpc>
                <a:spcPct val="125000"/>
              </a:lnSpc>
              <a:defRPr sz="2400">
                <a:solidFill>
                  <a:srgbClr val="5F5F5F"/>
                </a:solidFill>
              </a:defRPr>
            </a:lvl1pPr>
          </a:lstStyle>
          <a:p>
            <a:r>
              <a:rPr lang="en-US" smtClean="0"/>
              <a:t>Click to edit Master title style</a:t>
            </a:r>
            <a:endParaRPr lang="en-US"/>
          </a:p>
        </p:txBody>
      </p:sp>
      <p:sp>
        <p:nvSpPr>
          <p:cNvPr id="1242125" name="Rectangle 2061"/>
          <p:cNvSpPr>
            <a:spLocks noGrp="1" noChangeArrowheads="1"/>
          </p:cNvSpPr>
          <p:nvPr>
            <p:ph type="subTitle" sz="quarter" idx="1" hasCustomPrompt="1"/>
          </p:nvPr>
        </p:nvSpPr>
        <p:spPr>
          <a:xfrm>
            <a:off x="304800" y="3721100"/>
            <a:ext cx="6400800" cy="508000"/>
          </a:xfrm>
        </p:spPr>
        <p:txBody>
          <a:bodyPr/>
          <a:lstStyle>
            <a:lvl1pPr marL="0" indent="0">
              <a:buFont typeface="Wingdings 2" pitchFamily="18" charset="2"/>
              <a:buNone/>
              <a:defRPr sz="1500" b="1">
                <a:solidFill>
                  <a:srgbClr val="5F5F5F"/>
                </a:solidFill>
              </a:defRPr>
            </a:lvl1pPr>
          </a:lstStyle>
          <a:p>
            <a:r>
              <a:rPr lang="en-US" dirty="0" smtClean="0"/>
              <a:t>19 January 2011</a:t>
            </a:r>
            <a:endParaRPr lang="en-US" dirty="0"/>
          </a:p>
        </p:txBody>
      </p:sp>
    </p:spTree>
    <p:extLst>
      <p:ext uri="{BB962C8B-B14F-4D97-AF65-F5344CB8AC3E}">
        <p14:creationId xmlns:p14="http://schemas.microsoft.com/office/powerpoint/2010/main" val="100719521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6"/>
          <p:cNvSpPr txBox="1">
            <a:spLocks noChangeArrowheads="1"/>
          </p:cNvSpPr>
          <p:nvPr/>
        </p:nvSpPr>
        <p:spPr bwMode="auto">
          <a:xfrm>
            <a:off x="0" y="4348480"/>
            <a:ext cx="426720" cy="213360"/>
          </a:xfrm>
          <a:prstGeom prst="rect">
            <a:avLst/>
          </a:prstGeom>
          <a:noFill/>
          <a:ln w="9525">
            <a:noFill/>
            <a:miter lim="800000"/>
            <a:headEnd/>
            <a:tailEnd/>
          </a:ln>
          <a:effectLst/>
        </p:spPr>
        <p:txBody>
          <a:bodyPr vert="horz" wrap="square" lIns="68663" tIns="34331" rIns="68663" bIns="34331" numCol="1" anchor="ctr" anchorCtr="0" compatLnSpc="1">
            <a:prstTxWarp prst="textNoShape">
              <a:avLst/>
            </a:prstTxWarp>
          </a:bodyPr>
          <a:lstStyle>
            <a:lvl1pPr algn="ctr">
              <a:defRPr sz="800" smtClean="0">
                <a:cs typeface="+mn-cs"/>
              </a:defRPr>
            </a:lvl1pPr>
          </a:lstStyle>
          <a:p>
            <a:pPr defTabSz="686620" fontAlgn="base">
              <a:spcBef>
                <a:spcPct val="0"/>
              </a:spcBef>
              <a:spcAft>
                <a:spcPct val="0"/>
              </a:spcAft>
              <a:defRPr/>
            </a:pPr>
            <a:fld id="{1D424B91-7E39-4279-B2B2-1148731102EF}" type="slidenum">
              <a:rPr lang="en-US" sz="600">
                <a:solidFill>
                  <a:prstClr val="black"/>
                </a:solidFill>
              </a:rPr>
              <a:pPr defTabSz="686620" fontAlgn="base">
                <a:spcBef>
                  <a:spcPct val="0"/>
                </a:spcBef>
                <a:spcAft>
                  <a:spcPct val="0"/>
                </a:spcAft>
                <a:defRPr/>
              </a:pPr>
              <a:t>‹#›</a:t>
            </a:fld>
            <a:endParaRPr lang="en-US" sz="600" dirty="0">
              <a:solidFill>
                <a:prstClr val="black"/>
              </a:solidFill>
            </a:endParaRPr>
          </a:p>
        </p:txBody>
      </p:sp>
    </p:spTree>
    <p:extLst>
      <p:ext uri="{BB962C8B-B14F-4D97-AF65-F5344CB8AC3E}">
        <p14:creationId xmlns:p14="http://schemas.microsoft.com/office/powerpoint/2010/main" val="1701087175"/>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37934"/>
            <a:ext cx="7772400" cy="908050"/>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1937809"/>
            <a:ext cx="7772400" cy="1000124"/>
          </a:xfrm>
        </p:spPr>
        <p:txBody>
          <a:bodyPr anchor="b"/>
          <a:lstStyle>
            <a:lvl1pPr marL="0" indent="0">
              <a:buNone/>
              <a:defRPr sz="1500"/>
            </a:lvl1pPr>
            <a:lvl2pPr marL="343310" indent="0">
              <a:buNone/>
              <a:defRPr sz="1400"/>
            </a:lvl2pPr>
            <a:lvl3pPr marL="686620" indent="0">
              <a:buNone/>
              <a:defRPr sz="1200"/>
            </a:lvl3pPr>
            <a:lvl4pPr marL="1029929" indent="0">
              <a:buNone/>
              <a:defRPr sz="1100"/>
            </a:lvl4pPr>
            <a:lvl5pPr marL="1373238" indent="0">
              <a:buNone/>
              <a:defRPr sz="1100"/>
            </a:lvl5pPr>
            <a:lvl6pPr marL="1716549" indent="0">
              <a:buNone/>
              <a:defRPr sz="1100"/>
            </a:lvl6pPr>
            <a:lvl7pPr marL="2059859" indent="0">
              <a:buNone/>
              <a:defRPr sz="1100"/>
            </a:lvl7pPr>
            <a:lvl8pPr marL="2403168" indent="0">
              <a:buNone/>
              <a:defRPr sz="1100"/>
            </a:lvl8pPr>
            <a:lvl9pPr marL="2746478" indent="0">
              <a:buNone/>
              <a:defRPr sz="11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5057434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86656531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83092"/>
            <a:ext cx="8229600"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023409"/>
            <a:ext cx="4040188" cy="426508"/>
          </a:xfrm>
        </p:spPr>
        <p:txBody>
          <a:bodyPr anchor="b"/>
          <a:lstStyle>
            <a:lvl1pPr marL="0" indent="0">
              <a:buNone/>
              <a:defRPr sz="1800" b="1"/>
            </a:lvl1pPr>
            <a:lvl2pPr marL="343310" indent="0">
              <a:buNone/>
              <a:defRPr sz="1500" b="1"/>
            </a:lvl2pPr>
            <a:lvl3pPr marL="686620" indent="0">
              <a:buNone/>
              <a:defRPr sz="1400" b="1"/>
            </a:lvl3pPr>
            <a:lvl4pPr marL="1029929" indent="0">
              <a:buNone/>
              <a:defRPr sz="1200" b="1"/>
            </a:lvl4pPr>
            <a:lvl5pPr marL="1373238" indent="0">
              <a:buNone/>
              <a:defRPr sz="1200" b="1"/>
            </a:lvl5pPr>
            <a:lvl6pPr marL="1716549" indent="0">
              <a:buNone/>
              <a:defRPr sz="1200" b="1"/>
            </a:lvl6pPr>
            <a:lvl7pPr marL="2059859" indent="0">
              <a:buNone/>
              <a:defRPr sz="1200" b="1"/>
            </a:lvl7pPr>
            <a:lvl8pPr marL="2403168" indent="0">
              <a:buNone/>
              <a:defRPr sz="1200" b="1"/>
            </a:lvl8pPr>
            <a:lvl9pPr marL="2746478"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1" y="1449916"/>
            <a:ext cx="4040188"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9" y="1023409"/>
            <a:ext cx="4041775" cy="426508"/>
          </a:xfrm>
        </p:spPr>
        <p:txBody>
          <a:bodyPr anchor="b"/>
          <a:lstStyle>
            <a:lvl1pPr marL="0" indent="0">
              <a:buNone/>
              <a:defRPr sz="1800" b="1"/>
            </a:lvl1pPr>
            <a:lvl2pPr marL="343310" indent="0">
              <a:buNone/>
              <a:defRPr sz="1500" b="1"/>
            </a:lvl2pPr>
            <a:lvl3pPr marL="686620" indent="0">
              <a:buNone/>
              <a:defRPr sz="1400" b="1"/>
            </a:lvl3pPr>
            <a:lvl4pPr marL="1029929" indent="0">
              <a:buNone/>
              <a:defRPr sz="1200" b="1"/>
            </a:lvl4pPr>
            <a:lvl5pPr marL="1373238" indent="0">
              <a:buNone/>
              <a:defRPr sz="1200" b="1"/>
            </a:lvl5pPr>
            <a:lvl6pPr marL="1716549" indent="0">
              <a:buNone/>
              <a:defRPr sz="1200" b="1"/>
            </a:lvl6pPr>
            <a:lvl7pPr marL="2059859" indent="0">
              <a:buNone/>
              <a:defRPr sz="1200" b="1"/>
            </a:lvl7pPr>
            <a:lvl8pPr marL="2403168" indent="0">
              <a:buNone/>
              <a:defRPr sz="1200" b="1"/>
            </a:lvl8pPr>
            <a:lvl9pPr marL="2746478"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9" y="1449916"/>
            <a:ext cx="4041775"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059758629"/>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2111588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41310462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182033"/>
            <a:ext cx="3008313" cy="77470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182037"/>
            <a:ext cx="5111750" cy="390207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4" y="956737"/>
            <a:ext cx="3008313" cy="3127375"/>
          </a:xfrm>
        </p:spPr>
        <p:txBody>
          <a:bodyPr/>
          <a:lstStyle>
            <a:lvl1pPr marL="0" indent="0">
              <a:buNone/>
              <a:defRPr sz="1100"/>
            </a:lvl1pPr>
            <a:lvl2pPr marL="343310" indent="0">
              <a:buNone/>
              <a:defRPr sz="900"/>
            </a:lvl2pPr>
            <a:lvl3pPr marL="686620" indent="0">
              <a:buNone/>
              <a:defRPr sz="800"/>
            </a:lvl3pPr>
            <a:lvl4pPr marL="1029929" indent="0">
              <a:buNone/>
              <a:defRPr sz="700"/>
            </a:lvl4pPr>
            <a:lvl5pPr marL="1373238" indent="0">
              <a:buNone/>
              <a:defRPr sz="700"/>
            </a:lvl5pPr>
            <a:lvl6pPr marL="1716549" indent="0">
              <a:buNone/>
              <a:defRPr sz="700"/>
            </a:lvl6pPr>
            <a:lvl7pPr marL="2059859" indent="0">
              <a:buNone/>
              <a:defRPr sz="700"/>
            </a:lvl7pPr>
            <a:lvl8pPr marL="2403168" indent="0">
              <a:buNone/>
              <a:defRPr sz="700"/>
            </a:lvl8pPr>
            <a:lvl9pPr marL="2746478"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33686672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1"/>
            <a:ext cx="5486400" cy="377826"/>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08516"/>
            <a:ext cx="5486400" cy="2743200"/>
          </a:xfrm>
        </p:spPr>
        <p:txBody>
          <a:bodyPr/>
          <a:lstStyle>
            <a:lvl1pPr marL="0" indent="0">
              <a:buNone/>
              <a:defRPr sz="2400"/>
            </a:lvl1pPr>
            <a:lvl2pPr marL="343310" indent="0">
              <a:buNone/>
              <a:defRPr sz="2100"/>
            </a:lvl2pPr>
            <a:lvl3pPr marL="686620" indent="0">
              <a:buNone/>
              <a:defRPr sz="1800"/>
            </a:lvl3pPr>
            <a:lvl4pPr marL="1029929" indent="0">
              <a:buNone/>
              <a:defRPr sz="1500"/>
            </a:lvl4pPr>
            <a:lvl5pPr marL="1373238" indent="0">
              <a:buNone/>
              <a:defRPr sz="1500"/>
            </a:lvl5pPr>
            <a:lvl6pPr marL="1716549" indent="0">
              <a:buNone/>
              <a:defRPr sz="1500"/>
            </a:lvl6pPr>
            <a:lvl7pPr marL="2059859" indent="0">
              <a:buNone/>
              <a:defRPr sz="1500"/>
            </a:lvl7pPr>
            <a:lvl8pPr marL="2403168" indent="0">
              <a:buNone/>
              <a:defRPr sz="1500"/>
            </a:lvl8pPr>
            <a:lvl9pPr marL="2746478" indent="0">
              <a:buNone/>
              <a:defRPr sz="15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3578227"/>
            <a:ext cx="5486400" cy="536575"/>
          </a:xfrm>
        </p:spPr>
        <p:txBody>
          <a:bodyPr/>
          <a:lstStyle>
            <a:lvl1pPr marL="0" indent="0">
              <a:buNone/>
              <a:defRPr sz="1100"/>
            </a:lvl1pPr>
            <a:lvl2pPr marL="343310" indent="0">
              <a:buNone/>
              <a:defRPr sz="900"/>
            </a:lvl2pPr>
            <a:lvl3pPr marL="686620" indent="0">
              <a:buNone/>
              <a:defRPr sz="800"/>
            </a:lvl3pPr>
            <a:lvl4pPr marL="1029929" indent="0">
              <a:buNone/>
              <a:defRPr sz="700"/>
            </a:lvl4pPr>
            <a:lvl5pPr marL="1373238" indent="0">
              <a:buNone/>
              <a:defRPr sz="700"/>
            </a:lvl5pPr>
            <a:lvl6pPr marL="1716549" indent="0">
              <a:buNone/>
              <a:defRPr sz="700"/>
            </a:lvl6pPr>
            <a:lvl7pPr marL="2059859" indent="0">
              <a:buNone/>
              <a:defRPr sz="700"/>
            </a:lvl7pPr>
            <a:lvl8pPr marL="2403168" indent="0">
              <a:buNone/>
              <a:defRPr sz="700"/>
            </a:lvl8pPr>
            <a:lvl9pPr marL="2746478"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233270955"/>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694606864"/>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0584"/>
            <a:ext cx="2133600" cy="43074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1" y="10584"/>
            <a:ext cx="6248400" cy="43074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77248153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063" descr="PPT Template"/>
          <p:cNvPicPr>
            <a:picLocks noChangeAspect="1" noChangeArrowheads="1"/>
          </p:cNvPicPr>
          <p:nvPr/>
        </p:nvPicPr>
        <p:blipFill>
          <a:blip r:embed="rId2" cstate="print"/>
          <a:srcRect/>
          <a:stretch>
            <a:fillRect/>
          </a:stretch>
        </p:blipFill>
        <p:spPr bwMode="auto">
          <a:xfrm>
            <a:off x="0" y="1"/>
            <a:ext cx="9144000" cy="2524125"/>
          </a:xfrm>
          <a:prstGeom prst="rect">
            <a:avLst/>
          </a:prstGeom>
          <a:noFill/>
          <a:ln w="9525">
            <a:noFill/>
            <a:miter lim="800000"/>
            <a:headEnd/>
            <a:tailEnd/>
          </a:ln>
        </p:spPr>
      </p:pic>
      <p:pic>
        <p:nvPicPr>
          <p:cNvPr id="5" name="Picture 2060" descr="HCL Logo"/>
          <p:cNvPicPr>
            <a:picLocks noChangeAspect="1" noChangeArrowheads="1"/>
          </p:cNvPicPr>
          <p:nvPr/>
        </p:nvPicPr>
        <p:blipFill>
          <a:blip r:embed="rId3" cstate="print"/>
          <a:srcRect l="8115" t="31725" r="8223" b="28896"/>
          <a:stretch>
            <a:fillRect/>
          </a:stretch>
        </p:blipFill>
        <p:spPr bwMode="auto">
          <a:xfrm>
            <a:off x="8001002" y="4368800"/>
            <a:ext cx="987425" cy="110067"/>
          </a:xfrm>
          <a:prstGeom prst="rect">
            <a:avLst/>
          </a:prstGeom>
          <a:noFill/>
          <a:ln w="9525">
            <a:noFill/>
            <a:miter lim="800000"/>
            <a:headEnd/>
            <a:tailEnd/>
          </a:ln>
        </p:spPr>
      </p:pic>
      <p:sp>
        <p:nvSpPr>
          <p:cNvPr id="6" name="Rectangle 5"/>
          <p:cNvSpPr/>
          <p:nvPr/>
        </p:nvSpPr>
        <p:spPr bwMode="auto">
          <a:xfrm>
            <a:off x="4724402" y="1778000"/>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81" tIns="34340" rIns="68681" bIns="34340"/>
          <a:lstStyle/>
          <a:p>
            <a:pPr defTabSz="686806">
              <a:defRPr/>
            </a:pPr>
            <a:endParaRPr lang="en-US" sz="1400" dirty="0">
              <a:solidFill>
                <a:prstClr val="black"/>
              </a:solidFill>
            </a:endParaRPr>
          </a:p>
        </p:txBody>
      </p:sp>
      <p:pic>
        <p:nvPicPr>
          <p:cNvPr id="7" name="Picture 2060" descr="HCL Logo"/>
          <p:cNvPicPr>
            <a:picLocks noChangeAspect="1" noChangeArrowheads="1"/>
          </p:cNvPicPr>
          <p:nvPr/>
        </p:nvPicPr>
        <p:blipFill>
          <a:blip r:embed="rId4" cstate="print"/>
          <a:srcRect l="8115" t="31725" r="8223" b="28896"/>
          <a:stretch>
            <a:fillRect/>
          </a:stretch>
        </p:blipFill>
        <p:spPr bwMode="auto">
          <a:xfrm>
            <a:off x="8001002" y="4368800"/>
            <a:ext cx="987425" cy="110067"/>
          </a:xfrm>
          <a:prstGeom prst="rect">
            <a:avLst/>
          </a:prstGeom>
          <a:noFill/>
          <a:ln w="9525">
            <a:noFill/>
            <a:miter lim="800000"/>
            <a:headEnd/>
            <a:tailEnd/>
          </a:ln>
        </p:spPr>
      </p:pic>
      <p:sp>
        <p:nvSpPr>
          <p:cNvPr id="9" name="Rectangle 8"/>
          <p:cNvSpPr/>
          <p:nvPr/>
        </p:nvSpPr>
        <p:spPr bwMode="auto">
          <a:xfrm>
            <a:off x="4781551" y="1785409"/>
            <a:ext cx="4264025" cy="558800"/>
          </a:xfrm>
          <a:prstGeom prst="rect">
            <a:avLst/>
          </a:prstGeom>
          <a:solidFill>
            <a:schemeClr val="bg1"/>
          </a:solidFill>
          <a:ln w="3175" cap="flat" cmpd="sng" algn="ctr">
            <a:noFill/>
            <a:prstDash val="solid"/>
            <a:miter lim="800000"/>
            <a:headEnd type="none" w="sm" len="sm"/>
            <a:tailEnd type="triangle" w="med" len="med"/>
          </a:ln>
          <a:effectLst/>
        </p:spPr>
        <p:txBody>
          <a:bodyPr wrap="none" lIns="68681" tIns="34340" rIns="68681" bIns="34340"/>
          <a:lstStyle/>
          <a:p>
            <a:pPr defTabSz="686806">
              <a:defRPr/>
            </a:pPr>
            <a:endParaRPr lang="en-US" sz="1400" dirty="0">
              <a:solidFill>
                <a:prstClr val="black"/>
              </a:solidFill>
            </a:endParaRPr>
          </a:p>
        </p:txBody>
      </p:sp>
      <p:sp>
        <p:nvSpPr>
          <p:cNvPr id="1242115" name="Rectangle 2051"/>
          <p:cNvSpPr>
            <a:spLocks noGrp="1" noChangeArrowheads="1"/>
          </p:cNvSpPr>
          <p:nvPr>
            <p:ph type="ctrTitle"/>
          </p:nvPr>
        </p:nvSpPr>
        <p:spPr>
          <a:xfrm>
            <a:off x="304800" y="2641601"/>
            <a:ext cx="7772400" cy="980017"/>
          </a:xfrm>
        </p:spPr>
        <p:txBody>
          <a:bodyPr/>
          <a:lstStyle>
            <a:lvl1pPr>
              <a:lnSpc>
                <a:spcPct val="125000"/>
              </a:lnSpc>
              <a:defRPr sz="2400">
                <a:solidFill>
                  <a:srgbClr val="5F5F5F"/>
                </a:solidFill>
              </a:defRPr>
            </a:lvl1pPr>
          </a:lstStyle>
          <a:p>
            <a:r>
              <a:rPr lang="en-US" smtClean="0"/>
              <a:t>Click to edit Master title style</a:t>
            </a:r>
            <a:endParaRPr lang="en-US"/>
          </a:p>
        </p:txBody>
      </p:sp>
      <p:sp>
        <p:nvSpPr>
          <p:cNvPr id="1242125" name="Rectangle 2061"/>
          <p:cNvSpPr>
            <a:spLocks noGrp="1" noChangeArrowheads="1"/>
          </p:cNvSpPr>
          <p:nvPr>
            <p:ph type="subTitle" sz="quarter" idx="1" hasCustomPrompt="1"/>
          </p:nvPr>
        </p:nvSpPr>
        <p:spPr>
          <a:xfrm>
            <a:off x="304800" y="3721100"/>
            <a:ext cx="6400800" cy="508000"/>
          </a:xfrm>
        </p:spPr>
        <p:txBody>
          <a:bodyPr/>
          <a:lstStyle>
            <a:lvl1pPr marL="0" indent="0">
              <a:buFont typeface="Wingdings 2" pitchFamily="18" charset="2"/>
              <a:buNone/>
              <a:defRPr sz="1500" b="1">
                <a:solidFill>
                  <a:srgbClr val="5F5F5F"/>
                </a:solidFill>
              </a:defRPr>
            </a:lvl1pPr>
          </a:lstStyle>
          <a:p>
            <a:r>
              <a:rPr lang="en-US" dirty="0" smtClean="0"/>
              <a:t>19 January 2011</a:t>
            </a:r>
            <a:endParaRPr lang="en-US" dirty="0"/>
          </a:p>
        </p:txBody>
      </p:sp>
    </p:spTree>
    <p:extLst>
      <p:ext uri="{BB962C8B-B14F-4D97-AF65-F5344CB8AC3E}">
        <p14:creationId xmlns:p14="http://schemas.microsoft.com/office/powerpoint/2010/main" val="4139836953"/>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6"/>
          <p:cNvSpPr txBox="1">
            <a:spLocks noChangeArrowheads="1"/>
          </p:cNvSpPr>
          <p:nvPr/>
        </p:nvSpPr>
        <p:spPr bwMode="auto">
          <a:xfrm>
            <a:off x="0" y="4348480"/>
            <a:ext cx="426720" cy="213360"/>
          </a:xfrm>
          <a:prstGeom prst="rect">
            <a:avLst/>
          </a:prstGeom>
          <a:noFill/>
          <a:ln w="9525">
            <a:noFill/>
            <a:miter lim="800000"/>
            <a:headEnd/>
            <a:tailEnd/>
          </a:ln>
          <a:effectLst/>
        </p:spPr>
        <p:txBody>
          <a:bodyPr vert="horz" wrap="square" lIns="68681" tIns="34340" rIns="68681" bIns="34340" numCol="1" anchor="ctr" anchorCtr="0" compatLnSpc="1">
            <a:prstTxWarp prst="textNoShape">
              <a:avLst/>
            </a:prstTxWarp>
          </a:bodyPr>
          <a:lstStyle>
            <a:lvl1pPr algn="ctr">
              <a:defRPr sz="800" smtClean="0">
                <a:cs typeface="+mn-cs"/>
              </a:defRPr>
            </a:lvl1pPr>
          </a:lstStyle>
          <a:p>
            <a:pPr defTabSz="686806" fontAlgn="base">
              <a:spcBef>
                <a:spcPct val="0"/>
              </a:spcBef>
              <a:spcAft>
                <a:spcPct val="0"/>
              </a:spcAft>
              <a:defRPr/>
            </a:pPr>
            <a:fld id="{1D424B91-7E39-4279-B2B2-1148731102EF}" type="slidenum">
              <a:rPr lang="en-US" sz="600">
                <a:solidFill>
                  <a:prstClr val="black"/>
                </a:solidFill>
              </a:rPr>
              <a:pPr defTabSz="686806" fontAlgn="base">
                <a:spcBef>
                  <a:spcPct val="0"/>
                </a:spcBef>
                <a:spcAft>
                  <a:spcPct val="0"/>
                </a:spcAft>
                <a:defRPr/>
              </a:pPr>
              <a:t>‹#›</a:t>
            </a:fld>
            <a:endParaRPr lang="en-US" sz="600" dirty="0">
              <a:solidFill>
                <a:prstClr val="black"/>
              </a:solidFill>
            </a:endParaRPr>
          </a:p>
        </p:txBody>
      </p:sp>
    </p:spTree>
    <p:extLst>
      <p:ext uri="{BB962C8B-B14F-4D97-AF65-F5344CB8AC3E}">
        <p14:creationId xmlns:p14="http://schemas.microsoft.com/office/powerpoint/2010/main" val="1873368616"/>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2937934"/>
            <a:ext cx="7772400" cy="908050"/>
          </a:xfrm>
        </p:spPr>
        <p:txBody>
          <a:bodyPr anchor="t"/>
          <a:lstStyle>
            <a:lvl1pPr algn="l">
              <a:defRPr sz="3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1937809"/>
            <a:ext cx="7772400" cy="1000124"/>
          </a:xfrm>
        </p:spPr>
        <p:txBody>
          <a:bodyPr anchor="b"/>
          <a:lstStyle>
            <a:lvl1pPr marL="0" indent="0">
              <a:buNone/>
              <a:defRPr sz="1500"/>
            </a:lvl1pPr>
            <a:lvl2pPr marL="343403" indent="0">
              <a:buNone/>
              <a:defRPr sz="1400"/>
            </a:lvl2pPr>
            <a:lvl3pPr marL="686806" indent="0">
              <a:buNone/>
              <a:defRPr sz="1200"/>
            </a:lvl3pPr>
            <a:lvl4pPr marL="1030209" indent="0">
              <a:buNone/>
              <a:defRPr sz="1100"/>
            </a:lvl4pPr>
            <a:lvl5pPr marL="1373612" indent="0">
              <a:buNone/>
              <a:defRPr sz="1100"/>
            </a:lvl5pPr>
            <a:lvl6pPr marL="1717015" indent="0">
              <a:buNone/>
              <a:defRPr sz="1100"/>
            </a:lvl6pPr>
            <a:lvl7pPr marL="2060418" indent="0">
              <a:buNone/>
              <a:defRPr sz="1100"/>
            </a:lvl7pPr>
            <a:lvl8pPr marL="2403820" indent="0">
              <a:buNone/>
              <a:defRPr sz="1100"/>
            </a:lvl8pPr>
            <a:lvl9pPr marL="2747223" indent="0">
              <a:buNone/>
              <a:defRPr sz="11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186150993"/>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048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863600"/>
            <a:ext cx="4191000" cy="3454400"/>
          </a:xfrm>
        </p:spPr>
        <p:txBody>
          <a:bodyPr/>
          <a:lstStyle>
            <a:lvl1pPr>
              <a:defRPr sz="2100"/>
            </a:lvl1pPr>
            <a:lvl2pPr>
              <a:defRPr sz="1800"/>
            </a:lvl2pPr>
            <a:lvl3pPr>
              <a:defRPr sz="15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689750718"/>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183092"/>
            <a:ext cx="8229600" cy="762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023409"/>
            <a:ext cx="4040188" cy="426508"/>
          </a:xfrm>
        </p:spPr>
        <p:txBody>
          <a:bodyPr anchor="b"/>
          <a:lstStyle>
            <a:lvl1pPr marL="0" indent="0">
              <a:buNone/>
              <a:defRPr sz="1800" b="1"/>
            </a:lvl1pPr>
            <a:lvl2pPr marL="343403" indent="0">
              <a:buNone/>
              <a:defRPr sz="1500" b="1"/>
            </a:lvl2pPr>
            <a:lvl3pPr marL="686806" indent="0">
              <a:buNone/>
              <a:defRPr sz="1400" b="1"/>
            </a:lvl3pPr>
            <a:lvl4pPr marL="1030209" indent="0">
              <a:buNone/>
              <a:defRPr sz="1200" b="1"/>
            </a:lvl4pPr>
            <a:lvl5pPr marL="1373612" indent="0">
              <a:buNone/>
              <a:defRPr sz="1200" b="1"/>
            </a:lvl5pPr>
            <a:lvl6pPr marL="1717015" indent="0">
              <a:buNone/>
              <a:defRPr sz="1200" b="1"/>
            </a:lvl6pPr>
            <a:lvl7pPr marL="2060418" indent="0">
              <a:buNone/>
              <a:defRPr sz="1200" b="1"/>
            </a:lvl7pPr>
            <a:lvl8pPr marL="2403820" indent="0">
              <a:buNone/>
              <a:defRPr sz="1200" b="1"/>
            </a:lvl8pPr>
            <a:lvl9pPr marL="2747223"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457201" y="1449916"/>
            <a:ext cx="4040188"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023409"/>
            <a:ext cx="4041775" cy="426508"/>
          </a:xfrm>
        </p:spPr>
        <p:txBody>
          <a:bodyPr anchor="b"/>
          <a:lstStyle>
            <a:lvl1pPr marL="0" indent="0">
              <a:buNone/>
              <a:defRPr sz="1800" b="1"/>
            </a:lvl1pPr>
            <a:lvl2pPr marL="343403" indent="0">
              <a:buNone/>
              <a:defRPr sz="1500" b="1"/>
            </a:lvl2pPr>
            <a:lvl3pPr marL="686806" indent="0">
              <a:buNone/>
              <a:defRPr sz="1400" b="1"/>
            </a:lvl3pPr>
            <a:lvl4pPr marL="1030209" indent="0">
              <a:buNone/>
              <a:defRPr sz="1200" b="1"/>
            </a:lvl4pPr>
            <a:lvl5pPr marL="1373612" indent="0">
              <a:buNone/>
              <a:defRPr sz="1200" b="1"/>
            </a:lvl5pPr>
            <a:lvl6pPr marL="1717015" indent="0">
              <a:buNone/>
              <a:defRPr sz="1200" b="1"/>
            </a:lvl6pPr>
            <a:lvl7pPr marL="2060418" indent="0">
              <a:buNone/>
              <a:defRPr sz="1200" b="1"/>
            </a:lvl7pPr>
            <a:lvl8pPr marL="2403820" indent="0">
              <a:buNone/>
              <a:defRPr sz="1200" b="1"/>
            </a:lvl8pPr>
            <a:lvl9pPr marL="2747223"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5027" y="1449916"/>
            <a:ext cx="4041775" cy="2634192"/>
          </a:xfrm>
        </p:spPr>
        <p:txBody>
          <a:bodyPr/>
          <a:lstStyle>
            <a:lvl1pPr>
              <a:defRPr sz="1800"/>
            </a:lvl1pPr>
            <a:lvl2pPr>
              <a:defRPr sz="15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235824832"/>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111851052"/>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169250979"/>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182033"/>
            <a:ext cx="3008313" cy="774700"/>
          </a:xfrm>
        </p:spPr>
        <p:txBody>
          <a:bodyPr anchor="b"/>
          <a:lstStyle>
            <a:lvl1pPr algn="l">
              <a:defRPr sz="1500" b="1"/>
            </a:lvl1pPr>
          </a:lstStyle>
          <a:p>
            <a:r>
              <a:rPr lang="en-US" smtClean="0"/>
              <a:t>Click to edit Master title style</a:t>
            </a:r>
            <a:endParaRPr lang="en-US"/>
          </a:p>
        </p:txBody>
      </p:sp>
      <p:sp>
        <p:nvSpPr>
          <p:cNvPr id="3" name="Content Placeholder 2"/>
          <p:cNvSpPr>
            <a:spLocks noGrp="1"/>
          </p:cNvSpPr>
          <p:nvPr>
            <p:ph idx="1"/>
          </p:nvPr>
        </p:nvSpPr>
        <p:spPr>
          <a:xfrm>
            <a:off x="3575050" y="182035"/>
            <a:ext cx="5111750" cy="390207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956735"/>
            <a:ext cx="3008313" cy="3127375"/>
          </a:xfrm>
        </p:spPr>
        <p:txBody>
          <a:bodyPr/>
          <a:lstStyle>
            <a:lvl1pPr marL="0" indent="0">
              <a:buNone/>
              <a:defRPr sz="1100"/>
            </a:lvl1pPr>
            <a:lvl2pPr marL="343403" indent="0">
              <a:buNone/>
              <a:defRPr sz="900"/>
            </a:lvl2pPr>
            <a:lvl3pPr marL="686806" indent="0">
              <a:buNone/>
              <a:defRPr sz="800"/>
            </a:lvl3pPr>
            <a:lvl4pPr marL="1030209" indent="0">
              <a:buNone/>
              <a:defRPr sz="700"/>
            </a:lvl4pPr>
            <a:lvl5pPr marL="1373612" indent="0">
              <a:buNone/>
              <a:defRPr sz="700"/>
            </a:lvl5pPr>
            <a:lvl6pPr marL="1717015" indent="0">
              <a:buNone/>
              <a:defRPr sz="700"/>
            </a:lvl6pPr>
            <a:lvl7pPr marL="2060418" indent="0">
              <a:buNone/>
              <a:defRPr sz="700"/>
            </a:lvl7pPr>
            <a:lvl8pPr marL="2403820" indent="0">
              <a:buNone/>
              <a:defRPr sz="700"/>
            </a:lvl8pPr>
            <a:lvl9pPr marL="2747223"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767175082"/>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200400"/>
            <a:ext cx="5486400" cy="377826"/>
          </a:xfrm>
        </p:spPr>
        <p:txBody>
          <a:bodyPr anchor="b"/>
          <a:lstStyle>
            <a:lvl1pPr algn="l">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792288" y="408516"/>
            <a:ext cx="5486400" cy="2743200"/>
          </a:xfrm>
        </p:spPr>
        <p:txBody>
          <a:bodyPr/>
          <a:lstStyle>
            <a:lvl1pPr marL="0" indent="0">
              <a:buNone/>
              <a:defRPr sz="2400"/>
            </a:lvl1pPr>
            <a:lvl2pPr marL="343403" indent="0">
              <a:buNone/>
              <a:defRPr sz="2100"/>
            </a:lvl2pPr>
            <a:lvl3pPr marL="686806" indent="0">
              <a:buNone/>
              <a:defRPr sz="1800"/>
            </a:lvl3pPr>
            <a:lvl4pPr marL="1030209" indent="0">
              <a:buNone/>
              <a:defRPr sz="1500"/>
            </a:lvl4pPr>
            <a:lvl5pPr marL="1373612" indent="0">
              <a:buNone/>
              <a:defRPr sz="1500"/>
            </a:lvl5pPr>
            <a:lvl6pPr marL="1717015" indent="0">
              <a:buNone/>
              <a:defRPr sz="1500"/>
            </a:lvl6pPr>
            <a:lvl7pPr marL="2060418" indent="0">
              <a:buNone/>
              <a:defRPr sz="1500"/>
            </a:lvl7pPr>
            <a:lvl8pPr marL="2403820" indent="0">
              <a:buNone/>
              <a:defRPr sz="1500"/>
            </a:lvl8pPr>
            <a:lvl9pPr marL="2747223" indent="0">
              <a:buNone/>
              <a:defRPr sz="1500"/>
            </a:lvl9pPr>
          </a:lstStyle>
          <a:p>
            <a:pPr lvl="0"/>
            <a:r>
              <a:rPr lang="en-US" noProof="0" dirty="0" smtClean="0"/>
              <a:t>Click icon to add picture</a:t>
            </a:r>
            <a:endParaRPr lang="en-US" noProof="0" dirty="0"/>
          </a:p>
        </p:txBody>
      </p:sp>
      <p:sp>
        <p:nvSpPr>
          <p:cNvPr id="4" name="Text Placeholder 3"/>
          <p:cNvSpPr>
            <a:spLocks noGrp="1"/>
          </p:cNvSpPr>
          <p:nvPr>
            <p:ph type="body" sz="half" idx="2"/>
          </p:nvPr>
        </p:nvSpPr>
        <p:spPr>
          <a:xfrm>
            <a:off x="1792288" y="3578225"/>
            <a:ext cx="5486400" cy="536575"/>
          </a:xfrm>
        </p:spPr>
        <p:txBody>
          <a:bodyPr/>
          <a:lstStyle>
            <a:lvl1pPr marL="0" indent="0">
              <a:buNone/>
              <a:defRPr sz="1100"/>
            </a:lvl1pPr>
            <a:lvl2pPr marL="343403" indent="0">
              <a:buNone/>
              <a:defRPr sz="900"/>
            </a:lvl2pPr>
            <a:lvl3pPr marL="686806" indent="0">
              <a:buNone/>
              <a:defRPr sz="800"/>
            </a:lvl3pPr>
            <a:lvl4pPr marL="1030209" indent="0">
              <a:buNone/>
              <a:defRPr sz="700"/>
            </a:lvl4pPr>
            <a:lvl5pPr marL="1373612" indent="0">
              <a:buNone/>
              <a:defRPr sz="700"/>
            </a:lvl5pPr>
            <a:lvl6pPr marL="1717015" indent="0">
              <a:buNone/>
              <a:defRPr sz="700"/>
            </a:lvl6pPr>
            <a:lvl7pPr marL="2060418" indent="0">
              <a:buNone/>
              <a:defRPr sz="700"/>
            </a:lvl7pPr>
            <a:lvl8pPr marL="2403820" indent="0">
              <a:buNone/>
              <a:defRPr sz="700"/>
            </a:lvl8pPr>
            <a:lvl9pPr marL="2747223" indent="0">
              <a:buNone/>
              <a:defRPr sz="7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501845000"/>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377838086"/>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10584"/>
            <a:ext cx="2133600" cy="4307417"/>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04801" y="10584"/>
            <a:ext cx="6248400" cy="43074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FBE3A6FE-5149-45DB-A42F-E73E140876C2}"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26235646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image" Target="../media/image1.jpe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3.jpeg"/><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jpe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image" Target="../media/image3.jpeg"/><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83092"/>
            <a:ext cx="8229600" cy="477308"/>
          </a:xfrm>
          <a:prstGeom prst="rect">
            <a:avLst/>
          </a:prstGeom>
        </p:spPr>
        <p:txBody>
          <a:bodyPr vert="horz" lIns="91416" tIns="45707" rIns="91416" bIns="45707"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762000"/>
            <a:ext cx="8229600" cy="3403600"/>
          </a:xfrm>
          <a:prstGeom prst="rect">
            <a:avLst/>
          </a:prstGeom>
        </p:spPr>
        <p:txBody>
          <a:bodyPr vert="horz" lIns="91416" tIns="45707" rIns="91416" bIns="45707"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4237568"/>
            <a:ext cx="2133600" cy="243417"/>
          </a:xfrm>
          <a:prstGeom prst="rect">
            <a:avLst/>
          </a:prstGeom>
        </p:spPr>
        <p:txBody>
          <a:bodyPr vert="horz" lIns="91416" tIns="45707" rIns="91416" bIns="45707" rtlCol="0" anchor="ctr"/>
          <a:lstStyle>
            <a:lvl1pPr algn="l">
              <a:defRPr sz="1200">
                <a:solidFill>
                  <a:schemeClr val="tx1">
                    <a:tint val="75000"/>
                  </a:schemeClr>
                </a:solidFill>
              </a:defRPr>
            </a:lvl1pPr>
          </a:lstStyle>
          <a:p>
            <a:fld id="{B8243C20-CCA1-42AC-B489-4AB708C4F124}" type="datetime1">
              <a:rPr lang="en-US" smtClean="0"/>
              <a:pPr/>
              <a:t>1/19/2018</a:t>
            </a:fld>
            <a:endParaRPr lang="en-US" dirty="0"/>
          </a:p>
        </p:txBody>
      </p:sp>
      <p:sp>
        <p:nvSpPr>
          <p:cNvPr id="5" name="Footer Placeholder 4"/>
          <p:cNvSpPr>
            <a:spLocks noGrp="1"/>
          </p:cNvSpPr>
          <p:nvPr>
            <p:ph type="ftr" sz="quarter" idx="3"/>
          </p:nvPr>
        </p:nvSpPr>
        <p:spPr>
          <a:xfrm>
            <a:off x="3124202" y="4237568"/>
            <a:ext cx="2895600" cy="243417"/>
          </a:xfrm>
          <a:prstGeom prst="rect">
            <a:avLst/>
          </a:prstGeom>
        </p:spPr>
        <p:txBody>
          <a:bodyPr vert="horz" lIns="91416" tIns="45707" rIns="91416" bIns="45707" rtlCol="0" anchor="ctr"/>
          <a:lstStyle>
            <a:lvl1pPr algn="ctr">
              <a:defRPr sz="900">
                <a:solidFill>
                  <a:schemeClr val="tx1">
                    <a:tint val="75000"/>
                  </a:schemeClr>
                </a:solidFill>
              </a:defRPr>
            </a:lvl1pPr>
          </a:lstStyle>
          <a:p>
            <a:fld id="{0B491FB4-905F-488C-AD01-09867DFAF172}" type="slidenum">
              <a:rPr lang="en-US" smtClean="0"/>
              <a:pPr/>
              <a:t>‹#›</a:t>
            </a:fld>
            <a:endParaRPr lang="en-US" dirty="0" smtClean="0"/>
          </a:p>
        </p:txBody>
      </p:sp>
    </p:spTree>
    <p:extLst>
      <p:ext uri="{BB962C8B-B14F-4D97-AF65-F5344CB8AC3E}">
        <p14:creationId xmlns:p14="http://schemas.microsoft.com/office/powerpoint/2010/main" val="583792667"/>
      </p:ext>
    </p:extLst>
  </p:cSld>
  <p:clrMap bg1="lt1" tx1="dk1" bg2="lt2" tx2="dk2" accent1="accent1" accent2="accent2" accent3="accent3" accent4="accent4" accent5="accent5" accent6="accent6" hlink="hlink" folHlink="folHlink"/>
  <p:sldLayoutIdLst>
    <p:sldLayoutId id="2147483649" r:id="rId1"/>
    <p:sldLayoutId id="2147483689" r:id="rId2"/>
    <p:sldLayoutId id="2147483688" r:id="rId3"/>
    <p:sldLayoutId id="2147483650" r:id="rId4"/>
    <p:sldLayoutId id="2147483651" r:id="rId5"/>
    <p:sldLayoutId id="2147483652" r:id="rId6"/>
    <p:sldLayoutId id="2147483653" r:id="rId7"/>
    <p:sldLayoutId id="2147483654" r:id="rId8"/>
    <p:sldLayoutId id="2147483660" r:id="rId9"/>
    <p:sldLayoutId id="2147483662" r:id="rId10"/>
    <p:sldLayoutId id="2147483663" r:id="rId11"/>
    <p:sldLayoutId id="2147483661" r:id="rId12"/>
    <p:sldLayoutId id="2147483656" r:id="rId13"/>
    <p:sldLayoutId id="2147483657" r:id="rId14"/>
    <p:sldLayoutId id="2147483658" r:id="rId15"/>
    <p:sldLayoutId id="2147483659" r:id="rId16"/>
  </p:sldLayoutIdLst>
  <p:timing>
    <p:tnLst>
      <p:par>
        <p:cTn id="1" dur="indefinite" restart="never" nodeType="tmRoot"/>
      </p:par>
    </p:tnLst>
  </p:timing>
  <p:hf hdr="0" dt="0"/>
  <p:txStyles>
    <p:titleStyle>
      <a:lvl1pPr algn="l" defTabSz="914152" rtl="0" eaLnBrk="1" latinLnBrk="0" hangingPunct="1">
        <a:spcBef>
          <a:spcPct val="0"/>
        </a:spcBef>
        <a:buNone/>
        <a:defRPr sz="2400" kern="1200">
          <a:solidFill>
            <a:schemeClr val="tx1">
              <a:lumMod val="85000"/>
              <a:lumOff val="15000"/>
            </a:schemeClr>
          </a:solidFill>
          <a:latin typeface="+mj-lt"/>
          <a:ea typeface="+mj-ea"/>
          <a:cs typeface="+mj-cs"/>
        </a:defRPr>
      </a:lvl1pPr>
    </p:titleStyle>
    <p:bodyStyle>
      <a:lvl1pPr marL="342807" indent="-342807" algn="l" defTabSz="914152" rtl="0" eaLnBrk="1" latinLnBrk="0" hangingPunct="1">
        <a:spcBef>
          <a:spcPct val="20000"/>
        </a:spcBef>
        <a:buFont typeface="Arial" pitchFamily="34" charset="0"/>
        <a:buChar char="•"/>
        <a:defRPr sz="2200" kern="1200">
          <a:solidFill>
            <a:schemeClr val="tx1">
              <a:lumMod val="85000"/>
              <a:lumOff val="15000"/>
            </a:schemeClr>
          </a:solidFill>
          <a:latin typeface="+mn-lt"/>
          <a:ea typeface="+mn-ea"/>
          <a:cs typeface="+mn-cs"/>
        </a:defRPr>
      </a:lvl1pPr>
      <a:lvl2pPr marL="742749" indent="-285672" algn="l" defTabSz="914152"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2pPr>
      <a:lvl3pPr marL="1142690" indent="-228538" algn="l" defTabSz="914152"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3pPr>
      <a:lvl4pPr marL="1599766" indent="-228538" algn="l" defTabSz="914152"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4pPr>
      <a:lvl5pPr marL="2056842" indent="-228538" algn="l" defTabSz="914152"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3918"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94"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70"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45" indent="-228538" algn="l" defTabSz="91415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52" rtl="0" eaLnBrk="1" latinLnBrk="0" hangingPunct="1">
        <a:defRPr sz="1800" kern="1200">
          <a:solidFill>
            <a:schemeClr val="tx1"/>
          </a:solidFill>
          <a:latin typeface="+mn-lt"/>
          <a:ea typeface="+mn-ea"/>
          <a:cs typeface="+mn-cs"/>
        </a:defRPr>
      </a:lvl1pPr>
      <a:lvl2pPr marL="457076" algn="l" defTabSz="914152" rtl="0" eaLnBrk="1" latinLnBrk="0" hangingPunct="1">
        <a:defRPr sz="1800" kern="1200">
          <a:solidFill>
            <a:schemeClr val="tx1"/>
          </a:solidFill>
          <a:latin typeface="+mn-lt"/>
          <a:ea typeface="+mn-ea"/>
          <a:cs typeface="+mn-cs"/>
        </a:defRPr>
      </a:lvl2pPr>
      <a:lvl3pPr marL="914152" algn="l" defTabSz="914152" rtl="0" eaLnBrk="1" latinLnBrk="0" hangingPunct="1">
        <a:defRPr sz="1800" kern="1200">
          <a:solidFill>
            <a:schemeClr val="tx1"/>
          </a:solidFill>
          <a:latin typeface="+mn-lt"/>
          <a:ea typeface="+mn-ea"/>
          <a:cs typeface="+mn-cs"/>
        </a:defRPr>
      </a:lvl3pPr>
      <a:lvl4pPr marL="1371228" algn="l" defTabSz="914152" rtl="0" eaLnBrk="1" latinLnBrk="0" hangingPunct="1">
        <a:defRPr sz="1800" kern="1200">
          <a:solidFill>
            <a:schemeClr val="tx1"/>
          </a:solidFill>
          <a:latin typeface="+mn-lt"/>
          <a:ea typeface="+mn-ea"/>
          <a:cs typeface="+mn-cs"/>
        </a:defRPr>
      </a:lvl4pPr>
      <a:lvl5pPr marL="1828304" algn="l" defTabSz="914152" rtl="0" eaLnBrk="1" latinLnBrk="0" hangingPunct="1">
        <a:defRPr sz="1800" kern="1200">
          <a:solidFill>
            <a:schemeClr val="tx1"/>
          </a:solidFill>
          <a:latin typeface="+mn-lt"/>
          <a:ea typeface="+mn-ea"/>
          <a:cs typeface="+mn-cs"/>
        </a:defRPr>
      </a:lvl5pPr>
      <a:lvl6pPr marL="2285380" algn="l" defTabSz="914152" rtl="0" eaLnBrk="1" latinLnBrk="0" hangingPunct="1">
        <a:defRPr sz="1800" kern="1200">
          <a:solidFill>
            <a:schemeClr val="tx1"/>
          </a:solidFill>
          <a:latin typeface="+mn-lt"/>
          <a:ea typeface="+mn-ea"/>
          <a:cs typeface="+mn-cs"/>
        </a:defRPr>
      </a:lvl6pPr>
      <a:lvl7pPr marL="2742456" algn="l" defTabSz="914152" rtl="0" eaLnBrk="1" latinLnBrk="0" hangingPunct="1">
        <a:defRPr sz="1800" kern="1200">
          <a:solidFill>
            <a:schemeClr val="tx1"/>
          </a:solidFill>
          <a:latin typeface="+mn-lt"/>
          <a:ea typeface="+mn-ea"/>
          <a:cs typeface="+mn-cs"/>
        </a:defRPr>
      </a:lvl7pPr>
      <a:lvl8pPr marL="3199531" algn="l" defTabSz="914152" rtl="0" eaLnBrk="1" latinLnBrk="0" hangingPunct="1">
        <a:defRPr sz="1800" kern="1200">
          <a:solidFill>
            <a:schemeClr val="tx1"/>
          </a:solidFill>
          <a:latin typeface="+mn-lt"/>
          <a:ea typeface="+mn-ea"/>
          <a:cs typeface="+mn-cs"/>
        </a:defRPr>
      </a:lvl8pPr>
      <a:lvl9pPr marL="3656608" algn="l" defTabSz="914152"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5" descr="inner copy copy"/>
          <p:cNvPicPr>
            <a:picLocks noChangeAspect="1" noChangeArrowheads="1"/>
          </p:cNvPicPr>
          <p:nvPr/>
        </p:nvPicPr>
        <p:blipFill>
          <a:blip r:embed="rId13" cstate="print"/>
          <a:srcRect/>
          <a:stretch>
            <a:fillRect/>
          </a:stretch>
        </p:blipFill>
        <p:spPr bwMode="auto">
          <a:xfrm>
            <a:off x="0" y="2"/>
            <a:ext cx="9144000" cy="764116"/>
          </a:xfrm>
          <a:prstGeom prst="rect">
            <a:avLst/>
          </a:prstGeom>
          <a:noFill/>
          <a:ln w="9525">
            <a:noFill/>
            <a:miter lim="800000"/>
            <a:headEnd/>
            <a:tailEnd/>
          </a:ln>
        </p:spPr>
      </p:pic>
      <p:sp>
        <p:nvSpPr>
          <p:cNvPr id="2051" name="Rectangle 2"/>
          <p:cNvSpPr>
            <a:spLocks noGrp="1" noChangeArrowheads="1"/>
          </p:cNvSpPr>
          <p:nvPr>
            <p:ph type="body" idx="1"/>
          </p:nvPr>
        </p:nvSpPr>
        <p:spPr bwMode="auto">
          <a:xfrm>
            <a:off x="304802" y="863600"/>
            <a:ext cx="8534400" cy="3454400"/>
          </a:xfrm>
          <a:prstGeom prst="rect">
            <a:avLst/>
          </a:prstGeom>
          <a:noFill/>
          <a:ln w="9525">
            <a:noFill/>
            <a:miter lim="800000"/>
            <a:headEnd/>
            <a:tailEnd/>
          </a:ln>
        </p:spPr>
        <p:txBody>
          <a:bodyPr vert="horz" wrap="square" lIns="68663" tIns="34331" rIns="68663" bIns="34331"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2" name="Rectangle 5"/>
          <p:cNvSpPr>
            <a:spLocks noGrp="1" noChangeArrowheads="1"/>
          </p:cNvSpPr>
          <p:nvPr>
            <p:ph type="title"/>
          </p:nvPr>
        </p:nvSpPr>
        <p:spPr bwMode="auto">
          <a:xfrm>
            <a:off x="304801" y="10583"/>
            <a:ext cx="7162800" cy="491067"/>
          </a:xfrm>
          <a:prstGeom prst="rect">
            <a:avLst/>
          </a:prstGeom>
          <a:noFill/>
          <a:ln w="9525">
            <a:noFill/>
            <a:miter lim="800000"/>
            <a:headEnd/>
            <a:tailEnd/>
          </a:ln>
        </p:spPr>
        <p:txBody>
          <a:bodyPr vert="horz" wrap="square" lIns="68663" tIns="34331" rIns="68663" bIns="34331" numCol="1" anchor="ctr" anchorCtr="0" compatLnSpc="1">
            <a:prstTxWarp prst="textNoShape">
              <a:avLst/>
            </a:prstTxWarp>
          </a:bodyPr>
          <a:lstStyle/>
          <a:p>
            <a:pPr lvl="0"/>
            <a:r>
              <a:rPr lang="en-US" smtClean="0"/>
              <a:t>Click to edit Master title style</a:t>
            </a:r>
          </a:p>
        </p:txBody>
      </p:sp>
      <p:sp>
        <p:nvSpPr>
          <p:cNvPr id="1241094" name="Rectangle 6"/>
          <p:cNvSpPr>
            <a:spLocks noGrp="1" noChangeArrowheads="1"/>
          </p:cNvSpPr>
          <p:nvPr>
            <p:ph type="sldNum" sz="quarter" idx="4"/>
          </p:nvPr>
        </p:nvSpPr>
        <p:spPr bwMode="auto">
          <a:xfrm>
            <a:off x="0" y="4348480"/>
            <a:ext cx="426720" cy="213360"/>
          </a:xfrm>
          <a:prstGeom prst="rect">
            <a:avLst/>
          </a:prstGeom>
          <a:noFill/>
          <a:ln w="9525">
            <a:noFill/>
            <a:miter lim="800000"/>
            <a:headEnd/>
            <a:tailEnd/>
          </a:ln>
          <a:effectLst/>
        </p:spPr>
        <p:txBody>
          <a:bodyPr vert="horz" wrap="square" lIns="68663" tIns="34331" rIns="68663" bIns="34331" numCol="1" anchor="ctr" anchorCtr="0" compatLnSpc="1">
            <a:prstTxWarp prst="textNoShape">
              <a:avLst/>
            </a:prstTxWarp>
          </a:bodyPr>
          <a:lstStyle>
            <a:lvl1pPr algn="ctr">
              <a:defRPr sz="600" smtClean="0">
                <a:cs typeface="+mn-cs"/>
              </a:defRPr>
            </a:lvl1pPr>
          </a:lstStyle>
          <a:p>
            <a:pPr defTabSz="686620"/>
            <a:fld id="{FBE3A6FE-5149-45DB-A42F-E73E140876C2}" type="slidenum">
              <a:rPr lang="en-US" smtClean="0">
                <a:solidFill>
                  <a:prstClr val="black"/>
                </a:solidFill>
              </a:rPr>
              <a:pPr defTabSz="686620"/>
              <a:t>‹#›</a:t>
            </a:fld>
            <a:endParaRPr lang="en-US" dirty="0">
              <a:solidFill>
                <a:prstClr val="black"/>
              </a:solidFill>
            </a:endParaRPr>
          </a:p>
        </p:txBody>
      </p:sp>
      <p:pic>
        <p:nvPicPr>
          <p:cNvPr id="2054" name="Picture 7" descr="HCL Logo"/>
          <p:cNvPicPr>
            <a:picLocks noChangeAspect="1" noChangeArrowheads="1"/>
          </p:cNvPicPr>
          <p:nvPr/>
        </p:nvPicPr>
        <p:blipFill>
          <a:blip r:embed="rId14" cstate="print"/>
          <a:srcRect l="8115" t="31725" r="8223" b="28896"/>
          <a:stretch>
            <a:fillRect/>
          </a:stretch>
        </p:blipFill>
        <p:spPr bwMode="auto">
          <a:xfrm>
            <a:off x="8001002" y="4368802"/>
            <a:ext cx="987425" cy="110067"/>
          </a:xfrm>
          <a:prstGeom prst="rect">
            <a:avLst/>
          </a:prstGeom>
          <a:noFill/>
          <a:ln w="9525">
            <a:noFill/>
            <a:miter lim="800000"/>
            <a:headEnd/>
            <a:tailEnd/>
          </a:ln>
        </p:spPr>
      </p:pic>
      <p:pic>
        <p:nvPicPr>
          <p:cNvPr id="2055" name="Picture 15" descr="inner copy copy"/>
          <p:cNvPicPr>
            <a:picLocks noChangeAspect="1" noChangeArrowheads="1"/>
          </p:cNvPicPr>
          <p:nvPr/>
        </p:nvPicPr>
        <p:blipFill>
          <a:blip r:embed="rId13" cstate="print"/>
          <a:srcRect/>
          <a:stretch>
            <a:fillRect/>
          </a:stretch>
        </p:blipFill>
        <p:spPr bwMode="auto">
          <a:xfrm>
            <a:off x="0" y="2"/>
            <a:ext cx="9144000" cy="764116"/>
          </a:xfrm>
          <a:prstGeom prst="rect">
            <a:avLst/>
          </a:prstGeom>
          <a:noFill/>
          <a:ln w="9525">
            <a:noFill/>
            <a:miter lim="800000"/>
            <a:headEnd/>
            <a:tailEnd/>
          </a:ln>
        </p:spPr>
      </p:pic>
      <p:pic>
        <p:nvPicPr>
          <p:cNvPr id="2056" name="Picture 7" descr="HCL Logo"/>
          <p:cNvPicPr>
            <a:picLocks noChangeAspect="1" noChangeArrowheads="1"/>
          </p:cNvPicPr>
          <p:nvPr/>
        </p:nvPicPr>
        <p:blipFill>
          <a:blip r:embed="rId15" cstate="print"/>
          <a:srcRect l="8115" t="31725" r="8223" b="28896"/>
          <a:stretch>
            <a:fillRect/>
          </a:stretch>
        </p:blipFill>
        <p:spPr bwMode="auto">
          <a:xfrm>
            <a:off x="8001002" y="4368802"/>
            <a:ext cx="987425" cy="110067"/>
          </a:xfrm>
          <a:prstGeom prst="rect">
            <a:avLst/>
          </a:prstGeom>
          <a:noFill/>
          <a:ln w="9525">
            <a:noFill/>
            <a:miter lim="800000"/>
            <a:headEnd/>
            <a:tailEnd/>
          </a:ln>
        </p:spPr>
      </p:pic>
    </p:spTree>
    <p:extLst>
      <p:ext uri="{BB962C8B-B14F-4D97-AF65-F5344CB8AC3E}">
        <p14:creationId xmlns:p14="http://schemas.microsoft.com/office/powerpoint/2010/main" val="95153866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hf hdr="0" ftr="0" dt="0"/>
  <p:txStyles>
    <p:titleStyle>
      <a:lvl1pPr algn="l" rtl="0" eaLnBrk="1" fontAlgn="base" hangingPunct="1">
        <a:spcBef>
          <a:spcPct val="0"/>
        </a:spcBef>
        <a:spcAft>
          <a:spcPct val="0"/>
        </a:spcAft>
        <a:defRPr sz="1800" b="1">
          <a:solidFill>
            <a:schemeClr val="tx1"/>
          </a:solidFill>
          <a:latin typeface="+mj-lt"/>
          <a:ea typeface="+mj-ea"/>
          <a:cs typeface="+mj-cs"/>
        </a:defRPr>
      </a:lvl1pPr>
      <a:lvl2pPr algn="l" rtl="0" eaLnBrk="1" fontAlgn="base" hangingPunct="1">
        <a:spcBef>
          <a:spcPct val="0"/>
        </a:spcBef>
        <a:spcAft>
          <a:spcPct val="0"/>
        </a:spcAft>
        <a:defRPr sz="1800" b="1">
          <a:solidFill>
            <a:schemeClr val="tx1"/>
          </a:solidFill>
          <a:latin typeface="Arial" pitchFamily="34" charset="0"/>
        </a:defRPr>
      </a:lvl2pPr>
      <a:lvl3pPr algn="l" rtl="0" eaLnBrk="1" fontAlgn="base" hangingPunct="1">
        <a:spcBef>
          <a:spcPct val="0"/>
        </a:spcBef>
        <a:spcAft>
          <a:spcPct val="0"/>
        </a:spcAft>
        <a:defRPr sz="1800" b="1">
          <a:solidFill>
            <a:schemeClr val="tx1"/>
          </a:solidFill>
          <a:latin typeface="Arial" pitchFamily="34" charset="0"/>
        </a:defRPr>
      </a:lvl3pPr>
      <a:lvl4pPr algn="l" rtl="0" eaLnBrk="1" fontAlgn="base" hangingPunct="1">
        <a:spcBef>
          <a:spcPct val="0"/>
        </a:spcBef>
        <a:spcAft>
          <a:spcPct val="0"/>
        </a:spcAft>
        <a:defRPr sz="1800" b="1">
          <a:solidFill>
            <a:schemeClr val="tx1"/>
          </a:solidFill>
          <a:latin typeface="Arial" pitchFamily="34" charset="0"/>
        </a:defRPr>
      </a:lvl4pPr>
      <a:lvl5pPr algn="l" rtl="0" eaLnBrk="1" fontAlgn="base" hangingPunct="1">
        <a:spcBef>
          <a:spcPct val="0"/>
        </a:spcBef>
        <a:spcAft>
          <a:spcPct val="0"/>
        </a:spcAft>
        <a:defRPr sz="1800" b="1">
          <a:solidFill>
            <a:schemeClr val="tx1"/>
          </a:solidFill>
          <a:latin typeface="Arial" pitchFamily="34" charset="0"/>
        </a:defRPr>
      </a:lvl5pPr>
      <a:lvl6pPr marL="343310" algn="l" rtl="0" eaLnBrk="1" fontAlgn="base" hangingPunct="1">
        <a:spcBef>
          <a:spcPct val="0"/>
        </a:spcBef>
        <a:spcAft>
          <a:spcPct val="0"/>
        </a:spcAft>
        <a:defRPr sz="1800" b="1">
          <a:solidFill>
            <a:schemeClr val="tx1"/>
          </a:solidFill>
          <a:latin typeface="Arial" pitchFamily="34" charset="0"/>
        </a:defRPr>
      </a:lvl6pPr>
      <a:lvl7pPr marL="686620" algn="l" rtl="0" eaLnBrk="1" fontAlgn="base" hangingPunct="1">
        <a:spcBef>
          <a:spcPct val="0"/>
        </a:spcBef>
        <a:spcAft>
          <a:spcPct val="0"/>
        </a:spcAft>
        <a:defRPr sz="1800" b="1">
          <a:solidFill>
            <a:schemeClr val="tx1"/>
          </a:solidFill>
          <a:latin typeface="Arial" pitchFamily="34" charset="0"/>
        </a:defRPr>
      </a:lvl7pPr>
      <a:lvl8pPr marL="1029929" algn="l" rtl="0" eaLnBrk="1" fontAlgn="base" hangingPunct="1">
        <a:spcBef>
          <a:spcPct val="0"/>
        </a:spcBef>
        <a:spcAft>
          <a:spcPct val="0"/>
        </a:spcAft>
        <a:defRPr sz="1800" b="1">
          <a:solidFill>
            <a:schemeClr val="tx1"/>
          </a:solidFill>
          <a:latin typeface="Arial" pitchFamily="34" charset="0"/>
        </a:defRPr>
      </a:lvl8pPr>
      <a:lvl9pPr marL="1373238" algn="l" rtl="0" eaLnBrk="1" fontAlgn="base" hangingPunct="1">
        <a:spcBef>
          <a:spcPct val="0"/>
        </a:spcBef>
        <a:spcAft>
          <a:spcPct val="0"/>
        </a:spcAft>
        <a:defRPr sz="1800" b="1">
          <a:solidFill>
            <a:schemeClr val="tx1"/>
          </a:solidFill>
          <a:latin typeface="Arial" pitchFamily="34" charset="0"/>
        </a:defRPr>
      </a:lvl9pPr>
    </p:titleStyle>
    <p:bodyStyle>
      <a:lvl1pPr marL="178808" indent="-178808" algn="l" rtl="0" eaLnBrk="1" fontAlgn="base" hangingPunct="1">
        <a:spcBef>
          <a:spcPct val="100000"/>
        </a:spcBef>
        <a:spcAft>
          <a:spcPct val="0"/>
        </a:spcAft>
        <a:buClr>
          <a:schemeClr val="tx1"/>
        </a:buClr>
        <a:buFont typeface="Wingdings 2" pitchFamily="18" charset="2"/>
        <a:buChar char="¡"/>
        <a:defRPr sz="1200">
          <a:solidFill>
            <a:schemeClr val="tx1"/>
          </a:solidFill>
          <a:latin typeface="+mn-lt"/>
          <a:ea typeface="+mn-ea"/>
          <a:cs typeface="+mn-cs"/>
        </a:defRPr>
      </a:lvl1pPr>
      <a:lvl2pPr marL="343310" indent="-163311"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2pPr>
      <a:lvl3pPr marL="507812" indent="-157351"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3pPr>
      <a:lvl4pPr marL="679468"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4pPr>
      <a:lvl5pPr marL="851122"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5pPr>
      <a:lvl6pPr marL="1194432"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6pPr>
      <a:lvl7pPr marL="153774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7pPr>
      <a:lvl8pPr marL="188105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8pPr>
      <a:lvl9pPr marL="2224361" indent="-16450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9pPr>
    </p:bodyStyle>
    <p:otherStyle>
      <a:defPPr>
        <a:defRPr lang="en-US"/>
      </a:defPPr>
      <a:lvl1pPr marL="0" algn="l" defTabSz="686620" rtl="0" eaLnBrk="1" latinLnBrk="0" hangingPunct="1">
        <a:defRPr sz="1400" kern="1200">
          <a:solidFill>
            <a:schemeClr val="tx1"/>
          </a:solidFill>
          <a:latin typeface="+mn-lt"/>
          <a:ea typeface="+mn-ea"/>
          <a:cs typeface="+mn-cs"/>
        </a:defRPr>
      </a:lvl1pPr>
      <a:lvl2pPr marL="343310" algn="l" defTabSz="686620" rtl="0" eaLnBrk="1" latinLnBrk="0" hangingPunct="1">
        <a:defRPr sz="1400" kern="1200">
          <a:solidFill>
            <a:schemeClr val="tx1"/>
          </a:solidFill>
          <a:latin typeface="+mn-lt"/>
          <a:ea typeface="+mn-ea"/>
          <a:cs typeface="+mn-cs"/>
        </a:defRPr>
      </a:lvl2pPr>
      <a:lvl3pPr marL="686620" algn="l" defTabSz="686620" rtl="0" eaLnBrk="1" latinLnBrk="0" hangingPunct="1">
        <a:defRPr sz="1400" kern="1200">
          <a:solidFill>
            <a:schemeClr val="tx1"/>
          </a:solidFill>
          <a:latin typeface="+mn-lt"/>
          <a:ea typeface="+mn-ea"/>
          <a:cs typeface="+mn-cs"/>
        </a:defRPr>
      </a:lvl3pPr>
      <a:lvl4pPr marL="1029929" algn="l" defTabSz="686620" rtl="0" eaLnBrk="1" latinLnBrk="0" hangingPunct="1">
        <a:defRPr sz="1400" kern="1200">
          <a:solidFill>
            <a:schemeClr val="tx1"/>
          </a:solidFill>
          <a:latin typeface="+mn-lt"/>
          <a:ea typeface="+mn-ea"/>
          <a:cs typeface="+mn-cs"/>
        </a:defRPr>
      </a:lvl4pPr>
      <a:lvl5pPr marL="1373238" algn="l" defTabSz="686620" rtl="0" eaLnBrk="1" latinLnBrk="0" hangingPunct="1">
        <a:defRPr sz="1400" kern="1200">
          <a:solidFill>
            <a:schemeClr val="tx1"/>
          </a:solidFill>
          <a:latin typeface="+mn-lt"/>
          <a:ea typeface="+mn-ea"/>
          <a:cs typeface="+mn-cs"/>
        </a:defRPr>
      </a:lvl5pPr>
      <a:lvl6pPr marL="1716549" algn="l" defTabSz="686620" rtl="0" eaLnBrk="1" latinLnBrk="0" hangingPunct="1">
        <a:defRPr sz="1400" kern="1200">
          <a:solidFill>
            <a:schemeClr val="tx1"/>
          </a:solidFill>
          <a:latin typeface="+mn-lt"/>
          <a:ea typeface="+mn-ea"/>
          <a:cs typeface="+mn-cs"/>
        </a:defRPr>
      </a:lvl6pPr>
      <a:lvl7pPr marL="2059859" algn="l" defTabSz="686620" rtl="0" eaLnBrk="1" latinLnBrk="0" hangingPunct="1">
        <a:defRPr sz="1400" kern="1200">
          <a:solidFill>
            <a:schemeClr val="tx1"/>
          </a:solidFill>
          <a:latin typeface="+mn-lt"/>
          <a:ea typeface="+mn-ea"/>
          <a:cs typeface="+mn-cs"/>
        </a:defRPr>
      </a:lvl7pPr>
      <a:lvl8pPr marL="2403168" algn="l" defTabSz="686620" rtl="0" eaLnBrk="1" latinLnBrk="0" hangingPunct="1">
        <a:defRPr sz="1400" kern="1200">
          <a:solidFill>
            <a:schemeClr val="tx1"/>
          </a:solidFill>
          <a:latin typeface="+mn-lt"/>
          <a:ea typeface="+mn-ea"/>
          <a:cs typeface="+mn-cs"/>
        </a:defRPr>
      </a:lvl8pPr>
      <a:lvl9pPr marL="2746478" algn="l" defTabSz="68662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5" descr="inner copy copy"/>
          <p:cNvPicPr>
            <a:picLocks noChangeAspect="1" noChangeArrowheads="1"/>
          </p:cNvPicPr>
          <p:nvPr/>
        </p:nvPicPr>
        <p:blipFill>
          <a:blip r:embed="rId13" cstate="print"/>
          <a:srcRect/>
          <a:stretch>
            <a:fillRect/>
          </a:stretch>
        </p:blipFill>
        <p:spPr bwMode="auto">
          <a:xfrm>
            <a:off x="0" y="1"/>
            <a:ext cx="9144000" cy="764116"/>
          </a:xfrm>
          <a:prstGeom prst="rect">
            <a:avLst/>
          </a:prstGeom>
          <a:noFill/>
          <a:ln w="9525">
            <a:noFill/>
            <a:miter lim="800000"/>
            <a:headEnd/>
            <a:tailEnd/>
          </a:ln>
        </p:spPr>
      </p:pic>
      <p:sp>
        <p:nvSpPr>
          <p:cNvPr id="2051" name="Rectangle 2"/>
          <p:cNvSpPr>
            <a:spLocks noGrp="1" noChangeArrowheads="1"/>
          </p:cNvSpPr>
          <p:nvPr>
            <p:ph type="body" idx="1"/>
          </p:nvPr>
        </p:nvSpPr>
        <p:spPr bwMode="auto">
          <a:xfrm>
            <a:off x="304801" y="863600"/>
            <a:ext cx="8534400" cy="3454400"/>
          </a:xfrm>
          <a:prstGeom prst="rect">
            <a:avLst/>
          </a:prstGeom>
          <a:noFill/>
          <a:ln w="9525">
            <a:noFill/>
            <a:miter lim="800000"/>
            <a:headEnd/>
            <a:tailEnd/>
          </a:ln>
        </p:spPr>
        <p:txBody>
          <a:bodyPr vert="horz" wrap="square" lIns="68681" tIns="34340" rIns="68681" bIns="3434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052" name="Rectangle 5"/>
          <p:cNvSpPr>
            <a:spLocks noGrp="1" noChangeArrowheads="1"/>
          </p:cNvSpPr>
          <p:nvPr>
            <p:ph type="title"/>
          </p:nvPr>
        </p:nvSpPr>
        <p:spPr bwMode="auto">
          <a:xfrm>
            <a:off x="304801" y="10583"/>
            <a:ext cx="7162800" cy="491067"/>
          </a:xfrm>
          <a:prstGeom prst="rect">
            <a:avLst/>
          </a:prstGeom>
          <a:noFill/>
          <a:ln w="9525">
            <a:noFill/>
            <a:miter lim="800000"/>
            <a:headEnd/>
            <a:tailEnd/>
          </a:ln>
        </p:spPr>
        <p:txBody>
          <a:bodyPr vert="horz" wrap="square" lIns="68681" tIns="34340" rIns="68681" bIns="34340" numCol="1" anchor="ctr" anchorCtr="0" compatLnSpc="1">
            <a:prstTxWarp prst="textNoShape">
              <a:avLst/>
            </a:prstTxWarp>
          </a:bodyPr>
          <a:lstStyle/>
          <a:p>
            <a:pPr lvl="0"/>
            <a:r>
              <a:rPr lang="en-US" smtClean="0"/>
              <a:t>Click to edit Master title style</a:t>
            </a:r>
          </a:p>
        </p:txBody>
      </p:sp>
      <p:sp>
        <p:nvSpPr>
          <p:cNvPr id="1241094" name="Rectangle 6"/>
          <p:cNvSpPr>
            <a:spLocks noGrp="1" noChangeArrowheads="1"/>
          </p:cNvSpPr>
          <p:nvPr>
            <p:ph type="sldNum" sz="quarter" idx="4"/>
          </p:nvPr>
        </p:nvSpPr>
        <p:spPr bwMode="auto">
          <a:xfrm>
            <a:off x="0" y="4348480"/>
            <a:ext cx="426720" cy="213360"/>
          </a:xfrm>
          <a:prstGeom prst="rect">
            <a:avLst/>
          </a:prstGeom>
          <a:noFill/>
          <a:ln w="9525">
            <a:noFill/>
            <a:miter lim="800000"/>
            <a:headEnd/>
            <a:tailEnd/>
          </a:ln>
          <a:effectLst/>
        </p:spPr>
        <p:txBody>
          <a:bodyPr vert="horz" wrap="square" lIns="68681" tIns="34340" rIns="68681" bIns="34340" numCol="1" anchor="ctr" anchorCtr="0" compatLnSpc="1">
            <a:prstTxWarp prst="textNoShape">
              <a:avLst/>
            </a:prstTxWarp>
          </a:bodyPr>
          <a:lstStyle>
            <a:lvl1pPr algn="ctr">
              <a:defRPr sz="600" smtClean="0">
                <a:cs typeface="+mn-cs"/>
              </a:defRPr>
            </a:lvl1pPr>
          </a:lstStyle>
          <a:p>
            <a:pPr defTabSz="686806"/>
            <a:fld id="{FBE3A6FE-5149-45DB-A42F-E73E140876C2}" type="slidenum">
              <a:rPr lang="en-US" smtClean="0">
                <a:solidFill>
                  <a:prstClr val="black"/>
                </a:solidFill>
              </a:rPr>
              <a:pPr defTabSz="686806"/>
              <a:t>‹#›</a:t>
            </a:fld>
            <a:endParaRPr lang="en-US" dirty="0">
              <a:solidFill>
                <a:prstClr val="black"/>
              </a:solidFill>
            </a:endParaRPr>
          </a:p>
        </p:txBody>
      </p:sp>
      <p:pic>
        <p:nvPicPr>
          <p:cNvPr id="2054" name="Picture 7" descr="HCL Logo"/>
          <p:cNvPicPr>
            <a:picLocks noChangeAspect="1" noChangeArrowheads="1"/>
          </p:cNvPicPr>
          <p:nvPr/>
        </p:nvPicPr>
        <p:blipFill>
          <a:blip r:embed="rId14" cstate="print"/>
          <a:srcRect l="8115" t="31725" r="8223" b="28896"/>
          <a:stretch>
            <a:fillRect/>
          </a:stretch>
        </p:blipFill>
        <p:spPr bwMode="auto">
          <a:xfrm>
            <a:off x="8001002" y="4368800"/>
            <a:ext cx="987425" cy="110067"/>
          </a:xfrm>
          <a:prstGeom prst="rect">
            <a:avLst/>
          </a:prstGeom>
          <a:noFill/>
          <a:ln w="9525">
            <a:noFill/>
            <a:miter lim="800000"/>
            <a:headEnd/>
            <a:tailEnd/>
          </a:ln>
        </p:spPr>
      </p:pic>
      <p:pic>
        <p:nvPicPr>
          <p:cNvPr id="2055" name="Picture 15" descr="inner copy copy"/>
          <p:cNvPicPr>
            <a:picLocks noChangeAspect="1" noChangeArrowheads="1"/>
          </p:cNvPicPr>
          <p:nvPr/>
        </p:nvPicPr>
        <p:blipFill>
          <a:blip r:embed="rId13" cstate="print"/>
          <a:srcRect/>
          <a:stretch>
            <a:fillRect/>
          </a:stretch>
        </p:blipFill>
        <p:spPr bwMode="auto">
          <a:xfrm>
            <a:off x="0" y="1"/>
            <a:ext cx="9144000" cy="764116"/>
          </a:xfrm>
          <a:prstGeom prst="rect">
            <a:avLst/>
          </a:prstGeom>
          <a:noFill/>
          <a:ln w="9525">
            <a:noFill/>
            <a:miter lim="800000"/>
            <a:headEnd/>
            <a:tailEnd/>
          </a:ln>
        </p:spPr>
      </p:pic>
      <p:pic>
        <p:nvPicPr>
          <p:cNvPr id="2056" name="Picture 7" descr="HCL Logo"/>
          <p:cNvPicPr>
            <a:picLocks noChangeAspect="1" noChangeArrowheads="1"/>
          </p:cNvPicPr>
          <p:nvPr/>
        </p:nvPicPr>
        <p:blipFill>
          <a:blip r:embed="rId15" cstate="print"/>
          <a:srcRect l="8115" t="31725" r="8223" b="28896"/>
          <a:stretch>
            <a:fillRect/>
          </a:stretch>
        </p:blipFill>
        <p:spPr bwMode="auto">
          <a:xfrm>
            <a:off x="8001002" y="4368800"/>
            <a:ext cx="987425" cy="110067"/>
          </a:xfrm>
          <a:prstGeom prst="rect">
            <a:avLst/>
          </a:prstGeom>
          <a:noFill/>
          <a:ln w="9525">
            <a:noFill/>
            <a:miter lim="800000"/>
            <a:headEnd/>
            <a:tailEnd/>
          </a:ln>
        </p:spPr>
      </p:pic>
    </p:spTree>
    <p:extLst>
      <p:ext uri="{BB962C8B-B14F-4D97-AF65-F5344CB8AC3E}">
        <p14:creationId xmlns:p14="http://schemas.microsoft.com/office/powerpoint/2010/main" val="3704919153"/>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ransition/>
  <p:hf hdr="0" ftr="0" dt="0"/>
  <p:txStyles>
    <p:titleStyle>
      <a:lvl1pPr algn="l" rtl="0" eaLnBrk="1" fontAlgn="base" hangingPunct="1">
        <a:spcBef>
          <a:spcPct val="0"/>
        </a:spcBef>
        <a:spcAft>
          <a:spcPct val="0"/>
        </a:spcAft>
        <a:defRPr sz="1800" b="1">
          <a:solidFill>
            <a:schemeClr val="tx1"/>
          </a:solidFill>
          <a:latin typeface="+mj-lt"/>
          <a:ea typeface="+mj-ea"/>
          <a:cs typeface="+mj-cs"/>
        </a:defRPr>
      </a:lvl1pPr>
      <a:lvl2pPr algn="l" rtl="0" eaLnBrk="1" fontAlgn="base" hangingPunct="1">
        <a:spcBef>
          <a:spcPct val="0"/>
        </a:spcBef>
        <a:spcAft>
          <a:spcPct val="0"/>
        </a:spcAft>
        <a:defRPr sz="1800" b="1">
          <a:solidFill>
            <a:schemeClr val="tx1"/>
          </a:solidFill>
          <a:latin typeface="Arial" pitchFamily="34" charset="0"/>
        </a:defRPr>
      </a:lvl2pPr>
      <a:lvl3pPr algn="l" rtl="0" eaLnBrk="1" fontAlgn="base" hangingPunct="1">
        <a:spcBef>
          <a:spcPct val="0"/>
        </a:spcBef>
        <a:spcAft>
          <a:spcPct val="0"/>
        </a:spcAft>
        <a:defRPr sz="1800" b="1">
          <a:solidFill>
            <a:schemeClr val="tx1"/>
          </a:solidFill>
          <a:latin typeface="Arial" pitchFamily="34" charset="0"/>
        </a:defRPr>
      </a:lvl3pPr>
      <a:lvl4pPr algn="l" rtl="0" eaLnBrk="1" fontAlgn="base" hangingPunct="1">
        <a:spcBef>
          <a:spcPct val="0"/>
        </a:spcBef>
        <a:spcAft>
          <a:spcPct val="0"/>
        </a:spcAft>
        <a:defRPr sz="1800" b="1">
          <a:solidFill>
            <a:schemeClr val="tx1"/>
          </a:solidFill>
          <a:latin typeface="Arial" pitchFamily="34" charset="0"/>
        </a:defRPr>
      </a:lvl4pPr>
      <a:lvl5pPr algn="l" rtl="0" eaLnBrk="1" fontAlgn="base" hangingPunct="1">
        <a:spcBef>
          <a:spcPct val="0"/>
        </a:spcBef>
        <a:spcAft>
          <a:spcPct val="0"/>
        </a:spcAft>
        <a:defRPr sz="1800" b="1">
          <a:solidFill>
            <a:schemeClr val="tx1"/>
          </a:solidFill>
          <a:latin typeface="Arial" pitchFamily="34" charset="0"/>
        </a:defRPr>
      </a:lvl5pPr>
      <a:lvl6pPr marL="343403" algn="l" rtl="0" eaLnBrk="1" fontAlgn="base" hangingPunct="1">
        <a:spcBef>
          <a:spcPct val="0"/>
        </a:spcBef>
        <a:spcAft>
          <a:spcPct val="0"/>
        </a:spcAft>
        <a:defRPr sz="1800" b="1">
          <a:solidFill>
            <a:schemeClr val="tx1"/>
          </a:solidFill>
          <a:latin typeface="Arial" pitchFamily="34" charset="0"/>
        </a:defRPr>
      </a:lvl6pPr>
      <a:lvl7pPr marL="686806" algn="l" rtl="0" eaLnBrk="1" fontAlgn="base" hangingPunct="1">
        <a:spcBef>
          <a:spcPct val="0"/>
        </a:spcBef>
        <a:spcAft>
          <a:spcPct val="0"/>
        </a:spcAft>
        <a:defRPr sz="1800" b="1">
          <a:solidFill>
            <a:schemeClr val="tx1"/>
          </a:solidFill>
          <a:latin typeface="Arial" pitchFamily="34" charset="0"/>
        </a:defRPr>
      </a:lvl7pPr>
      <a:lvl8pPr marL="1030209" algn="l" rtl="0" eaLnBrk="1" fontAlgn="base" hangingPunct="1">
        <a:spcBef>
          <a:spcPct val="0"/>
        </a:spcBef>
        <a:spcAft>
          <a:spcPct val="0"/>
        </a:spcAft>
        <a:defRPr sz="1800" b="1">
          <a:solidFill>
            <a:schemeClr val="tx1"/>
          </a:solidFill>
          <a:latin typeface="Arial" pitchFamily="34" charset="0"/>
        </a:defRPr>
      </a:lvl8pPr>
      <a:lvl9pPr marL="1373612" algn="l" rtl="0" eaLnBrk="1" fontAlgn="base" hangingPunct="1">
        <a:spcBef>
          <a:spcPct val="0"/>
        </a:spcBef>
        <a:spcAft>
          <a:spcPct val="0"/>
        </a:spcAft>
        <a:defRPr sz="1800" b="1">
          <a:solidFill>
            <a:schemeClr val="tx1"/>
          </a:solidFill>
          <a:latin typeface="Arial" pitchFamily="34" charset="0"/>
        </a:defRPr>
      </a:lvl9pPr>
    </p:titleStyle>
    <p:bodyStyle>
      <a:lvl1pPr marL="178856" indent="-178856" algn="l" rtl="0" eaLnBrk="1" fontAlgn="base" hangingPunct="1">
        <a:spcBef>
          <a:spcPct val="100000"/>
        </a:spcBef>
        <a:spcAft>
          <a:spcPct val="0"/>
        </a:spcAft>
        <a:buClr>
          <a:schemeClr val="tx1"/>
        </a:buClr>
        <a:buFont typeface="Wingdings 2" pitchFamily="18" charset="2"/>
        <a:buChar char="¡"/>
        <a:defRPr sz="1200">
          <a:solidFill>
            <a:schemeClr val="tx1"/>
          </a:solidFill>
          <a:latin typeface="+mn-lt"/>
          <a:ea typeface="+mn-ea"/>
          <a:cs typeface="+mn-cs"/>
        </a:defRPr>
      </a:lvl1pPr>
      <a:lvl2pPr marL="343403" indent="-163355"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2pPr>
      <a:lvl3pPr marL="507950" indent="-157393"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3pPr>
      <a:lvl4pPr marL="679652"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4pPr>
      <a:lvl5pPr marL="851353"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5pPr>
      <a:lvl6pPr marL="1194756"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6pPr>
      <a:lvl7pPr marL="1538159"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7pPr>
      <a:lvl8pPr marL="1881562"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8pPr>
      <a:lvl9pPr marL="2224965" indent="-164547" algn="l" rtl="0" eaLnBrk="1" fontAlgn="base" hangingPunct="1">
        <a:spcBef>
          <a:spcPct val="100000"/>
        </a:spcBef>
        <a:spcAft>
          <a:spcPct val="0"/>
        </a:spcAft>
        <a:buClr>
          <a:schemeClr val="tx1"/>
        </a:buClr>
        <a:buFont typeface="Wingdings" pitchFamily="2" charset="2"/>
        <a:buChar char="§"/>
        <a:defRPr sz="1200">
          <a:solidFill>
            <a:schemeClr val="tx1"/>
          </a:solidFill>
          <a:latin typeface="+mn-lt"/>
        </a:defRPr>
      </a:lvl9pPr>
    </p:bodyStyle>
    <p:otherStyle>
      <a:defPPr>
        <a:defRPr lang="en-US"/>
      </a:defPPr>
      <a:lvl1pPr marL="0" algn="l" defTabSz="686806" rtl="0" eaLnBrk="1" latinLnBrk="0" hangingPunct="1">
        <a:defRPr sz="1400" kern="1200">
          <a:solidFill>
            <a:schemeClr val="tx1"/>
          </a:solidFill>
          <a:latin typeface="+mn-lt"/>
          <a:ea typeface="+mn-ea"/>
          <a:cs typeface="+mn-cs"/>
        </a:defRPr>
      </a:lvl1pPr>
      <a:lvl2pPr marL="343403" algn="l" defTabSz="686806" rtl="0" eaLnBrk="1" latinLnBrk="0" hangingPunct="1">
        <a:defRPr sz="1400" kern="1200">
          <a:solidFill>
            <a:schemeClr val="tx1"/>
          </a:solidFill>
          <a:latin typeface="+mn-lt"/>
          <a:ea typeface="+mn-ea"/>
          <a:cs typeface="+mn-cs"/>
        </a:defRPr>
      </a:lvl2pPr>
      <a:lvl3pPr marL="686806" algn="l" defTabSz="686806" rtl="0" eaLnBrk="1" latinLnBrk="0" hangingPunct="1">
        <a:defRPr sz="1400" kern="1200">
          <a:solidFill>
            <a:schemeClr val="tx1"/>
          </a:solidFill>
          <a:latin typeface="+mn-lt"/>
          <a:ea typeface="+mn-ea"/>
          <a:cs typeface="+mn-cs"/>
        </a:defRPr>
      </a:lvl3pPr>
      <a:lvl4pPr marL="1030209" algn="l" defTabSz="686806" rtl="0" eaLnBrk="1" latinLnBrk="0" hangingPunct="1">
        <a:defRPr sz="1400" kern="1200">
          <a:solidFill>
            <a:schemeClr val="tx1"/>
          </a:solidFill>
          <a:latin typeface="+mn-lt"/>
          <a:ea typeface="+mn-ea"/>
          <a:cs typeface="+mn-cs"/>
        </a:defRPr>
      </a:lvl4pPr>
      <a:lvl5pPr marL="1373612" algn="l" defTabSz="686806" rtl="0" eaLnBrk="1" latinLnBrk="0" hangingPunct="1">
        <a:defRPr sz="1400" kern="1200">
          <a:solidFill>
            <a:schemeClr val="tx1"/>
          </a:solidFill>
          <a:latin typeface="+mn-lt"/>
          <a:ea typeface="+mn-ea"/>
          <a:cs typeface="+mn-cs"/>
        </a:defRPr>
      </a:lvl5pPr>
      <a:lvl6pPr marL="1717015" algn="l" defTabSz="686806" rtl="0" eaLnBrk="1" latinLnBrk="0" hangingPunct="1">
        <a:defRPr sz="1400" kern="1200">
          <a:solidFill>
            <a:schemeClr val="tx1"/>
          </a:solidFill>
          <a:latin typeface="+mn-lt"/>
          <a:ea typeface="+mn-ea"/>
          <a:cs typeface="+mn-cs"/>
        </a:defRPr>
      </a:lvl6pPr>
      <a:lvl7pPr marL="2060418" algn="l" defTabSz="686806" rtl="0" eaLnBrk="1" latinLnBrk="0" hangingPunct="1">
        <a:defRPr sz="1400" kern="1200">
          <a:solidFill>
            <a:schemeClr val="tx1"/>
          </a:solidFill>
          <a:latin typeface="+mn-lt"/>
          <a:ea typeface="+mn-ea"/>
          <a:cs typeface="+mn-cs"/>
        </a:defRPr>
      </a:lvl7pPr>
      <a:lvl8pPr marL="2403820" algn="l" defTabSz="686806" rtl="0" eaLnBrk="1" latinLnBrk="0" hangingPunct="1">
        <a:defRPr sz="1400" kern="1200">
          <a:solidFill>
            <a:schemeClr val="tx1"/>
          </a:solidFill>
          <a:latin typeface="+mn-lt"/>
          <a:ea typeface="+mn-ea"/>
          <a:cs typeface="+mn-cs"/>
        </a:defRPr>
      </a:lvl8pPr>
      <a:lvl9pPr marL="2747223" algn="l" defTabSz="686806"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hyperlink" Target="http://www.popularmechanics.com/flight/a15301/china-beijing-biggest-airport-terminal/" TargetMode="External"/></Relationships>
</file>

<file path=ppt/slides/_rels/slide2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28.jpeg"/><Relationship Id="rId3" Type="http://schemas.openxmlformats.org/officeDocument/2006/relationships/hyperlink" Target="https://en.wikipedia.org/wiki/MTR_Corporation" TargetMode="External"/><Relationship Id="rId7" Type="http://schemas.openxmlformats.org/officeDocument/2006/relationships/hyperlink" Target="https://en.wikipedia.org/wiki/Business_Week" TargetMode="External"/><Relationship Id="rId2" Type="http://schemas.openxmlformats.org/officeDocument/2006/relationships/hyperlink" Target="https://en.wikipedia.org/wiki/Kolkata_Metro" TargetMode="External"/><Relationship Id="rId1" Type="http://schemas.openxmlformats.org/officeDocument/2006/relationships/slideLayout" Target="../slideLayouts/slideLayout2.xml"/><Relationship Id="rId6" Type="http://schemas.openxmlformats.org/officeDocument/2006/relationships/hyperlink" Target="https://en.wikipedia.org/wiki/Rapid_transit_in_India" TargetMode="External"/><Relationship Id="rId5" Type="http://schemas.openxmlformats.org/officeDocument/2006/relationships/hyperlink" Target="https://en.wikipedia.org/wiki/Standard_gauge" TargetMode="External"/><Relationship Id="rId4" Type="http://schemas.openxmlformats.org/officeDocument/2006/relationships/hyperlink" Target="https://en.wikipedia.org/wiki/Indian_gaug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www.youtube.com/watch?v=9LSnINglkQA" TargetMode="External"/><Relationship Id="rId2" Type="http://schemas.openxmlformats.org/officeDocument/2006/relationships/hyperlink" Target="https://www.cebglobal.com/"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9144000" cy="237744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p:cNvSpPr/>
          <p:nvPr/>
        </p:nvSpPr>
        <p:spPr>
          <a:xfrm>
            <a:off x="0" y="4038600"/>
            <a:ext cx="9144000" cy="5334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a:stretch>
            <a:fillRect/>
          </a:stretch>
        </p:blipFill>
        <p:spPr>
          <a:xfrm>
            <a:off x="1783080" y="106672"/>
            <a:ext cx="5593079" cy="2164080"/>
          </a:xfrm>
          <a:prstGeom prst="rect">
            <a:avLst/>
          </a:prstGeom>
        </p:spPr>
      </p:pic>
      <p:pic>
        <p:nvPicPr>
          <p:cNvPr id="9" name="Picture 4" descr="http://www.managementparadise.com/dev/uploads_user/389000/388161/image/10-26-2015/Education/Shiv%20Nadar%20University.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001" t="17113" r="3333" b="14438"/>
          <a:stretch/>
        </p:blipFill>
        <p:spPr bwMode="auto">
          <a:xfrm>
            <a:off x="160020" y="2536499"/>
            <a:ext cx="2095505" cy="4572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http://www.rednewswire.com/wp-content/uploads/2015/10/HCL-Technologies.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7280" t="26046" r="16646" b="29302"/>
          <a:stretch/>
        </p:blipFill>
        <p:spPr bwMode="auto">
          <a:xfrm>
            <a:off x="327660" y="3591042"/>
            <a:ext cx="1676400" cy="30949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http://globalchange.mit.edu/images/JP.diagram.arrows.png"/>
          <p:cNvPicPr>
            <a:picLocks noChangeAspect="1" noChangeArrowheads="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51732" y="3061992"/>
            <a:ext cx="712080" cy="46075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rotWithShape="1">
          <a:blip r:embed="rId6"/>
          <a:srcRect b="2439"/>
          <a:stretch/>
        </p:blipFill>
        <p:spPr>
          <a:xfrm>
            <a:off x="137160" y="106672"/>
            <a:ext cx="1645920" cy="2167794"/>
          </a:xfrm>
          <a:prstGeom prst="rect">
            <a:avLst/>
          </a:prstGeom>
        </p:spPr>
      </p:pic>
      <p:pic>
        <p:nvPicPr>
          <p:cNvPr id="12" name="Picture 11"/>
          <p:cNvPicPr>
            <a:picLocks noChangeAspect="1"/>
          </p:cNvPicPr>
          <p:nvPr/>
        </p:nvPicPr>
        <p:blipFill>
          <a:blip r:embed="rId7"/>
          <a:stretch>
            <a:fillRect/>
          </a:stretch>
        </p:blipFill>
        <p:spPr>
          <a:xfrm>
            <a:off x="7376160" y="106672"/>
            <a:ext cx="1645920" cy="2164080"/>
          </a:xfrm>
          <a:prstGeom prst="rect">
            <a:avLst/>
          </a:prstGeom>
        </p:spPr>
      </p:pic>
      <p:sp>
        <p:nvSpPr>
          <p:cNvPr id="14" name="TextBox 13"/>
          <p:cNvSpPr txBox="1"/>
          <p:nvPr/>
        </p:nvSpPr>
        <p:spPr>
          <a:xfrm>
            <a:off x="4343400" y="2514600"/>
            <a:ext cx="4572000" cy="738664"/>
          </a:xfrm>
          <a:prstGeom prst="rect">
            <a:avLst/>
          </a:prstGeom>
          <a:noFill/>
        </p:spPr>
        <p:txBody>
          <a:bodyPr wrap="square" rtlCol="0" anchor="ctr" anchorCtr="0">
            <a:noAutofit/>
          </a:bodyPr>
          <a:lstStyle/>
          <a:p>
            <a:pPr algn="ctr"/>
            <a:r>
              <a:rPr lang="en-IN" sz="2400" b="1" dirty="0">
                <a:latin typeface="Arial Rounded MT Bold" panose="020F0704030504030204" pitchFamily="34" charset="0"/>
              </a:rPr>
              <a:t>Modern Software Development </a:t>
            </a:r>
            <a:r>
              <a:rPr lang="en-IN" sz="2400" b="1" dirty="0" smtClean="0">
                <a:latin typeface="Arial Rounded MT Bold" panose="020F0704030504030204" pitchFamily="34" charset="0"/>
              </a:rPr>
              <a:t>Practices</a:t>
            </a:r>
            <a:endParaRPr lang="en-IN" sz="2400" b="1" dirty="0">
              <a:latin typeface="Arial Rounded MT Bold" panose="020F0704030504030204" pitchFamily="34" charset="0"/>
            </a:endParaRPr>
          </a:p>
        </p:txBody>
      </p:sp>
      <p:sp>
        <p:nvSpPr>
          <p:cNvPr id="13" name="Rectangle 12"/>
          <p:cNvSpPr/>
          <p:nvPr/>
        </p:nvSpPr>
        <p:spPr>
          <a:xfrm>
            <a:off x="4953000" y="3242846"/>
            <a:ext cx="3352800" cy="338554"/>
          </a:xfrm>
          <a:prstGeom prst="rect">
            <a:avLst/>
          </a:prstGeom>
        </p:spPr>
        <p:txBody>
          <a:bodyPr wrap="square">
            <a:spAutoFit/>
          </a:bodyPr>
          <a:lstStyle/>
          <a:p>
            <a:pPr algn="ctr"/>
            <a:r>
              <a:rPr lang="en-US" sz="1600" dirty="0" smtClean="0">
                <a:latin typeface="Garamond" panose="02020404030301010803" pitchFamily="18" charset="0"/>
              </a:rPr>
              <a:t>Project Management Module</a:t>
            </a:r>
            <a:endParaRPr lang="en-US" sz="1600" dirty="0">
              <a:latin typeface="Garamond" panose="02020404030301010803" pitchFamily="18" charset="0"/>
            </a:endParaRPr>
          </a:p>
        </p:txBody>
      </p:sp>
      <p:sp>
        <p:nvSpPr>
          <p:cNvPr id="15" name="Rectangle 14"/>
          <p:cNvSpPr/>
          <p:nvPr/>
        </p:nvSpPr>
        <p:spPr>
          <a:xfrm>
            <a:off x="6315812" y="3581400"/>
            <a:ext cx="808235" cy="253916"/>
          </a:xfrm>
          <a:prstGeom prst="rect">
            <a:avLst/>
          </a:prstGeom>
        </p:spPr>
        <p:txBody>
          <a:bodyPr wrap="none">
            <a:spAutoFit/>
          </a:bodyPr>
          <a:lstStyle/>
          <a:p>
            <a:pPr algn="ctr"/>
            <a:r>
              <a:rPr lang="en-US" sz="1050" b="1" dirty="0" smtClean="0">
                <a:solidFill>
                  <a:schemeClr val="accent6">
                    <a:lumMod val="50000"/>
                  </a:schemeClr>
                </a:solidFill>
                <a:latin typeface="Trebuchet MS" panose="020B0603020202020204" pitchFamily="34" charset="0"/>
              </a:rPr>
              <a:t>SESSION 1</a:t>
            </a:r>
            <a:endParaRPr lang="en-US" sz="1050" b="1" dirty="0">
              <a:solidFill>
                <a:schemeClr val="accent6">
                  <a:lumMod val="50000"/>
                </a:schemeClr>
              </a:solidFill>
              <a:latin typeface="Trebuchet MS" panose="020B0603020202020204" pitchFamily="34" charset="0"/>
            </a:endParaRPr>
          </a:p>
        </p:txBody>
      </p:sp>
    </p:spTree>
    <p:extLst>
      <p:ext uri="{BB962C8B-B14F-4D97-AF65-F5344CB8AC3E}">
        <p14:creationId xmlns:p14="http://schemas.microsoft.com/office/powerpoint/2010/main" val="17242341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Agenda</a:t>
            </a:r>
            <a:endParaRPr lang="en-US" b="1" dirty="0"/>
          </a:p>
        </p:txBody>
      </p:sp>
      <p:sp>
        <p:nvSpPr>
          <p:cNvPr id="3" name="Footer Placeholder 2"/>
          <p:cNvSpPr>
            <a:spLocks noGrp="1"/>
          </p:cNvSpPr>
          <p:nvPr>
            <p:ph type="ftr" sz="quarter" idx="11"/>
          </p:nvPr>
        </p:nvSpPr>
        <p:spPr/>
        <p:txBody>
          <a:bodyPr/>
          <a:lstStyle/>
          <a:p>
            <a:fld id="{0B491FB4-905F-488C-AD01-09867DFAF172}" type="slidenum">
              <a:rPr lang="en-US" smtClean="0"/>
              <a:pPr/>
              <a:t>2</a:t>
            </a:fld>
            <a:endParaRPr lang="en-US" dirty="0"/>
          </a:p>
        </p:txBody>
      </p:sp>
      <p:graphicFrame>
        <p:nvGraphicFramePr>
          <p:cNvPr id="4" name="Diagram 3"/>
          <p:cNvGraphicFramePr/>
          <p:nvPr>
            <p:extLst>
              <p:ext uri="{D42A27DB-BD31-4B8C-83A1-F6EECF244321}">
                <p14:modId xmlns:p14="http://schemas.microsoft.com/office/powerpoint/2010/main" val="1333696478"/>
              </p:ext>
            </p:extLst>
          </p:nvPr>
        </p:nvGraphicFramePr>
        <p:xfrm>
          <a:off x="533400" y="787400"/>
          <a:ext cx="8229600" cy="325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9189786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fld id="{0B491FB4-905F-488C-AD01-09867DFAF172}" type="slidenum">
              <a:rPr lang="en-US" smtClean="0"/>
              <a:pPr/>
              <a:t>3</a:t>
            </a:fld>
            <a:endParaRPr lang="en-US" dirty="0"/>
          </a:p>
        </p:txBody>
      </p:sp>
      <p:pic>
        <p:nvPicPr>
          <p:cNvPr id="1026" name="Picture 2" descr="Break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424083"/>
            <a:ext cx="5943600" cy="3908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9055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Recap of Previous Session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4</a:t>
            </a:fld>
            <a:endParaRPr lang="en-US" dirty="0"/>
          </a:p>
        </p:txBody>
      </p:sp>
      <p:sp>
        <p:nvSpPr>
          <p:cNvPr id="5" name="Rectangle 4"/>
          <p:cNvSpPr/>
          <p:nvPr/>
        </p:nvSpPr>
        <p:spPr>
          <a:xfrm>
            <a:off x="457200" y="392097"/>
            <a:ext cx="7467600" cy="2739211"/>
          </a:xfrm>
          <a:prstGeom prst="rect">
            <a:avLst/>
          </a:prstGeom>
        </p:spPr>
        <p:txBody>
          <a:bodyPr wrap="square">
            <a:spAutoFit/>
          </a:bodyPr>
          <a:lstStyle/>
          <a:p>
            <a:r>
              <a:rPr lang="en-US" sz="1600" i="1" dirty="0"/>
              <a:t>What is Product </a:t>
            </a:r>
            <a:r>
              <a:rPr lang="en-US" sz="1600" i="1" dirty="0" smtClean="0"/>
              <a:t>Management</a:t>
            </a:r>
            <a:endParaRPr lang="en-US" sz="1600" i="1" dirty="0"/>
          </a:p>
          <a:p>
            <a:r>
              <a:rPr lang="en-US" sz="1600" b="1" i="1" dirty="0" smtClean="0"/>
              <a:t>	“</a:t>
            </a:r>
            <a:r>
              <a:rPr lang="en-US" sz="1600" b="1" i="1" dirty="0"/>
              <a:t>Product Management is the lifecycle and business management of 'what' products get done.”</a:t>
            </a:r>
            <a:r>
              <a:rPr lang="en-US" sz="1600" i="1" dirty="0"/>
              <a:t> </a:t>
            </a:r>
            <a:endParaRPr lang="en-US" sz="1600" i="1" dirty="0" smtClean="0"/>
          </a:p>
          <a:p>
            <a:endParaRPr lang="en-US" sz="1600" i="1" dirty="0" smtClean="0"/>
          </a:p>
          <a:p>
            <a:r>
              <a:rPr lang="en-US" sz="1600" i="1" dirty="0" smtClean="0"/>
              <a:t>Stakeholders </a:t>
            </a:r>
          </a:p>
          <a:p>
            <a:r>
              <a:rPr lang="en-US" sz="1600" i="1" dirty="0" smtClean="0"/>
              <a:t>Agile methodology</a:t>
            </a:r>
          </a:p>
          <a:p>
            <a:r>
              <a:rPr lang="en-US" sz="1600" i="1" dirty="0" smtClean="0"/>
              <a:t>Sprint</a:t>
            </a:r>
          </a:p>
          <a:p>
            <a:r>
              <a:rPr lang="en-US" sz="1600" i="1" dirty="0" smtClean="0"/>
              <a:t>PRDs – Product Requirement Document</a:t>
            </a:r>
          </a:p>
          <a:p>
            <a:r>
              <a:rPr lang="en-US" sz="1600" i="1" dirty="0" smtClean="0"/>
              <a:t>Prototypes/Wireframes</a:t>
            </a:r>
            <a:r>
              <a:rPr lang="en-US" sz="2800" i="1" dirty="0"/>
              <a:t/>
            </a:r>
            <a:br>
              <a:rPr lang="en-US" sz="2800" i="1" dirty="0"/>
            </a:br>
            <a:endParaRPr lang="en-IN" sz="2800" dirty="0"/>
          </a:p>
        </p:txBody>
      </p:sp>
    </p:spTree>
    <p:extLst>
      <p:ext uri="{BB962C8B-B14F-4D97-AF65-F5344CB8AC3E}">
        <p14:creationId xmlns:p14="http://schemas.microsoft.com/office/powerpoint/2010/main" val="3598372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Definition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5</a:t>
            </a:fld>
            <a:endParaRPr lang="en-US" dirty="0"/>
          </a:p>
        </p:txBody>
      </p:sp>
      <p:sp>
        <p:nvSpPr>
          <p:cNvPr id="5" name="TextBox 4"/>
          <p:cNvSpPr txBox="1"/>
          <p:nvPr/>
        </p:nvSpPr>
        <p:spPr>
          <a:xfrm>
            <a:off x="685800" y="719479"/>
            <a:ext cx="4648200" cy="1477328"/>
          </a:xfrm>
          <a:prstGeom prst="rect">
            <a:avLst/>
          </a:prstGeom>
          <a:noFill/>
        </p:spPr>
        <p:txBody>
          <a:bodyPr wrap="square" rtlCol="0">
            <a:spAutoFit/>
          </a:bodyPr>
          <a:lstStyle/>
          <a:p>
            <a:pPr marL="285750" indent="-285750">
              <a:buFont typeface="Arial" panose="020B0604020202020204" pitchFamily="34" charset="0"/>
              <a:buChar char="•"/>
            </a:pPr>
            <a:r>
              <a:rPr lang="en-GB" altLang="en-US" dirty="0" smtClean="0"/>
              <a:t>What is a Project ?</a:t>
            </a:r>
          </a:p>
          <a:p>
            <a:pPr marL="285750" indent="-285750">
              <a:buFont typeface="Arial" panose="020B0604020202020204" pitchFamily="34" charset="0"/>
              <a:buChar char="•"/>
            </a:pPr>
            <a:r>
              <a:rPr lang="en-GB" altLang="en-US" dirty="0" smtClean="0"/>
              <a:t>What are some definitions ?</a:t>
            </a:r>
          </a:p>
          <a:p>
            <a:pPr marL="285750" indent="-285750">
              <a:buFont typeface="Arial" panose="020B0604020202020204" pitchFamily="34" charset="0"/>
              <a:buChar char="•"/>
            </a:pPr>
            <a:r>
              <a:rPr lang="en-GB" altLang="en-US" dirty="0" smtClean="0"/>
              <a:t>Examples</a:t>
            </a:r>
          </a:p>
          <a:p>
            <a:endParaRPr lang="en-GB" altLang="en-US" dirty="0"/>
          </a:p>
          <a:p>
            <a:endParaRPr lang="en-IN" dirty="0"/>
          </a:p>
        </p:txBody>
      </p:sp>
      <p:pic>
        <p:nvPicPr>
          <p:cNvPr id="6" name="Picture 5"/>
          <p:cNvPicPr>
            <a:picLocks noChangeAspect="1"/>
          </p:cNvPicPr>
          <p:nvPr/>
        </p:nvPicPr>
        <p:blipFill>
          <a:blip r:embed="rId2"/>
          <a:stretch>
            <a:fillRect/>
          </a:stretch>
        </p:blipFill>
        <p:spPr>
          <a:xfrm>
            <a:off x="6629400" y="1277645"/>
            <a:ext cx="1838325" cy="1838325"/>
          </a:xfrm>
          <a:prstGeom prst="rect">
            <a:avLst/>
          </a:prstGeom>
        </p:spPr>
      </p:pic>
    </p:spTree>
    <p:extLst>
      <p:ext uri="{BB962C8B-B14F-4D97-AF65-F5344CB8AC3E}">
        <p14:creationId xmlns:p14="http://schemas.microsoft.com/office/powerpoint/2010/main" val="20418806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Lets Start with a Few PMI Definitions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6</a:t>
            </a:fld>
            <a:endParaRPr lang="en-US" dirty="0"/>
          </a:p>
        </p:txBody>
      </p:sp>
      <p:sp>
        <p:nvSpPr>
          <p:cNvPr id="4" name="TextBox 3"/>
          <p:cNvSpPr txBox="1"/>
          <p:nvPr/>
        </p:nvSpPr>
        <p:spPr>
          <a:xfrm>
            <a:off x="381000" y="614123"/>
            <a:ext cx="6172200" cy="3754874"/>
          </a:xfrm>
          <a:prstGeom prst="rect">
            <a:avLst/>
          </a:prstGeom>
          <a:noFill/>
        </p:spPr>
        <p:txBody>
          <a:bodyPr wrap="square" rtlCol="0">
            <a:spAutoFit/>
          </a:bodyPr>
          <a:lstStyle/>
          <a:p>
            <a:r>
              <a:rPr lang="en-US" sz="1400" dirty="0"/>
              <a:t>• </a:t>
            </a:r>
            <a:r>
              <a:rPr lang="en-US" sz="1400" b="1" dirty="0" smtClean="0"/>
              <a:t>PMBOK </a:t>
            </a:r>
            <a:r>
              <a:rPr lang="en-US" sz="1400" b="1" dirty="0"/>
              <a:t>® </a:t>
            </a:r>
            <a:r>
              <a:rPr lang="en-US" sz="1400" dirty="0"/>
              <a:t>- the Project Management Book of Knowledge from which PMI defines terms, standards, and good </a:t>
            </a:r>
            <a:r>
              <a:rPr lang="en-US" sz="1400" dirty="0" smtClean="0"/>
              <a:t>practices</a:t>
            </a:r>
          </a:p>
          <a:p>
            <a:r>
              <a:rPr lang="en-US" sz="1400" dirty="0" smtClean="0"/>
              <a:t>• </a:t>
            </a:r>
            <a:r>
              <a:rPr lang="en-US" sz="1400" b="1" dirty="0" smtClean="0"/>
              <a:t>Portfolio</a:t>
            </a:r>
            <a:r>
              <a:rPr lang="en-US" sz="1400" dirty="0" smtClean="0"/>
              <a:t> </a:t>
            </a:r>
            <a:r>
              <a:rPr lang="en-US" sz="1400" dirty="0"/>
              <a:t>– Projects, programs, and operations managed as a group to achieve strategic </a:t>
            </a:r>
            <a:r>
              <a:rPr lang="en-US" sz="1400" dirty="0" smtClean="0"/>
              <a:t>objectives</a:t>
            </a:r>
          </a:p>
          <a:p>
            <a:r>
              <a:rPr lang="en-US" sz="1400" b="1" dirty="0" smtClean="0"/>
              <a:t>• </a:t>
            </a:r>
            <a:r>
              <a:rPr lang="en-US" sz="1400" b="1" dirty="0"/>
              <a:t>Program</a:t>
            </a:r>
            <a:r>
              <a:rPr lang="en-US" sz="1400" dirty="0"/>
              <a:t> - A group of projects and program activities managed in a coordinated way </a:t>
            </a:r>
            <a:endParaRPr lang="en-US" sz="1400" dirty="0" smtClean="0"/>
          </a:p>
          <a:p>
            <a:r>
              <a:rPr lang="en-US" sz="1400" b="1" dirty="0" smtClean="0"/>
              <a:t>• </a:t>
            </a:r>
            <a:r>
              <a:rPr lang="en-US" sz="1400" b="1" dirty="0"/>
              <a:t>Project</a:t>
            </a:r>
            <a:r>
              <a:rPr lang="en-US" sz="1400" dirty="0"/>
              <a:t> – a temporary endeavor undertaken to create a unique product, service, or result </a:t>
            </a:r>
            <a:endParaRPr lang="en-US" sz="1400" dirty="0" smtClean="0"/>
          </a:p>
          <a:p>
            <a:r>
              <a:rPr lang="en-US" sz="1400" b="1" dirty="0" smtClean="0"/>
              <a:t>• </a:t>
            </a:r>
            <a:r>
              <a:rPr lang="en-US" sz="1400" b="1" dirty="0"/>
              <a:t>Project Management</a:t>
            </a:r>
            <a:r>
              <a:rPr lang="en-US" sz="1400" dirty="0"/>
              <a:t> – the application of knowledge, skills, tools, and techniques to project management activities to meet project </a:t>
            </a:r>
            <a:r>
              <a:rPr lang="en-US" sz="1400" dirty="0" smtClean="0"/>
              <a:t>requirements</a:t>
            </a:r>
          </a:p>
          <a:p>
            <a:r>
              <a:rPr lang="en-US" sz="1400" b="1" dirty="0" smtClean="0"/>
              <a:t>• </a:t>
            </a:r>
            <a:r>
              <a:rPr lang="en-US" sz="1400" b="1" dirty="0"/>
              <a:t>Project Manager</a:t>
            </a:r>
            <a:r>
              <a:rPr lang="en-US" sz="1400" dirty="0"/>
              <a:t> – the person authorized by the performing organization to direct the team accountable for realizing project objectives </a:t>
            </a:r>
            <a:endParaRPr lang="en-US" sz="1400" dirty="0" smtClean="0"/>
          </a:p>
          <a:p>
            <a:r>
              <a:rPr lang="en-US" sz="1400" b="1" dirty="0" smtClean="0"/>
              <a:t>• </a:t>
            </a:r>
            <a:r>
              <a:rPr lang="en-US" sz="1400" b="1" dirty="0"/>
              <a:t>Project Stakeholder</a:t>
            </a:r>
            <a:r>
              <a:rPr lang="en-US" sz="1400" dirty="0"/>
              <a:t> – includes all project team members and anyone impacted by or impacting the project </a:t>
            </a:r>
            <a:endParaRPr lang="en-US" sz="1400" dirty="0" smtClean="0"/>
          </a:p>
          <a:p>
            <a:r>
              <a:rPr lang="en-US" sz="1400" b="1" dirty="0" smtClean="0"/>
              <a:t>• </a:t>
            </a:r>
            <a:r>
              <a:rPr lang="en-US" sz="1400" b="1" dirty="0"/>
              <a:t>Triple Constraint</a:t>
            </a:r>
            <a:r>
              <a:rPr lang="en-US" sz="1400" dirty="0"/>
              <a:t> – the foundation of project management is balancing scope, time, and cost.  Quality is at the center of the triple constraint</a:t>
            </a:r>
          </a:p>
          <a:p>
            <a:endParaRPr lang="en-IN" sz="1400" dirty="0"/>
          </a:p>
        </p:txBody>
      </p:sp>
      <p:pic>
        <p:nvPicPr>
          <p:cNvPr id="5" name="Picture 4"/>
          <p:cNvPicPr>
            <a:picLocks noChangeAspect="1"/>
          </p:cNvPicPr>
          <p:nvPr/>
        </p:nvPicPr>
        <p:blipFill>
          <a:blip r:embed="rId2"/>
          <a:stretch>
            <a:fillRect/>
          </a:stretch>
        </p:blipFill>
        <p:spPr>
          <a:xfrm>
            <a:off x="6742178" y="489077"/>
            <a:ext cx="1835055" cy="1835055"/>
          </a:xfrm>
          <a:prstGeom prst="rect">
            <a:avLst/>
          </a:prstGeom>
        </p:spPr>
      </p:pic>
      <p:pic>
        <p:nvPicPr>
          <p:cNvPr id="6" name="Picture 5"/>
          <p:cNvPicPr>
            <a:picLocks noChangeAspect="1"/>
          </p:cNvPicPr>
          <p:nvPr/>
        </p:nvPicPr>
        <p:blipFill>
          <a:blip r:embed="rId3"/>
          <a:stretch>
            <a:fillRect/>
          </a:stretch>
        </p:blipFill>
        <p:spPr>
          <a:xfrm>
            <a:off x="6827611" y="2491560"/>
            <a:ext cx="1749622" cy="1749622"/>
          </a:xfrm>
          <a:prstGeom prst="rect">
            <a:avLst/>
          </a:prstGeom>
        </p:spPr>
      </p:pic>
    </p:spTree>
    <p:extLst>
      <p:ext uri="{BB962C8B-B14F-4D97-AF65-F5344CB8AC3E}">
        <p14:creationId xmlns:p14="http://schemas.microsoft.com/office/powerpoint/2010/main" val="33139101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7</a:t>
            </a:fld>
            <a:endParaRPr lang="en-US" dirty="0"/>
          </a:p>
        </p:txBody>
      </p:sp>
      <p:sp>
        <p:nvSpPr>
          <p:cNvPr id="4" name="Rectangle 3"/>
          <p:cNvSpPr>
            <a:spLocks noChangeArrowheads="1"/>
          </p:cNvSpPr>
          <p:nvPr/>
        </p:nvSpPr>
        <p:spPr bwMode="auto">
          <a:xfrm>
            <a:off x="228600" y="533400"/>
            <a:ext cx="882396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spcBef>
                <a:spcPct val="20000"/>
              </a:spcBef>
            </a:pPr>
            <a:r>
              <a:rPr lang="en-GB" altLang="en-US" sz="1600" dirty="0">
                <a:latin typeface="+mj-lt"/>
              </a:rPr>
              <a:t>A project  is a temporary endeavour undertaken to create a unique product or service.</a:t>
            </a:r>
          </a:p>
          <a:p>
            <a:pPr>
              <a:spcBef>
                <a:spcPct val="20000"/>
              </a:spcBef>
            </a:pPr>
            <a:r>
              <a:rPr lang="en-GB" altLang="en-US" i="0" dirty="0" smtClean="0">
                <a:latin typeface="+mj-lt"/>
              </a:rPr>
              <a:t>It </a:t>
            </a:r>
            <a:r>
              <a:rPr lang="en-GB" altLang="en-US" i="0" dirty="0">
                <a:latin typeface="+mj-lt"/>
              </a:rPr>
              <a:t>is </a:t>
            </a:r>
          </a:p>
          <a:p>
            <a:pPr>
              <a:spcBef>
                <a:spcPct val="20000"/>
              </a:spcBef>
              <a:buFontTx/>
              <a:buChar char="•"/>
            </a:pPr>
            <a:r>
              <a:rPr lang="en-GB" altLang="en-US" i="0" dirty="0">
                <a:latin typeface="+mj-lt"/>
              </a:rPr>
              <a:t> performed by people</a:t>
            </a:r>
          </a:p>
          <a:p>
            <a:pPr>
              <a:spcBef>
                <a:spcPct val="20000"/>
              </a:spcBef>
              <a:buFontTx/>
              <a:buChar char="•"/>
            </a:pPr>
            <a:r>
              <a:rPr lang="en-GB" altLang="en-US" i="0" dirty="0">
                <a:latin typeface="+mj-lt"/>
              </a:rPr>
              <a:t> constrained by limited resources</a:t>
            </a:r>
          </a:p>
          <a:p>
            <a:pPr>
              <a:spcBef>
                <a:spcPct val="20000"/>
              </a:spcBef>
              <a:buFontTx/>
              <a:buChar char="•"/>
            </a:pPr>
            <a:r>
              <a:rPr lang="en-GB" altLang="en-US" i="0" dirty="0">
                <a:latin typeface="+mj-lt"/>
              </a:rPr>
              <a:t> planned, executed and </a:t>
            </a:r>
            <a:r>
              <a:rPr lang="en-GB" altLang="en-US" i="0" dirty="0" smtClean="0">
                <a:latin typeface="+mj-lt"/>
              </a:rPr>
              <a:t>controlled</a:t>
            </a:r>
          </a:p>
          <a:p>
            <a:pPr>
              <a:spcBef>
                <a:spcPct val="20000"/>
              </a:spcBef>
              <a:buFontTx/>
              <a:buChar char="•"/>
            </a:pPr>
            <a:endParaRPr lang="en-GB" altLang="en-US" i="0" dirty="0">
              <a:solidFill>
                <a:schemeClr val="accent2"/>
              </a:solidFill>
              <a:latin typeface="+mj-lt"/>
            </a:endParaRPr>
          </a:p>
          <a:p>
            <a:pPr>
              <a:spcBef>
                <a:spcPct val="20000"/>
              </a:spcBef>
            </a:pPr>
            <a:r>
              <a:rPr lang="en-GB" altLang="en-US" sz="1600" dirty="0">
                <a:latin typeface="+mj-lt"/>
              </a:rPr>
              <a:t>A temporary process, which has a clearly defined start and end time, </a:t>
            </a:r>
          </a:p>
          <a:p>
            <a:pPr>
              <a:spcBef>
                <a:spcPct val="20000"/>
              </a:spcBef>
            </a:pPr>
            <a:r>
              <a:rPr lang="en-GB" altLang="en-US" sz="1600" dirty="0">
                <a:latin typeface="+mj-lt"/>
              </a:rPr>
              <a:t>With a set of tasks and a budget, developed to accomplish a </a:t>
            </a:r>
          </a:p>
          <a:p>
            <a:pPr>
              <a:spcBef>
                <a:spcPct val="20000"/>
              </a:spcBef>
            </a:pPr>
            <a:r>
              <a:rPr lang="en-GB" altLang="en-US" sz="1600" dirty="0">
                <a:latin typeface="+mj-lt"/>
              </a:rPr>
              <a:t>well-defined </a:t>
            </a:r>
            <a:r>
              <a:rPr lang="en-GB" altLang="en-US" sz="1600" dirty="0" smtClean="0">
                <a:latin typeface="+mj-lt"/>
              </a:rPr>
              <a:t>objective</a:t>
            </a:r>
          </a:p>
          <a:p>
            <a:pPr>
              <a:spcBef>
                <a:spcPct val="20000"/>
              </a:spcBef>
            </a:pPr>
            <a:endParaRPr lang="en-GB" altLang="en-US" sz="1600" dirty="0">
              <a:latin typeface="+mj-lt"/>
            </a:endParaRPr>
          </a:p>
          <a:p>
            <a:pPr>
              <a:spcBef>
                <a:spcPct val="20000"/>
              </a:spcBef>
            </a:pPr>
            <a:r>
              <a:rPr lang="en-GB" altLang="en-US" sz="1600" dirty="0" smtClean="0">
                <a:latin typeface="+mj-lt"/>
              </a:rPr>
              <a:t>PMI has defined Project as “A combination of human and non-human resources, pooled together in a temporary organization to achieve a specific purpose”.</a:t>
            </a:r>
            <a:endParaRPr lang="en-GB" altLang="en-US" sz="1600" dirty="0">
              <a:latin typeface="+mj-lt"/>
            </a:endParaRPr>
          </a:p>
          <a:p>
            <a:pPr>
              <a:spcBef>
                <a:spcPct val="20000"/>
              </a:spcBef>
            </a:pPr>
            <a:r>
              <a:rPr lang="en-GB" altLang="en-US" sz="2400" i="0" dirty="0"/>
              <a:t> </a:t>
            </a:r>
            <a:endParaRPr lang="en-GB" altLang="en-US" sz="2400" i="0" dirty="0" smtClean="0"/>
          </a:p>
          <a:p>
            <a:pPr>
              <a:spcBef>
                <a:spcPct val="20000"/>
              </a:spcBef>
            </a:pPr>
            <a:endParaRPr lang="en-GB" altLang="en-US" sz="2400" i="0" dirty="0">
              <a:solidFill>
                <a:schemeClr val="accent2"/>
              </a:solidFill>
            </a:endParaRPr>
          </a:p>
          <a:p>
            <a:pPr>
              <a:spcBef>
                <a:spcPct val="20000"/>
              </a:spcBef>
              <a:buFontTx/>
              <a:buChar char="•"/>
            </a:pPr>
            <a:endParaRPr lang="en-GB" altLang="en-US" sz="2400" i="0" dirty="0"/>
          </a:p>
        </p:txBody>
      </p:sp>
      <p:pic>
        <p:nvPicPr>
          <p:cNvPr id="5" name="Picture 4" descr="A3XX-10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143000"/>
            <a:ext cx="2735262" cy="198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61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ox(ou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 Another one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8</a:t>
            </a:fld>
            <a:endParaRPr lang="en-US" dirty="0"/>
          </a:p>
        </p:txBody>
      </p:sp>
      <p:sp>
        <p:nvSpPr>
          <p:cNvPr id="4" name="Rectangle 3"/>
          <p:cNvSpPr>
            <a:spLocks noChangeArrowheads="1"/>
          </p:cNvSpPr>
          <p:nvPr/>
        </p:nvSpPr>
        <p:spPr bwMode="auto">
          <a:xfrm>
            <a:off x="228600" y="533400"/>
            <a:ext cx="8823960" cy="291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lgn="just">
              <a:lnSpc>
                <a:spcPct val="80000"/>
              </a:lnSpc>
              <a:buFont typeface="Wingdings" panose="05000000000000000000" pitchFamily="2" charset="2"/>
              <a:buNone/>
            </a:pPr>
            <a:r>
              <a:rPr lang="en-GB" altLang="en-US" sz="1800" i="0" dirty="0">
                <a:latin typeface="+mj-lt"/>
              </a:rPr>
              <a:t>“Unique process consisting of a set of coordinated and controlled activities with start and finish dates, undertaken to achieve an objective conforming to specific requirements, including constraints of time, cost, quality and resources”</a:t>
            </a:r>
          </a:p>
          <a:p>
            <a:pPr lvl="1">
              <a:lnSpc>
                <a:spcPct val="80000"/>
              </a:lnSpc>
            </a:pPr>
            <a:endParaRPr lang="en-GB" altLang="en-US" sz="1800" i="0" dirty="0">
              <a:latin typeface="+mj-lt"/>
            </a:endParaRPr>
          </a:p>
          <a:p>
            <a:pPr marL="342900" indent="-342900">
              <a:lnSpc>
                <a:spcPct val="80000"/>
              </a:lnSpc>
              <a:buFont typeface="Wingdings" panose="05000000000000000000" pitchFamily="2" charset="2"/>
              <a:buChar char="q"/>
            </a:pPr>
            <a:r>
              <a:rPr lang="en-GB" altLang="en-US" sz="1800" i="0" dirty="0">
                <a:latin typeface="+mj-lt"/>
              </a:rPr>
              <a:t>A Project is a planned set of activities</a:t>
            </a:r>
          </a:p>
          <a:p>
            <a:pPr marL="342900" indent="-342900">
              <a:lnSpc>
                <a:spcPct val="80000"/>
              </a:lnSpc>
              <a:buFont typeface="Wingdings" panose="05000000000000000000" pitchFamily="2" charset="2"/>
              <a:buChar char="q"/>
            </a:pPr>
            <a:r>
              <a:rPr lang="en-GB" altLang="en-US" sz="1800" i="0" dirty="0">
                <a:latin typeface="+mj-lt"/>
              </a:rPr>
              <a:t>A Project has a scope</a:t>
            </a:r>
          </a:p>
          <a:p>
            <a:pPr marL="342900" indent="-342900">
              <a:lnSpc>
                <a:spcPct val="80000"/>
              </a:lnSpc>
              <a:buFont typeface="Wingdings" panose="05000000000000000000" pitchFamily="2" charset="2"/>
              <a:buChar char="q"/>
            </a:pPr>
            <a:r>
              <a:rPr lang="en-GB" altLang="en-US" sz="1800" i="0" dirty="0">
                <a:latin typeface="+mj-lt"/>
              </a:rPr>
              <a:t>A Project has time, cost, quality and resource constraints</a:t>
            </a:r>
          </a:p>
        </p:txBody>
      </p:sp>
    </p:spTree>
    <p:extLst>
      <p:ext uri="{BB962C8B-B14F-4D97-AF65-F5344CB8AC3E}">
        <p14:creationId xmlns:p14="http://schemas.microsoft.com/office/powerpoint/2010/main" val="15975323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Difference between Project /Operations/ Program and Portfolio</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9</a:t>
            </a:fld>
            <a:endParaRPr lang="en-US" dirty="0"/>
          </a:p>
        </p:txBody>
      </p:sp>
      <p:sp>
        <p:nvSpPr>
          <p:cNvPr id="4" name="Rectangle 3"/>
          <p:cNvSpPr/>
          <p:nvPr/>
        </p:nvSpPr>
        <p:spPr>
          <a:xfrm>
            <a:off x="276133" y="381000"/>
            <a:ext cx="6867618" cy="1815882"/>
          </a:xfrm>
          <a:prstGeom prst="rect">
            <a:avLst/>
          </a:prstGeom>
        </p:spPr>
        <p:txBody>
          <a:bodyPr wrap="square">
            <a:spAutoFit/>
          </a:bodyPr>
          <a:lstStyle/>
          <a:p>
            <a:r>
              <a:rPr lang="en-US" sz="1400" b="1" dirty="0" smtClean="0">
                <a:solidFill>
                  <a:srgbClr val="444444"/>
                </a:solidFill>
              </a:rPr>
              <a:t>Project</a:t>
            </a:r>
          </a:p>
          <a:p>
            <a:r>
              <a:rPr lang="en-US" sz="1400" dirty="0" smtClean="0">
                <a:solidFill>
                  <a:srgbClr val="444444"/>
                </a:solidFill>
              </a:rPr>
              <a:t>A </a:t>
            </a:r>
            <a:r>
              <a:rPr lang="en-US" sz="1400" dirty="0">
                <a:solidFill>
                  <a:srgbClr val="444444"/>
                </a:solidFill>
              </a:rPr>
              <a:t>project is a temporary endeavor undertaken to create a unique product, service, or result.”</a:t>
            </a:r>
          </a:p>
          <a:p>
            <a:r>
              <a:rPr lang="en-US" sz="1400" dirty="0">
                <a:solidFill>
                  <a:srgbClr val="444444"/>
                </a:solidFill>
              </a:rPr>
              <a:t>Although, the wordings of both definitions are different, meaning is same, and you can conclude that:</a:t>
            </a:r>
          </a:p>
          <a:p>
            <a:pPr>
              <a:buFont typeface="+mj-lt"/>
              <a:buAutoNum type="arabicPeriod"/>
            </a:pPr>
            <a:r>
              <a:rPr lang="en-US" sz="1400" dirty="0">
                <a:solidFill>
                  <a:srgbClr val="444444"/>
                </a:solidFill>
              </a:rPr>
              <a:t>The nature of the project is temporary, and</a:t>
            </a:r>
          </a:p>
          <a:p>
            <a:pPr>
              <a:buFont typeface="+mj-lt"/>
              <a:buAutoNum type="arabicPeriod"/>
            </a:pPr>
            <a:r>
              <a:rPr lang="en-US" sz="1400" dirty="0">
                <a:solidFill>
                  <a:srgbClr val="444444"/>
                </a:solidFill>
              </a:rPr>
              <a:t>The project is undertaken to produce a unique output, for example, a product, service, or a result</a:t>
            </a:r>
            <a:r>
              <a:rPr lang="en-US" sz="1400" dirty="0" smtClean="0">
                <a:solidFill>
                  <a:srgbClr val="444444"/>
                </a:solidFill>
              </a:rPr>
              <a:t>.</a:t>
            </a:r>
            <a:endParaRPr lang="en-US" sz="1400" b="0" i="0" dirty="0">
              <a:solidFill>
                <a:srgbClr val="444444"/>
              </a:solidFill>
              <a:effectLst/>
            </a:endParaRPr>
          </a:p>
        </p:txBody>
      </p:sp>
      <p:sp>
        <p:nvSpPr>
          <p:cNvPr id="5" name="TextBox 4"/>
          <p:cNvSpPr txBox="1"/>
          <p:nvPr/>
        </p:nvSpPr>
        <p:spPr>
          <a:xfrm>
            <a:off x="276133" y="2196882"/>
            <a:ext cx="6471377" cy="2523768"/>
          </a:xfrm>
          <a:prstGeom prst="rect">
            <a:avLst/>
          </a:prstGeom>
          <a:noFill/>
        </p:spPr>
        <p:txBody>
          <a:bodyPr wrap="square" rtlCol="0">
            <a:spAutoFit/>
          </a:bodyPr>
          <a:lstStyle/>
          <a:p>
            <a:pPr lvl="0"/>
            <a:r>
              <a:rPr lang="en-IN" sz="1400" b="1" dirty="0" smtClean="0">
                <a:solidFill>
                  <a:srgbClr val="444444"/>
                </a:solidFill>
              </a:rPr>
              <a:t>Operations</a:t>
            </a:r>
          </a:p>
          <a:p>
            <a:pPr lvl="0"/>
            <a:r>
              <a:rPr lang="en-IN" sz="1400" dirty="0" smtClean="0">
                <a:solidFill>
                  <a:srgbClr val="444444"/>
                </a:solidFill>
              </a:rPr>
              <a:t>Operations </a:t>
            </a:r>
            <a:r>
              <a:rPr lang="en-IN" sz="1400" dirty="0">
                <a:solidFill>
                  <a:srgbClr val="444444"/>
                </a:solidFill>
              </a:rPr>
              <a:t>are the ongoing execution of activities that produce the same output, or provide a repetitive service.</a:t>
            </a:r>
          </a:p>
          <a:p>
            <a:pPr lvl="0"/>
            <a:r>
              <a:rPr lang="en-IN" sz="1400" dirty="0">
                <a:solidFill>
                  <a:srgbClr val="444444"/>
                </a:solidFill>
              </a:rPr>
              <a:t>Operations don’t produce anything new, but they are necessary to maintain and sustain the system.</a:t>
            </a:r>
          </a:p>
          <a:p>
            <a:pPr lvl="0"/>
            <a:r>
              <a:rPr lang="en-IN" sz="1400" dirty="0">
                <a:solidFill>
                  <a:srgbClr val="444444"/>
                </a:solidFill>
              </a:rPr>
              <a:t>Operations are used to run regular business models, achieve the goals of the business, and sustain the business.</a:t>
            </a:r>
          </a:p>
          <a:p>
            <a:pPr lvl="0"/>
            <a:r>
              <a:rPr lang="en-IN" sz="1400" dirty="0">
                <a:solidFill>
                  <a:srgbClr val="444444"/>
                </a:solidFill>
              </a:rPr>
              <a:t>Operations are different as opposed to projects, which are known for their uniqueness.</a:t>
            </a:r>
          </a:p>
          <a:p>
            <a:pPr lvl="0"/>
            <a:r>
              <a:rPr lang="en-IN" sz="1400" dirty="0">
                <a:solidFill>
                  <a:srgbClr val="444444"/>
                </a:solidFill>
              </a:rPr>
              <a:t>Operations are permanent in nature, and their only constraint is to make profit for the organisation.</a:t>
            </a:r>
          </a:p>
          <a:p>
            <a:endParaRPr lang="en-IN" dirty="0"/>
          </a:p>
        </p:txBody>
      </p:sp>
      <p:pic>
        <p:nvPicPr>
          <p:cNvPr id="7" name="Picture 6"/>
          <p:cNvPicPr>
            <a:picLocks noChangeAspect="1"/>
          </p:cNvPicPr>
          <p:nvPr/>
        </p:nvPicPr>
        <p:blipFill>
          <a:blip r:embed="rId2"/>
          <a:stretch>
            <a:fillRect/>
          </a:stretch>
        </p:blipFill>
        <p:spPr>
          <a:xfrm>
            <a:off x="7010399" y="2209800"/>
            <a:ext cx="2105025" cy="1513530"/>
          </a:xfrm>
          <a:prstGeom prst="rect">
            <a:avLst/>
          </a:prstGeom>
        </p:spPr>
      </p:pic>
    </p:spTree>
    <p:extLst>
      <p:ext uri="{BB962C8B-B14F-4D97-AF65-F5344CB8AC3E}">
        <p14:creationId xmlns:p14="http://schemas.microsoft.com/office/powerpoint/2010/main" val="310635522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fld id="{0B491FB4-905F-488C-AD01-09867DFAF172}" type="slidenum">
              <a:rPr lang="en-US" smtClean="0"/>
              <a:pPr/>
              <a:t>10</a:t>
            </a:fld>
            <a:endParaRPr lang="en-US" dirty="0"/>
          </a:p>
        </p:txBody>
      </p:sp>
      <p:sp>
        <p:nvSpPr>
          <p:cNvPr id="4" name="Title 1"/>
          <p:cNvSpPr>
            <a:spLocks noGrp="1"/>
          </p:cNvSpPr>
          <p:nvPr>
            <p:ph type="title"/>
          </p:nvPr>
        </p:nvSpPr>
        <p:spPr>
          <a:xfrm>
            <a:off x="91440" y="50800"/>
            <a:ext cx="8961120" cy="330200"/>
          </a:xfrm>
        </p:spPr>
        <p:txBody>
          <a:bodyPr/>
          <a:lstStyle/>
          <a:p>
            <a:r>
              <a:rPr lang="en-IN" dirty="0" smtClean="0"/>
              <a:t>Difference between Project /Operations/ Program and Portfolio</a:t>
            </a:r>
            <a:endParaRPr lang="en-IN" dirty="0"/>
          </a:p>
        </p:txBody>
      </p:sp>
      <p:pic>
        <p:nvPicPr>
          <p:cNvPr id="6" name="Picture 5"/>
          <p:cNvPicPr>
            <a:picLocks noChangeAspect="1"/>
          </p:cNvPicPr>
          <p:nvPr/>
        </p:nvPicPr>
        <p:blipFill>
          <a:blip r:embed="rId2"/>
          <a:stretch>
            <a:fillRect/>
          </a:stretch>
        </p:blipFill>
        <p:spPr>
          <a:xfrm>
            <a:off x="6019800" y="690562"/>
            <a:ext cx="2857500" cy="1704975"/>
          </a:xfrm>
          <a:prstGeom prst="rect">
            <a:avLst/>
          </a:prstGeom>
        </p:spPr>
      </p:pic>
      <p:sp>
        <p:nvSpPr>
          <p:cNvPr id="7" name="Rectangle 6"/>
          <p:cNvSpPr/>
          <p:nvPr/>
        </p:nvSpPr>
        <p:spPr>
          <a:xfrm>
            <a:off x="91440" y="457200"/>
            <a:ext cx="4572000" cy="954107"/>
          </a:xfrm>
          <a:prstGeom prst="rect">
            <a:avLst/>
          </a:prstGeom>
        </p:spPr>
        <p:txBody>
          <a:bodyPr>
            <a:spAutoFit/>
          </a:bodyPr>
          <a:lstStyle/>
          <a:p>
            <a:r>
              <a:rPr lang="en-US" sz="1400" b="1" dirty="0">
                <a:solidFill>
                  <a:srgbClr val="444444"/>
                </a:solidFill>
              </a:rPr>
              <a:t>Program</a:t>
            </a:r>
          </a:p>
          <a:p>
            <a:r>
              <a:rPr lang="en-US" sz="1400" dirty="0">
                <a:solidFill>
                  <a:srgbClr val="444444"/>
                </a:solidFill>
              </a:rPr>
              <a:t>A group of related </a:t>
            </a:r>
            <a:r>
              <a:rPr lang="en-US" sz="1400" dirty="0" smtClean="0">
                <a:solidFill>
                  <a:srgbClr val="444444"/>
                </a:solidFill>
              </a:rPr>
              <a:t>projects, programs &amp; subprograms</a:t>
            </a:r>
            <a:r>
              <a:rPr lang="en-US" sz="1400" dirty="0">
                <a:solidFill>
                  <a:srgbClr val="444444"/>
                </a:solidFill>
              </a:rPr>
              <a:t>, </a:t>
            </a:r>
            <a:r>
              <a:rPr lang="en-US" sz="1400" dirty="0" smtClean="0">
                <a:solidFill>
                  <a:srgbClr val="444444"/>
                </a:solidFill>
              </a:rPr>
              <a:t>activities </a:t>
            </a:r>
            <a:r>
              <a:rPr lang="en-US" sz="1400" dirty="0">
                <a:solidFill>
                  <a:srgbClr val="444444"/>
                </a:solidFill>
              </a:rPr>
              <a:t>managed in a coordinated way to obtain benefits not available from managing them individually</a:t>
            </a:r>
            <a:r>
              <a:rPr lang="en-US" sz="1400" dirty="0">
                <a:solidFill>
                  <a:srgbClr val="444444"/>
                </a:solidFill>
                <a:latin typeface="Arial" panose="020B0604020202020204" pitchFamily="34" charset="0"/>
              </a:rPr>
              <a:t>.</a:t>
            </a:r>
            <a:endParaRPr lang="en-IN" sz="1400" dirty="0">
              <a:solidFill>
                <a:srgbClr val="444444"/>
              </a:solidFill>
              <a:latin typeface="Arial" panose="020B0604020202020204" pitchFamily="34" charset="0"/>
            </a:endParaRPr>
          </a:p>
        </p:txBody>
      </p:sp>
      <p:pic>
        <p:nvPicPr>
          <p:cNvPr id="8" name="Picture 7"/>
          <p:cNvPicPr>
            <a:picLocks noChangeAspect="1"/>
          </p:cNvPicPr>
          <p:nvPr/>
        </p:nvPicPr>
        <p:blipFill>
          <a:blip r:embed="rId3"/>
          <a:stretch>
            <a:fillRect/>
          </a:stretch>
        </p:blipFill>
        <p:spPr>
          <a:xfrm>
            <a:off x="2288796" y="1628775"/>
            <a:ext cx="2022516" cy="1038225"/>
          </a:xfrm>
          <a:prstGeom prst="rect">
            <a:avLst/>
          </a:prstGeom>
        </p:spPr>
      </p:pic>
      <p:sp>
        <p:nvSpPr>
          <p:cNvPr id="9" name="Rectangle 8"/>
          <p:cNvSpPr/>
          <p:nvPr/>
        </p:nvSpPr>
        <p:spPr>
          <a:xfrm>
            <a:off x="152400" y="2700404"/>
            <a:ext cx="5410200" cy="738664"/>
          </a:xfrm>
          <a:prstGeom prst="rect">
            <a:avLst/>
          </a:prstGeom>
        </p:spPr>
        <p:txBody>
          <a:bodyPr wrap="square">
            <a:spAutoFit/>
          </a:bodyPr>
          <a:lstStyle/>
          <a:p>
            <a:r>
              <a:rPr lang="en-US" sz="1400" b="1" dirty="0">
                <a:solidFill>
                  <a:srgbClr val="444444"/>
                </a:solidFill>
              </a:rPr>
              <a:t>Portfolio</a:t>
            </a:r>
          </a:p>
          <a:p>
            <a:r>
              <a:rPr lang="en-US" sz="1400" dirty="0">
                <a:solidFill>
                  <a:srgbClr val="444444"/>
                </a:solidFill>
              </a:rPr>
              <a:t>Projects, programs, </a:t>
            </a:r>
            <a:r>
              <a:rPr lang="en-US" sz="1400" dirty="0" smtClean="0">
                <a:solidFill>
                  <a:srgbClr val="444444"/>
                </a:solidFill>
              </a:rPr>
              <a:t>sub-portfolios</a:t>
            </a:r>
            <a:r>
              <a:rPr lang="en-US" sz="1400" dirty="0">
                <a:solidFill>
                  <a:srgbClr val="444444"/>
                </a:solidFill>
              </a:rPr>
              <a:t>, and operations managed as a group to achieve strategic objectives.</a:t>
            </a:r>
            <a:endParaRPr lang="en-IN" sz="1400" dirty="0">
              <a:solidFill>
                <a:srgbClr val="444444"/>
              </a:solidFill>
            </a:endParaRPr>
          </a:p>
        </p:txBody>
      </p:sp>
      <p:pic>
        <p:nvPicPr>
          <p:cNvPr id="1026" name="Picture 2" descr="https://www.pmbypm.com/wp-content/uploads/2016/06/Porfolio.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2667000"/>
            <a:ext cx="2590800" cy="1497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32140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Ecosystem</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11</a:t>
            </a:fld>
            <a:endParaRPr lang="en-US" dirty="0"/>
          </a:p>
        </p:txBody>
      </p:sp>
      <p:sp>
        <p:nvSpPr>
          <p:cNvPr id="6" name="TextBox 5"/>
          <p:cNvSpPr txBox="1"/>
          <p:nvPr/>
        </p:nvSpPr>
        <p:spPr>
          <a:xfrm>
            <a:off x="381000" y="762000"/>
            <a:ext cx="4953000" cy="1477328"/>
          </a:xfrm>
          <a:prstGeom prst="rect">
            <a:avLst/>
          </a:prstGeom>
          <a:noFill/>
        </p:spPr>
        <p:txBody>
          <a:bodyPr wrap="square" rtlCol="0">
            <a:spAutoFit/>
          </a:bodyPr>
          <a:lstStyle/>
          <a:p>
            <a:r>
              <a:rPr lang="en-IN" dirty="0" smtClean="0"/>
              <a:t>Every Project is dependent upon processes, people and tools. They determine how the work gets done. But these three essential elements are not equals. Each has its own strengths and weakness and provides different values to projects</a:t>
            </a:r>
            <a:endParaRPr lang="en-IN" dirty="0"/>
          </a:p>
        </p:txBody>
      </p:sp>
      <p:pic>
        <p:nvPicPr>
          <p:cNvPr id="7" name="Picture 6"/>
          <p:cNvPicPr>
            <a:picLocks noChangeAspect="1"/>
          </p:cNvPicPr>
          <p:nvPr/>
        </p:nvPicPr>
        <p:blipFill>
          <a:blip r:embed="rId2"/>
          <a:stretch>
            <a:fillRect/>
          </a:stretch>
        </p:blipFill>
        <p:spPr>
          <a:xfrm>
            <a:off x="5715000" y="752474"/>
            <a:ext cx="2619375" cy="2746305"/>
          </a:xfrm>
          <a:prstGeom prst="rect">
            <a:avLst/>
          </a:prstGeom>
        </p:spPr>
      </p:pic>
      <p:sp>
        <p:nvSpPr>
          <p:cNvPr id="8" name="TextBox 7"/>
          <p:cNvSpPr txBox="1"/>
          <p:nvPr/>
        </p:nvSpPr>
        <p:spPr>
          <a:xfrm>
            <a:off x="457200" y="2667000"/>
            <a:ext cx="3200400" cy="923330"/>
          </a:xfrm>
          <a:prstGeom prst="rect">
            <a:avLst/>
          </a:prstGeom>
          <a:noFill/>
        </p:spPr>
        <p:txBody>
          <a:bodyPr wrap="square" rtlCol="0">
            <a:spAutoFit/>
          </a:bodyPr>
          <a:lstStyle/>
          <a:p>
            <a:pPr marL="285750" indent="-285750">
              <a:buFont typeface="Arial" panose="020B0604020202020204" pitchFamily="34" charset="0"/>
              <a:buChar char="•"/>
            </a:pPr>
            <a:r>
              <a:rPr lang="en-IN" dirty="0" smtClean="0"/>
              <a:t>Process</a:t>
            </a:r>
          </a:p>
          <a:p>
            <a:pPr marL="285750" indent="-285750">
              <a:buFont typeface="Arial" panose="020B0604020202020204" pitchFamily="34" charset="0"/>
              <a:buChar char="•"/>
            </a:pPr>
            <a:r>
              <a:rPr lang="en-IN" dirty="0" smtClean="0"/>
              <a:t>People</a:t>
            </a:r>
          </a:p>
          <a:p>
            <a:pPr marL="285750" indent="-285750">
              <a:buFont typeface="Arial" panose="020B0604020202020204" pitchFamily="34" charset="0"/>
              <a:buChar char="•"/>
            </a:pPr>
            <a:r>
              <a:rPr lang="en-IN" dirty="0" smtClean="0"/>
              <a:t>Tools</a:t>
            </a:r>
            <a:endParaRPr lang="en-IN" dirty="0"/>
          </a:p>
        </p:txBody>
      </p:sp>
    </p:spTree>
    <p:extLst>
      <p:ext uri="{BB962C8B-B14F-4D97-AF65-F5344CB8AC3E}">
        <p14:creationId xmlns:p14="http://schemas.microsoft.com/office/powerpoint/2010/main" val="39549131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Ecosystem</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12</a:t>
            </a:fld>
            <a:endParaRPr lang="en-US" dirty="0"/>
          </a:p>
        </p:txBody>
      </p:sp>
      <p:sp>
        <p:nvSpPr>
          <p:cNvPr id="6" name="TextBox 5"/>
          <p:cNvSpPr txBox="1"/>
          <p:nvPr/>
        </p:nvSpPr>
        <p:spPr>
          <a:xfrm>
            <a:off x="281940" y="676275"/>
            <a:ext cx="6400800" cy="3416320"/>
          </a:xfrm>
          <a:prstGeom prst="rect">
            <a:avLst/>
          </a:prstGeom>
          <a:noFill/>
        </p:spPr>
        <p:txBody>
          <a:bodyPr wrap="square" rtlCol="0">
            <a:spAutoFit/>
          </a:bodyPr>
          <a:lstStyle/>
          <a:p>
            <a:r>
              <a:rPr lang="en-IN" b="1" dirty="0" smtClean="0"/>
              <a:t>Process</a:t>
            </a:r>
            <a:r>
              <a:rPr lang="en-IN" dirty="0" smtClean="0"/>
              <a:t> – The policies, procedures and the roles and responsibilities required in  managing development projects. Processes determine how the work needs to be accomplished.</a:t>
            </a:r>
          </a:p>
          <a:p>
            <a:endParaRPr lang="en-IN" dirty="0"/>
          </a:p>
          <a:p>
            <a:r>
              <a:rPr lang="en-IN" b="1" dirty="0" smtClean="0"/>
              <a:t>People</a:t>
            </a:r>
            <a:r>
              <a:rPr lang="en-IN" dirty="0" smtClean="0"/>
              <a:t> – The skill and capabilities of the people in charge of managing the project and whether or not they follow the processes and procedures to ensure the quality of the services provided by the organization</a:t>
            </a:r>
          </a:p>
          <a:p>
            <a:endParaRPr lang="en-IN" dirty="0"/>
          </a:p>
          <a:p>
            <a:r>
              <a:rPr lang="en-IN" b="1" dirty="0" smtClean="0"/>
              <a:t>Tools </a:t>
            </a:r>
            <a:r>
              <a:rPr lang="en-IN" dirty="0" smtClean="0"/>
              <a:t>– The techniques and the devices selected by the organization with the purpose to facilities the management of the people.</a:t>
            </a:r>
            <a:endParaRPr lang="en-IN" b="1" dirty="0"/>
          </a:p>
        </p:txBody>
      </p:sp>
      <p:pic>
        <p:nvPicPr>
          <p:cNvPr id="7" name="Picture 6"/>
          <p:cNvPicPr>
            <a:picLocks noChangeAspect="1"/>
          </p:cNvPicPr>
          <p:nvPr/>
        </p:nvPicPr>
        <p:blipFill>
          <a:blip r:embed="rId2"/>
          <a:stretch>
            <a:fillRect/>
          </a:stretch>
        </p:blipFill>
        <p:spPr>
          <a:xfrm>
            <a:off x="6781800" y="1584216"/>
            <a:ext cx="2177504" cy="2283022"/>
          </a:xfrm>
          <a:prstGeom prst="rect">
            <a:avLst/>
          </a:prstGeom>
        </p:spPr>
      </p:pic>
    </p:spTree>
    <p:extLst>
      <p:ext uri="{BB962C8B-B14F-4D97-AF65-F5344CB8AC3E}">
        <p14:creationId xmlns:p14="http://schemas.microsoft.com/office/powerpoint/2010/main" val="42911932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Question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13</a:t>
            </a:fld>
            <a:endParaRPr lang="en-US" dirty="0"/>
          </a:p>
        </p:txBody>
      </p:sp>
      <p:sp>
        <p:nvSpPr>
          <p:cNvPr id="4" name="TextBox 3"/>
          <p:cNvSpPr txBox="1"/>
          <p:nvPr/>
        </p:nvSpPr>
        <p:spPr>
          <a:xfrm>
            <a:off x="533400" y="914400"/>
            <a:ext cx="5791200" cy="369332"/>
          </a:xfrm>
          <a:prstGeom prst="rect">
            <a:avLst/>
          </a:prstGeom>
          <a:noFill/>
        </p:spPr>
        <p:txBody>
          <a:bodyPr wrap="square" rtlCol="0">
            <a:spAutoFit/>
          </a:bodyPr>
          <a:lstStyle/>
          <a:p>
            <a:r>
              <a:rPr lang="en-IN" dirty="0" smtClean="0"/>
              <a:t>What are the project constraints ?</a:t>
            </a:r>
            <a:endParaRPr lang="en-IN" dirty="0"/>
          </a:p>
        </p:txBody>
      </p:sp>
    </p:spTree>
    <p:extLst>
      <p:ext uri="{BB962C8B-B14F-4D97-AF65-F5344CB8AC3E}">
        <p14:creationId xmlns:p14="http://schemas.microsoft.com/office/powerpoint/2010/main" val="515698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Constraints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14</a:t>
            </a:fld>
            <a:endParaRPr lang="en-US" dirty="0"/>
          </a:p>
        </p:txBody>
      </p:sp>
      <p:pic>
        <p:nvPicPr>
          <p:cNvPr id="5" name="Picture 4"/>
          <p:cNvPicPr>
            <a:picLocks noChangeAspect="1"/>
          </p:cNvPicPr>
          <p:nvPr/>
        </p:nvPicPr>
        <p:blipFill>
          <a:blip r:embed="rId2"/>
          <a:stretch>
            <a:fillRect/>
          </a:stretch>
        </p:blipFill>
        <p:spPr>
          <a:xfrm>
            <a:off x="6705600" y="1219200"/>
            <a:ext cx="1905000" cy="1905000"/>
          </a:xfrm>
          <a:prstGeom prst="rect">
            <a:avLst/>
          </a:prstGeom>
        </p:spPr>
      </p:pic>
      <p:sp>
        <p:nvSpPr>
          <p:cNvPr id="6" name="TextBox 5"/>
          <p:cNvSpPr txBox="1"/>
          <p:nvPr/>
        </p:nvSpPr>
        <p:spPr>
          <a:xfrm>
            <a:off x="281940" y="676275"/>
            <a:ext cx="6400800" cy="2031325"/>
          </a:xfrm>
          <a:prstGeom prst="rect">
            <a:avLst/>
          </a:prstGeom>
          <a:noFill/>
        </p:spPr>
        <p:txBody>
          <a:bodyPr wrap="square" rtlCol="0">
            <a:spAutoFit/>
          </a:bodyPr>
          <a:lstStyle/>
          <a:p>
            <a:pPr marL="285750" indent="-285750">
              <a:buFont typeface="Arial" panose="020B0604020202020204" pitchFamily="34" charset="0"/>
              <a:buChar char="•"/>
            </a:pPr>
            <a:r>
              <a:rPr lang="en-IN" dirty="0" smtClean="0"/>
              <a:t>A development project has to manage four basic constraints : </a:t>
            </a:r>
            <a:r>
              <a:rPr lang="en-IN" u="sng" dirty="0" smtClean="0"/>
              <a:t>scope</a:t>
            </a:r>
            <a:r>
              <a:rPr lang="en-IN" dirty="0" smtClean="0"/>
              <a:t>, </a:t>
            </a:r>
            <a:r>
              <a:rPr lang="en-IN" u="sng" dirty="0" smtClean="0"/>
              <a:t>schedule</a:t>
            </a:r>
            <a:r>
              <a:rPr lang="en-IN" dirty="0" smtClean="0"/>
              <a:t>, </a:t>
            </a:r>
            <a:r>
              <a:rPr lang="en-IN" u="sng" dirty="0" smtClean="0"/>
              <a:t>budget</a:t>
            </a:r>
            <a:r>
              <a:rPr lang="en-IN" dirty="0" smtClean="0"/>
              <a:t> and </a:t>
            </a:r>
            <a:r>
              <a:rPr lang="en-IN" u="sng" dirty="0" smtClean="0"/>
              <a:t>quality</a:t>
            </a:r>
            <a:endParaRPr lang="en-IN" u="sng" dirty="0"/>
          </a:p>
          <a:p>
            <a:pPr marL="285750" indent="-285750">
              <a:buFont typeface="Arial" panose="020B0604020202020204" pitchFamily="34" charset="0"/>
              <a:buChar char="•"/>
            </a:pPr>
            <a:endParaRPr lang="en-IN" dirty="0" smtClean="0"/>
          </a:p>
          <a:p>
            <a:pPr marL="285750" indent="-285750">
              <a:buFont typeface="Arial" panose="020B0604020202020204" pitchFamily="34" charset="0"/>
              <a:buChar char="•"/>
            </a:pPr>
            <a:r>
              <a:rPr lang="en-IN" dirty="0" smtClean="0"/>
              <a:t>The success of a project depends heavily on the ability, skills and knowledge of the project manager to take into consideration these constraints and develop the plans and processes to keep them in balance.</a:t>
            </a:r>
            <a:endParaRPr lang="en-IN" dirty="0"/>
          </a:p>
        </p:txBody>
      </p:sp>
    </p:spTree>
    <p:extLst>
      <p:ext uri="{BB962C8B-B14F-4D97-AF65-F5344CB8AC3E}">
        <p14:creationId xmlns:p14="http://schemas.microsoft.com/office/powerpoint/2010/main" val="5604291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Constraints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15</a:t>
            </a:fld>
            <a:endParaRPr lang="en-US" dirty="0"/>
          </a:p>
        </p:txBody>
      </p:sp>
      <p:pic>
        <p:nvPicPr>
          <p:cNvPr id="5" name="Picture 4"/>
          <p:cNvPicPr>
            <a:picLocks noChangeAspect="1"/>
          </p:cNvPicPr>
          <p:nvPr/>
        </p:nvPicPr>
        <p:blipFill>
          <a:blip r:embed="rId2"/>
          <a:stretch>
            <a:fillRect/>
          </a:stretch>
        </p:blipFill>
        <p:spPr>
          <a:xfrm>
            <a:off x="6518910" y="756523"/>
            <a:ext cx="2533650" cy="2667000"/>
          </a:xfrm>
          <a:prstGeom prst="rect">
            <a:avLst/>
          </a:prstGeom>
        </p:spPr>
      </p:pic>
      <p:sp>
        <p:nvSpPr>
          <p:cNvPr id="6" name="TextBox 5"/>
          <p:cNvSpPr txBox="1"/>
          <p:nvPr/>
        </p:nvSpPr>
        <p:spPr>
          <a:xfrm>
            <a:off x="228600" y="838200"/>
            <a:ext cx="6400800" cy="2585323"/>
          </a:xfrm>
          <a:prstGeom prst="rect">
            <a:avLst/>
          </a:prstGeom>
          <a:noFill/>
        </p:spPr>
        <p:txBody>
          <a:bodyPr wrap="square" rtlCol="0">
            <a:spAutoFit/>
          </a:bodyPr>
          <a:lstStyle/>
          <a:p>
            <a:pPr marL="285750" indent="-285750">
              <a:buFont typeface="Arial" panose="020B0604020202020204" pitchFamily="34" charset="0"/>
              <a:buChar char="•"/>
            </a:pPr>
            <a:r>
              <a:rPr lang="en-IN" u="sng" dirty="0" smtClean="0"/>
              <a:t>Scope</a:t>
            </a:r>
            <a:r>
              <a:rPr lang="en-IN" dirty="0" smtClean="0"/>
              <a:t> - The boundaries of the project </a:t>
            </a:r>
            <a:endParaRPr lang="en-IN" u="sng" dirty="0"/>
          </a:p>
          <a:p>
            <a:pPr marL="285750" indent="-285750">
              <a:buFont typeface="Arial" panose="020B0604020202020204" pitchFamily="34" charset="0"/>
              <a:buChar char="•"/>
            </a:pPr>
            <a:endParaRPr lang="en-IN" dirty="0" smtClean="0"/>
          </a:p>
          <a:p>
            <a:pPr marL="285750" indent="-285750">
              <a:buFont typeface="Arial" panose="020B0604020202020204" pitchFamily="34" charset="0"/>
              <a:buChar char="•"/>
            </a:pPr>
            <a:r>
              <a:rPr lang="en-IN" dirty="0" smtClean="0"/>
              <a:t>Schedule – The time to complete the project activities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Budget – The funding available to cover all the expenses of the project.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smtClean="0"/>
              <a:t>Quality – Achieving the expectations of the stakeholders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754891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Constraint - Scope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16</a:t>
            </a:fld>
            <a:endParaRPr lang="en-US" dirty="0"/>
          </a:p>
        </p:txBody>
      </p:sp>
      <p:sp>
        <p:nvSpPr>
          <p:cNvPr id="5" name="TextBox 4"/>
          <p:cNvSpPr txBox="1"/>
          <p:nvPr/>
        </p:nvSpPr>
        <p:spPr>
          <a:xfrm>
            <a:off x="6248400" y="3429000"/>
            <a:ext cx="2895600" cy="276999"/>
          </a:xfrm>
          <a:prstGeom prst="rect">
            <a:avLst/>
          </a:prstGeom>
          <a:noFill/>
        </p:spPr>
        <p:txBody>
          <a:bodyPr wrap="square" rtlCol="0">
            <a:spAutoFit/>
          </a:bodyPr>
          <a:lstStyle/>
          <a:p>
            <a:r>
              <a:rPr lang="en-IN" sz="1200" dirty="0" smtClean="0"/>
              <a:t>*Mutually Agreed statement of work</a:t>
            </a:r>
            <a:endParaRPr lang="en-IN" sz="1200" dirty="0"/>
          </a:p>
        </p:txBody>
      </p:sp>
      <p:pic>
        <p:nvPicPr>
          <p:cNvPr id="6" name="Picture 5"/>
          <p:cNvPicPr>
            <a:picLocks noChangeAspect="1"/>
          </p:cNvPicPr>
          <p:nvPr/>
        </p:nvPicPr>
        <p:blipFill>
          <a:blip r:embed="rId2"/>
          <a:stretch>
            <a:fillRect/>
          </a:stretch>
        </p:blipFill>
        <p:spPr>
          <a:xfrm>
            <a:off x="6410325" y="581025"/>
            <a:ext cx="2571750" cy="2847975"/>
          </a:xfrm>
          <a:prstGeom prst="rect">
            <a:avLst/>
          </a:prstGeom>
        </p:spPr>
      </p:pic>
      <p:sp>
        <p:nvSpPr>
          <p:cNvPr id="7" name="TextBox 6"/>
          <p:cNvSpPr txBox="1"/>
          <p:nvPr/>
        </p:nvSpPr>
        <p:spPr>
          <a:xfrm>
            <a:off x="228600" y="838200"/>
            <a:ext cx="6400800" cy="1477328"/>
          </a:xfrm>
          <a:prstGeom prst="rect">
            <a:avLst/>
          </a:prstGeom>
          <a:noFill/>
        </p:spPr>
        <p:txBody>
          <a:bodyPr wrap="square" rtlCol="0">
            <a:spAutoFit/>
          </a:bodyPr>
          <a:lstStyle/>
          <a:p>
            <a:pPr algn="just"/>
            <a:r>
              <a:rPr lang="en-IN" b="1" u="sng" dirty="0" smtClean="0"/>
              <a:t>Scope</a:t>
            </a:r>
            <a:r>
              <a:rPr lang="en-IN" dirty="0" smtClean="0"/>
              <a:t> – Is what the project is trying to achieve, it entails all the work involved in delivering the project outcomes and the processes used to produce them. Scope is the boundary of a project, it is what the beneficiaries and the donors expect from the Project.</a:t>
            </a:r>
            <a:endParaRPr lang="en-IN" u="sng" dirty="0"/>
          </a:p>
        </p:txBody>
      </p:sp>
    </p:spTree>
    <p:extLst>
      <p:ext uri="{BB962C8B-B14F-4D97-AF65-F5344CB8AC3E}">
        <p14:creationId xmlns:p14="http://schemas.microsoft.com/office/powerpoint/2010/main" val="1571861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Constraint - Schedule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17</a:t>
            </a:fld>
            <a:endParaRPr lang="en-US" dirty="0"/>
          </a:p>
        </p:txBody>
      </p:sp>
      <p:pic>
        <p:nvPicPr>
          <p:cNvPr id="5" name="Picture 4"/>
          <p:cNvPicPr>
            <a:picLocks noChangeAspect="1"/>
          </p:cNvPicPr>
          <p:nvPr/>
        </p:nvPicPr>
        <p:blipFill>
          <a:blip r:embed="rId2"/>
          <a:stretch>
            <a:fillRect/>
          </a:stretch>
        </p:blipFill>
        <p:spPr>
          <a:xfrm>
            <a:off x="6477000" y="1046261"/>
            <a:ext cx="2585085" cy="2575753"/>
          </a:xfrm>
          <a:prstGeom prst="rect">
            <a:avLst/>
          </a:prstGeom>
        </p:spPr>
      </p:pic>
      <p:sp>
        <p:nvSpPr>
          <p:cNvPr id="6" name="TextBox 5"/>
          <p:cNvSpPr txBox="1"/>
          <p:nvPr/>
        </p:nvSpPr>
        <p:spPr>
          <a:xfrm>
            <a:off x="228600" y="838200"/>
            <a:ext cx="6248400" cy="1200329"/>
          </a:xfrm>
          <a:prstGeom prst="rect">
            <a:avLst/>
          </a:prstGeom>
          <a:noFill/>
        </p:spPr>
        <p:txBody>
          <a:bodyPr wrap="square" rtlCol="0">
            <a:spAutoFit/>
          </a:bodyPr>
          <a:lstStyle/>
          <a:p>
            <a:pPr algn="just"/>
            <a:r>
              <a:rPr lang="en-IN" b="1" u="sng" dirty="0" smtClean="0"/>
              <a:t>Schedule</a:t>
            </a:r>
            <a:r>
              <a:rPr lang="en-IN" dirty="0" smtClean="0"/>
              <a:t> – Is defined as the time required to complete the project. It is an approximation of the duration of all the activities in the project. Schedule constraints  include specific dates to deliver an activity or complete the project.</a:t>
            </a:r>
            <a:endParaRPr lang="en-IN" u="sng" dirty="0"/>
          </a:p>
        </p:txBody>
      </p:sp>
    </p:spTree>
    <p:extLst>
      <p:ext uri="{BB962C8B-B14F-4D97-AF65-F5344CB8AC3E}">
        <p14:creationId xmlns:p14="http://schemas.microsoft.com/office/powerpoint/2010/main" val="4079294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Constraint- Budget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18</a:t>
            </a:fld>
            <a:endParaRPr lang="en-US" dirty="0"/>
          </a:p>
        </p:txBody>
      </p:sp>
      <p:pic>
        <p:nvPicPr>
          <p:cNvPr id="5" name="Picture 4"/>
          <p:cNvPicPr>
            <a:picLocks noChangeAspect="1"/>
          </p:cNvPicPr>
          <p:nvPr/>
        </p:nvPicPr>
        <p:blipFill>
          <a:blip r:embed="rId2"/>
          <a:stretch>
            <a:fillRect/>
          </a:stretch>
        </p:blipFill>
        <p:spPr>
          <a:xfrm>
            <a:off x="6019800" y="1466436"/>
            <a:ext cx="2476500" cy="2521364"/>
          </a:xfrm>
          <a:prstGeom prst="rect">
            <a:avLst/>
          </a:prstGeom>
        </p:spPr>
      </p:pic>
      <p:sp>
        <p:nvSpPr>
          <p:cNvPr id="6" name="TextBox 5"/>
          <p:cNvSpPr txBox="1"/>
          <p:nvPr/>
        </p:nvSpPr>
        <p:spPr>
          <a:xfrm>
            <a:off x="228600" y="838200"/>
            <a:ext cx="6248400" cy="1754326"/>
          </a:xfrm>
          <a:prstGeom prst="rect">
            <a:avLst/>
          </a:prstGeom>
          <a:noFill/>
        </p:spPr>
        <p:txBody>
          <a:bodyPr wrap="square" rtlCol="0">
            <a:spAutoFit/>
          </a:bodyPr>
          <a:lstStyle/>
          <a:p>
            <a:pPr algn="just"/>
            <a:r>
              <a:rPr lang="en-IN" b="1" u="sng" dirty="0" smtClean="0"/>
              <a:t>Budget</a:t>
            </a:r>
            <a:r>
              <a:rPr lang="en-IN" dirty="0" smtClean="0"/>
              <a:t> – Are the funds approved for the project, they include all the required expenses needed in order to deliver the project within scope and schedule. A number of constraints, financial, political and organizational may dictate the methods by which resources such as personnel, equipment, services and materials are required.</a:t>
            </a:r>
            <a:endParaRPr lang="en-IN" u="sng" dirty="0"/>
          </a:p>
        </p:txBody>
      </p:sp>
    </p:spTree>
    <p:extLst>
      <p:ext uri="{BB962C8B-B14F-4D97-AF65-F5344CB8AC3E}">
        <p14:creationId xmlns:p14="http://schemas.microsoft.com/office/powerpoint/2010/main" val="7656723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Constraint- Quality</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19</a:t>
            </a:fld>
            <a:endParaRPr lang="en-US" dirty="0"/>
          </a:p>
        </p:txBody>
      </p:sp>
      <p:pic>
        <p:nvPicPr>
          <p:cNvPr id="6" name="Picture 5"/>
          <p:cNvPicPr>
            <a:picLocks noChangeAspect="1"/>
          </p:cNvPicPr>
          <p:nvPr/>
        </p:nvPicPr>
        <p:blipFill>
          <a:blip r:embed="rId2"/>
          <a:stretch>
            <a:fillRect/>
          </a:stretch>
        </p:blipFill>
        <p:spPr>
          <a:xfrm>
            <a:off x="5801823" y="610462"/>
            <a:ext cx="2333071" cy="2437537"/>
          </a:xfrm>
          <a:prstGeom prst="rect">
            <a:avLst/>
          </a:prstGeom>
        </p:spPr>
      </p:pic>
      <p:sp>
        <p:nvSpPr>
          <p:cNvPr id="7" name="TextBox 6"/>
          <p:cNvSpPr txBox="1"/>
          <p:nvPr/>
        </p:nvSpPr>
        <p:spPr>
          <a:xfrm>
            <a:off x="228600" y="838200"/>
            <a:ext cx="4724400" cy="1754326"/>
          </a:xfrm>
          <a:prstGeom prst="rect">
            <a:avLst/>
          </a:prstGeom>
          <a:noFill/>
        </p:spPr>
        <p:txBody>
          <a:bodyPr wrap="square" rtlCol="0">
            <a:spAutoFit/>
          </a:bodyPr>
          <a:lstStyle/>
          <a:p>
            <a:pPr algn="just"/>
            <a:r>
              <a:rPr lang="en-IN" b="1" u="sng" dirty="0" smtClean="0"/>
              <a:t>Quality</a:t>
            </a:r>
            <a:r>
              <a:rPr lang="en-IN" dirty="0" smtClean="0"/>
              <a:t> – Fourth constraint and is defined as delivering the project outcomes according to the stated or implied needs and expectations of the project beneficiaries and the donor agency. Quality is also defined as the conformance to requirements or fitness for use.</a:t>
            </a:r>
            <a:endParaRPr lang="en-IN" u="sng" dirty="0"/>
          </a:p>
        </p:txBody>
      </p:sp>
    </p:spTree>
    <p:extLst>
      <p:ext uri="{BB962C8B-B14F-4D97-AF65-F5344CB8AC3E}">
        <p14:creationId xmlns:p14="http://schemas.microsoft.com/office/powerpoint/2010/main" val="3515071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 y="0"/>
            <a:ext cx="8961120" cy="330200"/>
          </a:xfrm>
        </p:spPr>
        <p:txBody>
          <a:bodyPr/>
          <a:lstStyle/>
          <a:p>
            <a:r>
              <a:rPr lang="en-US" dirty="0" smtClean="0"/>
              <a:t>World famous projects - 1</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20</a:t>
            </a:fld>
            <a:endParaRPr lang="en-US" dirty="0"/>
          </a:p>
        </p:txBody>
      </p:sp>
      <p:sp>
        <p:nvSpPr>
          <p:cNvPr id="4" name="Rectangle 3"/>
          <p:cNvSpPr>
            <a:spLocks noChangeArrowheads="1"/>
          </p:cNvSpPr>
          <p:nvPr/>
        </p:nvSpPr>
        <p:spPr bwMode="auto">
          <a:xfrm>
            <a:off x="228600" y="533400"/>
            <a:ext cx="5486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spcBef>
                <a:spcPct val="20000"/>
              </a:spcBef>
            </a:pPr>
            <a:r>
              <a:rPr lang="en-US" sz="2000" b="1" i="0" dirty="0"/>
              <a:t>Beijing Daxing International Airport, China</a:t>
            </a:r>
          </a:p>
          <a:p>
            <a:pPr>
              <a:spcBef>
                <a:spcPct val="20000"/>
              </a:spcBef>
            </a:pPr>
            <a:endParaRPr lang="en-GB" altLang="en-US" sz="2400" b="1" i="0" dirty="0"/>
          </a:p>
        </p:txBody>
      </p:sp>
      <p:pic>
        <p:nvPicPr>
          <p:cNvPr id="4098" name="Picture 2" descr="http://pop.h-cdn.co/assets/15/33/980x490/beijing-daxing-international-airport-china.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143793"/>
            <a:ext cx="4568825" cy="228441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5410200" y="1119882"/>
            <a:ext cx="3505200" cy="2308324"/>
          </a:xfrm>
          <a:prstGeom prst="rect">
            <a:avLst/>
          </a:prstGeom>
          <a:noFill/>
        </p:spPr>
        <p:txBody>
          <a:bodyPr wrap="square" rtlCol="0">
            <a:spAutoFit/>
          </a:bodyPr>
          <a:lstStyle/>
          <a:p>
            <a:r>
              <a:rPr lang="en-US" sz="1400" b="1" dirty="0"/>
              <a:t>Time to build: 5 years</a:t>
            </a:r>
            <a:br>
              <a:rPr lang="en-US" sz="1400" b="1" dirty="0"/>
            </a:br>
            <a:r>
              <a:rPr lang="en-US" sz="1400" b="1" dirty="0"/>
              <a:t>Cost to build: $13 billion</a:t>
            </a:r>
            <a:endParaRPr lang="en-US" sz="1400" dirty="0"/>
          </a:p>
          <a:p>
            <a:r>
              <a:rPr lang="en-US" sz="1400" dirty="0"/>
              <a:t>This </a:t>
            </a:r>
            <a:r>
              <a:rPr lang="en-US" sz="1400" dirty="0" smtClean="0"/>
              <a:t>is the </a:t>
            </a:r>
            <a:r>
              <a:rPr lang="en-US" sz="1400" dirty="0"/>
              <a:t>home of the world's largest airport terminal, </a:t>
            </a:r>
            <a:r>
              <a:rPr lang="en-US" sz="1400" dirty="0">
                <a:hlinkClick r:id="rId4"/>
              </a:rPr>
              <a:t>the gleaming Terminal 1</a:t>
            </a:r>
            <a:r>
              <a:rPr lang="en-US" sz="1400" dirty="0"/>
              <a:t>, designed by Zaha </a:t>
            </a:r>
            <a:r>
              <a:rPr lang="en-US" sz="1400" dirty="0" smtClean="0"/>
              <a:t>Hadid</a:t>
            </a:r>
            <a:r>
              <a:rPr lang="en-US" sz="1400" dirty="0"/>
              <a:t>. Built to accommodate 100 million passengers per year and with seven runways and 7.5 million square feet of the space, the airport's first phase should finish in 2018, with the rest slated to wrap up in 2025.</a:t>
            </a:r>
          </a:p>
          <a:p>
            <a:endParaRPr lang="en-IN" dirty="0"/>
          </a:p>
        </p:txBody>
      </p:sp>
    </p:spTree>
    <p:extLst>
      <p:ext uri="{BB962C8B-B14F-4D97-AF65-F5344CB8AC3E}">
        <p14:creationId xmlns:p14="http://schemas.microsoft.com/office/powerpoint/2010/main" val="3872676225"/>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 y="0"/>
            <a:ext cx="8961120" cy="330200"/>
          </a:xfrm>
        </p:spPr>
        <p:txBody>
          <a:bodyPr/>
          <a:lstStyle/>
          <a:p>
            <a:r>
              <a:rPr lang="en-US" dirty="0" smtClean="0"/>
              <a:t>World famous projects - 2</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21</a:t>
            </a:fld>
            <a:endParaRPr lang="en-US" dirty="0"/>
          </a:p>
        </p:txBody>
      </p:sp>
      <p:sp>
        <p:nvSpPr>
          <p:cNvPr id="4" name="Rectangle 3"/>
          <p:cNvSpPr>
            <a:spLocks noChangeArrowheads="1"/>
          </p:cNvSpPr>
          <p:nvPr/>
        </p:nvSpPr>
        <p:spPr bwMode="auto">
          <a:xfrm>
            <a:off x="228600" y="533400"/>
            <a:ext cx="5486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r>
              <a:rPr lang="en-IN" sz="2000" b="1" i="0" dirty="0"/>
              <a:t>Marmaray Tunnel, Turkey</a:t>
            </a:r>
            <a:endParaRPr lang="en-IN" sz="2000" i="0" dirty="0"/>
          </a:p>
        </p:txBody>
      </p:sp>
      <p:sp>
        <p:nvSpPr>
          <p:cNvPr id="6" name="TextBox 5"/>
          <p:cNvSpPr txBox="1"/>
          <p:nvPr/>
        </p:nvSpPr>
        <p:spPr>
          <a:xfrm>
            <a:off x="5410200" y="1143000"/>
            <a:ext cx="3505200" cy="1600438"/>
          </a:xfrm>
          <a:prstGeom prst="rect">
            <a:avLst/>
          </a:prstGeom>
          <a:noFill/>
        </p:spPr>
        <p:txBody>
          <a:bodyPr wrap="square" rtlCol="0">
            <a:spAutoFit/>
          </a:bodyPr>
          <a:lstStyle/>
          <a:p>
            <a:r>
              <a:rPr lang="en-US" sz="1400" b="1" dirty="0"/>
              <a:t>Time to build: 9 years</a:t>
            </a:r>
            <a:br>
              <a:rPr lang="en-US" sz="1400" b="1" dirty="0"/>
            </a:br>
            <a:r>
              <a:rPr lang="en-US" sz="1400" b="1" dirty="0"/>
              <a:t>Cost to build: $4.5 billion</a:t>
            </a:r>
            <a:endParaRPr lang="en-US" sz="1400" dirty="0"/>
          </a:p>
          <a:p>
            <a:r>
              <a:rPr lang="en-US" sz="1400" dirty="0"/>
              <a:t>It took nine years and $4.5 billion to build, but the 47-mile underwater railway tunnel connects the European and Asian sides of town, giving Istanbul a new rail line into and out of the city when it opened in 2013</a:t>
            </a:r>
            <a:r>
              <a:rPr lang="en-US" sz="1400" dirty="0" smtClean="0"/>
              <a:t>.</a:t>
            </a:r>
            <a:endParaRPr lang="en-US" sz="1400" dirty="0"/>
          </a:p>
        </p:txBody>
      </p:sp>
      <p:pic>
        <p:nvPicPr>
          <p:cNvPr id="8194" name="Picture 2" descr="Time to build: 9 yearsCost to build: $4.5 billionIt took nine years and $4.5 billion to build, but the 47-mile underwater railway tunnel connects the European and Asian sides of town, giving Istanbul a new rail line into and out of the city when it opened in 2013.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19" y="1219200"/>
            <a:ext cx="4943081" cy="2471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53577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 y="0"/>
            <a:ext cx="8961120" cy="330200"/>
          </a:xfrm>
        </p:spPr>
        <p:txBody>
          <a:bodyPr/>
          <a:lstStyle/>
          <a:p>
            <a:r>
              <a:rPr lang="en-US" dirty="0" smtClean="0"/>
              <a:t>World famous projects – 3 (Closer home)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22</a:t>
            </a:fld>
            <a:endParaRPr lang="en-US" dirty="0"/>
          </a:p>
        </p:txBody>
      </p:sp>
      <p:sp>
        <p:nvSpPr>
          <p:cNvPr id="4" name="Rectangle 3"/>
          <p:cNvSpPr>
            <a:spLocks noChangeArrowheads="1"/>
          </p:cNvSpPr>
          <p:nvPr/>
        </p:nvSpPr>
        <p:spPr bwMode="auto">
          <a:xfrm>
            <a:off x="228600" y="533400"/>
            <a:ext cx="54864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r>
              <a:rPr lang="en-IN" sz="2000" b="1" i="0" dirty="0" smtClean="0"/>
              <a:t>Delhi Metro Phase 1</a:t>
            </a:r>
            <a:endParaRPr lang="en-IN" sz="2000" i="0" dirty="0"/>
          </a:p>
        </p:txBody>
      </p:sp>
      <p:sp>
        <p:nvSpPr>
          <p:cNvPr id="6" name="TextBox 5"/>
          <p:cNvSpPr txBox="1"/>
          <p:nvPr/>
        </p:nvSpPr>
        <p:spPr>
          <a:xfrm>
            <a:off x="4357550" y="457200"/>
            <a:ext cx="4481649" cy="4001095"/>
          </a:xfrm>
          <a:prstGeom prst="rect">
            <a:avLst/>
          </a:prstGeom>
          <a:noFill/>
        </p:spPr>
        <p:txBody>
          <a:bodyPr wrap="square" rtlCol="0">
            <a:spAutoFit/>
          </a:bodyPr>
          <a:lstStyle/>
          <a:p>
            <a:r>
              <a:rPr lang="en-US" sz="1400" b="1" dirty="0"/>
              <a:t>Time to build: </a:t>
            </a:r>
            <a:r>
              <a:rPr lang="en-US" sz="1400" b="1" dirty="0" smtClean="0"/>
              <a:t>8 </a:t>
            </a:r>
            <a:r>
              <a:rPr lang="en-US" sz="1400" b="1" dirty="0"/>
              <a:t>years</a:t>
            </a:r>
            <a:br>
              <a:rPr lang="en-US" sz="1400" b="1" dirty="0"/>
            </a:br>
            <a:r>
              <a:rPr lang="en-US" sz="1400" b="1" dirty="0"/>
              <a:t>Cost to build: </a:t>
            </a:r>
            <a:r>
              <a:rPr lang="en-US" sz="1400" b="1" dirty="0" smtClean="0"/>
              <a:t>The </a:t>
            </a:r>
            <a:r>
              <a:rPr lang="en-US" sz="1400" b="1" dirty="0"/>
              <a:t>total bill for the 60-odd km of the Metro is over Rs 10,500 crore* (@ Rs 175 crore per km)</a:t>
            </a:r>
          </a:p>
          <a:p>
            <a:r>
              <a:rPr lang="en-US" sz="1100" dirty="0"/>
              <a:t>Physical construction work on the Delhi Metro started on 1 October 1998</a:t>
            </a:r>
            <a:r>
              <a:rPr lang="en-US" sz="1100" dirty="0" smtClean="0"/>
              <a:t>.</a:t>
            </a:r>
            <a:r>
              <a:rPr lang="en-US" sz="1100" dirty="0"/>
              <a:t> After the previous problems experienced by the </a:t>
            </a:r>
            <a:r>
              <a:rPr lang="en-US" sz="1100" dirty="0">
                <a:hlinkClick r:id="rId2" tooltip="Kolkata Metro"/>
              </a:rPr>
              <a:t>Kolkata Metro</a:t>
            </a:r>
            <a:r>
              <a:rPr lang="en-US" sz="1100" dirty="0"/>
              <a:t>, which was badly delayed and 12 times over budget due to "political meddling, technical problems and bureaucratic delays", DMRC is a special purpose </a:t>
            </a:r>
            <a:r>
              <a:rPr lang="en-US" sz="1100" dirty="0" smtClean="0"/>
              <a:t>organization </a:t>
            </a:r>
            <a:r>
              <a:rPr lang="en-US" sz="1100" dirty="0"/>
              <a:t>vested with great autonomy and powers to execute this gigantic project involving many technical complexities, under a difficult urban environment and within a very limited time frame. DMRC was given full powers to hire people, decide on tenders and control funds</a:t>
            </a:r>
            <a:r>
              <a:rPr lang="en-US" sz="1100" dirty="0" smtClean="0"/>
              <a:t>.</a:t>
            </a:r>
            <a:r>
              <a:rPr lang="en-US" sz="1100" dirty="0"/>
              <a:t> The DMRC then consulted the </a:t>
            </a:r>
            <a:r>
              <a:rPr lang="en-US" sz="1100" dirty="0">
                <a:hlinkClick r:id="rId3" tooltip="MTR Corporation"/>
              </a:rPr>
              <a:t>Hong Kong MTRC</a:t>
            </a:r>
            <a:r>
              <a:rPr lang="en-US" sz="1100" dirty="0"/>
              <a:t> on rapid transit operation and construction techniques</a:t>
            </a:r>
            <a:r>
              <a:rPr lang="en-US" sz="1100" dirty="0" smtClean="0"/>
              <a:t>.</a:t>
            </a:r>
            <a:r>
              <a:rPr lang="en-US" sz="1100" dirty="0"/>
              <a:t> As a result, construction proceeded smoothly, except for one major disagreement in 2000, where the Ministry of Railways forced the system to use </a:t>
            </a:r>
            <a:r>
              <a:rPr lang="en-US" sz="1100" dirty="0">
                <a:hlinkClick r:id="rId4" tooltip="Indian gauge"/>
              </a:rPr>
              <a:t>broad gauge</a:t>
            </a:r>
            <a:r>
              <a:rPr lang="en-US" sz="1100" dirty="0"/>
              <a:t> despite the DMRC's preference for </a:t>
            </a:r>
            <a:r>
              <a:rPr lang="en-US" sz="1100" dirty="0">
                <a:hlinkClick r:id="rId5" tooltip="Standard gauge"/>
              </a:rPr>
              <a:t>standard gauge</a:t>
            </a:r>
            <a:r>
              <a:rPr lang="en-US" sz="1100" dirty="0" smtClean="0"/>
              <a:t>.</a:t>
            </a:r>
            <a:endParaRPr lang="en-US" sz="1100" dirty="0"/>
          </a:p>
          <a:p>
            <a:r>
              <a:rPr lang="en-US" sz="1100" dirty="0"/>
              <a:t>The first line of the Delhi Metro was inaugurated </a:t>
            </a:r>
            <a:r>
              <a:rPr lang="en-US" sz="1100" dirty="0" smtClean="0"/>
              <a:t>on </a:t>
            </a:r>
            <a:r>
              <a:rPr lang="en-US" sz="1100" dirty="0"/>
              <a:t>24 December </a:t>
            </a:r>
            <a:r>
              <a:rPr lang="en-US" sz="1100" dirty="0" smtClean="0"/>
              <a:t>2002,and </a:t>
            </a:r>
            <a:r>
              <a:rPr lang="en-US" sz="1100" dirty="0"/>
              <a:t>thus, it became the second underground </a:t>
            </a:r>
            <a:r>
              <a:rPr lang="en-US" sz="1100" dirty="0">
                <a:hlinkClick r:id="rId6" tooltip="Rapid transit in India"/>
              </a:rPr>
              <a:t>rapid transit system in India</a:t>
            </a:r>
            <a:r>
              <a:rPr lang="en-US" sz="1100" dirty="0"/>
              <a:t>, after the </a:t>
            </a:r>
            <a:r>
              <a:rPr lang="en-US" sz="1100" dirty="0">
                <a:hlinkClick r:id="rId2" tooltip="Kolkata Metro"/>
              </a:rPr>
              <a:t>Kolkata Metro</a:t>
            </a:r>
            <a:r>
              <a:rPr lang="en-US" sz="1100" dirty="0"/>
              <a:t>. The first phase of the project was completed in 2006</a:t>
            </a:r>
            <a:r>
              <a:rPr lang="en-US" sz="1100" dirty="0" smtClean="0"/>
              <a:t>,</a:t>
            </a:r>
            <a:r>
              <a:rPr lang="en-US" sz="1100" baseline="30000" dirty="0" smtClean="0"/>
              <a:t>[</a:t>
            </a:r>
            <a:r>
              <a:rPr lang="en-US" sz="1100" dirty="0" smtClean="0"/>
              <a:t>on </a:t>
            </a:r>
            <a:r>
              <a:rPr lang="en-US" sz="1100" dirty="0"/>
              <a:t>budget and almost three years ahead of schedule, an achievement described by </a:t>
            </a:r>
            <a:r>
              <a:rPr lang="en-US" sz="1100" dirty="0">
                <a:hlinkClick r:id="rId7" tooltip="Business Week"/>
              </a:rPr>
              <a:t>Business Week</a:t>
            </a:r>
            <a:r>
              <a:rPr lang="en-US" sz="1100" dirty="0"/>
              <a:t> as "nothing short of a miracle</a:t>
            </a:r>
            <a:r>
              <a:rPr lang="en-US" sz="1100" dirty="0" smtClean="0"/>
              <a:t>".</a:t>
            </a:r>
            <a:endParaRPr lang="en-US" sz="1100" dirty="0"/>
          </a:p>
          <a:p>
            <a:r>
              <a:rPr lang="en-US" sz="1400" dirty="0" smtClean="0"/>
              <a:t>.</a:t>
            </a:r>
            <a:endParaRPr lang="en-US" sz="1400" dirty="0"/>
          </a:p>
        </p:txBody>
      </p:sp>
      <p:pic>
        <p:nvPicPr>
          <p:cNvPr id="8194" name="Picture 2" descr="Time to build: 9 yearsCost to build: $4.5 billionIt took nine years and $4.5 billion to build, but the 47-mile underwater railway tunnel connects the European and Asian sides of town, giving Istanbul a new rail line into and out of the city when it opened in 2013. "/>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519" y="1219200"/>
            <a:ext cx="3876281" cy="2471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69090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more examples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23</a:t>
            </a:fld>
            <a:endParaRPr lang="en-US" dirty="0"/>
          </a:p>
        </p:txBody>
      </p:sp>
      <p:sp>
        <p:nvSpPr>
          <p:cNvPr id="4" name="Rectangle 3"/>
          <p:cNvSpPr>
            <a:spLocks noChangeArrowheads="1"/>
          </p:cNvSpPr>
          <p:nvPr/>
        </p:nvSpPr>
        <p:spPr bwMode="auto">
          <a:xfrm>
            <a:off x="91440" y="533400"/>
            <a:ext cx="8686800"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a:spcBef>
                <a:spcPct val="20000"/>
              </a:spcBef>
              <a:buFontTx/>
              <a:buChar char="•"/>
            </a:pPr>
            <a:r>
              <a:rPr lang="en-GB" altLang="en-US" sz="2400" i="0" dirty="0"/>
              <a:t> </a:t>
            </a:r>
            <a:r>
              <a:rPr lang="en-GB" altLang="en-US" sz="2000" i="0" dirty="0" smtClean="0">
                <a:latin typeface="+mj-lt"/>
              </a:rPr>
              <a:t>Developing </a:t>
            </a:r>
            <a:r>
              <a:rPr lang="en-GB" altLang="en-US" sz="2000" i="0" dirty="0">
                <a:latin typeface="+mj-lt"/>
              </a:rPr>
              <a:t>a new product or service </a:t>
            </a:r>
          </a:p>
          <a:p>
            <a:pPr>
              <a:spcBef>
                <a:spcPct val="20000"/>
              </a:spcBef>
              <a:buFontTx/>
              <a:buChar char="•"/>
            </a:pPr>
            <a:r>
              <a:rPr lang="en-GB" altLang="en-US" sz="2000" i="0" dirty="0">
                <a:latin typeface="+mj-lt"/>
              </a:rPr>
              <a:t> </a:t>
            </a:r>
            <a:r>
              <a:rPr lang="en-GB" altLang="en-US" sz="2000" i="0" dirty="0" smtClean="0">
                <a:latin typeface="+mj-lt"/>
              </a:rPr>
              <a:t>Effecting </a:t>
            </a:r>
            <a:r>
              <a:rPr lang="en-GB" altLang="en-US" sz="2000" i="0" dirty="0">
                <a:latin typeface="+mj-lt"/>
              </a:rPr>
              <a:t>change in a structure, staffing or style of an organisation</a:t>
            </a:r>
          </a:p>
          <a:p>
            <a:pPr>
              <a:spcBef>
                <a:spcPct val="20000"/>
              </a:spcBef>
              <a:buFontTx/>
              <a:buChar char="•"/>
            </a:pPr>
            <a:r>
              <a:rPr lang="en-GB" altLang="en-US" sz="2000" i="0" dirty="0">
                <a:latin typeface="+mj-lt"/>
              </a:rPr>
              <a:t> </a:t>
            </a:r>
            <a:r>
              <a:rPr lang="en-GB" altLang="en-US" sz="2000" i="0" dirty="0" smtClean="0">
                <a:latin typeface="+mj-lt"/>
              </a:rPr>
              <a:t>Designing </a:t>
            </a:r>
            <a:r>
              <a:rPr lang="en-GB" altLang="en-US" sz="2000" i="0" dirty="0">
                <a:latin typeface="+mj-lt"/>
              </a:rPr>
              <a:t>a new transportation vehicle</a:t>
            </a:r>
          </a:p>
          <a:p>
            <a:pPr>
              <a:spcBef>
                <a:spcPct val="20000"/>
              </a:spcBef>
              <a:buFontTx/>
              <a:buChar char="•"/>
            </a:pPr>
            <a:r>
              <a:rPr lang="en-GB" altLang="en-US" sz="2000" i="0" dirty="0">
                <a:latin typeface="+mj-lt"/>
              </a:rPr>
              <a:t> </a:t>
            </a:r>
            <a:r>
              <a:rPr lang="en-GB" altLang="en-US" sz="2000" i="0" dirty="0" smtClean="0">
                <a:latin typeface="+mj-lt"/>
              </a:rPr>
              <a:t>Developing </a:t>
            </a:r>
            <a:r>
              <a:rPr lang="en-GB" altLang="en-US" sz="2000" i="0" dirty="0">
                <a:latin typeface="+mj-lt"/>
              </a:rPr>
              <a:t>or acquiring a new or modified information system</a:t>
            </a:r>
          </a:p>
          <a:p>
            <a:pPr>
              <a:spcBef>
                <a:spcPct val="20000"/>
              </a:spcBef>
              <a:buFontTx/>
              <a:buChar char="•"/>
            </a:pPr>
            <a:r>
              <a:rPr lang="en-GB" altLang="en-US" sz="2000" i="0" dirty="0">
                <a:latin typeface="+mj-lt"/>
              </a:rPr>
              <a:t> </a:t>
            </a:r>
            <a:r>
              <a:rPr lang="en-GB" altLang="en-US" sz="2000" i="0" dirty="0" smtClean="0">
                <a:latin typeface="+mj-lt"/>
              </a:rPr>
              <a:t>Constructing </a:t>
            </a:r>
            <a:r>
              <a:rPr lang="en-GB" altLang="en-US" sz="2000" i="0" dirty="0">
                <a:latin typeface="+mj-lt"/>
              </a:rPr>
              <a:t>a building or facility </a:t>
            </a:r>
          </a:p>
          <a:p>
            <a:pPr>
              <a:spcBef>
                <a:spcPct val="20000"/>
              </a:spcBef>
              <a:buFontTx/>
              <a:buChar char="•"/>
            </a:pPr>
            <a:r>
              <a:rPr lang="en-GB" altLang="en-US" sz="2000" i="0" dirty="0">
                <a:latin typeface="+mj-lt"/>
              </a:rPr>
              <a:t> </a:t>
            </a:r>
            <a:r>
              <a:rPr lang="en-GB" altLang="en-US" sz="2000" i="0" dirty="0" smtClean="0">
                <a:latin typeface="+mj-lt"/>
              </a:rPr>
              <a:t>Building </a:t>
            </a:r>
            <a:r>
              <a:rPr lang="en-GB" altLang="en-US" sz="2000" i="0" dirty="0">
                <a:latin typeface="+mj-lt"/>
              </a:rPr>
              <a:t>a water system for a community in a developing country</a:t>
            </a:r>
          </a:p>
          <a:p>
            <a:pPr>
              <a:spcBef>
                <a:spcPct val="20000"/>
              </a:spcBef>
              <a:buFontTx/>
              <a:buChar char="•"/>
            </a:pPr>
            <a:r>
              <a:rPr lang="en-GB" altLang="en-US" sz="2000" i="0" dirty="0">
                <a:latin typeface="+mj-lt"/>
              </a:rPr>
              <a:t> running at campaign for political office</a:t>
            </a:r>
          </a:p>
          <a:p>
            <a:pPr>
              <a:spcBef>
                <a:spcPct val="20000"/>
              </a:spcBef>
              <a:buFontTx/>
              <a:buChar char="•"/>
            </a:pPr>
            <a:r>
              <a:rPr lang="en-GB" altLang="en-US" sz="2000" i="0" dirty="0">
                <a:latin typeface="+mj-lt"/>
              </a:rPr>
              <a:t> implementing a new business procedure or process</a:t>
            </a:r>
          </a:p>
          <a:p>
            <a:pPr>
              <a:spcBef>
                <a:spcPct val="20000"/>
              </a:spcBef>
            </a:pPr>
            <a:endParaRPr lang="en-GB" altLang="en-US" sz="2400" i="0" dirty="0"/>
          </a:p>
        </p:txBody>
      </p:sp>
    </p:spTree>
    <p:extLst>
      <p:ext uri="{BB962C8B-B14F-4D97-AF65-F5344CB8AC3E}">
        <p14:creationId xmlns:p14="http://schemas.microsoft.com/office/powerpoint/2010/main" val="35485979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Management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24</a:t>
            </a:fld>
            <a:endParaRPr lang="en-US" dirty="0"/>
          </a:p>
        </p:txBody>
      </p:sp>
      <p:sp>
        <p:nvSpPr>
          <p:cNvPr id="4" name="TextBox 3"/>
          <p:cNvSpPr txBox="1"/>
          <p:nvPr/>
        </p:nvSpPr>
        <p:spPr>
          <a:xfrm>
            <a:off x="304800" y="533400"/>
            <a:ext cx="8077200" cy="2308324"/>
          </a:xfrm>
          <a:prstGeom prst="rect">
            <a:avLst/>
          </a:prstGeom>
          <a:noFill/>
        </p:spPr>
        <p:txBody>
          <a:bodyPr wrap="square" rtlCol="0">
            <a:spAutoFit/>
          </a:bodyPr>
          <a:lstStyle/>
          <a:p>
            <a:r>
              <a:rPr lang="en-US" dirty="0"/>
              <a:t>Management : Management is the technique of understanding the problems, needs and controlling the use of Resources, Cost, Time, Scope and Quality</a:t>
            </a:r>
            <a:r>
              <a:rPr lang="en-US" dirty="0" smtClean="0"/>
              <a:t>.</a:t>
            </a:r>
          </a:p>
          <a:p>
            <a:endParaRPr lang="en-US" dirty="0"/>
          </a:p>
          <a:p>
            <a:r>
              <a:rPr lang="en-US" dirty="0"/>
              <a:t>Project Management : Application of knowledge, skills , tools &amp; techniques to project activities in order to meet stakeholder needs &amp; expectations from a project.</a:t>
            </a:r>
          </a:p>
          <a:p>
            <a:r>
              <a:rPr lang="en-US" dirty="0"/>
              <a:t>Needs : stated part of the project</a:t>
            </a:r>
          </a:p>
          <a:p>
            <a:r>
              <a:rPr lang="en-US" dirty="0"/>
              <a:t>Expectations : unstated part of the project</a:t>
            </a:r>
          </a:p>
          <a:p>
            <a:r>
              <a:rPr lang="en-US" dirty="0"/>
              <a:t>“Completion of Project on time within Budget without comprising Quality”</a:t>
            </a:r>
            <a:endParaRPr lang="en-IN" dirty="0"/>
          </a:p>
        </p:txBody>
      </p:sp>
    </p:spTree>
    <p:extLst>
      <p:ext uri="{BB962C8B-B14F-4D97-AF65-F5344CB8AC3E}">
        <p14:creationId xmlns:p14="http://schemas.microsoft.com/office/powerpoint/2010/main" val="148015164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 Another one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25</a:t>
            </a:fld>
            <a:endParaRPr lang="en-US" dirty="0"/>
          </a:p>
        </p:txBody>
      </p:sp>
      <p:sp>
        <p:nvSpPr>
          <p:cNvPr id="4" name="Rectangle 3"/>
          <p:cNvSpPr>
            <a:spLocks noChangeArrowheads="1"/>
          </p:cNvSpPr>
          <p:nvPr/>
        </p:nvSpPr>
        <p:spPr bwMode="auto">
          <a:xfrm>
            <a:off x="228600" y="533400"/>
            <a:ext cx="8823960" cy="2917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marL="285750" indent="-285750">
              <a:buFont typeface="Wingdings" panose="05000000000000000000" pitchFamily="2" charset="2"/>
              <a:buChar char="q"/>
              <a:defRPr/>
            </a:pPr>
            <a:r>
              <a:rPr lang="en-US" sz="1800" i="0" dirty="0">
                <a:latin typeface="+mj-lt"/>
              </a:rPr>
              <a:t>Project Management is the application of knowledge, skills, tools and techniques to project activities in order to meet or exceed stakeholders’ needs and expectations from a project. </a:t>
            </a:r>
            <a:endParaRPr lang="en-US" sz="1800" i="0" dirty="0" smtClean="0">
              <a:latin typeface="+mj-lt"/>
            </a:endParaRPr>
          </a:p>
          <a:p>
            <a:pPr marL="285750" indent="-285750">
              <a:buFont typeface="Wingdings" panose="05000000000000000000" pitchFamily="2" charset="2"/>
              <a:buChar char="q"/>
              <a:defRPr/>
            </a:pPr>
            <a:endParaRPr lang="en-US" sz="1800" i="0" dirty="0">
              <a:latin typeface="+mj-lt"/>
            </a:endParaRPr>
          </a:p>
          <a:p>
            <a:pPr>
              <a:defRPr/>
            </a:pPr>
            <a:endParaRPr lang="en-US" sz="1800" i="0" dirty="0">
              <a:latin typeface="+mj-lt"/>
            </a:endParaRPr>
          </a:p>
          <a:p>
            <a:pPr marL="285750" indent="-285750">
              <a:buFont typeface="Wingdings" panose="05000000000000000000" pitchFamily="2" charset="2"/>
              <a:buChar char="q"/>
              <a:defRPr/>
            </a:pPr>
            <a:r>
              <a:rPr lang="en-US" sz="1800" i="0" dirty="0">
                <a:latin typeface="+mj-lt"/>
              </a:rPr>
              <a:t>Project management is the discipline of organizing and managing resources in such a way that the project is completed within defined scope, quality, time and cost constraints</a:t>
            </a:r>
            <a:r>
              <a:rPr lang="en-US" sz="1800" i="0" dirty="0" smtClean="0">
                <a:latin typeface="+mj-lt"/>
              </a:rPr>
              <a:t>.</a:t>
            </a:r>
          </a:p>
          <a:p>
            <a:pPr marL="285750" indent="-285750">
              <a:buFont typeface="Wingdings" panose="05000000000000000000" pitchFamily="2" charset="2"/>
              <a:buChar char="q"/>
              <a:defRPr/>
            </a:pPr>
            <a:endParaRPr lang="en-US" sz="1800" i="0" dirty="0">
              <a:latin typeface="+mj-lt"/>
            </a:endParaRPr>
          </a:p>
          <a:p>
            <a:pPr marL="285750" indent="-285750">
              <a:buFont typeface="Wingdings" panose="05000000000000000000" pitchFamily="2" charset="2"/>
              <a:buChar char="q"/>
              <a:defRPr/>
            </a:pPr>
            <a:endParaRPr lang="en-US" sz="1800" i="0" dirty="0">
              <a:latin typeface="+mj-lt"/>
            </a:endParaRPr>
          </a:p>
          <a:p>
            <a:pPr>
              <a:spcBef>
                <a:spcPct val="20000"/>
              </a:spcBef>
              <a:buFontTx/>
              <a:buChar char="•"/>
            </a:pPr>
            <a:endParaRPr lang="en-GB" altLang="en-US" sz="2400" i="0" dirty="0"/>
          </a:p>
        </p:txBody>
      </p:sp>
      <p:pic>
        <p:nvPicPr>
          <p:cNvPr id="5" name="Picture 4" descr="MPj0178816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61556" y="2743201"/>
            <a:ext cx="2312544" cy="1533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1799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do companies use PM</a:t>
            </a:r>
            <a:r>
              <a:rPr lang="en-IN" dirty="0" smtClean="0"/>
              <a:t>?</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26</a:t>
            </a:fld>
            <a:endParaRPr lang="en-US" dirty="0"/>
          </a:p>
        </p:txBody>
      </p:sp>
      <p:sp>
        <p:nvSpPr>
          <p:cNvPr id="4" name="Rectangle 3"/>
          <p:cNvSpPr/>
          <p:nvPr/>
        </p:nvSpPr>
        <p:spPr>
          <a:xfrm>
            <a:off x="381000" y="609600"/>
            <a:ext cx="5486400" cy="2862322"/>
          </a:xfrm>
          <a:prstGeom prst="rect">
            <a:avLst/>
          </a:prstGeom>
        </p:spPr>
        <p:txBody>
          <a:bodyPr wrap="square">
            <a:spAutoFit/>
          </a:bodyPr>
          <a:lstStyle/>
          <a:p>
            <a:r>
              <a:rPr lang="en-IN" dirty="0" smtClean="0"/>
              <a:t>• </a:t>
            </a:r>
            <a:r>
              <a:rPr lang="en-IN" dirty="0"/>
              <a:t>To handle projects effectively in an organization</a:t>
            </a:r>
            <a:r>
              <a:rPr lang="en-IN" dirty="0" smtClean="0"/>
              <a:t>.</a:t>
            </a:r>
          </a:p>
          <a:p>
            <a:r>
              <a:rPr lang="en-IN" dirty="0" smtClean="0"/>
              <a:t>• </a:t>
            </a:r>
            <a:r>
              <a:rPr lang="en-IN" dirty="0"/>
              <a:t>To define the project and agree with the </a:t>
            </a:r>
            <a:r>
              <a:rPr lang="en-IN" dirty="0" smtClean="0"/>
              <a:t>customer</a:t>
            </a:r>
          </a:p>
          <a:p>
            <a:r>
              <a:rPr lang="en-IN" dirty="0" smtClean="0"/>
              <a:t>• </a:t>
            </a:r>
            <a:r>
              <a:rPr lang="en-IN" dirty="0"/>
              <a:t>To plan and assess resource needs for the project </a:t>
            </a:r>
            <a:endParaRPr lang="en-IN" dirty="0" smtClean="0"/>
          </a:p>
          <a:p>
            <a:r>
              <a:rPr lang="en-IN" dirty="0" smtClean="0"/>
              <a:t>• </a:t>
            </a:r>
            <a:r>
              <a:rPr lang="en-IN" dirty="0"/>
              <a:t>To estimate project cost and make </a:t>
            </a:r>
            <a:r>
              <a:rPr lang="en-IN" dirty="0" smtClean="0"/>
              <a:t>proposals</a:t>
            </a:r>
          </a:p>
          <a:p>
            <a:r>
              <a:rPr lang="en-IN" dirty="0" smtClean="0"/>
              <a:t>• </a:t>
            </a:r>
            <a:r>
              <a:rPr lang="en-IN" dirty="0"/>
              <a:t>To plan &amp; schedule activities in a project. </a:t>
            </a:r>
            <a:endParaRPr lang="en-IN" dirty="0" smtClean="0"/>
          </a:p>
          <a:p>
            <a:r>
              <a:rPr lang="en-IN" dirty="0" smtClean="0"/>
              <a:t>• </a:t>
            </a:r>
            <a:r>
              <a:rPr lang="en-IN" dirty="0"/>
              <a:t>To allocate the right resource at the right time. </a:t>
            </a:r>
            <a:endParaRPr lang="en-IN" dirty="0" smtClean="0"/>
          </a:p>
          <a:p>
            <a:r>
              <a:rPr lang="en-IN" dirty="0" smtClean="0"/>
              <a:t>• </a:t>
            </a:r>
            <a:r>
              <a:rPr lang="en-IN" dirty="0"/>
              <a:t>To assess risk and failure points and make backup plans. </a:t>
            </a:r>
            <a:endParaRPr lang="en-IN" dirty="0" smtClean="0"/>
          </a:p>
          <a:p>
            <a:r>
              <a:rPr lang="en-IN" dirty="0" smtClean="0"/>
              <a:t>• </a:t>
            </a:r>
            <a:r>
              <a:rPr lang="en-IN" dirty="0"/>
              <a:t>To lead a project team effectively and communicate well </a:t>
            </a:r>
          </a:p>
        </p:txBody>
      </p:sp>
      <p:pic>
        <p:nvPicPr>
          <p:cNvPr id="5" name="Picture 4"/>
          <p:cNvPicPr>
            <a:picLocks noChangeAspect="1"/>
          </p:cNvPicPr>
          <p:nvPr/>
        </p:nvPicPr>
        <p:blipFill>
          <a:blip r:embed="rId2"/>
          <a:stretch>
            <a:fillRect/>
          </a:stretch>
        </p:blipFill>
        <p:spPr>
          <a:xfrm>
            <a:off x="5867400" y="1371600"/>
            <a:ext cx="2867025" cy="1590675"/>
          </a:xfrm>
          <a:prstGeom prst="rect">
            <a:avLst/>
          </a:prstGeom>
        </p:spPr>
      </p:pic>
    </p:spTree>
    <p:extLst>
      <p:ext uri="{BB962C8B-B14F-4D97-AF65-F5344CB8AC3E}">
        <p14:creationId xmlns:p14="http://schemas.microsoft.com/office/powerpoint/2010/main" val="13808844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Exercise 1</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27</a:t>
            </a:fld>
            <a:endParaRPr lang="en-US" dirty="0"/>
          </a:p>
        </p:txBody>
      </p:sp>
      <p:sp>
        <p:nvSpPr>
          <p:cNvPr id="4" name="Rectangle 3"/>
          <p:cNvSpPr/>
          <p:nvPr/>
        </p:nvSpPr>
        <p:spPr>
          <a:xfrm>
            <a:off x="120014" y="697468"/>
            <a:ext cx="7576185" cy="369332"/>
          </a:xfrm>
          <a:prstGeom prst="rect">
            <a:avLst/>
          </a:prstGeom>
        </p:spPr>
        <p:txBody>
          <a:bodyPr wrap="square">
            <a:spAutoFit/>
          </a:bodyPr>
          <a:lstStyle/>
          <a:p>
            <a:r>
              <a:rPr lang="en-GB" altLang="en-US" dirty="0"/>
              <a:t>Write down three attributes of a good Project Manager </a:t>
            </a:r>
          </a:p>
        </p:txBody>
      </p:sp>
    </p:spTree>
    <p:extLst>
      <p:ext uri="{BB962C8B-B14F-4D97-AF65-F5344CB8AC3E}">
        <p14:creationId xmlns:p14="http://schemas.microsoft.com/office/powerpoint/2010/main" val="2131755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good project manager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28</a:t>
            </a:fld>
            <a:endParaRPr lang="en-US" dirty="0"/>
          </a:p>
        </p:txBody>
      </p:sp>
      <p:sp>
        <p:nvSpPr>
          <p:cNvPr id="4" name="Rectangle 3"/>
          <p:cNvSpPr>
            <a:spLocks noChangeArrowheads="1"/>
          </p:cNvSpPr>
          <p:nvPr/>
        </p:nvSpPr>
        <p:spPr bwMode="auto">
          <a:xfrm>
            <a:off x="91440" y="533400"/>
            <a:ext cx="882396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tabLst>
                <a:tab pos="88900" algn="l"/>
              </a:tabLst>
              <a:defRPr sz="1400" i="1">
                <a:solidFill>
                  <a:schemeClr val="tx1"/>
                </a:solidFill>
                <a:latin typeface="Times New Roman" panose="02020603050405020304" pitchFamily="18" charset="0"/>
              </a:defRPr>
            </a:lvl1pPr>
            <a:lvl2pPr marL="820738" indent="-285750">
              <a:tabLst>
                <a:tab pos="88900" algn="l"/>
              </a:tabLst>
              <a:defRPr sz="1400" i="1">
                <a:solidFill>
                  <a:schemeClr val="tx1"/>
                </a:solidFill>
                <a:latin typeface="Times New Roman" panose="02020603050405020304" pitchFamily="18" charset="0"/>
              </a:defRPr>
            </a:lvl2pPr>
            <a:lvl3pPr marL="1228725" indent="-228600">
              <a:tabLst>
                <a:tab pos="88900" algn="l"/>
              </a:tabLst>
              <a:defRPr sz="1400" i="1">
                <a:solidFill>
                  <a:schemeClr val="tx1"/>
                </a:solidFill>
                <a:latin typeface="Times New Roman" panose="02020603050405020304" pitchFamily="18" charset="0"/>
              </a:defRPr>
            </a:lvl3pPr>
            <a:lvl4pPr marL="1636713" indent="-228600">
              <a:tabLst>
                <a:tab pos="88900" algn="l"/>
              </a:tabLst>
              <a:defRPr sz="1400" i="1">
                <a:solidFill>
                  <a:schemeClr val="tx1"/>
                </a:solidFill>
                <a:latin typeface="Times New Roman" panose="02020603050405020304" pitchFamily="18" charset="0"/>
              </a:defRPr>
            </a:lvl4pPr>
            <a:lvl5pPr marL="2057400" indent="-228600">
              <a:tabLst>
                <a:tab pos="88900" algn="l"/>
              </a:tabLst>
              <a:defRPr sz="1400" i="1">
                <a:solidFill>
                  <a:schemeClr val="tx1"/>
                </a:solidFill>
                <a:latin typeface="Times New Roman" panose="02020603050405020304" pitchFamily="18" charset="0"/>
              </a:defRPr>
            </a:lvl5pPr>
            <a:lvl6pPr marL="25146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6pPr>
            <a:lvl7pPr marL="29718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7pPr>
            <a:lvl8pPr marL="34290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8pPr>
            <a:lvl9pPr marL="3886200" indent="-228600" eaLnBrk="0" fontAlgn="base" hangingPunct="0">
              <a:spcBef>
                <a:spcPct val="0"/>
              </a:spcBef>
              <a:spcAft>
                <a:spcPct val="0"/>
              </a:spcAft>
              <a:tabLst>
                <a:tab pos="88900" algn="l"/>
              </a:tabLst>
              <a:defRPr sz="1400" i="1">
                <a:solidFill>
                  <a:schemeClr val="tx1"/>
                </a:solidFill>
                <a:latin typeface="Times New Roman" panose="02020603050405020304" pitchFamily="18" charset="0"/>
              </a:defRPr>
            </a:lvl9pPr>
          </a:lstStyle>
          <a:p>
            <a:pPr marL="342900" indent="-342900">
              <a:buFont typeface="Wingdings" panose="05000000000000000000" pitchFamily="2" charset="2"/>
              <a:buChar char="q"/>
            </a:pPr>
            <a:r>
              <a:rPr lang="en-GB" altLang="en-US" sz="1800" i="0" dirty="0" smtClean="0">
                <a:latin typeface="+mj-lt"/>
              </a:rPr>
              <a:t>Takes </a:t>
            </a:r>
            <a:r>
              <a:rPr lang="en-GB" altLang="en-US" sz="1800" i="0" dirty="0">
                <a:latin typeface="+mj-lt"/>
              </a:rPr>
              <a:t>ownership of the whole project</a:t>
            </a:r>
          </a:p>
          <a:p>
            <a:pPr marL="342900" indent="-342900">
              <a:buFont typeface="Wingdings" panose="05000000000000000000" pitchFamily="2" charset="2"/>
              <a:buChar char="q"/>
            </a:pPr>
            <a:r>
              <a:rPr lang="en-GB" altLang="en-US" sz="1800" i="0" dirty="0">
                <a:latin typeface="+mj-lt"/>
              </a:rPr>
              <a:t>Is proactive not reactive</a:t>
            </a:r>
          </a:p>
          <a:p>
            <a:pPr marL="342900" indent="-342900">
              <a:buFont typeface="Wingdings" panose="05000000000000000000" pitchFamily="2" charset="2"/>
              <a:buChar char="q"/>
            </a:pPr>
            <a:r>
              <a:rPr lang="en-GB" altLang="en-US" sz="1800" i="0" dirty="0">
                <a:latin typeface="+mj-lt"/>
              </a:rPr>
              <a:t>Adequately plans the project</a:t>
            </a:r>
          </a:p>
          <a:p>
            <a:pPr marL="342900" indent="-342900">
              <a:buFont typeface="Wingdings" panose="05000000000000000000" pitchFamily="2" charset="2"/>
              <a:buChar char="q"/>
            </a:pPr>
            <a:r>
              <a:rPr lang="en-GB" altLang="en-US" sz="1800" i="0" dirty="0" smtClean="0">
                <a:latin typeface="+mj-lt"/>
              </a:rPr>
              <a:t>Is </a:t>
            </a:r>
            <a:r>
              <a:rPr lang="en-GB" altLang="en-US" sz="1800" i="0" dirty="0">
                <a:latin typeface="+mj-lt"/>
              </a:rPr>
              <a:t>Decisive</a:t>
            </a:r>
          </a:p>
          <a:p>
            <a:pPr marL="342900" indent="-342900">
              <a:buFont typeface="Wingdings" panose="05000000000000000000" pitchFamily="2" charset="2"/>
              <a:buChar char="q"/>
            </a:pPr>
            <a:r>
              <a:rPr lang="en-GB" altLang="en-US" sz="1800" i="0" dirty="0">
                <a:latin typeface="+mj-lt"/>
              </a:rPr>
              <a:t>Is a Good Communicator</a:t>
            </a:r>
          </a:p>
          <a:p>
            <a:pPr marL="342900" indent="-342900">
              <a:buFont typeface="Wingdings" panose="05000000000000000000" pitchFamily="2" charset="2"/>
              <a:buChar char="q"/>
            </a:pPr>
            <a:r>
              <a:rPr lang="en-GB" altLang="en-US" sz="1800" i="0" dirty="0">
                <a:latin typeface="+mj-lt"/>
              </a:rPr>
              <a:t>Manages by data and facts not uniformed optimism</a:t>
            </a:r>
          </a:p>
          <a:p>
            <a:pPr marL="342900" indent="-342900">
              <a:buFont typeface="Wingdings" panose="05000000000000000000" pitchFamily="2" charset="2"/>
              <a:buChar char="q"/>
            </a:pPr>
            <a:r>
              <a:rPr lang="en-GB" altLang="en-US" sz="1800" i="0" dirty="0">
                <a:latin typeface="+mj-lt"/>
              </a:rPr>
              <a:t>Leads by example</a:t>
            </a:r>
          </a:p>
          <a:p>
            <a:pPr marL="342900" indent="-342900">
              <a:buFont typeface="Wingdings" panose="05000000000000000000" pitchFamily="2" charset="2"/>
              <a:buChar char="q"/>
            </a:pPr>
            <a:r>
              <a:rPr lang="en-GB" altLang="en-US" sz="1800" i="0" dirty="0">
                <a:latin typeface="+mj-lt"/>
              </a:rPr>
              <a:t>Has sound Judgement</a:t>
            </a:r>
          </a:p>
          <a:p>
            <a:pPr marL="342900" indent="-342900">
              <a:buFont typeface="Wingdings" panose="05000000000000000000" pitchFamily="2" charset="2"/>
              <a:buChar char="q"/>
            </a:pPr>
            <a:r>
              <a:rPr lang="en-GB" altLang="en-US" sz="1800" i="0" dirty="0">
                <a:latin typeface="+mj-lt"/>
              </a:rPr>
              <a:t>Is a Motivator</a:t>
            </a:r>
          </a:p>
          <a:p>
            <a:pPr marL="342900" indent="-342900">
              <a:buFont typeface="Wingdings" panose="05000000000000000000" pitchFamily="2" charset="2"/>
              <a:buChar char="q"/>
            </a:pPr>
            <a:r>
              <a:rPr lang="en-GB" altLang="en-US" sz="1800" i="0" dirty="0">
                <a:latin typeface="+mj-lt"/>
              </a:rPr>
              <a:t>Is Diplomatic</a:t>
            </a:r>
          </a:p>
          <a:p>
            <a:pPr marL="342900" indent="-342900">
              <a:buFont typeface="Wingdings" panose="05000000000000000000" pitchFamily="2" charset="2"/>
              <a:buChar char="q"/>
            </a:pPr>
            <a:r>
              <a:rPr lang="en-GB" altLang="en-US" sz="1800" i="0" dirty="0">
                <a:latin typeface="+mj-lt"/>
              </a:rPr>
              <a:t>Can Delegate</a:t>
            </a:r>
          </a:p>
          <a:p>
            <a:pPr algn="just">
              <a:lnSpc>
                <a:spcPct val="80000"/>
              </a:lnSpc>
              <a:buFont typeface="Wingdings" panose="05000000000000000000" pitchFamily="2" charset="2"/>
              <a:buNone/>
            </a:pPr>
            <a:endParaRPr lang="en-GB" altLang="en-US" sz="1800" i="0" dirty="0">
              <a:latin typeface="+mj-lt"/>
            </a:endParaRPr>
          </a:p>
        </p:txBody>
      </p:sp>
    </p:spTree>
    <p:extLst>
      <p:ext uri="{BB962C8B-B14F-4D97-AF65-F5344CB8AC3E}">
        <p14:creationId xmlns:p14="http://schemas.microsoft.com/office/powerpoint/2010/main" val="16358510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What is Project Life Cycle Vs Project Management Process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29</a:t>
            </a:fld>
            <a:endParaRPr lang="en-US" dirty="0"/>
          </a:p>
        </p:txBody>
      </p:sp>
      <p:sp>
        <p:nvSpPr>
          <p:cNvPr id="4" name="Rectangle 3"/>
          <p:cNvSpPr/>
          <p:nvPr/>
        </p:nvSpPr>
        <p:spPr>
          <a:xfrm>
            <a:off x="152400" y="685800"/>
            <a:ext cx="7315200" cy="2308324"/>
          </a:xfrm>
          <a:prstGeom prst="rect">
            <a:avLst/>
          </a:prstGeom>
        </p:spPr>
        <p:txBody>
          <a:bodyPr wrap="square">
            <a:spAutoFit/>
          </a:bodyPr>
          <a:lstStyle/>
          <a:p>
            <a:r>
              <a:rPr lang="en-US" dirty="0">
                <a:solidFill>
                  <a:srgbClr val="000000"/>
                </a:solidFill>
                <a:latin typeface="Verdana" panose="020B0604030504040204" pitchFamily="34" charset="0"/>
              </a:rPr>
              <a:t>PMBOK defines project life cycle as “the series of phases that a project passes through from its initiation to its closure</a:t>
            </a:r>
            <a:r>
              <a:rPr lang="en-US" dirty="0" smtClean="0">
                <a:solidFill>
                  <a:srgbClr val="000000"/>
                </a:solidFill>
                <a:latin typeface="Verdana" panose="020B0604030504040204" pitchFamily="34" charset="0"/>
              </a:rPr>
              <a:t>”</a:t>
            </a:r>
          </a:p>
          <a:p>
            <a:r>
              <a:rPr lang="en-US" dirty="0" smtClean="0">
                <a:solidFill>
                  <a:srgbClr val="000000"/>
                </a:solidFill>
                <a:latin typeface="Verdana" panose="020B0604030504040204" pitchFamily="34" charset="0"/>
              </a:rPr>
              <a:t>It can follow one of the several available models and methodologies like Waterfall, Agile etc.</a:t>
            </a:r>
          </a:p>
          <a:p>
            <a:endParaRPr lang="en-US" dirty="0">
              <a:solidFill>
                <a:srgbClr val="000000"/>
              </a:solidFill>
              <a:latin typeface="Verdana" panose="020B0604030504040204" pitchFamily="34" charset="0"/>
            </a:endParaRPr>
          </a:p>
          <a:p>
            <a:r>
              <a:rPr lang="en-US" altLang="en-US" dirty="0"/>
              <a:t>Project life cycle: “Collectively the project phases are known as the project life cycle.”</a:t>
            </a:r>
          </a:p>
          <a:p>
            <a:endParaRPr lang="en-IN" dirty="0"/>
          </a:p>
        </p:txBody>
      </p:sp>
    </p:spTree>
    <p:extLst>
      <p:ext uri="{BB962C8B-B14F-4D97-AF65-F5344CB8AC3E}">
        <p14:creationId xmlns:p14="http://schemas.microsoft.com/office/powerpoint/2010/main" val="7789194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Life Cycle</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30</a:t>
            </a:fld>
            <a:endParaRPr lang="en-US" dirty="0"/>
          </a:p>
        </p:txBody>
      </p:sp>
      <p:sp>
        <p:nvSpPr>
          <p:cNvPr id="4" name="TextBox 3"/>
          <p:cNvSpPr txBox="1"/>
          <p:nvPr/>
        </p:nvSpPr>
        <p:spPr>
          <a:xfrm>
            <a:off x="533400" y="685800"/>
            <a:ext cx="7620000" cy="2031325"/>
          </a:xfrm>
          <a:prstGeom prst="rect">
            <a:avLst/>
          </a:prstGeom>
          <a:noFill/>
        </p:spPr>
        <p:txBody>
          <a:bodyPr wrap="square" rtlCol="0">
            <a:spAutoFit/>
          </a:bodyPr>
          <a:lstStyle/>
          <a:p>
            <a:r>
              <a:rPr lang="en-IN" dirty="0" smtClean="0"/>
              <a:t>What you need to do “</a:t>
            </a:r>
            <a:r>
              <a:rPr lang="en-IN" b="1" dirty="0" smtClean="0"/>
              <a:t>to do</a:t>
            </a:r>
            <a:r>
              <a:rPr lang="en-IN" dirty="0" smtClean="0"/>
              <a:t>” the work</a:t>
            </a:r>
          </a:p>
          <a:p>
            <a:r>
              <a:rPr lang="en-IN" dirty="0" smtClean="0"/>
              <a:t>Gather requirements, complete a System requirement document, high level design document, coding, testing and delivery</a:t>
            </a:r>
          </a:p>
          <a:p>
            <a:endParaRPr lang="en-IN" dirty="0" smtClean="0"/>
          </a:p>
          <a:p>
            <a:r>
              <a:rPr lang="en-IN" dirty="0" smtClean="0"/>
              <a:t>All life cycles essentially deal with the activities that are required to be done in order to deliver the project.</a:t>
            </a:r>
          </a:p>
          <a:p>
            <a:r>
              <a:rPr lang="en-IN" dirty="0" smtClean="0"/>
              <a:t>Activities that are required to do a project</a:t>
            </a:r>
            <a:endParaRPr lang="en-IN" dirty="0"/>
          </a:p>
        </p:txBody>
      </p:sp>
    </p:spTree>
    <p:extLst>
      <p:ext uri="{BB962C8B-B14F-4D97-AF65-F5344CB8AC3E}">
        <p14:creationId xmlns:p14="http://schemas.microsoft.com/office/powerpoint/2010/main" val="4024443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Management Process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31</a:t>
            </a:fld>
            <a:endParaRPr lang="en-US" dirty="0"/>
          </a:p>
        </p:txBody>
      </p:sp>
      <p:sp>
        <p:nvSpPr>
          <p:cNvPr id="4" name="TextBox 3"/>
          <p:cNvSpPr txBox="1"/>
          <p:nvPr/>
        </p:nvSpPr>
        <p:spPr>
          <a:xfrm>
            <a:off x="457200" y="533400"/>
            <a:ext cx="8077200" cy="1754326"/>
          </a:xfrm>
          <a:prstGeom prst="rect">
            <a:avLst/>
          </a:prstGeom>
          <a:noFill/>
        </p:spPr>
        <p:txBody>
          <a:bodyPr wrap="square" rtlCol="0">
            <a:spAutoFit/>
          </a:bodyPr>
          <a:lstStyle/>
          <a:p>
            <a:r>
              <a:rPr lang="en-IN" dirty="0" smtClean="0"/>
              <a:t>What you do </a:t>
            </a:r>
            <a:r>
              <a:rPr lang="en-IN" b="1" dirty="0" smtClean="0"/>
              <a:t>to manage </a:t>
            </a:r>
            <a:r>
              <a:rPr lang="en-IN" dirty="0" smtClean="0"/>
              <a:t>the work</a:t>
            </a:r>
          </a:p>
          <a:p>
            <a:endParaRPr lang="en-IN" dirty="0"/>
          </a:p>
          <a:p>
            <a:r>
              <a:rPr lang="en-IN" dirty="0" smtClean="0"/>
              <a:t>All projects, no matter what industry and no matter what life cycle they follow, will always have the five project management processes. </a:t>
            </a:r>
          </a:p>
          <a:p>
            <a:endParaRPr lang="en-IN" dirty="0" smtClean="0"/>
          </a:p>
          <a:p>
            <a:r>
              <a:rPr lang="en-US" dirty="0"/>
              <a:t> </a:t>
            </a:r>
            <a:r>
              <a:rPr lang="en-US" b="1" dirty="0"/>
              <a:t>Remember that a project life cycle is made up of a number of phases.</a:t>
            </a:r>
            <a:endParaRPr lang="en-IN" dirty="0"/>
          </a:p>
        </p:txBody>
      </p:sp>
      <p:sp>
        <p:nvSpPr>
          <p:cNvPr id="5" name="Rectangle 4"/>
          <p:cNvSpPr/>
          <p:nvPr/>
        </p:nvSpPr>
        <p:spPr>
          <a:xfrm>
            <a:off x="457200" y="2325826"/>
            <a:ext cx="8001000" cy="1754326"/>
          </a:xfrm>
          <a:prstGeom prst="rect">
            <a:avLst/>
          </a:prstGeom>
        </p:spPr>
        <p:txBody>
          <a:bodyPr wrap="square">
            <a:spAutoFit/>
          </a:bodyPr>
          <a:lstStyle/>
          <a:p>
            <a:pPr fontAlgn="base"/>
            <a:r>
              <a:rPr lang="en-US" dirty="0"/>
              <a:t>There are four key parts that any project generally follows, known in the PMBOK Guide as the generic project life cycle:</a:t>
            </a:r>
          </a:p>
          <a:p>
            <a:pPr fontAlgn="base">
              <a:buFont typeface="Arial" panose="020B0604020202020204" pitchFamily="34" charset="0"/>
              <a:buChar char="•"/>
            </a:pPr>
            <a:r>
              <a:rPr lang="en-US" dirty="0"/>
              <a:t>Starting</a:t>
            </a:r>
          </a:p>
          <a:p>
            <a:pPr fontAlgn="base">
              <a:buFont typeface="Arial" panose="020B0604020202020204" pitchFamily="34" charset="0"/>
              <a:buChar char="•"/>
            </a:pPr>
            <a:r>
              <a:rPr lang="en-US" dirty="0"/>
              <a:t>Organizing and preparing</a:t>
            </a:r>
          </a:p>
          <a:p>
            <a:pPr fontAlgn="base">
              <a:buFont typeface="Arial" panose="020B0604020202020204" pitchFamily="34" charset="0"/>
              <a:buChar char="•"/>
            </a:pPr>
            <a:r>
              <a:rPr lang="en-US" dirty="0"/>
              <a:t>Carrying out the work</a:t>
            </a:r>
          </a:p>
          <a:p>
            <a:pPr fontAlgn="base">
              <a:buFont typeface="Arial" panose="020B0604020202020204" pitchFamily="34" charset="0"/>
              <a:buChar char="•"/>
            </a:pPr>
            <a:r>
              <a:rPr lang="en-US" dirty="0"/>
              <a:t>Closing</a:t>
            </a:r>
          </a:p>
        </p:txBody>
      </p:sp>
    </p:spTree>
    <p:extLst>
      <p:ext uri="{BB962C8B-B14F-4D97-AF65-F5344CB8AC3E}">
        <p14:creationId xmlns:p14="http://schemas.microsoft.com/office/powerpoint/2010/main" val="4240236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How do development projects get started?</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32</a:t>
            </a:fld>
            <a:endParaRPr lang="en-US" dirty="0"/>
          </a:p>
        </p:txBody>
      </p:sp>
    </p:spTree>
    <p:extLst>
      <p:ext uri="{BB962C8B-B14F-4D97-AF65-F5344CB8AC3E}">
        <p14:creationId xmlns:p14="http://schemas.microsoft.com/office/powerpoint/2010/main" val="31055228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Management Phases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33</a:t>
            </a:fld>
            <a:endParaRPr lang="en-US" dirty="0"/>
          </a:p>
        </p:txBody>
      </p:sp>
      <p:graphicFrame>
        <p:nvGraphicFramePr>
          <p:cNvPr id="4" name="Diagram 3"/>
          <p:cNvGraphicFramePr/>
          <p:nvPr>
            <p:extLst>
              <p:ext uri="{D42A27DB-BD31-4B8C-83A1-F6EECF244321}">
                <p14:modId xmlns:p14="http://schemas.microsoft.com/office/powerpoint/2010/main" val="2078953967"/>
              </p:ext>
            </p:extLst>
          </p:nvPr>
        </p:nvGraphicFramePr>
        <p:xfrm>
          <a:off x="828676" y="437415"/>
          <a:ext cx="7629524" cy="7136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96265048"/>
              </p:ext>
            </p:extLst>
          </p:nvPr>
        </p:nvGraphicFramePr>
        <p:xfrm>
          <a:off x="828676" y="1130299"/>
          <a:ext cx="7629525" cy="3230880"/>
        </p:xfrm>
        <a:graphic>
          <a:graphicData uri="http://schemas.openxmlformats.org/drawingml/2006/table">
            <a:tbl>
              <a:tblPr firstRow="1" bandRow="1">
                <a:tableStyleId>{5C22544A-7EE6-4342-B048-85BDC9FD1C3A}</a:tableStyleId>
              </a:tblPr>
              <a:tblGrid>
                <a:gridCol w="1525905">
                  <a:extLst>
                    <a:ext uri="{9D8B030D-6E8A-4147-A177-3AD203B41FA5}">
                      <a16:colId xmlns:a16="http://schemas.microsoft.com/office/drawing/2014/main" val="1385679927"/>
                    </a:ext>
                  </a:extLst>
                </a:gridCol>
                <a:gridCol w="1525905">
                  <a:extLst>
                    <a:ext uri="{9D8B030D-6E8A-4147-A177-3AD203B41FA5}">
                      <a16:colId xmlns:a16="http://schemas.microsoft.com/office/drawing/2014/main" val="253220989"/>
                    </a:ext>
                  </a:extLst>
                </a:gridCol>
                <a:gridCol w="1525905">
                  <a:extLst>
                    <a:ext uri="{9D8B030D-6E8A-4147-A177-3AD203B41FA5}">
                      <a16:colId xmlns:a16="http://schemas.microsoft.com/office/drawing/2014/main" val="4218354868"/>
                    </a:ext>
                  </a:extLst>
                </a:gridCol>
                <a:gridCol w="1525905">
                  <a:extLst>
                    <a:ext uri="{9D8B030D-6E8A-4147-A177-3AD203B41FA5}">
                      <a16:colId xmlns:a16="http://schemas.microsoft.com/office/drawing/2014/main" val="2674943589"/>
                    </a:ext>
                  </a:extLst>
                </a:gridCol>
                <a:gridCol w="1525905">
                  <a:extLst>
                    <a:ext uri="{9D8B030D-6E8A-4147-A177-3AD203B41FA5}">
                      <a16:colId xmlns:a16="http://schemas.microsoft.com/office/drawing/2014/main" val="643686547"/>
                    </a:ext>
                  </a:extLst>
                </a:gridCol>
              </a:tblGrid>
              <a:tr h="999378">
                <a:tc>
                  <a:txBody>
                    <a:bodyPr/>
                    <a:lstStyle/>
                    <a:p>
                      <a:pPr algn="l"/>
                      <a:r>
                        <a:rPr lang="en-US" sz="1000" b="0" dirty="0" smtClean="0"/>
                        <a:t>Define a new project or new phase, identify stakeholders, and obtain authorization</a:t>
                      </a:r>
                    </a:p>
                    <a:p>
                      <a:pPr algn="l"/>
                      <a:endParaRPr lang="en-US" sz="1000" b="0" dirty="0" smtClean="0"/>
                    </a:p>
                    <a:p>
                      <a:pPr algn="just"/>
                      <a:r>
                        <a:rPr lang="en-US" sz="1000" b="0" dirty="0" smtClean="0"/>
                        <a:t>“Authorize the Work”</a:t>
                      </a:r>
                      <a:endParaRPr lang="en-IN" sz="1000" b="0" dirty="0"/>
                    </a:p>
                  </a:txBody>
                  <a:tcPr/>
                </a:tc>
                <a:tc>
                  <a:txBody>
                    <a:bodyPr/>
                    <a:lstStyle/>
                    <a:p>
                      <a:r>
                        <a:rPr lang="en-US" sz="1000" b="0" kern="1200" dirty="0" smtClean="0">
                          <a:solidFill>
                            <a:schemeClr val="lt1"/>
                          </a:solidFill>
                          <a:latin typeface="+mn-lt"/>
                          <a:ea typeface="+mn-ea"/>
                          <a:cs typeface="+mn-cs"/>
                        </a:rPr>
                        <a:t>Develop an integrated project management plan to attain project objectives</a:t>
                      </a: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“Plan the Work”</a:t>
                      </a:r>
                      <a:endParaRPr lang="en-IN" sz="1000" b="0" kern="1200" dirty="0">
                        <a:solidFill>
                          <a:schemeClr val="lt1"/>
                        </a:solidFill>
                        <a:latin typeface="+mn-lt"/>
                        <a:ea typeface="+mn-ea"/>
                        <a:cs typeface="+mn-cs"/>
                      </a:endParaRPr>
                    </a:p>
                  </a:txBody>
                  <a:tcPr/>
                </a:tc>
                <a:tc>
                  <a:txBody>
                    <a:bodyPr/>
                    <a:lstStyle/>
                    <a:p>
                      <a:r>
                        <a:rPr lang="en-IN" sz="1000" b="0" kern="1200" dirty="0" smtClean="0">
                          <a:solidFill>
                            <a:schemeClr val="lt1"/>
                          </a:solidFill>
                          <a:latin typeface="+mn-lt"/>
                          <a:ea typeface="+mn-ea"/>
                          <a:cs typeface="+mn-cs"/>
                        </a:rPr>
                        <a:t>Complete the work and satisfy project</a:t>
                      </a:r>
                      <a:r>
                        <a:rPr lang="en-IN" sz="1000" b="0" kern="1200" baseline="0" dirty="0" smtClean="0">
                          <a:solidFill>
                            <a:schemeClr val="lt1"/>
                          </a:solidFill>
                          <a:latin typeface="+mn-lt"/>
                          <a:ea typeface="+mn-ea"/>
                          <a:cs typeface="+mn-cs"/>
                        </a:rPr>
                        <a:t> Objectives</a:t>
                      </a: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“Work the Plan</a:t>
                      </a:r>
                      <a:endParaRPr lang="en-IN" sz="1000" b="0" kern="1200" dirty="0">
                        <a:solidFill>
                          <a:schemeClr val="lt1"/>
                        </a:solidFill>
                        <a:latin typeface="+mn-lt"/>
                        <a:ea typeface="+mn-ea"/>
                        <a:cs typeface="+mn-cs"/>
                      </a:endParaRPr>
                    </a:p>
                  </a:txBody>
                  <a:tcPr/>
                </a:tc>
                <a:tc>
                  <a:txBody>
                    <a:bodyPr/>
                    <a:lstStyle/>
                    <a:p>
                      <a:r>
                        <a:rPr lang="en-US" sz="1000" b="0" kern="1200" dirty="0" smtClean="0">
                          <a:solidFill>
                            <a:schemeClr val="lt1"/>
                          </a:solidFill>
                          <a:latin typeface="+mn-lt"/>
                          <a:ea typeface="+mn-ea"/>
                          <a:cs typeface="+mn-cs"/>
                        </a:rPr>
                        <a:t>Track and review project progress and performance; manage variance and change</a:t>
                      </a: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“Control the Plan</a:t>
                      </a:r>
                      <a:endParaRPr lang="en-IN" sz="1000" b="0" kern="1200" dirty="0">
                        <a:solidFill>
                          <a:schemeClr val="lt1"/>
                        </a:solidFill>
                        <a:latin typeface="+mn-lt"/>
                        <a:ea typeface="+mn-ea"/>
                        <a:cs typeface="+mn-cs"/>
                      </a:endParaRPr>
                    </a:p>
                  </a:txBody>
                  <a:tcPr/>
                </a:tc>
                <a:tc>
                  <a:txBody>
                    <a:bodyPr/>
                    <a:lstStyle/>
                    <a:p>
                      <a:r>
                        <a:rPr lang="en-US" sz="1000" b="0" kern="1200" dirty="0" smtClean="0">
                          <a:solidFill>
                            <a:schemeClr val="lt1"/>
                          </a:solidFill>
                          <a:latin typeface="+mn-lt"/>
                          <a:ea typeface="+mn-ea"/>
                          <a:cs typeface="+mn-cs"/>
                        </a:rPr>
                        <a:t>Finalize all activities and formally close the project or phase</a:t>
                      </a:r>
                    </a:p>
                    <a:p>
                      <a:endParaRPr lang="en-US" sz="1000" b="0" kern="1200" dirty="0" smtClean="0">
                        <a:solidFill>
                          <a:schemeClr val="lt1"/>
                        </a:solidFill>
                        <a:latin typeface="+mn-lt"/>
                        <a:ea typeface="+mn-ea"/>
                        <a:cs typeface="+mn-cs"/>
                      </a:endParaRPr>
                    </a:p>
                    <a:p>
                      <a:endParaRPr lang="en-US" sz="1000" b="0" kern="1200" dirty="0" smtClean="0">
                        <a:solidFill>
                          <a:schemeClr val="lt1"/>
                        </a:solidFill>
                        <a:latin typeface="+mn-lt"/>
                        <a:ea typeface="+mn-ea"/>
                        <a:cs typeface="+mn-cs"/>
                      </a:endParaRPr>
                    </a:p>
                    <a:p>
                      <a:r>
                        <a:rPr lang="en-US" sz="1000" b="0" kern="1200" dirty="0" smtClean="0">
                          <a:solidFill>
                            <a:schemeClr val="lt1"/>
                          </a:solidFill>
                          <a:latin typeface="+mn-lt"/>
                          <a:ea typeface="+mn-ea"/>
                          <a:cs typeface="+mn-cs"/>
                        </a:rPr>
                        <a:t>“End the Work”</a:t>
                      </a:r>
                      <a:endParaRPr lang="en-IN" sz="1000" b="0" kern="1200" dirty="0">
                        <a:solidFill>
                          <a:schemeClr val="lt1"/>
                        </a:solidFill>
                        <a:latin typeface="+mn-lt"/>
                        <a:ea typeface="+mn-ea"/>
                        <a:cs typeface="+mn-cs"/>
                      </a:endParaRPr>
                    </a:p>
                  </a:txBody>
                  <a:tcPr/>
                </a:tc>
                <a:extLst>
                  <a:ext uri="{0D108BD9-81ED-4DB2-BD59-A6C34878D82A}">
                    <a16:rowId xmlns:a16="http://schemas.microsoft.com/office/drawing/2014/main" val="91129113"/>
                  </a:ext>
                </a:extLst>
              </a:tr>
              <a:tr h="2210745">
                <a:tc>
                  <a:txBody>
                    <a:bodyPr/>
                    <a:lstStyle/>
                    <a:p>
                      <a:r>
                        <a:rPr lang="en-IN" sz="1000" b="0" kern="1200" dirty="0" smtClean="0">
                          <a:solidFill>
                            <a:schemeClr val="lt1"/>
                          </a:solidFill>
                          <a:latin typeface="+mn-lt"/>
                          <a:ea typeface="+mn-ea"/>
                          <a:cs typeface="+mn-cs"/>
                        </a:rPr>
                        <a:t>• Project Charter</a:t>
                      </a:r>
                    </a:p>
                    <a:p>
                      <a:r>
                        <a:rPr lang="en-IN" sz="1000" b="0" kern="1200" dirty="0" smtClean="0">
                          <a:solidFill>
                            <a:schemeClr val="lt1"/>
                          </a:solidFill>
                          <a:latin typeface="+mn-lt"/>
                          <a:ea typeface="+mn-ea"/>
                          <a:cs typeface="+mn-cs"/>
                        </a:rPr>
                        <a:t>• Stakeholder Register</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IN" sz="1000" b="0" kern="1200" dirty="0" smtClean="0">
                          <a:solidFill>
                            <a:schemeClr val="lt1"/>
                          </a:solidFill>
                          <a:latin typeface="+mn-lt"/>
                          <a:ea typeface="+mn-ea"/>
                          <a:cs typeface="+mn-cs"/>
                        </a:rPr>
                        <a:t>•</a:t>
                      </a:r>
                      <a:r>
                        <a:rPr lang="en-US" sz="1000" b="0" kern="1200" dirty="0" smtClean="0">
                          <a:solidFill>
                            <a:schemeClr val="lt1"/>
                          </a:solidFill>
                          <a:latin typeface="+mn-lt"/>
                          <a:ea typeface="+mn-ea"/>
                          <a:cs typeface="+mn-cs"/>
                        </a:rPr>
                        <a:t>Project Mgt. Plans &amp; Related Documents</a:t>
                      </a:r>
                    </a:p>
                    <a:p>
                      <a:r>
                        <a:rPr lang="en-US" sz="1000" b="0" kern="1200" dirty="0" smtClean="0">
                          <a:solidFill>
                            <a:schemeClr val="lt1"/>
                          </a:solidFill>
                          <a:latin typeface="+mn-lt"/>
                          <a:ea typeface="+mn-ea"/>
                          <a:cs typeface="+mn-cs"/>
                        </a:rPr>
                        <a:t> - Scope</a:t>
                      </a:r>
                    </a:p>
                    <a:p>
                      <a:r>
                        <a:rPr lang="en-US" sz="1000" b="0" kern="1200" dirty="0" smtClean="0">
                          <a:solidFill>
                            <a:schemeClr val="lt1"/>
                          </a:solidFill>
                          <a:latin typeface="+mn-lt"/>
                          <a:ea typeface="+mn-ea"/>
                          <a:cs typeface="+mn-cs"/>
                        </a:rPr>
                        <a:t> - Requirements </a:t>
                      </a:r>
                    </a:p>
                    <a:p>
                      <a:pPr marL="171450" indent="-171450">
                        <a:buFontTx/>
                        <a:buChar char="-"/>
                      </a:pPr>
                      <a:r>
                        <a:rPr lang="en-US" sz="1000" b="0" kern="1200" dirty="0" smtClean="0">
                          <a:solidFill>
                            <a:schemeClr val="lt1"/>
                          </a:solidFill>
                          <a:latin typeface="+mn-lt"/>
                          <a:ea typeface="+mn-ea"/>
                          <a:cs typeface="+mn-cs"/>
                        </a:rPr>
                        <a:t>Schedule </a:t>
                      </a:r>
                    </a:p>
                    <a:p>
                      <a:pPr marL="171450" indent="-171450">
                        <a:buFontTx/>
                        <a:buChar char="-"/>
                      </a:pPr>
                      <a:r>
                        <a:rPr lang="en-US" sz="1000" b="0" kern="1200" dirty="0" smtClean="0">
                          <a:solidFill>
                            <a:schemeClr val="lt1"/>
                          </a:solidFill>
                          <a:latin typeface="+mn-lt"/>
                          <a:ea typeface="+mn-ea"/>
                          <a:cs typeface="+mn-cs"/>
                        </a:rPr>
                        <a:t>Cost</a:t>
                      </a:r>
                    </a:p>
                    <a:p>
                      <a:pPr marL="171450" indent="-171450">
                        <a:buFontTx/>
                        <a:buChar char="-"/>
                      </a:pPr>
                      <a:r>
                        <a:rPr lang="en-US" sz="1000" b="0" kern="1200" dirty="0" smtClean="0">
                          <a:solidFill>
                            <a:schemeClr val="lt1"/>
                          </a:solidFill>
                          <a:latin typeface="+mn-lt"/>
                          <a:ea typeface="+mn-ea"/>
                          <a:cs typeface="+mn-cs"/>
                        </a:rPr>
                        <a:t>Quality </a:t>
                      </a:r>
                    </a:p>
                    <a:p>
                      <a:pPr marL="171450" indent="-171450">
                        <a:buFontTx/>
                        <a:buChar char="-"/>
                      </a:pPr>
                      <a:r>
                        <a:rPr lang="en-US" sz="1000" b="0" kern="1200" dirty="0" smtClean="0">
                          <a:solidFill>
                            <a:schemeClr val="lt1"/>
                          </a:solidFill>
                          <a:latin typeface="+mn-lt"/>
                          <a:ea typeface="+mn-ea"/>
                          <a:cs typeface="+mn-cs"/>
                        </a:rPr>
                        <a:t>Human Resources</a:t>
                      </a:r>
                    </a:p>
                    <a:p>
                      <a:pPr marL="171450" indent="-171450">
                        <a:buFontTx/>
                        <a:buChar char="-"/>
                      </a:pPr>
                      <a:r>
                        <a:rPr lang="en-US" sz="1000" b="0" kern="1200" dirty="0" smtClean="0">
                          <a:solidFill>
                            <a:schemeClr val="lt1"/>
                          </a:solidFill>
                          <a:latin typeface="+mn-lt"/>
                          <a:ea typeface="+mn-ea"/>
                          <a:cs typeface="+mn-cs"/>
                        </a:rPr>
                        <a:t>Communication </a:t>
                      </a:r>
                    </a:p>
                    <a:p>
                      <a:pPr marL="171450" indent="-171450">
                        <a:buFontTx/>
                        <a:buChar char="-"/>
                      </a:pPr>
                      <a:r>
                        <a:rPr lang="en-US" sz="1000" b="0" kern="1200" dirty="0" smtClean="0">
                          <a:solidFill>
                            <a:schemeClr val="lt1"/>
                          </a:solidFill>
                          <a:latin typeface="+mn-lt"/>
                          <a:ea typeface="+mn-ea"/>
                          <a:cs typeface="+mn-cs"/>
                        </a:rPr>
                        <a:t>Risk </a:t>
                      </a:r>
                    </a:p>
                    <a:p>
                      <a:pPr marL="171450" indent="-171450">
                        <a:buFontTx/>
                        <a:buChar char="-"/>
                      </a:pPr>
                      <a:r>
                        <a:rPr lang="en-US" sz="1000" b="0" kern="1200" dirty="0" smtClean="0">
                          <a:solidFill>
                            <a:schemeClr val="lt1"/>
                          </a:solidFill>
                          <a:latin typeface="+mn-lt"/>
                          <a:ea typeface="+mn-ea"/>
                          <a:cs typeface="+mn-cs"/>
                        </a:rPr>
                        <a:t>Procurement</a:t>
                      </a:r>
                    </a:p>
                    <a:p>
                      <a:pPr marL="171450" indent="-171450">
                        <a:buFontTx/>
                        <a:buChar char="-"/>
                      </a:pPr>
                      <a:r>
                        <a:rPr lang="en-US" sz="1000" b="0" kern="1200" dirty="0" smtClean="0">
                          <a:solidFill>
                            <a:schemeClr val="lt1"/>
                          </a:solidFill>
                          <a:latin typeface="+mn-lt"/>
                          <a:ea typeface="+mn-ea"/>
                          <a:cs typeface="+mn-cs"/>
                        </a:rPr>
                        <a:t>Change</a:t>
                      </a:r>
                    </a:p>
                    <a:p>
                      <a:pPr marL="171450" indent="-171450">
                        <a:buFontTx/>
                        <a:buChar char="-"/>
                      </a:pPr>
                      <a:r>
                        <a:rPr lang="en-US" sz="1000" b="0" kern="1200" dirty="0" smtClean="0">
                          <a:solidFill>
                            <a:schemeClr val="lt1"/>
                          </a:solidFill>
                          <a:latin typeface="+mn-lt"/>
                          <a:ea typeface="+mn-ea"/>
                          <a:cs typeface="+mn-cs"/>
                        </a:rPr>
                        <a:t>Stakeholders</a:t>
                      </a:r>
                    </a:p>
                    <a:p>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Project Deliverables</a:t>
                      </a:r>
                    </a:p>
                    <a:p>
                      <a:r>
                        <a:rPr lang="en-US" sz="1000" b="0" kern="1200" dirty="0" smtClean="0">
                          <a:solidFill>
                            <a:schemeClr val="lt1"/>
                          </a:solidFill>
                          <a:latin typeface="+mn-lt"/>
                          <a:ea typeface="+mn-ea"/>
                          <a:cs typeface="+mn-cs"/>
                        </a:rPr>
                        <a:t>• Work Performance Data • Team Performance Assessments </a:t>
                      </a:r>
                    </a:p>
                    <a:p>
                      <a:r>
                        <a:rPr lang="en-US" sz="1000" b="0" kern="1200" dirty="0" smtClean="0">
                          <a:solidFill>
                            <a:schemeClr val="lt1"/>
                          </a:solidFill>
                          <a:latin typeface="+mn-lt"/>
                          <a:ea typeface="+mn-ea"/>
                          <a:cs typeface="+mn-cs"/>
                        </a:rPr>
                        <a:t>• Project Communications (e.g. status reports)</a:t>
                      </a:r>
                    </a:p>
                    <a:p>
                      <a:r>
                        <a:rPr lang="en-US" sz="1000" b="0" kern="1200" dirty="0" smtClean="0">
                          <a:solidFill>
                            <a:schemeClr val="lt1"/>
                          </a:solidFill>
                          <a:latin typeface="+mn-lt"/>
                          <a:ea typeface="+mn-ea"/>
                          <a:cs typeface="+mn-cs"/>
                        </a:rPr>
                        <a:t>• Selected Suppliers &amp; Agreements</a:t>
                      </a:r>
                    </a:p>
                    <a:p>
                      <a:r>
                        <a:rPr lang="en-US" sz="1000" b="0" kern="1200" dirty="0" smtClean="0">
                          <a:solidFill>
                            <a:schemeClr val="lt1"/>
                          </a:solidFill>
                          <a:latin typeface="+mn-lt"/>
                          <a:ea typeface="+mn-ea"/>
                          <a:cs typeface="+mn-cs"/>
                        </a:rPr>
                        <a:t>• Change Requests </a:t>
                      </a:r>
                    </a:p>
                    <a:p>
                      <a:r>
                        <a:rPr lang="en-US" sz="1000" b="0" kern="1200" dirty="0" smtClean="0">
                          <a:solidFill>
                            <a:schemeClr val="lt1"/>
                          </a:solidFill>
                          <a:latin typeface="+mn-lt"/>
                          <a:ea typeface="+mn-ea"/>
                          <a:cs typeface="+mn-cs"/>
                        </a:rPr>
                        <a:t>• Issue Log</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Change Logs</a:t>
                      </a:r>
                    </a:p>
                    <a:p>
                      <a:r>
                        <a:rPr lang="en-US" sz="1000" b="0" kern="1200" dirty="0" smtClean="0">
                          <a:solidFill>
                            <a:schemeClr val="lt1"/>
                          </a:solidFill>
                          <a:latin typeface="+mn-lt"/>
                          <a:ea typeface="+mn-ea"/>
                          <a:cs typeface="+mn-cs"/>
                        </a:rPr>
                        <a:t>• Approved Change Requests</a:t>
                      </a:r>
                    </a:p>
                    <a:p>
                      <a:r>
                        <a:rPr lang="en-US" sz="1000" b="0" kern="1200" dirty="0" smtClean="0">
                          <a:solidFill>
                            <a:schemeClr val="lt1"/>
                          </a:solidFill>
                          <a:latin typeface="+mn-lt"/>
                          <a:ea typeface="+mn-ea"/>
                          <a:cs typeface="+mn-cs"/>
                        </a:rPr>
                        <a:t>• Work Performance Information </a:t>
                      </a:r>
                    </a:p>
                    <a:p>
                      <a:r>
                        <a:rPr lang="en-US" sz="1000" b="0" kern="1200" dirty="0" smtClean="0">
                          <a:solidFill>
                            <a:schemeClr val="lt1"/>
                          </a:solidFill>
                          <a:latin typeface="+mn-lt"/>
                          <a:ea typeface="+mn-ea"/>
                          <a:cs typeface="+mn-cs"/>
                        </a:rPr>
                        <a:t>• Schedule Forecasts</a:t>
                      </a:r>
                    </a:p>
                    <a:p>
                      <a:r>
                        <a:rPr lang="en-US" sz="1000" b="0" kern="1200" dirty="0" smtClean="0">
                          <a:solidFill>
                            <a:schemeClr val="lt1"/>
                          </a:solidFill>
                          <a:latin typeface="+mn-lt"/>
                          <a:ea typeface="+mn-ea"/>
                          <a:cs typeface="+mn-cs"/>
                        </a:rPr>
                        <a:t>• Cost Forecasts</a:t>
                      </a:r>
                    </a:p>
                    <a:p>
                      <a:r>
                        <a:rPr lang="en-US" sz="1000" b="0" kern="1200" dirty="0" smtClean="0">
                          <a:solidFill>
                            <a:schemeClr val="lt1"/>
                          </a:solidFill>
                          <a:latin typeface="+mn-lt"/>
                          <a:ea typeface="+mn-ea"/>
                          <a:cs typeface="+mn-cs"/>
                        </a:rPr>
                        <a:t>• Updates to Project Plan • Quality Control Measurements</a:t>
                      </a:r>
                    </a:p>
                    <a:p>
                      <a:r>
                        <a:rPr lang="en-US" sz="1000" b="0" kern="1200" dirty="0" smtClean="0">
                          <a:solidFill>
                            <a:schemeClr val="lt1"/>
                          </a:solidFill>
                          <a:latin typeface="+mn-lt"/>
                          <a:ea typeface="+mn-ea"/>
                          <a:cs typeface="+mn-cs"/>
                        </a:rPr>
                        <a:t>• Verified Deliverable</a:t>
                      </a:r>
                    </a:p>
                    <a:p>
                      <a:r>
                        <a:rPr lang="en-US" sz="1000" b="0" kern="1200" dirty="0" smtClean="0">
                          <a:solidFill>
                            <a:schemeClr val="lt1"/>
                          </a:solidFill>
                          <a:latin typeface="+mn-lt"/>
                          <a:ea typeface="+mn-ea"/>
                          <a:cs typeface="+mn-cs"/>
                        </a:rPr>
                        <a:t>• Accepted Deliverable</a:t>
                      </a:r>
                      <a:endParaRPr lang="en-IN" sz="1000" b="0" kern="1200" dirty="0">
                        <a:solidFill>
                          <a:schemeClr val="lt1"/>
                        </a:solidFill>
                        <a:latin typeface="+mn-lt"/>
                        <a:ea typeface="+mn-ea"/>
                        <a:cs typeface="+mn-cs"/>
                      </a:endParaRPr>
                    </a:p>
                  </a:txBody>
                  <a:tcPr>
                    <a:solidFill>
                      <a:schemeClr val="accent1">
                        <a:lumMod val="60000"/>
                        <a:lumOff val="40000"/>
                      </a:schemeClr>
                    </a:solidFill>
                  </a:tcPr>
                </a:tc>
                <a:tc>
                  <a:txBody>
                    <a:bodyPr/>
                    <a:lstStyle/>
                    <a:p>
                      <a:r>
                        <a:rPr lang="en-US" sz="1000" b="0" kern="1200" dirty="0" smtClean="0">
                          <a:solidFill>
                            <a:schemeClr val="lt1"/>
                          </a:solidFill>
                          <a:latin typeface="+mn-lt"/>
                          <a:ea typeface="+mn-ea"/>
                          <a:cs typeface="+mn-cs"/>
                        </a:rPr>
                        <a:t>• Final Product, Service, or Result (i.e. purpose of project) </a:t>
                      </a:r>
                    </a:p>
                    <a:p>
                      <a:r>
                        <a:rPr lang="en-US" sz="1000" b="0" kern="1200" dirty="0" smtClean="0">
                          <a:solidFill>
                            <a:schemeClr val="lt1"/>
                          </a:solidFill>
                          <a:latin typeface="+mn-lt"/>
                          <a:ea typeface="+mn-ea"/>
                          <a:cs typeface="+mn-cs"/>
                        </a:rPr>
                        <a:t>• Closed Procurement (e.g. formal signature of acceptance)</a:t>
                      </a:r>
                      <a:endParaRPr lang="en-IN" sz="1000" b="0" kern="1200" dirty="0">
                        <a:solidFill>
                          <a:schemeClr val="lt1"/>
                        </a:solidFill>
                        <a:latin typeface="+mn-lt"/>
                        <a:ea typeface="+mn-ea"/>
                        <a:cs typeface="+mn-cs"/>
                      </a:endParaRPr>
                    </a:p>
                  </a:txBody>
                  <a:tcPr>
                    <a:solidFill>
                      <a:schemeClr val="accent1">
                        <a:lumMod val="60000"/>
                        <a:lumOff val="40000"/>
                      </a:schemeClr>
                    </a:solidFill>
                  </a:tcPr>
                </a:tc>
                <a:extLst>
                  <a:ext uri="{0D108BD9-81ED-4DB2-BD59-A6C34878D82A}">
                    <a16:rowId xmlns:a16="http://schemas.microsoft.com/office/drawing/2014/main" val="3484851843"/>
                  </a:ext>
                </a:extLst>
              </a:tr>
            </a:tbl>
          </a:graphicData>
        </a:graphic>
      </p:graphicFrame>
      <p:sp>
        <p:nvSpPr>
          <p:cNvPr id="6" name="TextBox 5"/>
          <p:cNvSpPr txBox="1"/>
          <p:nvPr/>
        </p:nvSpPr>
        <p:spPr>
          <a:xfrm>
            <a:off x="381000" y="457200"/>
            <a:ext cx="507831" cy="567898"/>
          </a:xfrm>
          <a:prstGeom prst="rect">
            <a:avLst/>
          </a:prstGeom>
          <a:noFill/>
        </p:spPr>
        <p:txBody>
          <a:bodyPr vert="vert270" wrap="square" rtlCol="0">
            <a:spAutoFit/>
          </a:bodyPr>
          <a:lstStyle/>
          <a:p>
            <a:r>
              <a:rPr lang="en-IN" sz="1050" dirty="0" smtClean="0"/>
              <a:t>Process Groups</a:t>
            </a:r>
            <a:endParaRPr lang="en-IN" sz="1050" dirty="0"/>
          </a:p>
        </p:txBody>
      </p:sp>
      <p:sp>
        <p:nvSpPr>
          <p:cNvPr id="7" name="TextBox 6"/>
          <p:cNvSpPr txBox="1"/>
          <p:nvPr/>
        </p:nvSpPr>
        <p:spPr>
          <a:xfrm>
            <a:off x="380999" y="1170840"/>
            <a:ext cx="346249" cy="866240"/>
          </a:xfrm>
          <a:prstGeom prst="rect">
            <a:avLst/>
          </a:prstGeom>
          <a:noFill/>
        </p:spPr>
        <p:txBody>
          <a:bodyPr vert="vert270" wrap="square" rtlCol="0">
            <a:spAutoFit/>
          </a:bodyPr>
          <a:lstStyle/>
          <a:p>
            <a:pPr algn="ctr"/>
            <a:r>
              <a:rPr lang="en-IN" sz="1050" dirty="0" smtClean="0"/>
              <a:t>Activities</a:t>
            </a:r>
            <a:endParaRPr lang="en-IN" sz="1050" dirty="0"/>
          </a:p>
        </p:txBody>
      </p:sp>
      <p:sp>
        <p:nvSpPr>
          <p:cNvPr id="8" name="TextBox 7"/>
          <p:cNvSpPr txBox="1"/>
          <p:nvPr/>
        </p:nvSpPr>
        <p:spPr>
          <a:xfrm>
            <a:off x="380998" y="2312619"/>
            <a:ext cx="346249" cy="866240"/>
          </a:xfrm>
          <a:prstGeom prst="rect">
            <a:avLst/>
          </a:prstGeom>
          <a:noFill/>
        </p:spPr>
        <p:txBody>
          <a:bodyPr vert="vert270" wrap="square" rtlCol="0">
            <a:spAutoFit/>
          </a:bodyPr>
          <a:lstStyle/>
          <a:p>
            <a:pPr algn="ctr"/>
            <a:r>
              <a:rPr lang="en-IN" sz="1050" dirty="0" smtClean="0"/>
              <a:t>Key Outputs</a:t>
            </a:r>
            <a:endParaRPr lang="en-IN" sz="1050" dirty="0"/>
          </a:p>
        </p:txBody>
      </p:sp>
    </p:spTree>
    <p:extLst>
      <p:ext uri="{BB962C8B-B14F-4D97-AF65-F5344CB8AC3E}">
        <p14:creationId xmlns:p14="http://schemas.microsoft.com/office/powerpoint/2010/main" val="28721597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Initiation Phase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34</a:t>
            </a:fld>
            <a:endParaRPr lang="en-US" dirty="0"/>
          </a:p>
        </p:txBody>
      </p:sp>
      <p:sp>
        <p:nvSpPr>
          <p:cNvPr id="4" name="Rectangle 3"/>
          <p:cNvSpPr/>
          <p:nvPr/>
        </p:nvSpPr>
        <p:spPr>
          <a:xfrm>
            <a:off x="304800" y="533400"/>
            <a:ext cx="7924800" cy="3693319"/>
          </a:xfrm>
          <a:prstGeom prst="rect">
            <a:avLst/>
          </a:prstGeom>
        </p:spPr>
        <p:txBody>
          <a:bodyPr wrap="square">
            <a:spAutoFit/>
          </a:bodyPr>
          <a:lstStyle/>
          <a:p>
            <a:r>
              <a:rPr lang="en-US" dirty="0">
                <a:solidFill>
                  <a:srgbClr val="000000"/>
                </a:solidFill>
              </a:rPr>
              <a:t>The </a:t>
            </a:r>
            <a:r>
              <a:rPr lang="en-US" b="1" dirty="0">
                <a:solidFill>
                  <a:srgbClr val="000000"/>
                </a:solidFill>
              </a:rPr>
              <a:t>Project Initiation Phase</a:t>
            </a:r>
            <a:r>
              <a:rPr lang="en-US" dirty="0">
                <a:solidFill>
                  <a:srgbClr val="000000"/>
                </a:solidFill>
              </a:rPr>
              <a:t> is the 1st phase in the </a:t>
            </a:r>
            <a:r>
              <a:rPr lang="en-US" i="1" dirty="0">
                <a:solidFill>
                  <a:srgbClr val="000000"/>
                </a:solidFill>
              </a:rPr>
              <a:t>Project Management Life Cycle</a:t>
            </a:r>
            <a:r>
              <a:rPr lang="en-US" dirty="0">
                <a:solidFill>
                  <a:srgbClr val="000000"/>
                </a:solidFill>
              </a:rPr>
              <a:t>, as it involves starting up a new project. You can start a new project by defining its objectives, scope, purpose and deliverables to be produced. </a:t>
            </a:r>
            <a:endParaRPr lang="en-US" dirty="0" smtClean="0">
              <a:solidFill>
                <a:srgbClr val="000000"/>
              </a:solidFill>
            </a:endParaRPr>
          </a:p>
          <a:p>
            <a:r>
              <a:rPr lang="en-US" dirty="0" smtClean="0">
                <a:solidFill>
                  <a:srgbClr val="000000"/>
                </a:solidFill>
              </a:rPr>
              <a:t>Major Setup during planning include</a:t>
            </a:r>
          </a:p>
          <a:p>
            <a:pPr marL="285750" indent="-285750">
              <a:buFont typeface="Arial" panose="020B0604020202020204" pitchFamily="34" charset="0"/>
              <a:buChar char="•"/>
            </a:pPr>
            <a:r>
              <a:rPr lang="en-US" dirty="0" smtClean="0">
                <a:solidFill>
                  <a:srgbClr val="000000"/>
                </a:solidFill>
              </a:rPr>
              <a:t>Project charter</a:t>
            </a:r>
          </a:p>
          <a:p>
            <a:pPr marL="285750" indent="-285750">
              <a:buFont typeface="Arial" panose="020B0604020202020204" pitchFamily="34" charset="0"/>
              <a:buChar char="•"/>
            </a:pPr>
            <a:r>
              <a:rPr lang="en-US" dirty="0" smtClean="0">
                <a:solidFill>
                  <a:srgbClr val="000000"/>
                </a:solidFill>
              </a:rPr>
              <a:t>Feasibility Study, Scope and Objectives</a:t>
            </a:r>
          </a:p>
          <a:p>
            <a:pPr marL="285750" indent="-285750">
              <a:buFont typeface="Arial" panose="020B0604020202020204" pitchFamily="34" charset="0"/>
              <a:buChar char="•"/>
            </a:pPr>
            <a:r>
              <a:rPr lang="en-US" dirty="0" smtClean="0">
                <a:solidFill>
                  <a:srgbClr val="000000"/>
                </a:solidFill>
              </a:rPr>
              <a:t>Organize Project team</a:t>
            </a:r>
          </a:p>
          <a:p>
            <a:pPr marL="285750" indent="-285750">
              <a:buFont typeface="Arial" panose="020B0604020202020204" pitchFamily="34" charset="0"/>
              <a:buChar char="•"/>
            </a:pPr>
            <a:r>
              <a:rPr lang="en-US" dirty="0" smtClean="0">
                <a:solidFill>
                  <a:srgbClr val="000000"/>
                </a:solidFill>
              </a:rPr>
              <a:t>Project Kick off</a:t>
            </a:r>
          </a:p>
          <a:p>
            <a:pPr marL="285750" indent="-285750">
              <a:buFont typeface="Arial" panose="020B0604020202020204" pitchFamily="34" charset="0"/>
              <a:buChar char="•"/>
            </a:pPr>
            <a:r>
              <a:rPr lang="en-US" dirty="0" smtClean="0">
                <a:solidFill>
                  <a:srgbClr val="000000"/>
                </a:solidFill>
              </a:rPr>
              <a:t>Project Management Plans</a:t>
            </a:r>
          </a:p>
          <a:p>
            <a:pPr marL="285750" indent="-285750">
              <a:buFont typeface="Arial" panose="020B0604020202020204" pitchFamily="34" charset="0"/>
              <a:buChar char="•"/>
            </a:pPr>
            <a:r>
              <a:rPr lang="en-US" altLang="en-US" dirty="0" smtClean="0">
                <a:solidFill>
                  <a:srgbClr val="000000"/>
                </a:solidFill>
              </a:rPr>
              <a:t>Establish </a:t>
            </a:r>
            <a:r>
              <a:rPr lang="en-US" altLang="en-US" dirty="0">
                <a:solidFill>
                  <a:srgbClr val="000000"/>
                </a:solidFill>
              </a:rPr>
              <a:t>clear statement of what is to be done (</a:t>
            </a:r>
            <a:r>
              <a:rPr lang="en-US" altLang="en-US" dirty="0" smtClean="0">
                <a:solidFill>
                  <a:srgbClr val="000000"/>
                </a:solidFill>
              </a:rPr>
              <a:t>WBS)</a:t>
            </a:r>
          </a:p>
          <a:p>
            <a:pPr marL="285750" indent="-285750">
              <a:buFont typeface="Arial" panose="020B0604020202020204" pitchFamily="34" charset="0"/>
              <a:buChar char="•"/>
            </a:pPr>
            <a:r>
              <a:rPr lang="en-US" altLang="en-US" dirty="0" smtClean="0">
                <a:solidFill>
                  <a:srgbClr val="000000"/>
                </a:solidFill>
              </a:rPr>
              <a:t>Establish </a:t>
            </a:r>
            <a:r>
              <a:rPr lang="en-US" altLang="en-US" dirty="0">
                <a:solidFill>
                  <a:srgbClr val="000000"/>
                </a:solidFill>
              </a:rPr>
              <a:t>Risks to be </a:t>
            </a:r>
            <a:r>
              <a:rPr lang="en-US" altLang="en-US" dirty="0" smtClean="0">
                <a:solidFill>
                  <a:srgbClr val="000000"/>
                </a:solidFill>
              </a:rPr>
              <a:t>Managed</a:t>
            </a:r>
          </a:p>
          <a:p>
            <a:pPr marL="285750" indent="-285750">
              <a:buFont typeface="Arial" panose="020B0604020202020204" pitchFamily="34" charset="0"/>
              <a:buChar char="•"/>
            </a:pPr>
            <a:r>
              <a:rPr lang="en-US" altLang="en-US" dirty="0" smtClean="0">
                <a:solidFill>
                  <a:srgbClr val="000000"/>
                </a:solidFill>
              </a:rPr>
              <a:t>Establish </a:t>
            </a:r>
            <a:r>
              <a:rPr lang="en-US" altLang="en-US" dirty="0">
                <a:solidFill>
                  <a:srgbClr val="000000"/>
                </a:solidFill>
              </a:rPr>
              <a:t>Costs and </a:t>
            </a:r>
            <a:r>
              <a:rPr lang="en-US" altLang="en-US" dirty="0" smtClean="0">
                <a:solidFill>
                  <a:srgbClr val="000000"/>
                </a:solidFill>
              </a:rPr>
              <a:t>Durations</a:t>
            </a:r>
          </a:p>
          <a:p>
            <a:pPr marL="285750" indent="-285750">
              <a:buFont typeface="Arial" panose="020B0604020202020204" pitchFamily="34" charset="0"/>
              <a:buChar char="•"/>
            </a:pPr>
            <a:r>
              <a:rPr lang="en-US" altLang="en-US" dirty="0" smtClean="0">
                <a:solidFill>
                  <a:srgbClr val="000000"/>
                </a:solidFill>
              </a:rPr>
              <a:t>Establish </a:t>
            </a:r>
            <a:r>
              <a:rPr lang="en-US" altLang="en-US" dirty="0">
                <a:solidFill>
                  <a:srgbClr val="000000"/>
                </a:solidFill>
              </a:rPr>
              <a:t>Resources </a:t>
            </a:r>
            <a:r>
              <a:rPr lang="en-US" altLang="en-US" dirty="0" smtClean="0">
                <a:solidFill>
                  <a:srgbClr val="000000"/>
                </a:solidFill>
              </a:rPr>
              <a:t>Required</a:t>
            </a:r>
            <a:endParaRPr lang="en-IN" dirty="0"/>
          </a:p>
        </p:txBody>
      </p:sp>
      <p:pic>
        <p:nvPicPr>
          <p:cNvPr id="5" name="Picture 4"/>
          <p:cNvPicPr>
            <a:picLocks noChangeAspect="1"/>
          </p:cNvPicPr>
          <p:nvPr/>
        </p:nvPicPr>
        <p:blipFill>
          <a:blip r:embed="rId2"/>
          <a:stretch>
            <a:fillRect/>
          </a:stretch>
        </p:blipFill>
        <p:spPr>
          <a:xfrm>
            <a:off x="6400800" y="1637705"/>
            <a:ext cx="2343150" cy="1952625"/>
          </a:xfrm>
          <a:prstGeom prst="rect">
            <a:avLst/>
          </a:prstGeom>
        </p:spPr>
      </p:pic>
    </p:spTree>
    <p:extLst>
      <p:ext uri="{BB962C8B-B14F-4D97-AF65-F5344CB8AC3E}">
        <p14:creationId xmlns:p14="http://schemas.microsoft.com/office/powerpoint/2010/main" val="11781891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Planning</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35</a:t>
            </a:fld>
            <a:endParaRPr lang="en-US" dirty="0"/>
          </a:p>
        </p:txBody>
      </p:sp>
      <p:pic>
        <p:nvPicPr>
          <p:cNvPr id="4" name="Picture 3"/>
          <p:cNvPicPr>
            <a:picLocks noChangeAspect="1"/>
          </p:cNvPicPr>
          <p:nvPr/>
        </p:nvPicPr>
        <p:blipFill>
          <a:blip r:embed="rId2"/>
          <a:stretch>
            <a:fillRect/>
          </a:stretch>
        </p:blipFill>
        <p:spPr>
          <a:xfrm>
            <a:off x="1743075" y="561975"/>
            <a:ext cx="5657850" cy="3448050"/>
          </a:xfrm>
          <a:prstGeom prst="rect">
            <a:avLst/>
          </a:prstGeom>
        </p:spPr>
      </p:pic>
    </p:spTree>
    <p:extLst>
      <p:ext uri="{BB962C8B-B14F-4D97-AF65-F5344CB8AC3E}">
        <p14:creationId xmlns:p14="http://schemas.microsoft.com/office/powerpoint/2010/main" val="1139225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Charter</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36</a:t>
            </a:fld>
            <a:endParaRPr lang="en-US" dirty="0"/>
          </a:p>
        </p:txBody>
      </p:sp>
      <p:sp>
        <p:nvSpPr>
          <p:cNvPr id="4" name="TextBox 3"/>
          <p:cNvSpPr txBox="1"/>
          <p:nvPr/>
        </p:nvSpPr>
        <p:spPr>
          <a:xfrm>
            <a:off x="457200" y="609600"/>
            <a:ext cx="7162800" cy="3631763"/>
          </a:xfrm>
          <a:prstGeom prst="rect">
            <a:avLst/>
          </a:prstGeom>
          <a:noFill/>
        </p:spPr>
        <p:txBody>
          <a:bodyPr wrap="square" rtlCol="0">
            <a:spAutoFit/>
          </a:bodyPr>
          <a:lstStyle/>
          <a:p>
            <a:r>
              <a:rPr lang="en-US" sz="1600" dirty="0"/>
              <a:t>A project charter formally authorizes the project and the project manager to apply resources to project activities.  Per PMI, without a charter, there is no project</a:t>
            </a:r>
            <a:r>
              <a:rPr lang="en-US" sz="1600" dirty="0" smtClean="0"/>
              <a:t>.</a:t>
            </a:r>
          </a:p>
          <a:p>
            <a:endParaRPr lang="en-US" dirty="0"/>
          </a:p>
          <a:p>
            <a:pPr marL="171450" indent="-171450">
              <a:buFont typeface="Arial" panose="020B0604020202020204" pitchFamily="34" charset="0"/>
              <a:buChar char="•"/>
            </a:pPr>
            <a:r>
              <a:rPr lang="en-US" sz="1400" b="1" dirty="0"/>
              <a:t>A typical charter will identify: </a:t>
            </a:r>
            <a:endParaRPr lang="en-US" sz="1400" b="1" dirty="0" smtClean="0"/>
          </a:p>
          <a:p>
            <a:pPr marL="628526" lvl="1" indent="-171450">
              <a:buFont typeface="Arial" panose="020B0604020202020204" pitchFamily="34" charset="0"/>
              <a:buChar char="•"/>
            </a:pPr>
            <a:r>
              <a:rPr lang="en-US" sz="1400" dirty="0" smtClean="0"/>
              <a:t> </a:t>
            </a:r>
            <a:r>
              <a:rPr lang="en-US" sz="1400" dirty="0"/>
              <a:t>Business need or </a:t>
            </a:r>
            <a:r>
              <a:rPr lang="en-US" sz="1400" dirty="0" smtClean="0"/>
              <a:t>justification</a:t>
            </a:r>
          </a:p>
          <a:p>
            <a:pPr marL="628526" lvl="1" indent="-171450">
              <a:buFont typeface="Arial" panose="020B0604020202020204" pitchFamily="34" charset="0"/>
              <a:buChar char="•"/>
            </a:pPr>
            <a:r>
              <a:rPr lang="en-US" sz="1400" dirty="0" smtClean="0"/>
              <a:t> </a:t>
            </a:r>
            <a:r>
              <a:rPr lang="en-US" sz="1400" dirty="0"/>
              <a:t>Scope (high level) </a:t>
            </a:r>
            <a:endParaRPr lang="en-US" sz="1400" dirty="0" smtClean="0"/>
          </a:p>
          <a:p>
            <a:pPr marL="628526" lvl="1" indent="-171450">
              <a:buFont typeface="Arial" panose="020B0604020202020204" pitchFamily="34" charset="0"/>
              <a:buChar char="•"/>
            </a:pPr>
            <a:r>
              <a:rPr lang="en-US" sz="1400" dirty="0" smtClean="0"/>
              <a:t> </a:t>
            </a:r>
            <a:r>
              <a:rPr lang="en-US" sz="1400" dirty="0"/>
              <a:t>Objectives (such as the intended product, service, or </a:t>
            </a:r>
            <a:r>
              <a:rPr lang="en-US" sz="1400" dirty="0" smtClean="0"/>
              <a:t>result)</a:t>
            </a:r>
          </a:p>
          <a:p>
            <a:pPr marL="628526" lvl="1" indent="-171450">
              <a:buFont typeface="Arial" panose="020B0604020202020204" pitchFamily="34" charset="0"/>
              <a:buChar char="•"/>
            </a:pPr>
            <a:r>
              <a:rPr lang="en-US" sz="1400" dirty="0" smtClean="0"/>
              <a:t> </a:t>
            </a:r>
            <a:r>
              <a:rPr lang="en-US" sz="1400" dirty="0"/>
              <a:t>Requirements (high level) </a:t>
            </a:r>
            <a:endParaRPr lang="en-US" sz="1400" dirty="0" smtClean="0"/>
          </a:p>
          <a:p>
            <a:pPr marL="628526" lvl="1" indent="-171450">
              <a:buFont typeface="Arial" panose="020B0604020202020204" pitchFamily="34" charset="0"/>
              <a:buChar char="•"/>
            </a:pPr>
            <a:r>
              <a:rPr lang="en-US" sz="1400" dirty="0" smtClean="0"/>
              <a:t> </a:t>
            </a:r>
            <a:r>
              <a:rPr lang="en-US" sz="1400" dirty="0"/>
              <a:t>Risks (high level) </a:t>
            </a:r>
            <a:endParaRPr lang="en-US" sz="1400" dirty="0" smtClean="0"/>
          </a:p>
          <a:p>
            <a:pPr marL="628526" lvl="1" indent="-171450">
              <a:buFont typeface="Arial" panose="020B0604020202020204" pitchFamily="34" charset="0"/>
              <a:buChar char="•"/>
            </a:pPr>
            <a:r>
              <a:rPr lang="en-US" sz="1400" dirty="0" smtClean="0"/>
              <a:t> </a:t>
            </a:r>
            <a:r>
              <a:rPr lang="en-US" sz="1400" dirty="0"/>
              <a:t>Assumptions and constraints </a:t>
            </a:r>
          </a:p>
          <a:p>
            <a:pPr marL="628526" lvl="1" indent="-171450">
              <a:buFont typeface="Arial" panose="020B0604020202020204" pitchFamily="34" charset="0"/>
              <a:buChar char="•"/>
            </a:pPr>
            <a:r>
              <a:rPr lang="en-US" sz="1400" dirty="0" smtClean="0"/>
              <a:t> Stakeholders </a:t>
            </a:r>
            <a:r>
              <a:rPr lang="en-US" sz="1400" dirty="0"/>
              <a:t>(primary) </a:t>
            </a:r>
            <a:endParaRPr lang="en-US" sz="1400" dirty="0" smtClean="0"/>
          </a:p>
          <a:p>
            <a:pPr marL="628526" lvl="1" indent="-171450">
              <a:buFont typeface="Arial" panose="020B0604020202020204" pitchFamily="34" charset="0"/>
              <a:buChar char="•"/>
            </a:pPr>
            <a:r>
              <a:rPr lang="en-US" sz="1400" dirty="0" smtClean="0"/>
              <a:t> </a:t>
            </a:r>
            <a:r>
              <a:rPr lang="en-US" sz="1400" dirty="0"/>
              <a:t>Timing (anticipated) </a:t>
            </a:r>
          </a:p>
          <a:p>
            <a:pPr marL="628526" lvl="1" indent="-171450">
              <a:buFont typeface="Arial" panose="020B0604020202020204" pitchFamily="34" charset="0"/>
              <a:buChar char="•"/>
            </a:pPr>
            <a:r>
              <a:rPr lang="en-US" sz="1400" dirty="0" smtClean="0"/>
              <a:t> Costs </a:t>
            </a:r>
            <a:r>
              <a:rPr lang="en-US" sz="1400" dirty="0"/>
              <a:t>(anticipated) </a:t>
            </a:r>
          </a:p>
          <a:p>
            <a:pPr marL="171450" indent="-171450">
              <a:buFont typeface="Arial" panose="020B0604020202020204" pitchFamily="34" charset="0"/>
              <a:buChar char="•"/>
            </a:pPr>
            <a:r>
              <a:rPr lang="en-US" sz="1400" dirty="0" smtClean="0"/>
              <a:t>The </a:t>
            </a:r>
            <a:r>
              <a:rPr lang="en-US" sz="1400" dirty="0"/>
              <a:t>charter must be signed by someone who can invest authority for the project (typically senior management or a sponsor)</a:t>
            </a:r>
          </a:p>
          <a:p>
            <a:endParaRPr lang="en-IN" sz="1200" dirty="0"/>
          </a:p>
        </p:txBody>
      </p:sp>
      <p:pic>
        <p:nvPicPr>
          <p:cNvPr id="5" name="Picture 4"/>
          <p:cNvPicPr>
            <a:picLocks noChangeAspect="1"/>
          </p:cNvPicPr>
          <p:nvPr/>
        </p:nvPicPr>
        <p:blipFill>
          <a:blip r:embed="rId2"/>
          <a:stretch>
            <a:fillRect/>
          </a:stretch>
        </p:blipFill>
        <p:spPr>
          <a:xfrm>
            <a:off x="7391400" y="2133600"/>
            <a:ext cx="1527727" cy="1295400"/>
          </a:xfrm>
          <a:prstGeom prst="rect">
            <a:avLst/>
          </a:prstGeom>
        </p:spPr>
      </p:pic>
    </p:spTree>
    <p:extLst>
      <p:ext uri="{BB962C8B-B14F-4D97-AF65-F5344CB8AC3E}">
        <p14:creationId xmlns:p14="http://schemas.microsoft.com/office/powerpoint/2010/main" val="24143267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Management Plan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37</a:t>
            </a:fld>
            <a:endParaRPr lang="en-US" dirty="0"/>
          </a:p>
        </p:txBody>
      </p:sp>
      <p:graphicFrame>
        <p:nvGraphicFramePr>
          <p:cNvPr id="4" name="Diagram 3"/>
          <p:cNvGraphicFramePr/>
          <p:nvPr>
            <p:extLst>
              <p:ext uri="{D42A27DB-BD31-4B8C-83A1-F6EECF244321}">
                <p14:modId xmlns:p14="http://schemas.microsoft.com/office/powerpoint/2010/main" val="366958578"/>
              </p:ext>
            </p:extLst>
          </p:nvPr>
        </p:nvGraphicFramePr>
        <p:xfrm>
          <a:off x="838200" y="987984"/>
          <a:ext cx="7239000" cy="3203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304800" y="393503"/>
            <a:ext cx="8610600" cy="584775"/>
          </a:xfrm>
          <a:prstGeom prst="rect">
            <a:avLst/>
          </a:prstGeom>
        </p:spPr>
        <p:txBody>
          <a:bodyPr wrap="square">
            <a:spAutoFit/>
          </a:bodyPr>
          <a:lstStyle/>
          <a:p>
            <a:r>
              <a:rPr lang="en-US" sz="1600" dirty="0"/>
              <a:t>The project management plan is the collection of all plans and related documents pertaining to planning, executing, monitoring, controlling, and closing the project</a:t>
            </a:r>
            <a:endParaRPr lang="en-IN" sz="1600" dirty="0"/>
          </a:p>
        </p:txBody>
      </p:sp>
    </p:spTree>
    <p:extLst>
      <p:ext uri="{BB962C8B-B14F-4D97-AF65-F5344CB8AC3E}">
        <p14:creationId xmlns:p14="http://schemas.microsoft.com/office/powerpoint/2010/main" val="845579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Management Plan</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38</a:t>
            </a:fld>
            <a:endParaRPr lang="en-US" dirty="0"/>
          </a:p>
        </p:txBody>
      </p:sp>
      <p:sp>
        <p:nvSpPr>
          <p:cNvPr id="4" name="Rectangle 3"/>
          <p:cNvSpPr/>
          <p:nvPr/>
        </p:nvSpPr>
        <p:spPr>
          <a:xfrm>
            <a:off x="457200" y="533400"/>
            <a:ext cx="5715000" cy="3360920"/>
          </a:xfrm>
          <a:prstGeom prst="rect">
            <a:avLst/>
          </a:prstGeom>
        </p:spPr>
        <p:txBody>
          <a:bodyPr wrap="square">
            <a:spAutoFit/>
          </a:bodyPr>
          <a:lstStyle/>
          <a:p>
            <a:pPr marL="457200" indent="-457200">
              <a:spcBef>
                <a:spcPct val="20000"/>
              </a:spcBef>
              <a:buFont typeface="Wingdings" panose="05000000000000000000" pitchFamily="2" charset="2"/>
              <a:buChar char="q"/>
            </a:pPr>
            <a:r>
              <a:rPr lang="en-US" altLang="en-US" dirty="0"/>
              <a:t>Project Objectives, Scope, Deliverables</a:t>
            </a:r>
          </a:p>
          <a:p>
            <a:pPr marL="457200" indent="-457200">
              <a:spcBef>
                <a:spcPct val="20000"/>
              </a:spcBef>
              <a:buFont typeface="Wingdings" panose="05000000000000000000" pitchFamily="2" charset="2"/>
              <a:buChar char="q"/>
            </a:pPr>
            <a:r>
              <a:rPr lang="en-US" altLang="en-US" dirty="0"/>
              <a:t>Stakeholders (Internal &amp; External)</a:t>
            </a:r>
          </a:p>
          <a:p>
            <a:pPr marL="457200" indent="-457200">
              <a:spcBef>
                <a:spcPct val="20000"/>
              </a:spcBef>
              <a:buFont typeface="Wingdings" panose="05000000000000000000" pitchFamily="2" charset="2"/>
              <a:buChar char="q"/>
            </a:pPr>
            <a:r>
              <a:rPr lang="en-US" altLang="en-US" dirty="0"/>
              <a:t>Work to be done (WBS)</a:t>
            </a:r>
          </a:p>
          <a:p>
            <a:pPr marL="457200" indent="-457200">
              <a:spcBef>
                <a:spcPct val="20000"/>
              </a:spcBef>
              <a:buFont typeface="Wingdings" panose="05000000000000000000" pitchFamily="2" charset="2"/>
              <a:buChar char="q"/>
            </a:pPr>
            <a:r>
              <a:rPr lang="en-US" altLang="en-US" dirty="0"/>
              <a:t>Project Organization and Resources (OBS)</a:t>
            </a:r>
          </a:p>
          <a:p>
            <a:pPr marL="457200" indent="-457200">
              <a:spcBef>
                <a:spcPct val="20000"/>
              </a:spcBef>
              <a:buFont typeface="Wingdings" panose="05000000000000000000" pitchFamily="2" charset="2"/>
              <a:buChar char="q"/>
            </a:pPr>
            <a:r>
              <a:rPr lang="en-US" altLang="en-US" dirty="0"/>
              <a:t>Project Costings (CBS)</a:t>
            </a:r>
          </a:p>
          <a:p>
            <a:pPr marL="457200" indent="-457200">
              <a:spcBef>
                <a:spcPct val="20000"/>
              </a:spcBef>
              <a:buFont typeface="Wingdings" panose="05000000000000000000" pitchFamily="2" charset="2"/>
              <a:buChar char="q"/>
            </a:pPr>
            <a:r>
              <a:rPr lang="en-US" altLang="en-US" dirty="0"/>
              <a:t>Project Schedule</a:t>
            </a:r>
          </a:p>
          <a:p>
            <a:pPr marL="457200" indent="-457200">
              <a:spcBef>
                <a:spcPct val="20000"/>
              </a:spcBef>
              <a:buFont typeface="Wingdings" panose="05000000000000000000" pitchFamily="2" charset="2"/>
              <a:buChar char="q"/>
            </a:pPr>
            <a:r>
              <a:rPr lang="en-US" altLang="en-US" dirty="0"/>
              <a:t>Procurement/Contract Strategy</a:t>
            </a:r>
          </a:p>
          <a:p>
            <a:pPr marL="457200" indent="-457200">
              <a:spcBef>
                <a:spcPct val="20000"/>
              </a:spcBef>
              <a:buFont typeface="Wingdings" panose="05000000000000000000" pitchFamily="2" charset="2"/>
              <a:buChar char="q"/>
            </a:pPr>
            <a:r>
              <a:rPr lang="en-US" altLang="en-US" dirty="0"/>
              <a:t>Risk Management</a:t>
            </a:r>
          </a:p>
          <a:p>
            <a:pPr marL="457200" indent="-457200">
              <a:spcBef>
                <a:spcPct val="20000"/>
              </a:spcBef>
              <a:buFont typeface="Wingdings" panose="05000000000000000000" pitchFamily="2" charset="2"/>
              <a:buChar char="q"/>
            </a:pPr>
            <a:r>
              <a:rPr lang="en-US" altLang="en-US" dirty="0"/>
              <a:t>Quality management</a:t>
            </a:r>
          </a:p>
          <a:p>
            <a:pPr marL="457200" indent="-457200">
              <a:spcBef>
                <a:spcPct val="20000"/>
              </a:spcBef>
              <a:buFont typeface="Wingdings" panose="05000000000000000000" pitchFamily="2" charset="2"/>
              <a:buChar char="q"/>
            </a:pPr>
            <a:r>
              <a:rPr lang="en-US" altLang="en-US" dirty="0"/>
              <a:t>Change Management</a:t>
            </a:r>
          </a:p>
        </p:txBody>
      </p:sp>
    </p:spTree>
    <p:extLst>
      <p:ext uri="{BB962C8B-B14F-4D97-AF65-F5344CB8AC3E}">
        <p14:creationId xmlns:p14="http://schemas.microsoft.com/office/powerpoint/2010/main" val="15556553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Project Management Tools</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39</a:t>
            </a:fld>
            <a:endParaRPr lang="en-US" dirty="0"/>
          </a:p>
        </p:txBody>
      </p:sp>
      <p:sp>
        <p:nvSpPr>
          <p:cNvPr id="5" name="TextBox 4"/>
          <p:cNvSpPr txBox="1"/>
          <p:nvPr/>
        </p:nvSpPr>
        <p:spPr>
          <a:xfrm>
            <a:off x="533400" y="606385"/>
            <a:ext cx="4876800" cy="2862322"/>
          </a:xfrm>
          <a:prstGeom prst="rect">
            <a:avLst/>
          </a:prstGeom>
          <a:noFill/>
        </p:spPr>
        <p:txBody>
          <a:bodyPr wrap="square" rtlCol="0">
            <a:spAutoFit/>
          </a:bodyPr>
          <a:lstStyle/>
          <a:p>
            <a:r>
              <a:rPr lang="en-IN" dirty="0" smtClean="0"/>
              <a:t>MS Project</a:t>
            </a:r>
          </a:p>
          <a:p>
            <a:r>
              <a:rPr lang="en-IN" dirty="0" smtClean="0"/>
              <a:t>MPP</a:t>
            </a:r>
          </a:p>
          <a:p>
            <a:r>
              <a:rPr lang="en-IN" dirty="0" smtClean="0"/>
              <a:t>Meetings(Skype, </a:t>
            </a:r>
            <a:r>
              <a:rPr lang="en-IN" dirty="0" err="1" smtClean="0"/>
              <a:t>Webex</a:t>
            </a:r>
            <a:r>
              <a:rPr lang="en-IN" dirty="0" smtClean="0"/>
              <a:t>)</a:t>
            </a:r>
          </a:p>
          <a:p>
            <a:r>
              <a:rPr lang="en-IN" dirty="0" smtClean="0"/>
              <a:t>Reports</a:t>
            </a:r>
          </a:p>
          <a:p>
            <a:r>
              <a:rPr lang="en-IN" dirty="0" smtClean="0"/>
              <a:t>Emails</a:t>
            </a:r>
          </a:p>
          <a:p>
            <a:endParaRPr lang="en-IN" dirty="0" smtClean="0"/>
          </a:p>
          <a:p>
            <a:r>
              <a:rPr lang="en-IN" dirty="0" smtClean="0"/>
              <a:t>Trello</a:t>
            </a:r>
          </a:p>
          <a:p>
            <a:r>
              <a:rPr lang="en-IN" dirty="0" smtClean="0"/>
              <a:t>JIRA</a:t>
            </a:r>
          </a:p>
          <a:p>
            <a:r>
              <a:rPr lang="en-IN" dirty="0" smtClean="0"/>
              <a:t>Confluence</a:t>
            </a:r>
          </a:p>
          <a:p>
            <a:endParaRPr lang="en-IN" dirty="0" smtClean="0"/>
          </a:p>
        </p:txBody>
      </p:sp>
    </p:spTree>
    <p:extLst>
      <p:ext uri="{BB962C8B-B14F-4D97-AF65-F5344CB8AC3E}">
        <p14:creationId xmlns:p14="http://schemas.microsoft.com/office/powerpoint/2010/main" val="19722585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Next Sessions </a:t>
            </a:r>
            <a:endParaRPr lang="en-IN" dirty="0"/>
          </a:p>
        </p:txBody>
      </p:sp>
      <p:sp>
        <p:nvSpPr>
          <p:cNvPr id="3" name="Footer Placeholder 2"/>
          <p:cNvSpPr>
            <a:spLocks noGrp="1"/>
          </p:cNvSpPr>
          <p:nvPr>
            <p:ph type="ftr" sz="quarter" idx="11"/>
          </p:nvPr>
        </p:nvSpPr>
        <p:spPr/>
        <p:txBody>
          <a:bodyPr/>
          <a:lstStyle/>
          <a:p>
            <a:fld id="{0B491FB4-905F-488C-AD01-09867DFAF172}" type="slidenum">
              <a:rPr lang="en-US" smtClean="0"/>
              <a:pPr/>
              <a:t>40</a:t>
            </a:fld>
            <a:endParaRPr lang="en-US" dirty="0"/>
          </a:p>
        </p:txBody>
      </p:sp>
      <p:sp>
        <p:nvSpPr>
          <p:cNvPr id="5" name="TextBox 4"/>
          <p:cNvSpPr txBox="1"/>
          <p:nvPr/>
        </p:nvSpPr>
        <p:spPr>
          <a:xfrm>
            <a:off x="381000" y="914400"/>
            <a:ext cx="5867400" cy="369332"/>
          </a:xfrm>
          <a:prstGeom prst="rect">
            <a:avLst/>
          </a:prstGeom>
          <a:noFill/>
        </p:spPr>
        <p:txBody>
          <a:bodyPr wrap="square" rtlCol="0">
            <a:spAutoFit/>
          </a:bodyPr>
          <a:lstStyle/>
          <a:p>
            <a:r>
              <a:rPr lang="en-IN" dirty="0" smtClean="0"/>
              <a:t>Will </a:t>
            </a:r>
            <a:r>
              <a:rPr lang="en-IN" dirty="0" smtClean="0"/>
              <a:t>cover the different Project Management Processes</a:t>
            </a:r>
            <a:endParaRPr lang="en-IN" dirty="0"/>
          </a:p>
        </p:txBody>
      </p:sp>
    </p:spTree>
    <p:extLst>
      <p:ext uri="{BB962C8B-B14F-4D97-AF65-F5344CB8AC3E}">
        <p14:creationId xmlns:p14="http://schemas.microsoft.com/office/powerpoint/2010/main" val="21496746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solidFill>
                  <a:schemeClr val="accent1"/>
                </a:solidFill>
              </a:rPr>
              <a:t>Websites to look at as </a:t>
            </a:r>
            <a:r>
              <a:rPr lang="en-US" b="1" dirty="0" smtClean="0">
                <a:solidFill>
                  <a:schemeClr val="accent1"/>
                </a:solidFill>
              </a:rPr>
              <a:t>Project </a:t>
            </a:r>
            <a:r>
              <a:rPr lang="en-US" b="1" dirty="0">
                <a:solidFill>
                  <a:schemeClr val="accent1"/>
                </a:solidFill>
              </a:rPr>
              <a:t>Management</a:t>
            </a:r>
          </a:p>
        </p:txBody>
      </p:sp>
      <p:sp>
        <p:nvSpPr>
          <p:cNvPr id="5" name="Content Placeholder 1"/>
          <p:cNvSpPr txBox="1">
            <a:spLocks/>
          </p:cNvSpPr>
          <p:nvPr/>
        </p:nvSpPr>
        <p:spPr>
          <a:xfrm>
            <a:off x="711275" y="484011"/>
            <a:ext cx="7721451" cy="3382595"/>
          </a:xfrm>
          <a:prstGeom prst="rect">
            <a:avLst/>
          </a:prstGeom>
        </p:spPr>
        <p:txBody>
          <a:bodyPr vert="horz" lIns="60960" tIns="30480" rIns="60960" bIns="3048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067" dirty="0"/>
              <a:t>https://www.pmi.org </a:t>
            </a:r>
            <a:r>
              <a:rPr lang="en-US" sz="1067" dirty="0"/>
              <a:t>– </a:t>
            </a:r>
            <a:r>
              <a:rPr lang="en-US" sz="1067" dirty="0"/>
              <a:t> </a:t>
            </a:r>
            <a:r>
              <a:rPr lang="en-US" sz="1067" dirty="0" smtClean="0"/>
              <a:t>Project Management </a:t>
            </a:r>
            <a:endParaRPr lang="en-US" sz="1067" dirty="0"/>
          </a:p>
          <a:p>
            <a:pPr marL="0" indent="0">
              <a:buNone/>
            </a:pPr>
            <a:endParaRPr lang="en-US" sz="1067" dirty="0"/>
          </a:p>
          <a:p>
            <a:pPr marL="0" indent="0">
              <a:buNone/>
            </a:pPr>
            <a:r>
              <a:rPr lang="en-US" sz="1067" b="1" dirty="0">
                <a:hlinkClick r:id="rId2"/>
              </a:rPr>
              <a:t>https://www.cebglobal.com</a:t>
            </a:r>
            <a:r>
              <a:rPr lang="en-US" sz="1067" b="1" dirty="0" smtClean="0">
                <a:hlinkClick r:id="rId2"/>
              </a:rPr>
              <a:t>/</a:t>
            </a:r>
            <a:r>
              <a:rPr lang="en-US" sz="1067" b="1" dirty="0" smtClean="0"/>
              <a:t> -</a:t>
            </a:r>
            <a:r>
              <a:rPr lang="en-US" sz="1067" dirty="0" smtClean="0"/>
              <a:t>(PMO Leadership Council)</a:t>
            </a:r>
            <a:endParaRPr lang="en-US" sz="1067" dirty="0"/>
          </a:p>
          <a:p>
            <a:pPr marL="0" indent="0">
              <a:buNone/>
            </a:pPr>
            <a:endParaRPr lang="en-US" sz="1067" dirty="0"/>
          </a:p>
          <a:p>
            <a:pPr marL="0" indent="0">
              <a:buNone/>
            </a:pPr>
            <a:r>
              <a:rPr lang="en-US" sz="1067" dirty="0"/>
              <a:t>https://www.projectmanagement.com/- </a:t>
            </a:r>
            <a:r>
              <a:rPr lang="en-US" sz="1067" dirty="0" err="1" smtClean="0"/>
              <a:t>Webnairs</a:t>
            </a:r>
            <a:endParaRPr lang="en-US" sz="1067" dirty="0"/>
          </a:p>
          <a:p>
            <a:pPr marL="0" indent="0">
              <a:buNone/>
            </a:pPr>
            <a:endParaRPr lang="en-US" sz="1067" dirty="0"/>
          </a:p>
          <a:p>
            <a:pPr marL="0" indent="0">
              <a:buNone/>
            </a:pPr>
            <a:r>
              <a:rPr lang="en-US" sz="1067" dirty="0"/>
              <a:t>https://www.capterra.com/project-management-software/– </a:t>
            </a:r>
            <a:r>
              <a:rPr lang="en-US" sz="1067" dirty="0" smtClean="0"/>
              <a:t>Project Management Tools</a:t>
            </a:r>
            <a:endParaRPr lang="en-US" sz="1067" dirty="0"/>
          </a:p>
          <a:p>
            <a:pPr marL="0" indent="0">
              <a:buNone/>
            </a:pPr>
            <a:endParaRPr lang="en-US" sz="1067" dirty="0"/>
          </a:p>
          <a:p>
            <a:pPr marL="0" indent="0">
              <a:buNone/>
            </a:pPr>
            <a:r>
              <a:rPr lang="en-US" sz="1067" dirty="0"/>
              <a:t>https://www.slideshare.net/ostephens/project-management-tools-2014562- Project Management Tools</a:t>
            </a:r>
          </a:p>
          <a:p>
            <a:pPr marL="0" indent="0">
              <a:buNone/>
            </a:pPr>
            <a:r>
              <a:rPr lang="en-US" sz="1067" dirty="0" smtClean="0"/>
              <a:t>https</a:t>
            </a:r>
            <a:r>
              <a:rPr lang="en-US" sz="1067" dirty="0"/>
              <a:t>://www.pmbypm.com/difference-project-program-and-portfolio</a:t>
            </a:r>
            <a:r>
              <a:rPr lang="en-US" sz="1067" dirty="0" smtClean="0"/>
              <a:t>/</a:t>
            </a:r>
            <a:endParaRPr lang="en-US" sz="1067" dirty="0"/>
          </a:p>
          <a:p>
            <a:pPr marL="0" indent="0">
              <a:buNone/>
            </a:pPr>
            <a:r>
              <a:rPr lang="en-US" sz="1067" dirty="0">
                <a:hlinkClick r:id="rId3"/>
              </a:rPr>
              <a:t>https://</a:t>
            </a:r>
            <a:r>
              <a:rPr lang="en-US" sz="1067" dirty="0" smtClean="0">
                <a:hlinkClick r:id="rId3"/>
              </a:rPr>
              <a:t>www.youtube.com/watch?v=9LSnINglkQA</a:t>
            </a:r>
            <a:endParaRPr lang="en-US" sz="1067" dirty="0" smtClean="0"/>
          </a:p>
          <a:p>
            <a:pPr marL="0" indent="0">
              <a:buNone/>
            </a:pPr>
            <a:r>
              <a:rPr lang="en-US" sz="1067" dirty="0"/>
              <a:t>https://www.youtube.com/watch?v=6Or_9IRQHi4</a:t>
            </a:r>
          </a:p>
          <a:p>
            <a:pPr marL="0" indent="0">
              <a:buNone/>
            </a:pPr>
            <a:endParaRPr lang="en-US" sz="1067" dirty="0"/>
          </a:p>
        </p:txBody>
      </p:sp>
    </p:spTree>
    <p:extLst>
      <p:ext uri="{BB962C8B-B14F-4D97-AF65-F5344CB8AC3E}">
        <p14:creationId xmlns:p14="http://schemas.microsoft.com/office/powerpoint/2010/main" val="1511072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fld id="{0B491FB4-905F-488C-AD01-09867DFAF172}" type="slidenum">
              <a:rPr lang="en-US" smtClean="0"/>
              <a:pPr/>
              <a:t>42</a:t>
            </a:fld>
            <a:endParaRPr lang="en-US" dirty="0"/>
          </a:p>
        </p:txBody>
      </p:sp>
      <p:sp>
        <p:nvSpPr>
          <p:cNvPr id="4" name="Rectangle 3"/>
          <p:cNvSpPr/>
          <p:nvPr/>
        </p:nvSpPr>
        <p:spPr>
          <a:xfrm>
            <a:off x="0" y="2101334"/>
            <a:ext cx="9144000" cy="523220"/>
          </a:xfrm>
          <a:prstGeom prst="rect">
            <a:avLst/>
          </a:prstGeom>
        </p:spPr>
        <p:txBody>
          <a:bodyPr wrap="square">
            <a:spAutoFit/>
          </a:bodyPr>
          <a:lstStyle/>
          <a:p>
            <a:pPr algn="ctr"/>
            <a:r>
              <a:rPr lang="en-US" sz="2800" b="1" dirty="0" smtClean="0"/>
              <a:t>Thank You</a:t>
            </a:r>
            <a:endParaRPr lang="en-US" sz="2800" b="1" dirty="0"/>
          </a:p>
        </p:txBody>
      </p:sp>
    </p:spTree>
    <p:extLst>
      <p:ext uri="{BB962C8B-B14F-4D97-AF65-F5344CB8AC3E}">
        <p14:creationId xmlns:p14="http://schemas.microsoft.com/office/powerpoint/2010/main" val="1570298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reen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CL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CL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CL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CL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CL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CL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CL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CL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CL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CL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CL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CL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CL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green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CL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3175" cap="flat" cmpd="sng" algn="ctr">
          <a:solidFill>
            <a:srgbClr val="850909"/>
          </a:solidFill>
          <a:prstDash val="solid"/>
          <a:miter lim="800000"/>
          <a:headEnd type="none" w="sm" len="sm"/>
          <a:tailEnd type="triangl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HCL 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CL 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CL 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CL 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CL 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CL 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CL 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CL 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CL 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CL 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CL 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CL 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74076F001B14246A5D36FF331875CF6" ma:contentTypeVersion="0" ma:contentTypeDescription="Create a new document." ma:contentTypeScope="" ma:versionID="453df6b1801b60ce3dbd0e17a508945d">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36F3C27-6CDE-46F9-A529-CC64F2CAE64A}">
  <ds:schemaRefs>
    <ds:schemaRef ds:uri="http://schemas.microsoft.com/sharepoint/v3/contenttype/forms"/>
  </ds:schemaRefs>
</ds:datastoreItem>
</file>

<file path=customXml/itemProps2.xml><?xml version="1.0" encoding="utf-8"?>
<ds:datastoreItem xmlns:ds="http://schemas.openxmlformats.org/officeDocument/2006/customXml" ds:itemID="{696547BA-7BF0-4693-9ABE-05694BA8C7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E4EAFD92-DF39-42D0-81A8-BFF11B241C6F}">
  <ds:schemaRefs>
    <ds:schemaRef ds:uri="http://purl.org/dc/elements/1.1/"/>
    <ds:schemaRef ds:uri="http://www.w3.org/XML/1998/namespace"/>
    <ds:schemaRef ds:uri="http://purl.org/dc/terms/"/>
    <ds:schemaRef ds:uri="http://purl.org/dc/dcmitype/"/>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16636</TotalTime>
  <Words>2188</Words>
  <Application>Microsoft Office PowerPoint</Application>
  <PresentationFormat>Custom</PresentationFormat>
  <Paragraphs>359</Paragraphs>
  <Slides>42</Slides>
  <Notes>0</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42</vt:i4>
      </vt:variant>
    </vt:vector>
  </HeadingPairs>
  <TitlesOfParts>
    <vt:vector size="54" baseType="lpstr">
      <vt:lpstr>Arial</vt:lpstr>
      <vt:lpstr>Arial Rounded MT Bold</vt:lpstr>
      <vt:lpstr>Calibri</vt:lpstr>
      <vt:lpstr>Garamond</vt:lpstr>
      <vt:lpstr>Times New Roman</vt:lpstr>
      <vt:lpstr>Trebuchet MS</vt:lpstr>
      <vt:lpstr>Verdana</vt:lpstr>
      <vt:lpstr>Wingdings</vt:lpstr>
      <vt:lpstr>Wingdings 2</vt:lpstr>
      <vt:lpstr>Office Theme</vt:lpstr>
      <vt:lpstr>greentheme</vt:lpstr>
      <vt:lpstr>1_greentheme</vt:lpstr>
      <vt:lpstr>PowerPoint Presentation</vt:lpstr>
      <vt:lpstr>Agenda</vt:lpstr>
      <vt:lpstr>PowerPoint Presentation</vt:lpstr>
      <vt:lpstr>Recap of Previous Session</vt:lpstr>
      <vt:lpstr>Project Definition</vt:lpstr>
      <vt:lpstr>Lets Start with a Few PMI Definitions</vt:lpstr>
      <vt:lpstr>Definition</vt:lpstr>
      <vt:lpstr>Definition - Another one</vt:lpstr>
      <vt:lpstr>Difference between Project /Operations/ Program and Portfolio</vt:lpstr>
      <vt:lpstr>Difference between Project /Operations/ Program and Portfolio</vt:lpstr>
      <vt:lpstr>Project Ecosystem</vt:lpstr>
      <vt:lpstr>Project Ecosystem</vt:lpstr>
      <vt:lpstr>Question</vt:lpstr>
      <vt:lpstr>Project Constraints</vt:lpstr>
      <vt:lpstr>Project Constraints</vt:lpstr>
      <vt:lpstr>Project Constraint - Scope</vt:lpstr>
      <vt:lpstr>Project Constraint - Schedule</vt:lpstr>
      <vt:lpstr>Project Constraint- Budget</vt:lpstr>
      <vt:lpstr>Project Constraint- Quality</vt:lpstr>
      <vt:lpstr>World famous projects - 1</vt:lpstr>
      <vt:lpstr>World famous projects - 2</vt:lpstr>
      <vt:lpstr>World famous projects – 3 (Closer home)</vt:lpstr>
      <vt:lpstr>Some more examples</vt:lpstr>
      <vt:lpstr>Project Management</vt:lpstr>
      <vt:lpstr>Definition - Another one</vt:lpstr>
      <vt:lpstr>Why do companies use PM?</vt:lpstr>
      <vt:lpstr>Exercise 1</vt:lpstr>
      <vt:lpstr>A good project manager </vt:lpstr>
      <vt:lpstr>What is Project Life Cycle Vs Project Management Process</vt:lpstr>
      <vt:lpstr>Project Life Cycle</vt:lpstr>
      <vt:lpstr>Project Management Process</vt:lpstr>
      <vt:lpstr>How do development projects get started?</vt:lpstr>
      <vt:lpstr>Project Management Phases</vt:lpstr>
      <vt:lpstr>Initiation Phase </vt:lpstr>
      <vt:lpstr>Project Planning</vt:lpstr>
      <vt:lpstr>Project Charter</vt:lpstr>
      <vt:lpstr>Project Management Plan </vt:lpstr>
      <vt:lpstr>Project Management Plan</vt:lpstr>
      <vt:lpstr>Project Management Tools</vt:lpstr>
      <vt:lpstr>Next Sessions </vt:lpstr>
      <vt:lpstr>Websites to look at as Project Management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Yadav</dc:creator>
  <cp:lastModifiedBy>Niyali Kaul (CS)</cp:lastModifiedBy>
  <cp:revision>1998</cp:revision>
  <dcterms:created xsi:type="dcterms:W3CDTF">2013-04-16T11:47:47Z</dcterms:created>
  <dcterms:modified xsi:type="dcterms:W3CDTF">2018-01-19T11:56:46Z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0x010100B74076F001B14246A5D36FF331875CF6</vt:lpwstr>
  </property>
</Properties>
</file>