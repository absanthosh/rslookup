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4" r:id="rId5"/>
    <p:sldMasterId id="2147483676" r:id="rId6"/>
  </p:sldMasterIdLst>
  <p:notesMasterIdLst>
    <p:notesMasterId r:id="rId32"/>
  </p:notesMasterIdLst>
  <p:handoutMasterIdLst>
    <p:handoutMasterId r:id="rId33"/>
  </p:handoutMasterIdLst>
  <p:sldIdLst>
    <p:sldId id="299" r:id="rId7"/>
    <p:sldId id="302" r:id="rId8"/>
    <p:sldId id="362" r:id="rId9"/>
    <p:sldId id="396" r:id="rId10"/>
    <p:sldId id="384" r:id="rId11"/>
    <p:sldId id="383" r:id="rId12"/>
    <p:sldId id="392" r:id="rId13"/>
    <p:sldId id="398" r:id="rId14"/>
    <p:sldId id="393" r:id="rId15"/>
    <p:sldId id="380" r:id="rId16"/>
    <p:sldId id="371" r:id="rId17"/>
    <p:sldId id="395" r:id="rId18"/>
    <p:sldId id="399" r:id="rId19"/>
    <p:sldId id="400" r:id="rId20"/>
    <p:sldId id="401" r:id="rId21"/>
    <p:sldId id="402" r:id="rId22"/>
    <p:sldId id="403" r:id="rId23"/>
    <p:sldId id="394" r:id="rId24"/>
    <p:sldId id="404" r:id="rId25"/>
    <p:sldId id="405" r:id="rId26"/>
    <p:sldId id="407" r:id="rId27"/>
    <p:sldId id="408" r:id="rId28"/>
    <p:sldId id="406" r:id="rId29"/>
    <p:sldId id="397" r:id="rId30"/>
    <p:sldId id="300" r:id="rId31"/>
  </p:sldIdLst>
  <p:sldSz cx="9144000" cy="4572000"/>
  <p:notesSz cx="6858000" cy="9144000"/>
  <p:defaultTextStyle>
    <a:defPPr>
      <a:defRPr lang="en-US"/>
    </a:defPPr>
    <a:lvl1pPr marL="0" algn="l" defTabSz="914152" rtl="0" eaLnBrk="1" latinLnBrk="0" hangingPunct="1">
      <a:defRPr sz="1800" kern="1200">
        <a:solidFill>
          <a:schemeClr val="tx1"/>
        </a:solidFill>
        <a:latin typeface="+mn-lt"/>
        <a:ea typeface="+mn-ea"/>
        <a:cs typeface="+mn-cs"/>
      </a:defRPr>
    </a:lvl1pPr>
    <a:lvl2pPr marL="457076" algn="l" defTabSz="914152" rtl="0" eaLnBrk="1" latinLnBrk="0" hangingPunct="1">
      <a:defRPr sz="1800" kern="1200">
        <a:solidFill>
          <a:schemeClr val="tx1"/>
        </a:solidFill>
        <a:latin typeface="+mn-lt"/>
        <a:ea typeface="+mn-ea"/>
        <a:cs typeface="+mn-cs"/>
      </a:defRPr>
    </a:lvl2pPr>
    <a:lvl3pPr marL="914152" algn="l" defTabSz="914152" rtl="0" eaLnBrk="1" latinLnBrk="0" hangingPunct="1">
      <a:defRPr sz="1800" kern="1200">
        <a:solidFill>
          <a:schemeClr val="tx1"/>
        </a:solidFill>
        <a:latin typeface="+mn-lt"/>
        <a:ea typeface="+mn-ea"/>
        <a:cs typeface="+mn-cs"/>
      </a:defRPr>
    </a:lvl3pPr>
    <a:lvl4pPr marL="1371228" algn="l" defTabSz="914152" rtl="0" eaLnBrk="1" latinLnBrk="0" hangingPunct="1">
      <a:defRPr sz="1800" kern="1200">
        <a:solidFill>
          <a:schemeClr val="tx1"/>
        </a:solidFill>
        <a:latin typeface="+mn-lt"/>
        <a:ea typeface="+mn-ea"/>
        <a:cs typeface="+mn-cs"/>
      </a:defRPr>
    </a:lvl4pPr>
    <a:lvl5pPr marL="1828304" algn="l" defTabSz="914152" rtl="0" eaLnBrk="1" latinLnBrk="0" hangingPunct="1">
      <a:defRPr sz="1800" kern="1200">
        <a:solidFill>
          <a:schemeClr val="tx1"/>
        </a:solidFill>
        <a:latin typeface="+mn-lt"/>
        <a:ea typeface="+mn-ea"/>
        <a:cs typeface="+mn-cs"/>
      </a:defRPr>
    </a:lvl5pPr>
    <a:lvl6pPr marL="2285380" algn="l" defTabSz="914152" rtl="0" eaLnBrk="1" latinLnBrk="0" hangingPunct="1">
      <a:defRPr sz="1800" kern="1200">
        <a:solidFill>
          <a:schemeClr val="tx1"/>
        </a:solidFill>
        <a:latin typeface="+mn-lt"/>
        <a:ea typeface="+mn-ea"/>
        <a:cs typeface="+mn-cs"/>
      </a:defRPr>
    </a:lvl6pPr>
    <a:lvl7pPr marL="2742456" algn="l" defTabSz="914152" rtl="0" eaLnBrk="1" latinLnBrk="0" hangingPunct="1">
      <a:defRPr sz="1800" kern="1200">
        <a:solidFill>
          <a:schemeClr val="tx1"/>
        </a:solidFill>
        <a:latin typeface="+mn-lt"/>
        <a:ea typeface="+mn-ea"/>
        <a:cs typeface="+mn-cs"/>
      </a:defRPr>
    </a:lvl7pPr>
    <a:lvl8pPr marL="3199531" algn="l" defTabSz="914152" rtl="0" eaLnBrk="1" latinLnBrk="0" hangingPunct="1">
      <a:defRPr sz="1800" kern="1200">
        <a:solidFill>
          <a:schemeClr val="tx1"/>
        </a:solidFill>
        <a:latin typeface="+mn-lt"/>
        <a:ea typeface="+mn-ea"/>
        <a:cs typeface="+mn-cs"/>
      </a:defRPr>
    </a:lvl8pPr>
    <a:lvl9pPr marL="3656608" algn="l" defTabSz="91415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E9EDF4"/>
    <a:srgbClr val="642F04"/>
    <a:srgbClr val="00529B"/>
    <a:srgbClr val="AC8300"/>
    <a:srgbClr val="C49500"/>
    <a:srgbClr val="ED1B24"/>
    <a:srgbClr val="B48900"/>
    <a:srgbClr val="D2A000"/>
    <a:srgbClr val="A7A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68" autoAdjust="0"/>
    <p:restoredTop sz="95565" autoAdjust="0"/>
  </p:normalViewPr>
  <p:slideViewPr>
    <p:cSldViewPr>
      <p:cViewPr>
        <p:scale>
          <a:sx n="84" d="100"/>
          <a:sy n="84" d="100"/>
        </p:scale>
        <p:origin x="546" y="444"/>
      </p:cViewPr>
      <p:guideLst>
        <p:guide orient="horz" pos="144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070A4C-BE32-4E7F-B328-F8383AB8E6BC}" type="doc">
      <dgm:prSet loTypeId="urn:microsoft.com/office/officeart/2008/layout/LinedList" loCatId="list" qsTypeId="urn:microsoft.com/office/officeart/2005/8/quickstyle/3d4" qsCatId="3D" csTypeId="urn:microsoft.com/office/officeart/2005/8/colors/accent0_3" csCatId="mainScheme" phldr="1"/>
      <dgm:spPr/>
      <dgm:t>
        <a:bodyPr/>
        <a:lstStyle/>
        <a:p>
          <a:endParaRPr lang="en-US"/>
        </a:p>
      </dgm:t>
    </dgm:pt>
    <dgm:pt modelId="{BA5FE674-B60E-484A-95ED-2C62051FF4CC}">
      <dgm:prSet phldrT="[Text]" custT="1"/>
      <dgm:spPr/>
      <dgm:t>
        <a:bodyPr/>
        <a:lstStyle/>
        <a:p>
          <a:r>
            <a:rPr lang="en-US" sz="1400" b="0" i="0" dirty="0" smtClean="0"/>
            <a:t>Context setting</a:t>
          </a:r>
          <a:endParaRPr lang="en-US" sz="1400" b="0" i="0" dirty="0"/>
        </a:p>
      </dgm:t>
    </dgm:pt>
    <dgm:pt modelId="{5AF3C93F-3BCA-4078-BD21-E3AC2808E226}" type="parTrans" cxnId="{205F5782-E3FD-4965-BBB0-3AA98C4463D7}">
      <dgm:prSet/>
      <dgm:spPr/>
      <dgm:t>
        <a:bodyPr/>
        <a:lstStyle/>
        <a:p>
          <a:endParaRPr lang="en-US" sz="1400" b="0"/>
        </a:p>
      </dgm:t>
    </dgm:pt>
    <dgm:pt modelId="{E5872C10-77AB-49A6-82DB-238E63E17D09}" type="sibTrans" cxnId="{205F5782-E3FD-4965-BBB0-3AA98C4463D7}">
      <dgm:prSet/>
      <dgm:spPr/>
      <dgm:t>
        <a:bodyPr/>
        <a:lstStyle/>
        <a:p>
          <a:endParaRPr lang="en-US" sz="1400" b="0"/>
        </a:p>
      </dgm:t>
    </dgm:pt>
    <dgm:pt modelId="{7EF4B285-E5B0-4F65-8494-E5EAE618D68E}">
      <dgm:prSet phldrT="[Text]" custT="1"/>
      <dgm:spPr/>
      <dgm:t>
        <a:bodyPr/>
        <a:lstStyle/>
        <a:p>
          <a:r>
            <a:rPr lang="en-US" sz="1400" b="0" i="0" dirty="0" smtClean="0"/>
            <a:t>Mega projects</a:t>
          </a:r>
          <a:endParaRPr lang="en-US" sz="1400" b="0" i="0" dirty="0"/>
        </a:p>
      </dgm:t>
    </dgm:pt>
    <dgm:pt modelId="{062BD010-A056-401C-B24E-CDE5A6113535}" type="parTrans" cxnId="{A20205A2-CFA3-4F95-BC7C-4ABAE7EEDE0E}">
      <dgm:prSet/>
      <dgm:spPr/>
      <dgm:t>
        <a:bodyPr/>
        <a:lstStyle/>
        <a:p>
          <a:endParaRPr lang="en-IN"/>
        </a:p>
      </dgm:t>
    </dgm:pt>
    <dgm:pt modelId="{036B1E43-7B6C-4DF8-ACA6-09915DB92ABE}" type="sibTrans" cxnId="{A20205A2-CFA3-4F95-BC7C-4ABAE7EEDE0E}">
      <dgm:prSet/>
      <dgm:spPr/>
      <dgm:t>
        <a:bodyPr/>
        <a:lstStyle/>
        <a:p>
          <a:endParaRPr lang="en-IN"/>
        </a:p>
      </dgm:t>
    </dgm:pt>
    <dgm:pt modelId="{038362C7-7384-4996-BD27-74F2B36E7944}">
      <dgm:prSet phldrT="[Text]" custT="1"/>
      <dgm:spPr/>
      <dgm:t>
        <a:bodyPr/>
        <a:lstStyle/>
        <a:p>
          <a:r>
            <a:rPr lang="en-US" sz="1400" b="0" dirty="0" smtClean="0"/>
            <a:t>Definition</a:t>
          </a:r>
          <a:endParaRPr lang="en-US" sz="1400" b="1" i="1" dirty="0"/>
        </a:p>
      </dgm:t>
    </dgm:pt>
    <dgm:pt modelId="{03327ADC-88BB-482A-939A-FB5049F334E9}" type="parTrans" cxnId="{584A6B29-4F48-46BF-B52E-799EF982A061}">
      <dgm:prSet/>
      <dgm:spPr/>
      <dgm:t>
        <a:bodyPr/>
        <a:lstStyle/>
        <a:p>
          <a:endParaRPr lang="en-IN"/>
        </a:p>
      </dgm:t>
    </dgm:pt>
    <dgm:pt modelId="{ECD3F72C-639B-44E4-B904-E9216902D5C8}" type="sibTrans" cxnId="{584A6B29-4F48-46BF-B52E-799EF982A061}">
      <dgm:prSet/>
      <dgm:spPr/>
      <dgm:t>
        <a:bodyPr/>
        <a:lstStyle/>
        <a:p>
          <a:endParaRPr lang="en-IN"/>
        </a:p>
      </dgm:t>
    </dgm:pt>
    <dgm:pt modelId="{869E15E6-CB8C-4C6A-9F0B-B00E06974851}">
      <dgm:prSet phldrT="[Text]" custT="1"/>
      <dgm:spPr/>
      <dgm:t>
        <a:bodyPr/>
        <a:lstStyle/>
        <a:p>
          <a:r>
            <a:rPr lang="en-US" sz="1400" b="0" i="0" dirty="0" smtClean="0"/>
            <a:t>Project management phases</a:t>
          </a:r>
          <a:endParaRPr lang="en-US" sz="1400" b="0" i="0" dirty="0"/>
        </a:p>
      </dgm:t>
    </dgm:pt>
    <dgm:pt modelId="{DE95128B-F43E-470D-9EB5-12DA2F104B98}" type="parTrans" cxnId="{17432B8D-4D10-4EB7-A5B1-95EFBEA39F08}">
      <dgm:prSet/>
      <dgm:spPr/>
      <dgm:t>
        <a:bodyPr/>
        <a:lstStyle/>
        <a:p>
          <a:endParaRPr lang="en-IN"/>
        </a:p>
      </dgm:t>
    </dgm:pt>
    <dgm:pt modelId="{D5E1F678-9146-44F2-985B-9F3674C7A976}" type="sibTrans" cxnId="{17432B8D-4D10-4EB7-A5B1-95EFBEA39F08}">
      <dgm:prSet/>
      <dgm:spPr/>
      <dgm:t>
        <a:bodyPr/>
        <a:lstStyle/>
        <a:p>
          <a:endParaRPr lang="en-IN"/>
        </a:p>
      </dgm:t>
    </dgm:pt>
    <dgm:pt modelId="{69A30A7E-F49C-49E6-9575-77950A540D47}">
      <dgm:prSet phldrT="[Text]" custT="1"/>
      <dgm:spPr/>
      <dgm:t>
        <a:bodyPr/>
        <a:lstStyle/>
        <a:p>
          <a:r>
            <a:rPr lang="en-US" sz="1400" b="0" dirty="0" smtClean="0"/>
            <a:t>Project management skills</a:t>
          </a:r>
          <a:endParaRPr lang="en-US" sz="1400" b="0" i="0" dirty="0"/>
        </a:p>
      </dgm:t>
    </dgm:pt>
    <dgm:pt modelId="{E2E2C69C-8645-4D80-AAED-F3783B4358F1}" type="parTrans" cxnId="{BBA814B0-EC14-444C-874C-7848E2DD4352}">
      <dgm:prSet/>
      <dgm:spPr/>
      <dgm:t>
        <a:bodyPr/>
        <a:lstStyle/>
        <a:p>
          <a:endParaRPr lang="en-IN"/>
        </a:p>
      </dgm:t>
    </dgm:pt>
    <dgm:pt modelId="{006CF632-53FF-4DCE-9AA0-B4B07229CD38}" type="sibTrans" cxnId="{BBA814B0-EC14-444C-874C-7848E2DD4352}">
      <dgm:prSet/>
      <dgm:spPr/>
      <dgm:t>
        <a:bodyPr/>
        <a:lstStyle/>
        <a:p>
          <a:endParaRPr lang="en-IN"/>
        </a:p>
      </dgm:t>
    </dgm:pt>
    <dgm:pt modelId="{78970BDA-C14F-47D0-BE6C-C3F00291BE91}">
      <dgm:prSet phldrT="[Text]" custT="1"/>
      <dgm:spPr/>
      <dgm:t>
        <a:bodyPr/>
        <a:lstStyle/>
        <a:p>
          <a:r>
            <a:rPr lang="en-US" sz="1400" b="0" i="0" dirty="0" smtClean="0"/>
            <a:t>Project Life Cycle</a:t>
          </a:r>
          <a:endParaRPr lang="en-US" sz="1400" b="0" i="0" dirty="0"/>
        </a:p>
      </dgm:t>
    </dgm:pt>
    <dgm:pt modelId="{4F65D0F7-44ED-4153-A46B-029CB047666E}" type="parTrans" cxnId="{D23C053F-E86A-4846-A591-7774D757FFCF}">
      <dgm:prSet/>
      <dgm:spPr/>
      <dgm:t>
        <a:bodyPr/>
        <a:lstStyle/>
        <a:p>
          <a:endParaRPr lang="en-US"/>
        </a:p>
      </dgm:t>
    </dgm:pt>
    <dgm:pt modelId="{E97CC577-976B-4EFB-B406-A89A366F0F22}" type="sibTrans" cxnId="{D23C053F-E86A-4846-A591-7774D757FFCF}">
      <dgm:prSet/>
      <dgm:spPr/>
      <dgm:t>
        <a:bodyPr/>
        <a:lstStyle/>
        <a:p>
          <a:endParaRPr lang="en-US"/>
        </a:p>
      </dgm:t>
    </dgm:pt>
    <dgm:pt modelId="{DF891462-78A4-4EB1-94D4-A4B149DEF564}" type="pres">
      <dgm:prSet presAssocID="{A2070A4C-BE32-4E7F-B328-F8383AB8E6BC}" presName="vert0" presStyleCnt="0">
        <dgm:presLayoutVars>
          <dgm:dir/>
          <dgm:animOne val="branch"/>
          <dgm:animLvl val="lvl"/>
        </dgm:presLayoutVars>
      </dgm:prSet>
      <dgm:spPr/>
      <dgm:t>
        <a:bodyPr/>
        <a:lstStyle/>
        <a:p>
          <a:endParaRPr lang="en-US"/>
        </a:p>
      </dgm:t>
    </dgm:pt>
    <dgm:pt modelId="{D1F2B9FE-1EB8-4B2F-9631-4242A4E008F5}" type="pres">
      <dgm:prSet presAssocID="{BA5FE674-B60E-484A-95ED-2C62051FF4CC}" presName="thickLine" presStyleLbl="alignNode1" presStyleIdx="0" presStyleCnt="6"/>
      <dgm:spPr/>
    </dgm:pt>
    <dgm:pt modelId="{67719554-4BEE-47A5-9E2F-F6060C9E04A5}" type="pres">
      <dgm:prSet presAssocID="{BA5FE674-B60E-484A-95ED-2C62051FF4CC}" presName="horz1" presStyleCnt="0"/>
      <dgm:spPr/>
    </dgm:pt>
    <dgm:pt modelId="{AC3824E9-757A-4B6E-9C75-07BC2E05EC16}" type="pres">
      <dgm:prSet presAssocID="{BA5FE674-B60E-484A-95ED-2C62051FF4CC}" presName="tx1" presStyleLbl="revTx" presStyleIdx="0" presStyleCnt="6" custScaleX="487898"/>
      <dgm:spPr/>
      <dgm:t>
        <a:bodyPr/>
        <a:lstStyle/>
        <a:p>
          <a:endParaRPr lang="en-US"/>
        </a:p>
      </dgm:t>
    </dgm:pt>
    <dgm:pt modelId="{6C607018-CC1A-4B1B-B151-8700C8E4D1EA}" type="pres">
      <dgm:prSet presAssocID="{BA5FE674-B60E-484A-95ED-2C62051FF4CC}" presName="vert1" presStyleCnt="0"/>
      <dgm:spPr/>
    </dgm:pt>
    <dgm:pt modelId="{F3E49F96-5EFF-48C0-9AE2-ED24B19CC2AB}" type="pres">
      <dgm:prSet presAssocID="{038362C7-7384-4996-BD27-74F2B36E7944}" presName="thickLine" presStyleLbl="alignNode1" presStyleIdx="1" presStyleCnt="6"/>
      <dgm:spPr/>
    </dgm:pt>
    <dgm:pt modelId="{22F562C0-723C-487D-B87A-FF0EB5C2C1C9}" type="pres">
      <dgm:prSet presAssocID="{038362C7-7384-4996-BD27-74F2B36E7944}" presName="horz1" presStyleCnt="0"/>
      <dgm:spPr/>
    </dgm:pt>
    <dgm:pt modelId="{36CABD2A-C115-4AE3-AAA0-DF8B7D7A6BEA}" type="pres">
      <dgm:prSet presAssocID="{038362C7-7384-4996-BD27-74F2B36E7944}" presName="tx1" presStyleLbl="revTx" presStyleIdx="1" presStyleCnt="6" custScaleX="487898"/>
      <dgm:spPr/>
      <dgm:t>
        <a:bodyPr/>
        <a:lstStyle/>
        <a:p>
          <a:endParaRPr lang="en-IN"/>
        </a:p>
      </dgm:t>
    </dgm:pt>
    <dgm:pt modelId="{4D53217F-ECF6-4134-A109-7B28EE15EF88}" type="pres">
      <dgm:prSet presAssocID="{038362C7-7384-4996-BD27-74F2B36E7944}" presName="vert1" presStyleCnt="0"/>
      <dgm:spPr/>
    </dgm:pt>
    <dgm:pt modelId="{7B009A28-EA29-433F-B63A-769F5155D7F4}" type="pres">
      <dgm:prSet presAssocID="{7EF4B285-E5B0-4F65-8494-E5EAE618D68E}" presName="thickLine" presStyleLbl="alignNode1" presStyleIdx="2" presStyleCnt="6"/>
      <dgm:spPr/>
    </dgm:pt>
    <dgm:pt modelId="{868D3915-8796-40BE-B35F-A724F6EE39BF}" type="pres">
      <dgm:prSet presAssocID="{7EF4B285-E5B0-4F65-8494-E5EAE618D68E}" presName="horz1" presStyleCnt="0"/>
      <dgm:spPr/>
    </dgm:pt>
    <dgm:pt modelId="{18F03672-F799-4722-8A27-B2F95526CD6E}" type="pres">
      <dgm:prSet presAssocID="{7EF4B285-E5B0-4F65-8494-E5EAE618D68E}" presName="tx1" presStyleLbl="revTx" presStyleIdx="2" presStyleCnt="6" custScaleX="487898"/>
      <dgm:spPr/>
      <dgm:t>
        <a:bodyPr/>
        <a:lstStyle/>
        <a:p>
          <a:endParaRPr lang="en-IN"/>
        </a:p>
      </dgm:t>
    </dgm:pt>
    <dgm:pt modelId="{B365D6D5-6AEE-455C-A251-1BEC8846429E}" type="pres">
      <dgm:prSet presAssocID="{7EF4B285-E5B0-4F65-8494-E5EAE618D68E}" presName="vert1" presStyleCnt="0"/>
      <dgm:spPr/>
    </dgm:pt>
    <dgm:pt modelId="{835DAD03-4B41-4B70-AA09-C857D4E10A9B}" type="pres">
      <dgm:prSet presAssocID="{69A30A7E-F49C-49E6-9575-77950A540D47}" presName="thickLine" presStyleLbl="alignNode1" presStyleIdx="3" presStyleCnt="6"/>
      <dgm:spPr/>
    </dgm:pt>
    <dgm:pt modelId="{D86BC5B0-5DCD-4D99-9275-EE235926059D}" type="pres">
      <dgm:prSet presAssocID="{69A30A7E-F49C-49E6-9575-77950A540D47}" presName="horz1" presStyleCnt="0"/>
      <dgm:spPr/>
    </dgm:pt>
    <dgm:pt modelId="{D95A06D1-814C-4690-B7C8-81EC43307797}" type="pres">
      <dgm:prSet presAssocID="{69A30A7E-F49C-49E6-9575-77950A540D47}" presName="tx1" presStyleLbl="revTx" presStyleIdx="3" presStyleCnt="6" custScaleX="487898"/>
      <dgm:spPr/>
      <dgm:t>
        <a:bodyPr/>
        <a:lstStyle/>
        <a:p>
          <a:endParaRPr lang="en-IN"/>
        </a:p>
      </dgm:t>
    </dgm:pt>
    <dgm:pt modelId="{205A5BE8-0E88-473A-99DD-4B61912BB720}" type="pres">
      <dgm:prSet presAssocID="{69A30A7E-F49C-49E6-9575-77950A540D47}" presName="vert1" presStyleCnt="0"/>
      <dgm:spPr/>
    </dgm:pt>
    <dgm:pt modelId="{A13298DF-10FB-4DED-A8F9-3EA7FF73D619}" type="pres">
      <dgm:prSet presAssocID="{78970BDA-C14F-47D0-BE6C-C3F00291BE91}" presName="thickLine" presStyleLbl="alignNode1" presStyleIdx="4" presStyleCnt="6"/>
      <dgm:spPr/>
    </dgm:pt>
    <dgm:pt modelId="{6633FE40-13BF-4A9F-8944-B5E3EE6B8ECF}" type="pres">
      <dgm:prSet presAssocID="{78970BDA-C14F-47D0-BE6C-C3F00291BE91}" presName="horz1" presStyleCnt="0"/>
      <dgm:spPr/>
    </dgm:pt>
    <dgm:pt modelId="{56ACDE28-7491-4EE9-82E4-05B5B200716D}" type="pres">
      <dgm:prSet presAssocID="{78970BDA-C14F-47D0-BE6C-C3F00291BE91}" presName="tx1" presStyleLbl="revTx" presStyleIdx="4" presStyleCnt="6"/>
      <dgm:spPr/>
      <dgm:t>
        <a:bodyPr/>
        <a:lstStyle/>
        <a:p>
          <a:endParaRPr lang="en-US"/>
        </a:p>
      </dgm:t>
    </dgm:pt>
    <dgm:pt modelId="{74E70491-70E6-45FD-8928-D30BE9403E0A}" type="pres">
      <dgm:prSet presAssocID="{78970BDA-C14F-47D0-BE6C-C3F00291BE91}" presName="vert1" presStyleCnt="0"/>
      <dgm:spPr/>
    </dgm:pt>
    <dgm:pt modelId="{848C2EB6-A366-4C6C-A4B7-CFADD50AF1CE}" type="pres">
      <dgm:prSet presAssocID="{869E15E6-CB8C-4C6A-9F0B-B00E06974851}" presName="thickLine" presStyleLbl="alignNode1" presStyleIdx="5" presStyleCnt="6"/>
      <dgm:spPr/>
    </dgm:pt>
    <dgm:pt modelId="{C6F3A3E6-6066-4A7A-83F9-2D8BA74594ED}" type="pres">
      <dgm:prSet presAssocID="{869E15E6-CB8C-4C6A-9F0B-B00E06974851}" presName="horz1" presStyleCnt="0"/>
      <dgm:spPr/>
    </dgm:pt>
    <dgm:pt modelId="{F872B7AB-1CC2-46DC-A4AA-E174A1CC0490}" type="pres">
      <dgm:prSet presAssocID="{869E15E6-CB8C-4C6A-9F0B-B00E06974851}" presName="tx1" presStyleLbl="revTx" presStyleIdx="5" presStyleCnt="6"/>
      <dgm:spPr/>
      <dgm:t>
        <a:bodyPr/>
        <a:lstStyle/>
        <a:p>
          <a:endParaRPr lang="en-IN"/>
        </a:p>
      </dgm:t>
    </dgm:pt>
    <dgm:pt modelId="{BAC5F70B-E97B-4F62-84D6-B515B2335126}" type="pres">
      <dgm:prSet presAssocID="{869E15E6-CB8C-4C6A-9F0B-B00E06974851}" presName="vert1" presStyleCnt="0"/>
      <dgm:spPr/>
    </dgm:pt>
  </dgm:ptLst>
  <dgm:cxnLst>
    <dgm:cxn modelId="{205F5782-E3FD-4965-BBB0-3AA98C4463D7}" srcId="{A2070A4C-BE32-4E7F-B328-F8383AB8E6BC}" destId="{BA5FE674-B60E-484A-95ED-2C62051FF4CC}" srcOrd="0" destOrd="0" parTransId="{5AF3C93F-3BCA-4078-BD21-E3AC2808E226}" sibTransId="{E5872C10-77AB-49A6-82DB-238E63E17D09}"/>
    <dgm:cxn modelId="{17432B8D-4D10-4EB7-A5B1-95EFBEA39F08}" srcId="{A2070A4C-BE32-4E7F-B328-F8383AB8E6BC}" destId="{869E15E6-CB8C-4C6A-9F0B-B00E06974851}" srcOrd="5" destOrd="0" parTransId="{DE95128B-F43E-470D-9EB5-12DA2F104B98}" sibTransId="{D5E1F678-9146-44F2-985B-9F3674C7A976}"/>
    <dgm:cxn modelId="{D202B0A2-134F-4E05-99CA-42277BFC3C4F}" type="presOf" srcId="{038362C7-7384-4996-BD27-74F2B36E7944}" destId="{36CABD2A-C115-4AE3-AAA0-DF8B7D7A6BEA}" srcOrd="0" destOrd="0" presId="urn:microsoft.com/office/officeart/2008/layout/LinedList"/>
    <dgm:cxn modelId="{C670F7FF-37C8-4BE4-AA8E-107686210BCE}" type="presOf" srcId="{69A30A7E-F49C-49E6-9575-77950A540D47}" destId="{D95A06D1-814C-4690-B7C8-81EC43307797}" srcOrd="0" destOrd="0" presId="urn:microsoft.com/office/officeart/2008/layout/LinedList"/>
    <dgm:cxn modelId="{5F31EFEF-806D-4B77-A2A6-DF257E7C86E6}" type="presOf" srcId="{A2070A4C-BE32-4E7F-B328-F8383AB8E6BC}" destId="{DF891462-78A4-4EB1-94D4-A4B149DEF564}" srcOrd="0" destOrd="0" presId="urn:microsoft.com/office/officeart/2008/layout/LinedList"/>
    <dgm:cxn modelId="{BBA814B0-EC14-444C-874C-7848E2DD4352}" srcId="{A2070A4C-BE32-4E7F-B328-F8383AB8E6BC}" destId="{69A30A7E-F49C-49E6-9575-77950A540D47}" srcOrd="3" destOrd="0" parTransId="{E2E2C69C-8645-4D80-AAED-F3783B4358F1}" sibTransId="{006CF632-53FF-4DCE-9AA0-B4B07229CD38}"/>
    <dgm:cxn modelId="{CE91DB94-B4D6-42A2-BE9A-3F0A398A9B67}" type="presOf" srcId="{BA5FE674-B60E-484A-95ED-2C62051FF4CC}" destId="{AC3824E9-757A-4B6E-9C75-07BC2E05EC16}" srcOrd="0" destOrd="0" presId="urn:microsoft.com/office/officeart/2008/layout/LinedList"/>
    <dgm:cxn modelId="{A20205A2-CFA3-4F95-BC7C-4ABAE7EEDE0E}" srcId="{A2070A4C-BE32-4E7F-B328-F8383AB8E6BC}" destId="{7EF4B285-E5B0-4F65-8494-E5EAE618D68E}" srcOrd="2" destOrd="0" parTransId="{062BD010-A056-401C-B24E-CDE5A6113535}" sibTransId="{036B1E43-7B6C-4DF8-ACA6-09915DB92ABE}"/>
    <dgm:cxn modelId="{7AFB8AF8-FCF2-48FA-B65D-A6C88DF43BEA}" type="presOf" srcId="{7EF4B285-E5B0-4F65-8494-E5EAE618D68E}" destId="{18F03672-F799-4722-8A27-B2F95526CD6E}" srcOrd="0" destOrd="0" presId="urn:microsoft.com/office/officeart/2008/layout/LinedList"/>
    <dgm:cxn modelId="{584A6B29-4F48-46BF-B52E-799EF982A061}" srcId="{A2070A4C-BE32-4E7F-B328-F8383AB8E6BC}" destId="{038362C7-7384-4996-BD27-74F2B36E7944}" srcOrd="1" destOrd="0" parTransId="{03327ADC-88BB-482A-939A-FB5049F334E9}" sibTransId="{ECD3F72C-639B-44E4-B904-E9216902D5C8}"/>
    <dgm:cxn modelId="{E80CEF34-2CF8-4C4B-87B9-1C3D08D7B966}" type="presOf" srcId="{869E15E6-CB8C-4C6A-9F0B-B00E06974851}" destId="{F872B7AB-1CC2-46DC-A4AA-E174A1CC0490}" srcOrd="0" destOrd="0" presId="urn:microsoft.com/office/officeart/2008/layout/LinedList"/>
    <dgm:cxn modelId="{9BA18A77-5A1F-410E-BD70-C888D2336464}" type="presOf" srcId="{78970BDA-C14F-47D0-BE6C-C3F00291BE91}" destId="{56ACDE28-7491-4EE9-82E4-05B5B200716D}" srcOrd="0" destOrd="0" presId="urn:microsoft.com/office/officeart/2008/layout/LinedList"/>
    <dgm:cxn modelId="{D23C053F-E86A-4846-A591-7774D757FFCF}" srcId="{A2070A4C-BE32-4E7F-B328-F8383AB8E6BC}" destId="{78970BDA-C14F-47D0-BE6C-C3F00291BE91}" srcOrd="4" destOrd="0" parTransId="{4F65D0F7-44ED-4153-A46B-029CB047666E}" sibTransId="{E97CC577-976B-4EFB-B406-A89A366F0F22}"/>
    <dgm:cxn modelId="{CDD3CBC1-F62A-4ED0-BFAC-21757DB30C88}" type="presParOf" srcId="{DF891462-78A4-4EB1-94D4-A4B149DEF564}" destId="{D1F2B9FE-1EB8-4B2F-9631-4242A4E008F5}" srcOrd="0" destOrd="0" presId="urn:microsoft.com/office/officeart/2008/layout/LinedList"/>
    <dgm:cxn modelId="{403ED984-E5F7-42F1-92BB-26328BDAF3D8}" type="presParOf" srcId="{DF891462-78A4-4EB1-94D4-A4B149DEF564}" destId="{67719554-4BEE-47A5-9E2F-F6060C9E04A5}" srcOrd="1" destOrd="0" presId="urn:microsoft.com/office/officeart/2008/layout/LinedList"/>
    <dgm:cxn modelId="{A6C4704E-5141-49B5-8715-B37A64CFECBB}" type="presParOf" srcId="{67719554-4BEE-47A5-9E2F-F6060C9E04A5}" destId="{AC3824E9-757A-4B6E-9C75-07BC2E05EC16}" srcOrd="0" destOrd="0" presId="urn:microsoft.com/office/officeart/2008/layout/LinedList"/>
    <dgm:cxn modelId="{F7576D3D-FA7B-4023-86E2-7DB287284C76}" type="presParOf" srcId="{67719554-4BEE-47A5-9E2F-F6060C9E04A5}" destId="{6C607018-CC1A-4B1B-B151-8700C8E4D1EA}" srcOrd="1" destOrd="0" presId="urn:microsoft.com/office/officeart/2008/layout/LinedList"/>
    <dgm:cxn modelId="{A6B5EDE2-7ED1-4F9A-805B-4FD168C50101}" type="presParOf" srcId="{DF891462-78A4-4EB1-94D4-A4B149DEF564}" destId="{F3E49F96-5EFF-48C0-9AE2-ED24B19CC2AB}" srcOrd="2" destOrd="0" presId="urn:microsoft.com/office/officeart/2008/layout/LinedList"/>
    <dgm:cxn modelId="{14E42D0E-9A80-4DFB-B010-9468C16A0262}" type="presParOf" srcId="{DF891462-78A4-4EB1-94D4-A4B149DEF564}" destId="{22F562C0-723C-487D-B87A-FF0EB5C2C1C9}" srcOrd="3" destOrd="0" presId="urn:microsoft.com/office/officeart/2008/layout/LinedList"/>
    <dgm:cxn modelId="{A5D909AB-0ADB-42B9-97C0-DE77D63513CD}" type="presParOf" srcId="{22F562C0-723C-487D-B87A-FF0EB5C2C1C9}" destId="{36CABD2A-C115-4AE3-AAA0-DF8B7D7A6BEA}" srcOrd="0" destOrd="0" presId="urn:microsoft.com/office/officeart/2008/layout/LinedList"/>
    <dgm:cxn modelId="{4B2E6C92-132B-4AEB-87C3-3EFF5F5ABAF7}" type="presParOf" srcId="{22F562C0-723C-487D-B87A-FF0EB5C2C1C9}" destId="{4D53217F-ECF6-4134-A109-7B28EE15EF88}" srcOrd="1" destOrd="0" presId="urn:microsoft.com/office/officeart/2008/layout/LinedList"/>
    <dgm:cxn modelId="{E564014A-FB9A-4191-AAD8-E3B9D737B08B}" type="presParOf" srcId="{DF891462-78A4-4EB1-94D4-A4B149DEF564}" destId="{7B009A28-EA29-433F-B63A-769F5155D7F4}" srcOrd="4" destOrd="0" presId="urn:microsoft.com/office/officeart/2008/layout/LinedList"/>
    <dgm:cxn modelId="{84CF363C-F8A2-40B0-9439-4ECD0502B426}" type="presParOf" srcId="{DF891462-78A4-4EB1-94D4-A4B149DEF564}" destId="{868D3915-8796-40BE-B35F-A724F6EE39BF}" srcOrd="5" destOrd="0" presId="urn:microsoft.com/office/officeart/2008/layout/LinedList"/>
    <dgm:cxn modelId="{3D3C1002-66FC-4AF7-B8E8-FABF53CCAA7B}" type="presParOf" srcId="{868D3915-8796-40BE-B35F-A724F6EE39BF}" destId="{18F03672-F799-4722-8A27-B2F95526CD6E}" srcOrd="0" destOrd="0" presId="urn:microsoft.com/office/officeart/2008/layout/LinedList"/>
    <dgm:cxn modelId="{F932AB8D-70DD-4973-9B32-C248C08C0D73}" type="presParOf" srcId="{868D3915-8796-40BE-B35F-A724F6EE39BF}" destId="{B365D6D5-6AEE-455C-A251-1BEC8846429E}" srcOrd="1" destOrd="0" presId="urn:microsoft.com/office/officeart/2008/layout/LinedList"/>
    <dgm:cxn modelId="{0136DCAC-2A7E-456E-99A7-5FE68B2A6481}" type="presParOf" srcId="{DF891462-78A4-4EB1-94D4-A4B149DEF564}" destId="{835DAD03-4B41-4B70-AA09-C857D4E10A9B}" srcOrd="6" destOrd="0" presId="urn:microsoft.com/office/officeart/2008/layout/LinedList"/>
    <dgm:cxn modelId="{E89C0A61-3314-47F0-8FC3-18BF921731DA}" type="presParOf" srcId="{DF891462-78A4-4EB1-94D4-A4B149DEF564}" destId="{D86BC5B0-5DCD-4D99-9275-EE235926059D}" srcOrd="7" destOrd="0" presId="urn:microsoft.com/office/officeart/2008/layout/LinedList"/>
    <dgm:cxn modelId="{856E2605-37C2-4A5D-87D1-2611F8CAE100}" type="presParOf" srcId="{D86BC5B0-5DCD-4D99-9275-EE235926059D}" destId="{D95A06D1-814C-4690-B7C8-81EC43307797}" srcOrd="0" destOrd="0" presId="urn:microsoft.com/office/officeart/2008/layout/LinedList"/>
    <dgm:cxn modelId="{61BED283-F71D-4622-B064-B20C5E131B6B}" type="presParOf" srcId="{D86BC5B0-5DCD-4D99-9275-EE235926059D}" destId="{205A5BE8-0E88-473A-99DD-4B61912BB720}" srcOrd="1" destOrd="0" presId="urn:microsoft.com/office/officeart/2008/layout/LinedList"/>
    <dgm:cxn modelId="{DDC27569-0778-46AA-96FF-A9C811541FBB}" type="presParOf" srcId="{DF891462-78A4-4EB1-94D4-A4B149DEF564}" destId="{A13298DF-10FB-4DED-A8F9-3EA7FF73D619}" srcOrd="8" destOrd="0" presId="urn:microsoft.com/office/officeart/2008/layout/LinedList"/>
    <dgm:cxn modelId="{1CFD794B-06AE-4BD2-A22A-3FF9A358A9FD}" type="presParOf" srcId="{DF891462-78A4-4EB1-94D4-A4B149DEF564}" destId="{6633FE40-13BF-4A9F-8944-B5E3EE6B8ECF}" srcOrd="9" destOrd="0" presId="urn:microsoft.com/office/officeart/2008/layout/LinedList"/>
    <dgm:cxn modelId="{04C02645-D687-45BA-A442-7CD2162E3AE4}" type="presParOf" srcId="{6633FE40-13BF-4A9F-8944-B5E3EE6B8ECF}" destId="{56ACDE28-7491-4EE9-82E4-05B5B200716D}" srcOrd="0" destOrd="0" presId="urn:microsoft.com/office/officeart/2008/layout/LinedList"/>
    <dgm:cxn modelId="{95853E7F-BB2E-439B-A21B-385A34B8CF62}" type="presParOf" srcId="{6633FE40-13BF-4A9F-8944-B5E3EE6B8ECF}" destId="{74E70491-70E6-45FD-8928-D30BE9403E0A}" srcOrd="1" destOrd="0" presId="urn:microsoft.com/office/officeart/2008/layout/LinedList"/>
    <dgm:cxn modelId="{1FA89337-EC40-4D7D-BE8C-7EA10D84AE47}" type="presParOf" srcId="{DF891462-78A4-4EB1-94D4-A4B149DEF564}" destId="{848C2EB6-A366-4C6C-A4B7-CFADD50AF1CE}" srcOrd="10" destOrd="0" presId="urn:microsoft.com/office/officeart/2008/layout/LinedList"/>
    <dgm:cxn modelId="{DFA0DFC0-F368-4B10-B58B-E42FCE137E77}" type="presParOf" srcId="{DF891462-78A4-4EB1-94D4-A4B149DEF564}" destId="{C6F3A3E6-6066-4A7A-83F9-2D8BA74594ED}" srcOrd="11" destOrd="0" presId="urn:microsoft.com/office/officeart/2008/layout/LinedList"/>
    <dgm:cxn modelId="{90A043E0-8A8E-41F4-AD38-B18963641EE9}" type="presParOf" srcId="{C6F3A3E6-6066-4A7A-83F9-2D8BA74594ED}" destId="{F872B7AB-1CC2-46DC-A4AA-E174A1CC0490}" srcOrd="0" destOrd="0" presId="urn:microsoft.com/office/officeart/2008/layout/LinedList"/>
    <dgm:cxn modelId="{F4F794B6-8E6A-46AC-8D42-B41DD803AB50}" type="presParOf" srcId="{C6F3A3E6-6066-4A7A-83F9-2D8BA74594ED}" destId="{BAC5F70B-E97B-4F62-84D6-B515B233512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B109EA-19BE-48A2-A7DA-366A98C8FAA7}" type="doc">
      <dgm:prSet loTypeId="urn:microsoft.com/office/officeart/2005/8/layout/chevron1" loCatId="process" qsTypeId="urn:microsoft.com/office/officeart/2005/8/quickstyle/simple1" qsCatId="simple" csTypeId="urn:microsoft.com/office/officeart/2005/8/colors/accent1_2" csCatId="accent1" phldr="1"/>
      <dgm:spPr/>
    </dgm:pt>
    <dgm:pt modelId="{993E619D-BBE0-4815-8F2B-14DD8111EA41}">
      <dgm:prSet phldrT="[Text]" custT="1"/>
      <dgm:spPr/>
      <dgm:t>
        <a:bodyPr/>
        <a:lstStyle/>
        <a:p>
          <a:r>
            <a:rPr lang="en-US" sz="1400" dirty="0" smtClean="0"/>
            <a:t>Initiation</a:t>
          </a:r>
          <a:endParaRPr lang="en-US" sz="1400" dirty="0"/>
        </a:p>
      </dgm:t>
    </dgm:pt>
    <dgm:pt modelId="{664F915B-116C-4204-8260-1C4BE4DC8DE0}" type="parTrans" cxnId="{7B434526-4358-4E83-BB13-E89F066E7185}">
      <dgm:prSet/>
      <dgm:spPr/>
      <dgm:t>
        <a:bodyPr/>
        <a:lstStyle/>
        <a:p>
          <a:endParaRPr lang="en-US"/>
        </a:p>
      </dgm:t>
    </dgm:pt>
    <dgm:pt modelId="{0F7F3BD5-C6DD-4C31-AFD8-2318DFA12C61}" type="sibTrans" cxnId="{7B434526-4358-4E83-BB13-E89F066E7185}">
      <dgm:prSet/>
      <dgm:spPr/>
      <dgm:t>
        <a:bodyPr/>
        <a:lstStyle/>
        <a:p>
          <a:endParaRPr lang="en-US"/>
        </a:p>
      </dgm:t>
    </dgm:pt>
    <dgm:pt modelId="{EDA82C9C-1A70-4766-9691-7F509C71A66A}">
      <dgm:prSet phldrT="[Text]" custT="1"/>
      <dgm:spPr/>
      <dgm:t>
        <a:bodyPr/>
        <a:lstStyle/>
        <a:p>
          <a:r>
            <a:rPr lang="en-US" sz="1400" dirty="0" smtClean="0"/>
            <a:t>Closing</a:t>
          </a:r>
          <a:endParaRPr lang="en-US" sz="1400" dirty="0"/>
        </a:p>
      </dgm:t>
    </dgm:pt>
    <dgm:pt modelId="{49F9A76A-45BA-4A17-9E4D-5B33C37590B9}" type="parTrans" cxnId="{07B2294A-CCC5-4E4E-92A5-EFBAC28FBE97}">
      <dgm:prSet/>
      <dgm:spPr/>
      <dgm:t>
        <a:bodyPr/>
        <a:lstStyle/>
        <a:p>
          <a:endParaRPr lang="en-US"/>
        </a:p>
      </dgm:t>
    </dgm:pt>
    <dgm:pt modelId="{C698FACF-53ED-40D3-AC4F-056875A07BBF}" type="sibTrans" cxnId="{07B2294A-CCC5-4E4E-92A5-EFBAC28FBE97}">
      <dgm:prSet/>
      <dgm:spPr/>
      <dgm:t>
        <a:bodyPr/>
        <a:lstStyle/>
        <a:p>
          <a:endParaRPr lang="en-US"/>
        </a:p>
      </dgm:t>
    </dgm:pt>
    <dgm:pt modelId="{BC670947-38B6-4003-AA75-D12E76915374}">
      <dgm:prSet phldrT="[Text]" custT="1"/>
      <dgm:spPr/>
      <dgm:t>
        <a:bodyPr/>
        <a:lstStyle/>
        <a:p>
          <a:r>
            <a:rPr lang="en-US" sz="1400" dirty="0" smtClean="0"/>
            <a:t>Planning</a:t>
          </a:r>
          <a:endParaRPr lang="en-US" sz="1400" dirty="0"/>
        </a:p>
      </dgm:t>
    </dgm:pt>
    <dgm:pt modelId="{6705D8AF-0CFE-4F58-9F0A-8045198E7CA7}" type="parTrans" cxnId="{AB6B00FF-BB67-4014-ABDF-4A9192CE0526}">
      <dgm:prSet/>
      <dgm:spPr/>
      <dgm:t>
        <a:bodyPr/>
        <a:lstStyle/>
        <a:p>
          <a:endParaRPr lang="en-US"/>
        </a:p>
      </dgm:t>
    </dgm:pt>
    <dgm:pt modelId="{0BC1409C-0C58-40D9-8208-44450DF9AFAA}" type="sibTrans" cxnId="{AB6B00FF-BB67-4014-ABDF-4A9192CE0526}">
      <dgm:prSet/>
      <dgm:spPr/>
      <dgm:t>
        <a:bodyPr/>
        <a:lstStyle/>
        <a:p>
          <a:endParaRPr lang="en-US"/>
        </a:p>
      </dgm:t>
    </dgm:pt>
    <dgm:pt modelId="{ED002313-1988-4DFB-B961-03D04DECEBE5}">
      <dgm:prSet phldrT="[Text]" custT="1"/>
      <dgm:spPr/>
      <dgm:t>
        <a:bodyPr/>
        <a:lstStyle/>
        <a:p>
          <a:r>
            <a:rPr lang="en-US" sz="1400" dirty="0" smtClean="0"/>
            <a:t>Executing</a:t>
          </a:r>
          <a:endParaRPr lang="en-US" sz="1400" dirty="0"/>
        </a:p>
      </dgm:t>
    </dgm:pt>
    <dgm:pt modelId="{EABF5D0D-14D8-4EB5-9551-29F3E1E7AD06}" type="parTrans" cxnId="{2B3C8F66-6C65-43AE-826B-6521AB1258F9}">
      <dgm:prSet/>
      <dgm:spPr/>
      <dgm:t>
        <a:bodyPr/>
        <a:lstStyle/>
        <a:p>
          <a:endParaRPr lang="en-US"/>
        </a:p>
      </dgm:t>
    </dgm:pt>
    <dgm:pt modelId="{089137B9-11B4-43AE-BA33-3D562D10E10B}" type="sibTrans" cxnId="{2B3C8F66-6C65-43AE-826B-6521AB1258F9}">
      <dgm:prSet/>
      <dgm:spPr/>
      <dgm:t>
        <a:bodyPr/>
        <a:lstStyle/>
        <a:p>
          <a:endParaRPr lang="en-US"/>
        </a:p>
      </dgm:t>
    </dgm:pt>
    <dgm:pt modelId="{71D57B72-ED4E-4091-99AB-AFF522D86FB5}">
      <dgm:prSet phldrT="[Text]" custT="1"/>
      <dgm:spPr/>
      <dgm:t>
        <a:bodyPr/>
        <a:lstStyle/>
        <a:p>
          <a:r>
            <a:rPr lang="en-US" sz="1400" dirty="0" smtClean="0"/>
            <a:t>Monitoring &amp; Control</a:t>
          </a:r>
          <a:endParaRPr lang="en-US" sz="1400" dirty="0"/>
        </a:p>
      </dgm:t>
    </dgm:pt>
    <dgm:pt modelId="{6C61F24C-BC77-40EF-B760-DFF0B47AC5B5}" type="parTrans" cxnId="{226A84B0-80FB-4D47-A4EA-9C2145F45828}">
      <dgm:prSet/>
      <dgm:spPr/>
      <dgm:t>
        <a:bodyPr/>
        <a:lstStyle/>
        <a:p>
          <a:endParaRPr lang="en-US"/>
        </a:p>
      </dgm:t>
    </dgm:pt>
    <dgm:pt modelId="{B7CD15BD-A41F-40DE-BCD3-D3734DC2A3C3}" type="sibTrans" cxnId="{226A84B0-80FB-4D47-A4EA-9C2145F45828}">
      <dgm:prSet/>
      <dgm:spPr/>
      <dgm:t>
        <a:bodyPr/>
        <a:lstStyle/>
        <a:p>
          <a:endParaRPr lang="en-US"/>
        </a:p>
      </dgm:t>
    </dgm:pt>
    <dgm:pt modelId="{BF110E54-D022-4097-A397-1DD906BA018B}" type="pres">
      <dgm:prSet presAssocID="{99B109EA-19BE-48A2-A7DA-366A98C8FAA7}" presName="Name0" presStyleCnt="0">
        <dgm:presLayoutVars>
          <dgm:dir/>
          <dgm:animLvl val="lvl"/>
          <dgm:resizeHandles val="exact"/>
        </dgm:presLayoutVars>
      </dgm:prSet>
      <dgm:spPr/>
    </dgm:pt>
    <dgm:pt modelId="{8110612D-5821-4FC7-A608-C6F447B71C98}" type="pres">
      <dgm:prSet presAssocID="{993E619D-BBE0-4815-8F2B-14DD8111EA41}" presName="parTxOnly" presStyleLbl="node1" presStyleIdx="0" presStyleCnt="5">
        <dgm:presLayoutVars>
          <dgm:chMax val="0"/>
          <dgm:chPref val="0"/>
          <dgm:bulletEnabled val="1"/>
        </dgm:presLayoutVars>
      </dgm:prSet>
      <dgm:spPr/>
      <dgm:t>
        <a:bodyPr/>
        <a:lstStyle/>
        <a:p>
          <a:endParaRPr lang="en-US"/>
        </a:p>
      </dgm:t>
    </dgm:pt>
    <dgm:pt modelId="{F7932D6F-C64D-4294-B319-946178FDE148}" type="pres">
      <dgm:prSet presAssocID="{0F7F3BD5-C6DD-4C31-AFD8-2318DFA12C61}" presName="parTxOnlySpace" presStyleCnt="0"/>
      <dgm:spPr/>
    </dgm:pt>
    <dgm:pt modelId="{0A6B5D05-F316-499E-8FB8-A15EDE933E1D}" type="pres">
      <dgm:prSet presAssocID="{BC670947-38B6-4003-AA75-D12E76915374}" presName="parTxOnly" presStyleLbl="node1" presStyleIdx="1" presStyleCnt="5">
        <dgm:presLayoutVars>
          <dgm:chMax val="0"/>
          <dgm:chPref val="0"/>
          <dgm:bulletEnabled val="1"/>
        </dgm:presLayoutVars>
      </dgm:prSet>
      <dgm:spPr/>
      <dgm:t>
        <a:bodyPr/>
        <a:lstStyle/>
        <a:p>
          <a:endParaRPr lang="en-US"/>
        </a:p>
      </dgm:t>
    </dgm:pt>
    <dgm:pt modelId="{5B109AB0-8AC3-4803-9BA0-EBBB601331A2}" type="pres">
      <dgm:prSet presAssocID="{0BC1409C-0C58-40D9-8208-44450DF9AFAA}" presName="parTxOnlySpace" presStyleCnt="0"/>
      <dgm:spPr/>
    </dgm:pt>
    <dgm:pt modelId="{3B49EF67-CE2E-443F-8196-4FC2C7EC956D}" type="pres">
      <dgm:prSet presAssocID="{ED002313-1988-4DFB-B961-03D04DECEBE5}" presName="parTxOnly" presStyleLbl="node1" presStyleIdx="2" presStyleCnt="5">
        <dgm:presLayoutVars>
          <dgm:chMax val="0"/>
          <dgm:chPref val="0"/>
          <dgm:bulletEnabled val="1"/>
        </dgm:presLayoutVars>
      </dgm:prSet>
      <dgm:spPr/>
      <dgm:t>
        <a:bodyPr/>
        <a:lstStyle/>
        <a:p>
          <a:endParaRPr lang="en-US"/>
        </a:p>
      </dgm:t>
    </dgm:pt>
    <dgm:pt modelId="{CA2B094C-E3F0-418D-B84E-DA0BC4C53FA9}" type="pres">
      <dgm:prSet presAssocID="{089137B9-11B4-43AE-BA33-3D562D10E10B}" presName="parTxOnlySpace" presStyleCnt="0"/>
      <dgm:spPr/>
    </dgm:pt>
    <dgm:pt modelId="{A81A21C5-66F7-4C3C-94B5-3780F3653DF1}" type="pres">
      <dgm:prSet presAssocID="{71D57B72-ED4E-4091-99AB-AFF522D86FB5}" presName="parTxOnly" presStyleLbl="node1" presStyleIdx="3" presStyleCnt="5">
        <dgm:presLayoutVars>
          <dgm:chMax val="0"/>
          <dgm:chPref val="0"/>
          <dgm:bulletEnabled val="1"/>
        </dgm:presLayoutVars>
      </dgm:prSet>
      <dgm:spPr/>
      <dgm:t>
        <a:bodyPr/>
        <a:lstStyle/>
        <a:p>
          <a:endParaRPr lang="en-US"/>
        </a:p>
      </dgm:t>
    </dgm:pt>
    <dgm:pt modelId="{B8D8D23F-C1CA-47D3-9B05-9BAD35B3AC7C}" type="pres">
      <dgm:prSet presAssocID="{B7CD15BD-A41F-40DE-BCD3-D3734DC2A3C3}" presName="parTxOnlySpace" presStyleCnt="0"/>
      <dgm:spPr/>
    </dgm:pt>
    <dgm:pt modelId="{EFB1396C-5B5F-408D-9D03-003B000C03A9}" type="pres">
      <dgm:prSet presAssocID="{EDA82C9C-1A70-4766-9691-7F509C71A66A}" presName="parTxOnly" presStyleLbl="node1" presStyleIdx="4" presStyleCnt="5">
        <dgm:presLayoutVars>
          <dgm:chMax val="0"/>
          <dgm:chPref val="0"/>
          <dgm:bulletEnabled val="1"/>
        </dgm:presLayoutVars>
      </dgm:prSet>
      <dgm:spPr/>
      <dgm:t>
        <a:bodyPr/>
        <a:lstStyle/>
        <a:p>
          <a:endParaRPr lang="en-US"/>
        </a:p>
      </dgm:t>
    </dgm:pt>
  </dgm:ptLst>
  <dgm:cxnLst>
    <dgm:cxn modelId="{7B434526-4358-4E83-BB13-E89F066E7185}" srcId="{99B109EA-19BE-48A2-A7DA-366A98C8FAA7}" destId="{993E619D-BBE0-4815-8F2B-14DD8111EA41}" srcOrd="0" destOrd="0" parTransId="{664F915B-116C-4204-8260-1C4BE4DC8DE0}" sibTransId="{0F7F3BD5-C6DD-4C31-AFD8-2318DFA12C61}"/>
    <dgm:cxn modelId="{07B2294A-CCC5-4E4E-92A5-EFBAC28FBE97}" srcId="{99B109EA-19BE-48A2-A7DA-366A98C8FAA7}" destId="{EDA82C9C-1A70-4766-9691-7F509C71A66A}" srcOrd="4" destOrd="0" parTransId="{49F9A76A-45BA-4A17-9E4D-5B33C37590B9}" sibTransId="{C698FACF-53ED-40D3-AC4F-056875A07BBF}"/>
    <dgm:cxn modelId="{AB6B00FF-BB67-4014-ABDF-4A9192CE0526}" srcId="{99B109EA-19BE-48A2-A7DA-366A98C8FAA7}" destId="{BC670947-38B6-4003-AA75-D12E76915374}" srcOrd="1" destOrd="0" parTransId="{6705D8AF-0CFE-4F58-9F0A-8045198E7CA7}" sibTransId="{0BC1409C-0C58-40D9-8208-44450DF9AFAA}"/>
    <dgm:cxn modelId="{2B3C8F66-6C65-43AE-826B-6521AB1258F9}" srcId="{99B109EA-19BE-48A2-A7DA-366A98C8FAA7}" destId="{ED002313-1988-4DFB-B961-03D04DECEBE5}" srcOrd="2" destOrd="0" parTransId="{EABF5D0D-14D8-4EB5-9551-29F3E1E7AD06}" sibTransId="{089137B9-11B4-43AE-BA33-3D562D10E10B}"/>
    <dgm:cxn modelId="{6B2066AD-AAEA-4120-9D38-D5CE7CEA65E0}" type="presOf" srcId="{EDA82C9C-1A70-4766-9691-7F509C71A66A}" destId="{EFB1396C-5B5F-408D-9D03-003B000C03A9}" srcOrd="0" destOrd="0" presId="urn:microsoft.com/office/officeart/2005/8/layout/chevron1"/>
    <dgm:cxn modelId="{026E9161-EB0D-4CDC-9B39-08B50ACCA0EA}" type="presOf" srcId="{ED002313-1988-4DFB-B961-03D04DECEBE5}" destId="{3B49EF67-CE2E-443F-8196-4FC2C7EC956D}" srcOrd="0" destOrd="0" presId="urn:microsoft.com/office/officeart/2005/8/layout/chevron1"/>
    <dgm:cxn modelId="{226A84B0-80FB-4D47-A4EA-9C2145F45828}" srcId="{99B109EA-19BE-48A2-A7DA-366A98C8FAA7}" destId="{71D57B72-ED4E-4091-99AB-AFF522D86FB5}" srcOrd="3" destOrd="0" parTransId="{6C61F24C-BC77-40EF-B760-DFF0B47AC5B5}" sibTransId="{B7CD15BD-A41F-40DE-BCD3-D3734DC2A3C3}"/>
    <dgm:cxn modelId="{A065098D-E6BD-4A7C-A485-5B377E719FAE}" type="presOf" srcId="{99B109EA-19BE-48A2-A7DA-366A98C8FAA7}" destId="{BF110E54-D022-4097-A397-1DD906BA018B}" srcOrd="0" destOrd="0" presId="urn:microsoft.com/office/officeart/2005/8/layout/chevron1"/>
    <dgm:cxn modelId="{AA94D2DE-E7D2-48E8-9A43-E72DDD9F1A46}" type="presOf" srcId="{71D57B72-ED4E-4091-99AB-AFF522D86FB5}" destId="{A81A21C5-66F7-4C3C-94B5-3780F3653DF1}" srcOrd="0" destOrd="0" presId="urn:microsoft.com/office/officeart/2005/8/layout/chevron1"/>
    <dgm:cxn modelId="{DF413C78-95B6-469C-AF92-073F58586366}" type="presOf" srcId="{993E619D-BBE0-4815-8F2B-14DD8111EA41}" destId="{8110612D-5821-4FC7-A608-C6F447B71C98}" srcOrd="0" destOrd="0" presId="urn:microsoft.com/office/officeart/2005/8/layout/chevron1"/>
    <dgm:cxn modelId="{14AE2E45-8E34-4A63-A2B2-ADA90ADA8305}" type="presOf" srcId="{BC670947-38B6-4003-AA75-D12E76915374}" destId="{0A6B5D05-F316-499E-8FB8-A15EDE933E1D}" srcOrd="0" destOrd="0" presId="urn:microsoft.com/office/officeart/2005/8/layout/chevron1"/>
    <dgm:cxn modelId="{046B309B-3514-49B6-9BBC-0123F713F225}" type="presParOf" srcId="{BF110E54-D022-4097-A397-1DD906BA018B}" destId="{8110612D-5821-4FC7-A608-C6F447B71C98}" srcOrd="0" destOrd="0" presId="urn:microsoft.com/office/officeart/2005/8/layout/chevron1"/>
    <dgm:cxn modelId="{33104825-A07D-422E-81EE-2C137434F962}" type="presParOf" srcId="{BF110E54-D022-4097-A397-1DD906BA018B}" destId="{F7932D6F-C64D-4294-B319-946178FDE148}" srcOrd="1" destOrd="0" presId="urn:microsoft.com/office/officeart/2005/8/layout/chevron1"/>
    <dgm:cxn modelId="{56553068-BBCD-4B30-A0FB-7B1E072314C1}" type="presParOf" srcId="{BF110E54-D022-4097-A397-1DD906BA018B}" destId="{0A6B5D05-F316-499E-8FB8-A15EDE933E1D}" srcOrd="2" destOrd="0" presId="urn:microsoft.com/office/officeart/2005/8/layout/chevron1"/>
    <dgm:cxn modelId="{62A90A36-433D-43E0-BF2D-F1992B245A29}" type="presParOf" srcId="{BF110E54-D022-4097-A397-1DD906BA018B}" destId="{5B109AB0-8AC3-4803-9BA0-EBBB601331A2}" srcOrd="3" destOrd="0" presId="urn:microsoft.com/office/officeart/2005/8/layout/chevron1"/>
    <dgm:cxn modelId="{CE4EF65C-E1ED-4D2E-944C-C91B43DD3854}" type="presParOf" srcId="{BF110E54-D022-4097-A397-1DD906BA018B}" destId="{3B49EF67-CE2E-443F-8196-4FC2C7EC956D}" srcOrd="4" destOrd="0" presId="urn:microsoft.com/office/officeart/2005/8/layout/chevron1"/>
    <dgm:cxn modelId="{C79DA450-2D50-45EB-A730-8C1C0B65EE95}" type="presParOf" srcId="{BF110E54-D022-4097-A397-1DD906BA018B}" destId="{CA2B094C-E3F0-418D-B84E-DA0BC4C53FA9}" srcOrd="5" destOrd="0" presId="urn:microsoft.com/office/officeart/2005/8/layout/chevron1"/>
    <dgm:cxn modelId="{355A4EBD-835C-4491-8598-70526D666B46}" type="presParOf" srcId="{BF110E54-D022-4097-A397-1DD906BA018B}" destId="{A81A21C5-66F7-4C3C-94B5-3780F3653DF1}" srcOrd="6" destOrd="0" presId="urn:microsoft.com/office/officeart/2005/8/layout/chevron1"/>
    <dgm:cxn modelId="{5A87A6DF-6DBC-40A5-BB84-C59835A1780D}" type="presParOf" srcId="{BF110E54-D022-4097-A397-1DD906BA018B}" destId="{B8D8D23F-C1CA-47D3-9B05-9BAD35B3AC7C}" srcOrd="7" destOrd="0" presId="urn:microsoft.com/office/officeart/2005/8/layout/chevron1"/>
    <dgm:cxn modelId="{637B6797-0CFB-4809-BDA6-10430394CB8D}" type="presParOf" srcId="{BF110E54-D022-4097-A397-1DD906BA018B}" destId="{EFB1396C-5B5F-408D-9D03-003B000C03A9}"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F8F0871-E016-407F-95F5-6E281063779D}"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D747A2A5-5520-413A-87E9-78AFA2AD6CDA}">
      <dgm:prSet phldrT="[Text]" custT="1"/>
      <dgm:spPr/>
      <dgm:t>
        <a:bodyPr/>
        <a:lstStyle/>
        <a:p>
          <a:r>
            <a:rPr lang="en-US" sz="1000" dirty="0" smtClean="0"/>
            <a:t>Project Management Plan</a:t>
          </a:r>
          <a:endParaRPr lang="en-US" sz="1000" dirty="0"/>
        </a:p>
      </dgm:t>
    </dgm:pt>
    <dgm:pt modelId="{66DB15C1-5BDA-4C9E-A879-D4A5A509D98A}" type="parTrans" cxnId="{34E36AEE-EC13-47AF-A18E-2AE00583D012}">
      <dgm:prSet/>
      <dgm:spPr/>
      <dgm:t>
        <a:bodyPr/>
        <a:lstStyle/>
        <a:p>
          <a:endParaRPr lang="en-US"/>
        </a:p>
      </dgm:t>
    </dgm:pt>
    <dgm:pt modelId="{3D0CFED5-7193-462D-B0CD-462849D656C0}" type="sibTrans" cxnId="{34E36AEE-EC13-47AF-A18E-2AE00583D012}">
      <dgm:prSet/>
      <dgm:spPr/>
      <dgm:t>
        <a:bodyPr/>
        <a:lstStyle/>
        <a:p>
          <a:endParaRPr lang="en-US"/>
        </a:p>
      </dgm:t>
    </dgm:pt>
    <dgm:pt modelId="{A1891731-5022-40B7-8989-5F6469CBD58D}">
      <dgm:prSet phldrT="[Text]" custT="1"/>
      <dgm:spPr/>
      <dgm:t>
        <a:bodyPr/>
        <a:lstStyle/>
        <a:p>
          <a:r>
            <a:rPr lang="en-US" sz="900" dirty="0" smtClean="0"/>
            <a:t>Procurement</a:t>
          </a:r>
          <a:endParaRPr lang="en-US" sz="900" dirty="0"/>
        </a:p>
      </dgm:t>
    </dgm:pt>
    <dgm:pt modelId="{9BDB9242-D7E7-4C47-96B9-8265100C2A73}" type="parTrans" cxnId="{DBEC1B87-52A8-4243-A2DC-D69E57D82ACC}">
      <dgm:prSet/>
      <dgm:spPr/>
      <dgm:t>
        <a:bodyPr/>
        <a:lstStyle/>
        <a:p>
          <a:endParaRPr lang="en-US"/>
        </a:p>
      </dgm:t>
    </dgm:pt>
    <dgm:pt modelId="{663CB820-AE8A-4077-BEC5-C65DF8A85899}" type="sibTrans" cxnId="{DBEC1B87-52A8-4243-A2DC-D69E57D82ACC}">
      <dgm:prSet/>
      <dgm:spPr/>
      <dgm:t>
        <a:bodyPr/>
        <a:lstStyle/>
        <a:p>
          <a:endParaRPr lang="en-US"/>
        </a:p>
      </dgm:t>
    </dgm:pt>
    <dgm:pt modelId="{A313D348-BD87-4783-9C52-8A4C54DF0E49}">
      <dgm:prSet phldrT="[Text]" custT="1"/>
      <dgm:spPr/>
      <dgm:t>
        <a:bodyPr/>
        <a:lstStyle/>
        <a:p>
          <a:r>
            <a:rPr lang="en-US" sz="900" dirty="0" smtClean="0"/>
            <a:t>Risk</a:t>
          </a:r>
          <a:endParaRPr lang="en-US" sz="900" dirty="0"/>
        </a:p>
      </dgm:t>
    </dgm:pt>
    <dgm:pt modelId="{6645061A-CE5A-4071-8949-76E6264714CB}" type="parTrans" cxnId="{7C3B29EF-FD31-4760-B80C-B12406259667}">
      <dgm:prSet/>
      <dgm:spPr/>
      <dgm:t>
        <a:bodyPr/>
        <a:lstStyle/>
        <a:p>
          <a:endParaRPr lang="en-US"/>
        </a:p>
      </dgm:t>
    </dgm:pt>
    <dgm:pt modelId="{DE938990-3F1D-470A-AF85-6A770C599493}" type="sibTrans" cxnId="{7C3B29EF-FD31-4760-B80C-B12406259667}">
      <dgm:prSet/>
      <dgm:spPr/>
      <dgm:t>
        <a:bodyPr/>
        <a:lstStyle/>
        <a:p>
          <a:endParaRPr lang="en-US"/>
        </a:p>
      </dgm:t>
    </dgm:pt>
    <dgm:pt modelId="{69D34D94-4BBD-4E06-A10E-AC2577A873CE}">
      <dgm:prSet phldrT="[Text]" custT="1"/>
      <dgm:spPr/>
      <dgm:t>
        <a:bodyPr/>
        <a:lstStyle/>
        <a:p>
          <a:r>
            <a:rPr lang="en-US" sz="900" dirty="0" smtClean="0"/>
            <a:t>Configuration</a:t>
          </a:r>
          <a:endParaRPr lang="en-US" sz="900" dirty="0"/>
        </a:p>
      </dgm:t>
    </dgm:pt>
    <dgm:pt modelId="{351AF46F-BDA3-4AC4-AC5F-B56CB1190247}" type="parTrans" cxnId="{EE0B03A2-4217-454C-8FE7-68D5B1977593}">
      <dgm:prSet/>
      <dgm:spPr/>
      <dgm:t>
        <a:bodyPr/>
        <a:lstStyle/>
        <a:p>
          <a:endParaRPr lang="en-US"/>
        </a:p>
      </dgm:t>
    </dgm:pt>
    <dgm:pt modelId="{706706AE-86A4-4ADB-952B-45A0924D6B46}" type="sibTrans" cxnId="{EE0B03A2-4217-454C-8FE7-68D5B1977593}">
      <dgm:prSet/>
      <dgm:spPr/>
      <dgm:t>
        <a:bodyPr/>
        <a:lstStyle/>
        <a:p>
          <a:endParaRPr lang="en-US"/>
        </a:p>
      </dgm:t>
    </dgm:pt>
    <dgm:pt modelId="{FEA94159-CB68-4CE6-84ED-FB83589547D7}">
      <dgm:prSet phldrT="[Text]" custT="1"/>
      <dgm:spPr/>
      <dgm:t>
        <a:bodyPr/>
        <a:lstStyle/>
        <a:p>
          <a:r>
            <a:rPr lang="en-US" sz="900" dirty="0" smtClean="0"/>
            <a:t>Quality</a:t>
          </a:r>
          <a:endParaRPr lang="en-US" sz="900" dirty="0"/>
        </a:p>
      </dgm:t>
    </dgm:pt>
    <dgm:pt modelId="{E82E0CA2-229F-447A-80D8-1B22E97542C1}" type="parTrans" cxnId="{91B54F48-4288-4D8E-92DA-CB046EF763A0}">
      <dgm:prSet/>
      <dgm:spPr/>
      <dgm:t>
        <a:bodyPr/>
        <a:lstStyle/>
        <a:p>
          <a:endParaRPr lang="en-US"/>
        </a:p>
      </dgm:t>
    </dgm:pt>
    <dgm:pt modelId="{BF14093E-38E0-40CF-8ED4-65EA070ACD8F}" type="sibTrans" cxnId="{91B54F48-4288-4D8E-92DA-CB046EF763A0}">
      <dgm:prSet/>
      <dgm:spPr/>
      <dgm:t>
        <a:bodyPr/>
        <a:lstStyle/>
        <a:p>
          <a:endParaRPr lang="en-US"/>
        </a:p>
      </dgm:t>
    </dgm:pt>
    <dgm:pt modelId="{1C9CCD2E-3CB7-4CB9-B6B9-AC137AB1E572}">
      <dgm:prSet phldrT="[Text]" custT="1"/>
      <dgm:spPr/>
      <dgm:t>
        <a:bodyPr/>
        <a:lstStyle/>
        <a:p>
          <a:r>
            <a:rPr lang="en-US" sz="900" dirty="0" smtClean="0"/>
            <a:t>Communication</a:t>
          </a:r>
          <a:endParaRPr lang="en-US" sz="800" dirty="0"/>
        </a:p>
      </dgm:t>
    </dgm:pt>
    <dgm:pt modelId="{9CFA4602-B4B8-4856-8E60-B9DBE5A4ECFB}" type="parTrans" cxnId="{B0FB62D6-4E5F-40EB-BB87-2E2F967C3B0B}">
      <dgm:prSet/>
      <dgm:spPr/>
      <dgm:t>
        <a:bodyPr/>
        <a:lstStyle/>
        <a:p>
          <a:endParaRPr lang="en-US"/>
        </a:p>
      </dgm:t>
    </dgm:pt>
    <dgm:pt modelId="{93A64FE7-8A54-4A1B-AFA1-488F4555F43C}" type="sibTrans" cxnId="{B0FB62D6-4E5F-40EB-BB87-2E2F967C3B0B}">
      <dgm:prSet/>
      <dgm:spPr/>
      <dgm:t>
        <a:bodyPr/>
        <a:lstStyle/>
        <a:p>
          <a:endParaRPr lang="en-US"/>
        </a:p>
      </dgm:t>
    </dgm:pt>
    <dgm:pt modelId="{D14B1322-ABCE-490E-9579-11FB321AE505}">
      <dgm:prSet phldrT="[Text]" custT="1"/>
      <dgm:spPr/>
      <dgm:t>
        <a:bodyPr/>
        <a:lstStyle/>
        <a:p>
          <a:r>
            <a:rPr lang="en-US" sz="900" dirty="0" smtClean="0"/>
            <a:t>Change</a:t>
          </a:r>
          <a:endParaRPr lang="en-US" sz="900" dirty="0"/>
        </a:p>
      </dgm:t>
    </dgm:pt>
    <dgm:pt modelId="{3569D215-85F0-4902-BB53-F92A6ABCC74F}" type="parTrans" cxnId="{47CDDB38-F96C-4DD6-AB01-EE1B300C5F87}">
      <dgm:prSet/>
      <dgm:spPr/>
      <dgm:t>
        <a:bodyPr/>
        <a:lstStyle/>
        <a:p>
          <a:endParaRPr lang="en-US"/>
        </a:p>
      </dgm:t>
    </dgm:pt>
    <dgm:pt modelId="{DFE6BA77-6801-41DA-B147-7EDE7334D7D9}" type="sibTrans" cxnId="{47CDDB38-F96C-4DD6-AB01-EE1B300C5F87}">
      <dgm:prSet/>
      <dgm:spPr/>
      <dgm:t>
        <a:bodyPr/>
        <a:lstStyle/>
        <a:p>
          <a:endParaRPr lang="en-US"/>
        </a:p>
      </dgm:t>
    </dgm:pt>
    <dgm:pt modelId="{5CB0FCFD-235E-47F5-86DB-F7245D11E76C}">
      <dgm:prSet phldrT="[Text]" custT="1"/>
      <dgm:spPr/>
      <dgm:t>
        <a:bodyPr/>
        <a:lstStyle/>
        <a:p>
          <a:r>
            <a:rPr lang="en-US" sz="900" dirty="0" smtClean="0"/>
            <a:t>Scope</a:t>
          </a:r>
          <a:endParaRPr lang="en-US" sz="900" dirty="0"/>
        </a:p>
      </dgm:t>
    </dgm:pt>
    <dgm:pt modelId="{B67A2CAC-0B2C-4C79-9E9B-35F82A3F3513}" type="parTrans" cxnId="{91694900-45EF-45EA-B773-47FA980AE43B}">
      <dgm:prSet/>
      <dgm:spPr/>
      <dgm:t>
        <a:bodyPr/>
        <a:lstStyle/>
        <a:p>
          <a:endParaRPr lang="en-US"/>
        </a:p>
      </dgm:t>
    </dgm:pt>
    <dgm:pt modelId="{897E26EA-881E-4D35-8B43-C410244AFCD1}" type="sibTrans" cxnId="{91694900-45EF-45EA-B773-47FA980AE43B}">
      <dgm:prSet/>
      <dgm:spPr/>
      <dgm:t>
        <a:bodyPr/>
        <a:lstStyle/>
        <a:p>
          <a:endParaRPr lang="en-US"/>
        </a:p>
      </dgm:t>
    </dgm:pt>
    <dgm:pt modelId="{581F49DD-1F09-4CF2-8CE9-4480278E874F}">
      <dgm:prSet phldrT="[Text]" custT="1"/>
      <dgm:spPr/>
      <dgm:t>
        <a:bodyPr/>
        <a:lstStyle/>
        <a:p>
          <a:r>
            <a:rPr lang="en-US" sz="900" dirty="0" smtClean="0"/>
            <a:t>Cost</a:t>
          </a:r>
          <a:endParaRPr lang="en-US" sz="900" dirty="0"/>
        </a:p>
      </dgm:t>
    </dgm:pt>
    <dgm:pt modelId="{C9DEAB54-4CCE-4756-B8AE-C6D99A14A844}" type="parTrans" cxnId="{C1B62FE0-2A6D-4FF0-BF80-32CA81EA3FF5}">
      <dgm:prSet/>
      <dgm:spPr/>
      <dgm:t>
        <a:bodyPr/>
        <a:lstStyle/>
        <a:p>
          <a:endParaRPr lang="en-US"/>
        </a:p>
      </dgm:t>
    </dgm:pt>
    <dgm:pt modelId="{C297BB99-B8B3-4C55-BE06-1DB6C571FC5B}" type="sibTrans" cxnId="{C1B62FE0-2A6D-4FF0-BF80-32CA81EA3FF5}">
      <dgm:prSet/>
      <dgm:spPr/>
      <dgm:t>
        <a:bodyPr/>
        <a:lstStyle/>
        <a:p>
          <a:endParaRPr lang="en-US"/>
        </a:p>
      </dgm:t>
    </dgm:pt>
    <dgm:pt modelId="{A37CC2B3-ED0A-4ED3-B113-8D1D0A46A934}">
      <dgm:prSet phldrT="[Text]" custT="1"/>
      <dgm:spPr/>
      <dgm:t>
        <a:bodyPr/>
        <a:lstStyle/>
        <a:p>
          <a:r>
            <a:rPr lang="en-US" sz="900" dirty="0" smtClean="0"/>
            <a:t>Process Improvement</a:t>
          </a:r>
          <a:endParaRPr lang="en-US" sz="900" dirty="0"/>
        </a:p>
      </dgm:t>
    </dgm:pt>
    <dgm:pt modelId="{8C0D1945-8CC3-4440-94A6-13C6629D9665}" type="parTrans" cxnId="{A44E0080-7B02-405B-A2A8-A63199AD4743}">
      <dgm:prSet/>
      <dgm:spPr/>
      <dgm:t>
        <a:bodyPr/>
        <a:lstStyle/>
        <a:p>
          <a:endParaRPr lang="en-US"/>
        </a:p>
      </dgm:t>
    </dgm:pt>
    <dgm:pt modelId="{22FFD730-7E9C-47A8-9CAA-9A8ACE1942C2}" type="sibTrans" cxnId="{A44E0080-7B02-405B-A2A8-A63199AD4743}">
      <dgm:prSet/>
      <dgm:spPr/>
      <dgm:t>
        <a:bodyPr/>
        <a:lstStyle/>
        <a:p>
          <a:endParaRPr lang="en-US"/>
        </a:p>
      </dgm:t>
    </dgm:pt>
    <dgm:pt modelId="{8490B384-F766-4359-965F-2D8956763839}">
      <dgm:prSet phldrT="[Text]" custT="1"/>
      <dgm:spPr/>
      <dgm:t>
        <a:bodyPr/>
        <a:lstStyle/>
        <a:p>
          <a:r>
            <a:rPr lang="en-US" sz="900" dirty="0" smtClean="0"/>
            <a:t>Stakeholder</a:t>
          </a:r>
          <a:endParaRPr lang="en-US" sz="900" dirty="0"/>
        </a:p>
      </dgm:t>
    </dgm:pt>
    <dgm:pt modelId="{5E6071EC-4759-43A0-AD1C-688E393D3823}" type="parTrans" cxnId="{F09D9053-DC81-4051-AF3C-6238AE9D776D}">
      <dgm:prSet/>
      <dgm:spPr/>
      <dgm:t>
        <a:bodyPr/>
        <a:lstStyle/>
        <a:p>
          <a:endParaRPr lang="en-US"/>
        </a:p>
      </dgm:t>
    </dgm:pt>
    <dgm:pt modelId="{245DF97D-69F6-44EE-848A-375FA1F7EEC9}" type="sibTrans" cxnId="{F09D9053-DC81-4051-AF3C-6238AE9D776D}">
      <dgm:prSet/>
      <dgm:spPr/>
      <dgm:t>
        <a:bodyPr/>
        <a:lstStyle/>
        <a:p>
          <a:endParaRPr lang="en-US"/>
        </a:p>
      </dgm:t>
    </dgm:pt>
    <dgm:pt modelId="{2B28AE0E-5260-4F56-A1D3-77668919A326}">
      <dgm:prSet phldrT="[Text]" custT="1"/>
      <dgm:spPr/>
      <dgm:t>
        <a:bodyPr/>
        <a:lstStyle/>
        <a:p>
          <a:r>
            <a:rPr lang="en-US" sz="900" dirty="0" smtClean="0"/>
            <a:t>Schedule</a:t>
          </a:r>
          <a:endParaRPr lang="en-US" sz="900" dirty="0"/>
        </a:p>
      </dgm:t>
    </dgm:pt>
    <dgm:pt modelId="{645FB1D1-924B-45E5-9ED8-39070FAFD2DF}" type="parTrans" cxnId="{3BF4473D-2BC4-4FE4-A5E3-F349C75D916F}">
      <dgm:prSet/>
      <dgm:spPr/>
      <dgm:t>
        <a:bodyPr/>
        <a:lstStyle/>
        <a:p>
          <a:endParaRPr lang="en-US"/>
        </a:p>
      </dgm:t>
    </dgm:pt>
    <dgm:pt modelId="{40849F8E-71BE-42D1-8D65-E46F5F376C58}" type="sibTrans" cxnId="{3BF4473D-2BC4-4FE4-A5E3-F349C75D916F}">
      <dgm:prSet/>
      <dgm:spPr/>
      <dgm:t>
        <a:bodyPr/>
        <a:lstStyle/>
        <a:p>
          <a:endParaRPr lang="en-US"/>
        </a:p>
      </dgm:t>
    </dgm:pt>
    <dgm:pt modelId="{469F93E1-29F7-42E0-BBCD-D458CF63815F}" type="pres">
      <dgm:prSet presAssocID="{BF8F0871-E016-407F-95F5-6E281063779D}" presName="Name0" presStyleCnt="0">
        <dgm:presLayoutVars>
          <dgm:chMax val="1"/>
          <dgm:dir/>
          <dgm:animLvl val="ctr"/>
          <dgm:resizeHandles val="exact"/>
        </dgm:presLayoutVars>
      </dgm:prSet>
      <dgm:spPr/>
      <dgm:t>
        <a:bodyPr/>
        <a:lstStyle/>
        <a:p>
          <a:endParaRPr lang="en-US"/>
        </a:p>
      </dgm:t>
    </dgm:pt>
    <dgm:pt modelId="{87F55698-8C4D-4069-8595-8078AF102572}" type="pres">
      <dgm:prSet presAssocID="{D747A2A5-5520-413A-87E9-78AFA2AD6CDA}" presName="centerShape" presStyleLbl="node0" presStyleIdx="0" presStyleCnt="1" custScaleX="163731" custScaleY="145165"/>
      <dgm:spPr/>
      <dgm:t>
        <a:bodyPr/>
        <a:lstStyle/>
        <a:p>
          <a:endParaRPr lang="en-US"/>
        </a:p>
      </dgm:t>
    </dgm:pt>
    <dgm:pt modelId="{CFCBA42C-6833-408E-A9FF-70725DECB805}" type="pres">
      <dgm:prSet presAssocID="{A1891731-5022-40B7-8989-5F6469CBD58D}" presName="node" presStyleLbl="node1" presStyleIdx="0" presStyleCnt="11" custScaleX="199172" custScaleY="132051">
        <dgm:presLayoutVars>
          <dgm:bulletEnabled val="1"/>
        </dgm:presLayoutVars>
      </dgm:prSet>
      <dgm:spPr/>
      <dgm:t>
        <a:bodyPr/>
        <a:lstStyle/>
        <a:p>
          <a:endParaRPr lang="en-US"/>
        </a:p>
      </dgm:t>
    </dgm:pt>
    <dgm:pt modelId="{AAA35A35-315E-486E-A79A-03F1D68B9BF9}" type="pres">
      <dgm:prSet presAssocID="{A1891731-5022-40B7-8989-5F6469CBD58D}" presName="dummy" presStyleCnt="0"/>
      <dgm:spPr/>
    </dgm:pt>
    <dgm:pt modelId="{5B1612A5-C390-4325-AD9A-6CEB55D0F46B}" type="pres">
      <dgm:prSet presAssocID="{663CB820-AE8A-4077-BEC5-C65DF8A85899}" presName="sibTrans" presStyleLbl="sibTrans2D1" presStyleIdx="0" presStyleCnt="11"/>
      <dgm:spPr/>
      <dgm:t>
        <a:bodyPr/>
        <a:lstStyle/>
        <a:p>
          <a:endParaRPr lang="en-US"/>
        </a:p>
      </dgm:t>
    </dgm:pt>
    <dgm:pt modelId="{AA09D467-C128-4BE0-A8FA-B1050829A87A}" type="pres">
      <dgm:prSet presAssocID="{D14B1322-ABCE-490E-9579-11FB321AE505}" presName="node" presStyleLbl="node1" presStyleIdx="1" presStyleCnt="11" custScaleX="199172" custScaleY="132051">
        <dgm:presLayoutVars>
          <dgm:bulletEnabled val="1"/>
        </dgm:presLayoutVars>
      </dgm:prSet>
      <dgm:spPr/>
      <dgm:t>
        <a:bodyPr/>
        <a:lstStyle/>
        <a:p>
          <a:endParaRPr lang="en-US"/>
        </a:p>
      </dgm:t>
    </dgm:pt>
    <dgm:pt modelId="{A990DFC6-2091-42C0-8B55-3DABB36AB23B}" type="pres">
      <dgm:prSet presAssocID="{D14B1322-ABCE-490E-9579-11FB321AE505}" presName="dummy" presStyleCnt="0"/>
      <dgm:spPr/>
    </dgm:pt>
    <dgm:pt modelId="{EA69B4E5-ECDB-4409-B1A3-7D21A1817107}" type="pres">
      <dgm:prSet presAssocID="{DFE6BA77-6801-41DA-B147-7EDE7334D7D9}" presName="sibTrans" presStyleLbl="sibTrans2D1" presStyleIdx="1" presStyleCnt="11"/>
      <dgm:spPr/>
      <dgm:t>
        <a:bodyPr/>
        <a:lstStyle/>
        <a:p>
          <a:endParaRPr lang="en-US"/>
        </a:p>
      </dgm:t>
    </dgm:pt>
    <dgm:pt modelId="{B65C41B9-1C2E-41B1-9E71-0A7308E67537}" type="pres">
      <dgm:prSet presAssocID="{5CB0FCFD-235E-47F5-86DB-F7245D11E76C}" presName="node" presStyleLbl="node1" presStyleIdx="2" presStyleCnt="11" custScaleX="199172" custScaleY="132051">
        <dgm:presLayoutVars>
          <dgm:bulletEnabled val="1"/>
        </dgm:presLayoutVars>
      </dgm:prSet>
      <dgm:spPr/>
      <dgm:t>
        <a:bodyPr/>
        <a:lstStyle/>
        <a:p>
          <a:endParaRPr lang="en-US"/>
        </a:p>
      </dgm:t>
    </dgm:pt>
    <dgm:pt modelId="{569D3399-BFCD-49AA-B037-BF86F999F215}" type="pres">
      <dgm:prSet presAssocID="{5CB0FCFD-235E-47F5-86DB-F7245D11E76C}" presName="dummy" presStyleCnt="0"/>
      <dgm:spPr/>
    </dgm:pt>
    <dgm:pt modelId="{60DF8EFE-4E46-42AB-860F-5F2D8054A857}" type="pres">
      <dgm:prSet presAssocID="{897E26EA-881E-4D35-8B43-C410244AFCD1}" presName="sibTrans" presStyleLbl="sibTrans2D1" presStyleIdx="2" presStyleCnt="11"/>
      <dgm:spPr/>
      <dgm:t>
        <a:bodyPr/>
        <a:lstStyle/>
        <a:p>
          <a:endParaRPr lang="en-US"/>
        </a:p>
      </dgm:t>
    </dgm:pt>
    <dgm:pt modelId="{8D740176-2C6C-46EB-AD7F-E8E5132F24BE}" type="pres">
      <dgm:prSet presAssocID="{581F49DD-1F09-4CF2-8CE9-4480278E874F}" presName="node" presStyleLbl="node1" presStyleIdx="3" presStyleCnt="11" custScaleX="199172" custScaleY="132051">
        <dgm:presLayoutVars>
          <dgm:bulletEnabled val="1"/>
        </dgm:presLayoutVars>
      </dgm:prSet>
      <dgm:spPr/>
      <dgm:t>
        <a:bodyPr/>
        <a:lstStyle/>
        <a:p>
          <a:endParaRPr lang="en-US"/>
        </a:p>
      </dgm:t>
    </dgm:pt>
    <dgm:pt modelId="{4BA3BC70-B9C9-48E3-B616-1E44EFDB9765}" type="pres">
      <dgm:prSet presAssocID="{581F49DD-1F09-4CF2-8CE9-4480278E874F}" presName="dummy" presStyleCnt="0"/>
      <dgm:spPr/>
    </dgm:pt>
    <dgm:pt modelId="{AD8CB10D-849B-434F-A533-7BF3207DAE2D}" type="pres">
      <dgm:prSet presAssocID="{C297BB99-B8B3-4C55-BE06-1DB6C571FC5B}" presName="sibTrans" presStyleLbl="sibTrans2D1" presStyleIdx="3" presStyleCnt="11"/>
      <dgm:spPr/>
      <dgm:t>
        <a:bodyPr/>
        <a:lstStyle/>
        <a:p>
          <a:endParaRPr lang="en-US"/>
        </a:p>
      </dgm:t>
    </dgm:pt>
    <dgm:pt modelId="{A09EB2CD-10E7-4E9C-AF39-06C69C22F852}" type="pres">
      <dgm:prSet presAssocID="{A37CC2B3-ED0A-4ED3-B113-8D1D0A46A934}" presName="node" presStyleLbl="node1" presStyleIdx="4" presStyleCnt="11" custScaleX="199172" custScaleY="132051">
        <dgm:presLayoutVars>
          <dgm:bulletEnabled val="1"/>
        </dgm:presLayoutVars>
      </dgm:prSet>
      <dgm:spPr/>
      <dgm:t>
        <a:bodyPr/>
        <a:lstStyle/>
        <a:p>
          <a:endParaRPr lang="en-US"/>
        </a:p>
      </dgm:t>
    </dgm:pt>
    <dgm:pt modelId="{F41690C3-701B-47AE-8E93-288145EE88D9}" type="pres">
      <dgm:prSet presAssocID="{A37CC2B3-ED0A-4ED3-B113-8D1D0A46A934}" presName="dummy" presStyleCnt="0"/>
      <dgm:spPr/>
    </dgm:pt>
    <dgm:pt modelId="{BED5C5B1-A805-4340-9407-A2E77D896BCB}" type="pres">
      <dgm:prSet presAssocID="{22FFD730-7E9C-47A8-9CAA-9A8ACE1942C2}" presName="sibTrans" presStyleLbl="sibTrans2D1" presStyleIdx="4" presStyleCnt="11"/>
      <dgm:spPr/>
      <dgm:t>
        <a:bodyPr/>
        <a:lstStyle/>
        <a:p>
          <a:endParaRPr lang="en-US"/>
        </a:p>
      </dgm:t>
    </dgm:pt>
    <dgm:pt modelId="{0F247F48-17BE-420D-8033-C0F91D661940}" type="pres">
      <dgm:prSet presAssocID="{A313D348-BD87-4783-9C52-8A4C54DF0E49}" presName="node" presStyleLbl="node1" presStyleIdx="5" presStyleCnt="11" custScaleX="199172" custScaleY="132051">
        <dgm:presLayoutVars>
          <dgm:bulletEnabled val="1"/>
        </dgm:presLayoutVars>
      </dgm:prSet>
      <dgm:spPr/>
      <dgm:t>
        <a:bodyPr/>
        <a:lstStyle/>
        <a:p>
          <a:endParaRPr lang="en-US"/>
        </a:p>
      </dgm:t>
    </dgm:pt>
    <dgm:pt modelId="{6A50FD00-0DDF-413C-9358-8DA8D67DEA16}" type="pres">
      <dgm:prSet presAssocID="{A313D348-BD87-4783-9C52-8A4C54DF0E49}" presName="dummy" presStyleCnt="0"/>
      <dgm:spPr/>
    </dgm:pt>
    <dgm:pt modelId="{CB600367-0E21-4F84-8491-3779E8396DB3}" type="pres">
      <dgm:prSet presAssocID="{DE938990-3F1D-470A-AF85-6A770C599493}" presName="sibTrans" presStyleLbl="sibTrans2D1" presStyleIdx="5" presStyleCnt="11"/>
      <dgm:spPr/>
      <dgm:t>
        <a:bodyPr/>
        <a:lstStyle/>
        <a:p>
          <a:endParaRPr lang="en-US"/>
        </a:p>
      </dgm:t>
    </dgm:pt>
    <dgm:pt modelId="{BAAB4ABD-2C01-49B4-96C7-85F6F0E24D6A}" type="pres">
      <dgm:prSet presAssocID="{8490B384-F766-4359-965F-2D8956763839}" presName="node" presStyleLbl="node1" presStyleIdx="6" presStyleCnt="11" custScaleX="199172" custScaleY="132051">
        <dgm:presLayoutVars>
          <dgm:bulletEnabled val="1"/>
        </dgm:presLayoutVars>
      </dgm:prSet>
      <dgm:spPr/>
      <dgm:t>
        <a:bodyPr/>
        <a:lstStyle/>
        <a:p>
          <a:endParaRPr lang="en-US"/>
        </a:p>
      </dgm:t>
    </dgm:pt>
    <dgm:pt modelId="{C2CCE06C-22B6-44CF-BF35-106ED25B2E23}" type="pres">
      <dgm:prSet presAssocID="{8490B384-F766-4359-965F-2D8956763839}" presName="dummy" presStyleCnt="0"/>
      <dgm:spPr/>
    </dgm:pt>
    <dgm:pt modelId="{C817C9B2-7AA9-4F58-B816-71B4A1BB9CD6}" type="pres">
      <dgm:prSet presAssocID="{245DF97D-69F6-44EE-848A-375FA1F7EEC9}" presName="sibTrans" presStyleLbl="sibTrans2D1" presStyleIdx="6" presStyleCnt="11"/>
      <dgm:spPr/>
      <dgm:t>
        <a:bodyPr/>
        <a:lstStyle/>
        <a:p>
          <a:endParaRPr lang="en-US"/>
        </a:p>
      </dgm:t>
    </dgm:pt>
    <dgm:pt modelId="{065EE63E-A3EC-4C2F-BE14-2FCE6ECEB716}" type="pres">
      <dgm:prSet presAssocID="{69D34D94-4BBD-4E06-A10E-AC2577A873CE}" presName="node" presStyleLbl="node1" presStyleIdx="7" presStyleCnt="11" custScaleX="199172" custScaleY="132051">
        <dgm:presLayoutVars>
          <dgm:bulletEnabled val="1"/>
        </dgm:presLayoutVars>
      </dgm:prSet>
      <dgm:spPr/>
      <dgm:t>
        <a:bodyPr/>
        <a:lstStyle/>
        <a:p>
          <a:endParaRPr lang="en-US"/>
        </a:p>
      </dgm:t>
    </dgm:pt>
    <dgm:pt modelId="{19F88BE5-FBA7-483B-B18D-BB9690FAF08E}" type="pres">
      <dgm:prSet presAssocID="{69D34D94-4BBD-4E06-A10E-AC2577A873CE}" presName="dummy" presStyleCnt="0"/>
      <dgm:spPr/>
    </dgm:pt>
    <dgm:pt modelId="{D04B2649-EDDE-427E-9704-E6DB3B50D60F}" type="pres">
      <dgm:prSet presAssocID="{706706AE-86A4-4ADB-952B-45A0924D6B46}" presName="sibTrans" presStyleLbl="sibTrans2D1" presStyleIdx="7" presStyleCnt="11"/>
      <dgm:spPr/>
      <dgm:t>
        <a:bodyPr/>
        <a:lstStyle/>
        <a:p>
          <a:endParaRPr lang="en-US"/>
        </a:p>
      </dgm:t>
    </dgm:pt>
    <dgm:pt modelId="{47B5B49D-E24D-459B-9C43-367DD5E169AB}" type="pres">
      <dgm:prSet presAssocID="{2B28AE0E-5260-4F56-A1D3-77668919A326}" presName="node" presStyleLbl="node1" presStyleIdx="8" presStyleCnt="11" custScaleX="199172" custScaleY="132051">
        <dgm:presLayoutVars>
          <dgm:bulletEnabled val="1"/>
        </dgm:presLayoutVars>
      </dgm:prSet>
      <dgm:spPr/>
      <dgm:t>
        <a:bodyPr/>
        <a:lstStyle/>
        <a:p>
          <a:endParaRPr lang="en-US"/>
        </a:p>
      </dgm:t>
    </dgm:pt>
    <dgm:pt modelId="{9C3AE30D-FBB3-4FB9-A594-24729052B1E3}" type="pres">
      <dgm:prSet presAssocID="{2B28AE0E-5260-4F56-A1D3-77668919A326}" presName="dummy" presStyleCnt="0"/>
      <dgm:spPr/>
    </dgm:pt>
    <dgm:pt modelId="{1BA9B91C-A1A5-46C0-91C3-E7C5484B36D4}" type="pres">
      <dgm:prSet presAssocID="{40849F8E-71BE-42D1-8D65-E46F5F376C58}" presName="sibTrans" presStyleLbl="sibTrans2D1" presStyleIdx="8" presStyleCnt="11"/>
      <dgm:spPr/>
      <dgm:t>
        <a:bodyPr/>
        <a:lstStyle/>
        <a:p>
          <a:endParaRPr lang="en-US"/>
        </a:p>
      </dgm:t>
    </dgm:pt>
    <dgm:pt modelId="{16C41B00-BBF6-4DF2-85C8-B4A6D0993391}" type="pres">
      <dgm:prSet presAssocID="{FEA94159-CB68-4CE6-84ED-FB83589547D7}" presName="node" presStyleLbl="node1" presStyleIdx="9" presStyleCnt="11" custScaleX="199172" custScaleY="132051">
        <dgm:presLayoutVars>
          <dgm:bulletEnabled val="1"/>
        </dgm:presLayoutVars>
      </dgm:prSet>
      <dgm:spPr/>
      <dgm:t>
        <a:bodyPr/>
        <a:lstStyle/>
        <a:p>
          <a:endParaRPr lang="en-US"/>
        </a:p>
      </dgm:t>
    </dgm:pt>
    <dgm:pt modelId="{06759594-F735-4117-BBFF-D6657876FF4B}" type="pres">
      <dgm:prSet presAssocID="{FEA94159-CB68-4CE6-84ED-FB83589547D7}" presName="dummy" presStyleCnt="0"/>
      <dgm:spPr/>
    </dgm:pt>
    <dgm:pt modelId="{5F7AD05B-3635-4887-A126-14711CE82C44}" type="pres">
      <dgm:prSet presAssocID="{BF14093E-38E0-40CF-8ED4-65EA070ACD8F}" presName="sibTrans" presStyleLbl="sibTrans2D1" presStyleIdx="9" presStyleCnt="11"/>
      <dgm:spPr/>
      <dgm:t>
        <a:bodyPr/>
        <a:lstStyle/>
        <a:p>
          <a:endParaRPr lang="en-US"/>
        </a:p>
      </dgm:t>
    </dgm:pt>
    <dgm:pt modelId="{CA2E7A47-91B3-483E-87B9-DF01DEAA2297}" type="pres">
      <dgm:prSet presAssocID="{1C9CCD2E-3CB7-4CB9-B6B9-AC137AB1E572}" presName="node" presStyleLbl="node1" presStyleIdx="10" presStyleCnt="11" custScaleX="199172" custScaleY="132051">
        <dgm:presLayoutVars>
          <dgm:bulletEnabled val="1"/>
        </dgm:presLayoutVars>
      </dgm:prSet>
      <dgm:spPr/>
      <dgm:t>
        <a:bodyPr/>
        <a:lstStyle/>
        <a:p>
          <a:endParaRPr lang="en-US"/>
        </a:p>
      </dgm:t>
    </dgm:pt>
    <dgm:pt modelId="{C1AFFFB9-E483-4C2B-8510-8C435F8FACFF}" type="pres">
      <dgm:prSet presAssocID="{1C9CCD2E-3CB7-4CB9-B6B9-AC137AB1E572}" presName="dummy" presStyleCnt="0"/>
      <dgm:spPr/>
    </dgm:pt>
    <dgm:pt modelId="{205C2E19-5DA3-468E-9868-B301208AFA85}" type="pres">
      <dgm:prSet presAssocID="{93A64FE7-8A54-4A1B-AFA1-488F4555F43C}" presName="sibTrans" presStyleLbl="sibTrans2D1" presStyleIdx="10" presStyleCnt="11"/>
      <dgm:spPr/>
      <dgm:t>
        <a:bodyPr/>
        <a:lstStyle/>
        <a:p>
          <a:endParaRPr lang="en-US"/>
        </a:p>
      </dgm:t>
    </dgm:pt>
  </dgm:ptLst>
  <dgm:cxnLst>
    <dgm:cxn modelId="{A5DD2277-7114-499B-AE93-E66A3BD3A549}" type="presOf" srcId="{93A64FE7-8A54-4A1B-AFA1-488F4555F43C}" destId="{205C2E19-5DA3-468E-9868-B301208AFA85}" srcOrd="0" destOrd="0" presId="urn:microsoft.com/office/officeart/2005/8/layout/radial6"/>
    <dgm:cxn modelId="{C1B62FE0-2A6D-4FF0-BF80-32CA81EA3FF5}" srcId="{D747A2A5-5520-413A-87E9-78AFA2AD6CDA}" destId="{581F49DD-1F09-4CF2-8CE9-4480278E874F}" srcOrd="3" destOrd="0" parTransId="{C9DEAB54-4CCE-4756-B8AE-C6D99A14A844}" sibTransId="{C297BB99-B8B3-4C55-BE06-1DB6C571FC5B}"/>
    <dgm:cxn modelId="{3BF4473D-2BC4-4FE4-A5E3-F349C75D916F}" srcId="{D747A2A5-5520-413A-87E9-78AFA2AD6CDA}" destId="{2B28AE0E-5260-4F56-A1D3-77668919A326}" srcOrd="8" destOrd="0" parTransId="{645FB1D1-924B-45E5-9ED8-39070FAFD2DF}" sibTransId="{40849F8E-71BE-42D1-8D65-E46F5F376C58}"/>
    <dgm:cxn modelId="{EE0B03A2-4217-454C-8FE7-68D5B1977593}" srcId="{D747A2A5-5520-413A-87E9-78AFA2AD6CDA}" destId="{69D34D94-4BBD-4E06-A10E-AC2577A873CE}" srcOrd="7" destOrd="0" parTransId="{351AF46F-BDA3-4AC4-AC5F-B56CB1190247}" sibTransId="{706706AE-86A4-4ADB-952B-45A0924D6B46}"/>
    <dgm:cxn modelId="{B0FB62D6-4E5F-40EB-BB87-2E2F967C3B0B}" srcId="{D747A2A5-5520-413A-87E9-78AFA2AD6CDA}" destId="{1C9CCD2E-3CB7-4CB9-B6B9-AC137AB1E572}" srcOrd="10" destOrd="0" parTransId="{9CFA4602-B4B8-4856-8E60-B9DBE5A4ECFB}" sibTransId="{93A64FE7-8A54-4A1B-AFA1-488F4555F43C}"/>
    <dgm:cxn modelId="{0D84D7AD-A724-4CEB-BD73-449B8095013F}" type="presOf" srcId="{581F49DD-1F09-4CF2-8CE9-4480278E874F}" destId="{8D740176-2C6C-46EB-AD7F-E8E5132F24BE}" srcOrd="0" destOrd="0" presId="urn:microsoft.com/office/officeart/2005/8/layout/radial6"/>
    <dgm:cxn modelId="{A44E0080-7B02-405B-A2A8-A63199AD4743}" srcId="{D747A2A5-5520-413A-87E9-78AFA2AD6CDA}" destId="{A37CC2B3-ED0A-4ED3-B113-8D1D0A46A934}" srcOrd="4" destOrd="0" parTransId="{8C0D1945-8CC3-4440-94A6-13C6629D9665}" sibTransId="{22FFD730-7E9C-47A8-9CAA-9A8ACE1942C2}"/>
    <dgm:cxn modelId="{51F108B9-4A2D-455E-9EA9-36266B4177D3}" type="presOf" srcId="{A313D348-BD87-4783-9C52-8A4C54DF0E49}" destId="{0F247F48-17BE-420D-8033-C0F91D661940}" srcOrd="0" destOrd="0" presId="urn:microsoft.com/office/officeart/2005/8/layout/radial6"/>
    <dgm:cxn modelId="{91B54F48-4288-4D8E-92DA-CB046EF763A0}" srcId="{D747A2A5-5520-413A-87E9-78AFA2AD6CDA}" destId="{FEA94159-CB68-4CE6-84ED-FB83589547D7}" srcOrd="9" destOrd="0" parTransId="{E82E0CA2-229F-447A-80D8-1B22E97542C1}" sibTransId="{BF14093E-38E0-40CF-8ED4-65EA070ACD8F}"/>
    <dgm:cxn modelId="{190867C2-D243-4C8D-AD6C-42770CDDD4D7}" type="presOf" srcId="{5CB0FCFD-235E-47F5-86DB-F7245D11E76C}" destId="{B65C41B9-1C2E-41B1-9E71-0A7308E67537}" srcOrd="0" destOrd="0" presId="urn:microsoft.com/office/officeart/2005/8/layout/radial6"/>
    <dgm:cxn modelId="{7C3B29EF-FD31-4760-B80C-B12406259667}" srcId="{D747A2A5-5520-413A-87E9-78AFA2AD6CDA}" destId="{A313D348-BD87-4783-9C52-8A4C54DF0E49}" srcOrd="5" destOrd="0" parTransId="{6645061A-CE5A-4071-8949-76E6264714CB}" sibTransId="{DE938990-3F1D-470A-AF85-6A770C599493}"/>
    <dgm:cxn modelId="{A0BB6026-93A7-4C39-8BFF-6539824FA009}" type="presOf" srcId="{D747A2A5-5520-413A-87E9-78AFA2AD6CDA}" destId="{87F55698-8C4D-4069-8595-8078AF102572}" srcOrd="0" destOrd="0" presId="urn:microsoft.com/office/officeart/2005/8/layout/radial6"/>
    <dgm:cxn modelId="{29855106-DCE8-464D-B9A9-EB2585A76D32}" type="presOf" srcId="{69D34D94-4BBD-4E06-A10E-AC2577A873CE}" destId="{065EE63E-A3EC-4C2F-BE14-2FCE6ECEB716}" srcOrd="0" destOrd="0" presId="urn:microsoft.com/office/officeart/2005/8/layout/radial6"/>
    <dgm:cxn modelId="{0C562F49-7CAC-41A7-A8EE-3BBCCD993256}" type="presOf" srcId="{663CB820-AE8A-4077-BEC5-C65DF8A85899}" destId="{5B1612A5-C390-4325-AD9A-6CEB55D0F46B}" srcOrd="0" destOrd="0" presId="urn:microsoft.com/office/officeart/2005/8/layout/radial6"/>
    <dgm:cxn modelId="{1FD8CB75-55DC-4081-A41D-1118F6B2EA57}" type="presOf" srcId="{BF8F0871-E016-407F-95F5-6E281063779D}" destId="{469F93E1-29F7-42E0-BBCD-D458CF63815F}" srcOrd="0" destOrd="0" presId="urn:microsoft.com/office/officeart/2005/8/layout/radial6"/>
    <dgm:cxn modelId="{DBEC1B87-52A8-4243-A2DC-D69E57D82ACC}" srcId="{D747A2A5-5520-413A-87E9-78AFA2AD6CDA}" destId="{A1891731-5022-40B7-8989-5F6469CBD58D}" srcOrd="0" destOrd="0" parTransId="{9BDB9242-D7E7-4C47-96B9-8265100C2A73}" sibTransId="{663CB820-AE8A-4077-BEC5-C65DF8A85899}"/>
    <dgm:cxn modelId="{9C4B45A8-3031-4493-8955-A041DB305EA9}" type="presOf" srcId="{22FFD730-7E9C-47A8-9CAA-9A8ACE1942C2}" destId="{BED5C5B1-A805-4340-9407-A2E77D896BCB}" srcOrd="0" destOrd="0" presId="urn:microsoft.com/office/officeart/2005/8/layout/radial6"/>
    <dgm:cxn modelId="{6BAB26EC-144A-4094-9BBD-E3CD7E281BA0}" type="presOf" srcId="{1C9CCD2E-3CB7-4CB9-B6B9-AC137AB1E572}" destId="{CA2E7A47-91B3-483E-87B9-DF01DEAA2297}" srcOrd="0" destOrd="0" presId="urn:microsoft.com/office/officeart/2005/8/layout/radial6"/>
    <dgm:cxn modelId="{6E12E829-70FA-4863-93B7-72157A7E89CD}" type="presOf" srcId="{8490B384-F766-4359-965F-2D8956763839}" destId="{BAAB4ABD-2C01-49B4-96C7-85F6F0E24D6A}" srcOrd="0" destOrd="0" presId="urn:microsoft.com/office/officeart/2005/8/layout/radial6"/>
    <dgm:cxn modelId="{F09D9053-DC81-4051-AF3C-6238AE9D776D}" srcId="{D747A2A5-5520-413A-87E9-78AFA2AD6CDA}" destId="{8490B384-F766-4359-965F-2D8956763839}" srcOrd="6" destOrd="0" parTransId="{5E6071EC-4759-43A0-AD1C-688E393D3823}" sibTransId="{245DF97D-69F6-44EE-848A-375FA1F7EEC9}"/>
    <dgm:cxn modelId="{FD54AAEC-ABF4-41CA-8732-1EC92E12A9FF}" type="presOf" srcId="{A37CC2B3-ED0A-4ED3-B113-8D1D0A46A934}" destId="{A09EB2CD-10E7-4E9C-AF39-06C69C22F852}" srcOrd="0" destOrd="0" presId="urn:microsoft.com/office/officeart/2005/8/layout/radial6"/>
    <dgm:cxn modelId="{DCDA477B-BBFF-42FB-8D76-39EC3D28DB00}" type="presOf" srcId="{40849F8E-71BE-42D1-8D65-E46F5F376C58}" destId="{1BA9B91C-A1A5-46C0-91C3-E7C5484B36D4}" srcOrd="0" destOrd="0" presId="urn:microsoft.com/office/officeart/2005/8/layout/radial6"/>
    <dgm:cxn modelId="{E1BFD7FF-3A3B-45C8-8EE8-9CC8B9F92D6B}" type="presOf" srcId="{A1891731-5022-40B7-8989-5F6469CBD58D}" destId="{CFCBA42C-6833-408E-A9FF-70725DECB805}" srcOrd="0" destOrd="0" presId="urn:microsoft.com/office/officeart/2005/8/layout/radial6"/>
    <dgm:cxn modelId="{91694900-45EF-45EA-B773-47FA980AE43B}" srcId="{D747A2A5-5520-413A-87E9-78AFA2AD6CDA}" destId="{5CB0FCFD-235E-47F5-86DB-F7245D11E76C}" srcOrd="2" destOrd="0" parTransId="{B67A2CAC-0B2C-4C79-9E9B-35F82A3F3513}" sibTransId="{897E26EA-881E-4D35-8B43-C410244AFCD1}"/>
    <dgm:cxn modelId="{533C11A4-A6D5-4507-9935-0A6C3C1DBD7E}" type="presOf" srcId="{FEA94159-CB68-4CE6-84ED-FB83589547D7}" destId="{16C41B00-BBF6-4DF2-85C8-B4A6D0993391}" srcOrd="0" destOrd="0" presId="urn:microsoft.com/office/officeart/2005/8/layout/radial6"/>
    <dgm:cxn modelId="{C0B701CE-00CA-46A9-86C8-701576B6F1B1}" type="presOf" srcId="{245DF97D-69F6-44EE-848A-375FA1F7EEC9}" destId="{C817C9B2-7AA9-4F58-B816-71B4A1BB9CD6}" srcOrd="0" destOrd="0" presId="urn:microsoft.com/office/officeart/2005/8/layout/radial6"/>
    <dgm:cxn modelId="{FC9790A6-C1F9-40CA-AC52-8BEC449F2426}" type="presOf" srcId="{BF14093E-38E0-40CF-8ED4-65EA070ACD8F}" destId="{5F7AD05B-3635-4887-A126-14711CE82C44}" srcOrd="0" destOrd="0" presId="urn:microsoft.com/office/officeart/2005/8/layout/radial6"/>
    <dgm:cxn modelId="{9591FCFA-A3D9-4C98-8AD7-775D8E3447E0}" type="presOf" srcId="{C297BB99-B8B3-4C55-BE06-1DB6C571FC5B}" destId="{AD8CB10D-849B-434F-A533-7BF3207DAE2D}" srcOrd="0" destOrd="0" presId="urn:microsoft.com/office/officeart/2005/8/layout/radial6"/>
    <dgm:cxn modelId="{8C885319-E617-4F0D-9FDA-36E4B590C5A4}" type="presOf" srcId="{DFE6BA77-6801-41DA-B147-7EDE7334D7D9}" destId="{EA69B4E5-ECDB-4409-B1A3-7D21A1817107}" srcOrd="0" destOrd="0" presId="urn:microsoft.com/office/officeart/2005/8/layout/radial6"/>
    <dgm:cxn modelId="{977CD81D-C7C9-4AE1-B7F6-7BA1343267F6}" type="presOf" srcId="{706706AE-86A4-4ADB-952B-45A0924D6B46}" destId="{D04B2649-EDDE-427E-9704-E6DB3B50D60F}" srcOrd="0" destOrd="0" presId="urn:microsoft.com/office/officeart/2005/8/layout/radial6"/>
    <dgm:cxn modelId="{8671EBCA-740E-491B-8BEC-ACC3FF31D835}" type="presOf" srcId="{DE938990-3F1D-470A-AF85-6A770C599493}" destId="{CB600367-0E21-4F84-8491-3779E8396DB3}" srcOrd="0" destOrd="0" presId="urn:microsoft.com/office/officeart/2005/8/layout/radial6"/>
    <dgm:cxn modelId="{309B1AA4-34C4-4C0D-88B8-632A8D4AD1FF}" type="presOf" srcId="{D14B1322-ABCE-490E-9579-11FB321AE505}" destId="{AA09D467-C128-4BE0-A8FA-B1050829A87A}" srcOrd="0" destOrd="0" presId="urn:microsoft.com/office/officeart/2005/8/layout/radial6"/>
    <dgm:cxn modelId="{B6762C4D-AA24-4BBA-845A-3C28936928FF}" type="presOf" srcId="{897E26EA-881E-4D35-8B43-C410244AFCD1}" destId="{60DF8EFE-4E46-42AB-860F-5F2D8054A857}" srcOrd="0" destOrd="0" presId="urn:microsoft.com/office/officeart/2005/8/layout/radial6"/>
    <dgm:cxn modelId="{C26CD200-8AF0-4EB7-A9EA-E633E77E6F66}" type="presOf" srcId="{2B28AE0E-5260-4F56-A1D3-77668919A326}" destId="{47B5B49D-E24D-459B-9C43-367DD5E169AB}" srcOrd="0" destOrd="0" presId="urn:microsoft.com/office/officeart/2005/8/layout/radial6"/>
    <dgm:cxn modelId="{47CDDB38-F96C-4DD6-AB01-EE1B300C5F87}" srcId="{D747A2A5-5520-413A-87E9-78AFA2AD6CDA}" destId="{D14B1322-ABCE-490E-9579-11FB321AE505}" srcOrd="1" destOrd="0" parTransId="{3569D215-85F0-4902-BB53-F92A6ABCC74F}" sibTransId="{DFE6BA77-6801-41DA-B147-7EDE7334D7D9}"/>
    <dgm:cxn modelId="{34E36AEE-EC13-47AF-A18E-2AE00583D012}" srcId="{BF8F0871-E016-407F-95F5-6E281063779D}" destId="{D747A2A5-5520-413A-87E9-78AFA2AD6CDA}" srcOrd="0" destOrd="0" parTransId="{66DB15C1-5BDA-4C9E-A879-D4A5A509D98A}" sibTransId="{3D0CFED5-7193-462D-B0CD-462849D656C0}"/>
    <dgm:cxn modelId="{2313DA96-769C-4429-861F-C481C9054426}" type="presParOf" srcId="{469F93E1-29F7-42E0-BBCD-D458CF63815F}" destId="{87F55698-8C4D-4069-8595-8078AF102572}" srcOrd="0" destOrd="0" presId="urn:microsoft.com/office/officeart/2005/8/layout/radial6"/>
    <dgm:cxn modelId="{16500EFD-9E03-4CC6-AAF9-80AE0E9FFCDB}" type="presParOf" srcId="{469F93E1-29F7-42E0-BBCD-D458CF63815F}" destId="{CFCBA42C-6833-408E-A9FF-70725DECB805}" srcOrd="1" destOrd="0" presId="urn:microsoft.com/office/officeart/2005/8/layout/radial6"/>
    <dgm:cxn modelId="{0FBD007B-2847-47A2-AEC3-5911901EC28E}" type="presParOf" srcId="{469F93E1-29F7-42E0-BBCD-D458CF63815F}" destId="{AAA35A35-315E-486E-A79A-03F1D68B9BF9}" srcOrd="2" destOrd="0" presId="urn:microsoft.com/office/officeart/2005/8/layout/radial6"/>
    <dgm:cxn modelId="{5550CF7D-2D9E-4268-920F-D62A1121019C}" type="presParOf" srcId="{469F93E1-29F7-42E0-BBCD-D458CF63815F}" destId="{5B1612A5-C390-4325-AD9A-6CEB55D0F46B}" srcOrd="3" destOrd="0" presId="urn:microsoft.com/office/officeart/2005/8/layout/radial6"/>
    <dgm:cxn modelId="{1237A88C-EE58-40E9-BC40-B1C3AEBCD2B0}" type="presParOf" srcId="{469F93E1-29F7-42E0-BBCD-D458CF63815F}" destId="{AA09D467-C128-4BE0-A8FA-B1050829A87A}" srcOrd="4" destOrd="0" presId="urn:microsoft.com/office/officeart/2005/8/layout/radial6"/>
    <dgm:cxn modelId="{0826CB16-07E5-4163-80DC-CB03FAFFC407}" type="presParOf" srcId="{469F93E1-29F7-42E0-BBCD-D458CF63815F}" destId="{A990DFC6-2091-42C0-8B55-3DABB36AB23B}" srcOrd="5" destOrd="0" presId="urn:microsoft.com/office/officeart/2005/8/layout/radial6"/>
    <dgm:cxn modelId="{15A8F0AC-5723-4C86-948F-5967B9564CEB}" type="presParOf" srcId="{469F93E1-29F7-42E0-BBCD-D458CF63815F}" destId="{EA69B4E5-ECDB-4409-B1A3-7D21A1817107}" srcOrd="6" destOrd="0" presId="urn:microsoft.com/office/officeart/2005/8/layout/radial6"/>
    <dgm:cxn modelId="{694AB577-8245-4934-8CCF-ADAD6B5E89BC}" type="presParOf" srcId="{469F93E1-29F7-42E0-BBCD-D458CF63815F}" destId="{B65C41B9-1C2E-41B1-9E71-0A7308E67537}" srcOrd="7" destOrd="0" presId="urn:microsoft.com/office/officeart/2005/8/layout/radial6"/>
    <dgm:cxn modelId="{5AA12A2E-BA94-4111-B356-86EF1E6C694B}" type="presParOf" srcId="{469F93E1-29F7-42E0-BBCD-D458CF63815F}" destId="{569D3399-BFCD-49AA-B037-BF86F999F215}" srcOrd="8" destOrd="0" presId="urn:microsoft.com/office/officeart/2005/8/layout/radial6"/>
    <dgm:cxn modelId="{93B9469C-C425-4D6E-87E9-D36C1D3090BB}" type="presParOf" srcId="{469F93E1-29F7-42E0-BBCD-D458CF63815F}" destId="{60DF8EFE-4E46-42AB-860F-5F2D8054A857}" srcOrd="9" destOrd="0" presId="urn:microsoft.com/office/officeart/2005/8/layout/radial6"/>
    <dgm:cxn modelId="{FD1F48B7-A657-43A6-A54D-F3E440C47DE1}" type="presParOf" srcId="{469F93E1-29F7-42E0-BBCD-D458CF63815F}" destId="{8D740176-2C6C-46EB-AD7F-E8E5132F24BE}" srcOrd="10" destOrd="0" presId="urn:microsoft.com/office/officeart/2005/8/layout/radial6"/>
    <dgm:cxn modelId="{3350B250-EE37-4CA9-A245-6127D1E1D5D7}" type="presParOf" srcId="{469F93E1-29F7-42E0-BBCD-D458CF63815F}" destId="{4BA3BC70-B9C9-48E3-B616-1E44EFDB9765}" srcOrd="11" destOrd="0" presId="urn:microsoft.com/office/officeart/2005/8/layout/radial6"/>
    <dgm:cxn modelId="{4ED12FA7-2060-4B92-9E61-9B224AEB8296}" type="presParOf" srcId="{469F93E1-29F7-42E0-BBCD-D458CF63815F}" destId="{AD8CB10D-849B-434F-A533-7BF3207DAE2D}" srcOrd="12" destOrd="0" presId="urn:microsoft.com/office/officeart/2005/8/layout/radial6"/>
    <dgm:cxn modelId="{21D9225F-9D8D-46DA-A6EF-157E80060798}" type="presParOf" srcId="{469F93E1-29F7-42E0-BBCD-D458CF63815F}" destId="{A09EB2CD-10E7-4E9C-AF39-06C69C22F852}" srcOrd="13" destOrd="0" presId="urn:microsoft.com/office/officeart/2005/8/layout/radial6"/>
    <dgm:cxn modelId="{6299DF39-CDF2-4C80-BB88-A044CAF6CAAA}" type="presParOf" srcId="{469F93E1-29F7-42E0-BBCD-D458CF63815F}" destId="{F41690C3-701B-47AE-8E93-288145EE88D9}" srcOrd="14" destOrd="0" presId="urn:microsoft.com/office/officeart/2005/8/layout/radial6"/>
    <dgm:cxn modelId="{FA2CC901-73D8-4F5B-A98E-FD34ADB806B3}" type="presParOf" srcId="{469F93E1-29F7-42E0-BBCD-D458CF63815F}" destId="{BED5C5B1-A805-4340-9407-A2E77D896BCB}" srcOrd="15" destOrd="0" presId="urn:microsoft.com/office/officeart/2005/8/layout/radial6"/>
    <dgm:cxn modelId="{6C276ECE-6131-4B01-B58C-5945A5C19903}" type="presParOf" srcId="{469F93E1-29F7-42E0-BBCD-D458CF63815F}" destId="{0F247F48-17BE-420D-8033-C0F91D661940}" srcOrd="16" destOrd="0" presId="urn:microsoft.com/office/officeart/2005/8/layout/radial6"/>
    <dgm:cxn modelId="{4D6F666E-947C-412E-9009-BE03B4026DDE}" type="presParOf" srcId="{469F93E1-29F7-42E0-BBCD-D458CF63815F}" destId="{6A50FD00-0DDF-413C-9358-8DA8D67DEA16}" srcOrd="17" destOrd="0" presId="urn:microsoft.com/office/officeart/2005/8/layout/radial6"/>
    <dgm:cxn modelId="{07EBD843-9375-4173-BC6E-018FF7E04476}" type="presParOf" srcId="{469F93E1-29F7-42E0-BBCD-D458CF63815F}" destId="{CB600367-0E21-4F84-8491-3779E8396DB3}" srcOrd="18" destOrd="0" presId="urn:microsoft.com/office/officeart/2005/8/layout/radial6"/>
    <dgm:cxn modelId="{D5780B98-388B-4B24-B96F-FE4DA90A6B33}" type="presParOf" srcId="{469F93E1-29F7-42E0-BBCD-D458CF63815F}" destId="{BAAB4ABD-2C01-49B4-96C7-85F6F0E24D6A}" srcOrd="19" destOrd="0" presId="urn:microsoft.com/office/officeart/2005/8/layout/radial6"/>
    <dgm:cxn modelId="{2D641790-20C2-4B86-9183-2AE378A506BD}" type="presParOf" srcId="{469F93E1-29F7-42E0-BBCD-D458CF63815F}" destId="{C2CCE06C-22B6-44CF-BF35-106ED25B2E23}" srcOrd="20" destOrd="0" presId="urn:microsoft.com/office/officeart/2005/8/layout/radial6"/>
    <dgm:cxn modelId="{70D79EBB-7F99-4E69-939F-8D93B41ABC66}" type="presParOf" srcId="{469F93E1-29F7-42E0-BBCD-D458CF63815F}" destId="{C817C9B2-7AA9-4F58-B816-71B4A1BB9CD6}" srcOrd="21" destOrd="0" presId="urn:microsoft.com/office/officeart/2005/8/layout/radial6"/>
    <dgm:cxn modelId="{54CEF2BB-6CFA-4E35-8D2A-A3C1505AE191}" type="presParOf" srcId="{469F93E1-29F7-42E0-BBCD-D458CF63815F}" destId="{065EE63E-A3EC-4C2F-BE14-2FCE6ECEB716}" srcOrd="22" destOrd="0" presId="urn:microsoft.com/office/officeart/2005/8/layout/radial6"/>
    <dgm:cxn modelId="{C7A7F374-7B9B-4EC7-8837-49A18E2A1ECD}" type="presParOf" srcId="{469F93E1-29F7-42E0-BBCD-D458CF63815F}" destId="{19F88BE5-FBA7-483B-B18D-BB9690FAF08E}" srcOrd="23" destOrd="0" presId="urn:microsoft.com/office/officeart/2005/8/layout/radial6"/>
    <dgm:cxn modelId="{14F311AE-D562-4A31-9103-2EA93B286310}" type="presParOf" srcId="{469F93E1-29F7-42E0-BBCD-D458CF63815F}" destId="{D04B2649-EDDE-427E-9704-E6DB3B50D60F}" srcOrd="24" destOrd="0" presId="urn:microsoft.com/office/officeart/2005/8/layout/radial6"/>
    <dgm:cxn modelId="{744823CB-7E63-4385-BB38-E0953DB742D1}" type="presParOf" srcId="{469F93E1-29F7-42E0-BBCD-D458CF63815F}" destId="{47B5B49D-E24D-459B-9C43-367DD5E169AB}" srcOrd="25" destOrd="0" presId="urn:microsoft.com/office/officeart/2005/8/layout/radial6"/>
    <dgm:cxn modelId="{A598B911-7EC0-4CC9-841C-36235DE63A42}" type="presParOf" srcId="{469F93E1-29F7-42E0-BBCD-D458CF63815F}" destId="{9C3AE30D-FBB3-4FB9-A594-24729052B1E3}" srcOrd="26" destOrd="0" presId="urn:microsoft.com/office/officeart/2005/8/layout/radial6"/>
    <dgm:cxn modelId="{D920BA84-27EA-481E-A685-AB26CC0442DE}" type="presParOf" srcId="{469F93E1-29F7-42E0-BBCD-D458CF63815F}" destId="{1BA9B91C-A1A5-46C0-91C3-E7C5484B36D4}" srcOrd="27" destOrd="0" presId="urn:microsoft.com/office/officeart/2005/8/layout/radial6"/>
    <dgm:cxn modelId="{B067FA3D-83EB-4C65-B5A9-ACC5CBEA4291}" type="presParOf" srcId="{469F93E1-29F7-42E0-BBCD-D458CF63815F}" destId="{16C41B00-BBF6-4DF2-85C8-B4A6D0993391}" srcOrd="28" destOrd="0" presId="urn:microsoft.com/office/officeart/2005/8/layout/radial6"/>
    <dgm:cxn modelId="{8863C8EB-262C-4543-95EC-FBC91E4DA0D1}" type="presParOf" srcId="{469F93E1-29F7-42E0-BBCD-D458CF63815F}" destId="{06759594-F735-4117-BBFF-D6657876FF4B}" srcOrd="29" destOrd="0" presId="urn:microsoft.com/office/officeart/2005/8/layout/radial6"/>
    <dgm:cxn modelId="{EC445D47-217E-4D0B-ACFB-E2A2DD694EC9}" type="presParOf" srcId="{469F93E1-29F7-42E0-BBCD-D458CF63815F}" destId="{5F7AD05B-3635-4887-A126-14711CE82C44}" srcOrd="30" destOrd="0" presId="urn:microsoft.com/office/officeart/2005/8/layout/radial6"/>
    <dgm:cxn modelId="{28EB2209-C7A2-478F-9F4B-5CA092CB7ECE}" type="presParOf" srcId="{469F93E1-29F7-42E0-BBCD-D458CF63815F}" destId="{CA2E7A47-91B3-483E-87B9-DF01DEAA2297}" srcOrd="31" destOrd="0" presId="urn:microsoft.com/office/officeart/2005/8/layout/radial6"/>
    <dgm:cxn modelId="{173C58E8-416A-40CA-9A86-9C5B7055805A}" type="presParOf" srcId="{469F93E1-29F7-42E0-BBCD-D458CF63815F}" destId="{C1AFFFB9-E483-4C2B-8510-8C435F8FACFF}" srcOrd="32" destOrd="0" presId="urn:microsoft.com/office/officeart/2005/8/layout/radial6"/>
    <dgm:cxn modelId="{C9CB928D-4A8E-497A-94C9-A4E9C983C1B7}" type="presParOf" srcId="{469F93E1-29F7-42E0-BBCD-D458CF63815F}" destId="{205C2E19-5DA3-468E-9868-B301208AFA85}" srcOrd="33"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F2B9FE-1EB8-4B2F-9631-4242A4E008F5}">
      <dsp:nvSpPr>
        <dsp:cNvPr id="0" name=""/>
        <dsp:cNvSpPr/>
      </dsp:nvSpPr>
      <dsp:spPr>
        <a:xfrm>
          <a:off x="0" y="1587"/>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AC3824E9-757A-4B6E-9C75-07BC2E05EC16}">
      <dsp:nvSpPr>
        <dsp:cNvPr id="0" name=""/>
        <dsp:cNvSpPr/>
      </dsp:nvSpPr>
      <dsp:spPr>
        <a:xfrm>
          <a:off x="0" y="1587"/>
          <a:ext cx="8224505"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i="0" kern="1200" dirty="0" smtClean="0"/>
            <a:t>Context setting</a:t>
          </a:r>
          <a:endParaRPr lang="en-US" sz="1400" b="0" i="0" kern="1200" dirty="0"/>
        </a:p>
      </dsp:txBody>
      <dsp:txXfrm>
        <a:off x="0" y="1587"/>
        <a:ext cx="8224505" cy="541337"/>
      </dsp:txXfrm>
    </dsp:sp>
    <dsp:sp modelId="{F3E49F96-5EFF-48C0-9AE2-ED24B19CC2AB}">
      <dsp:nvSpPr>
        <dsp:cNvPr id="0" name=""/>
        <dsp:cNvSpPr/>
      </dsp:nvSpPr>
      <dsp:spPr>
        <a:xfrm>
          <a:off x="0" y="542924"/>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36CABD2A-C115-4AE3-AAA0-DF8B7D7A6BEA}">
      <dsp:nvSpPr>
        <dsp:cNvPr id="0" name=""/>
        <dsp:cNvSpPr/>
      </dsp:nvSpPr>
      <dsp:spPr>
        <a:xfrm>
          <a:off x="0" y="542925"/>
          <a:ext cx="8224505"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kern="1200" dirty="0" smtClean="0"/>
            <a:t>Definition</a:t>
          </a:r>
          <a:endParaRPr lang="en-US" sz="1400" b="1" i="1" kern="1200" dirty="0"/>
        </a:p>
      </dsp:txBody>
      <dsp:txXfrm>
        <a:off x="0" y="542925"/>
        <a:ext cx="8224505" cy="541337"/>
      </dsp:txXfrm>
    </dsp:sp>
    <dsp:sp modelId="{7B009A28-EA29-433F-B63A-769F5155D7F4}">
      <dsp:nvSpPr>
        <dsp:cNvPr id="0" name=""/>
        <dsp:cNvSpPr/>
      </dsp:nvSpPr>
      <dsp:spPr>
        <a:xfrm>
          <a:off x="0" y="1084262"/>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18F03672-F799-4722-8A27-B2F95526CD6E}">
      <dsp:nvSpPr>
        <dsp:cNvPr id="0" name=""/>
        <dsp:cNvSpPr/>
      </dsp:nvSpPr>
      <dsp:spPr>
        <a:xfrm>
          <a:off x="0" y="1084262"/>
          <a:ext cx="8224505"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i="0" kern="1200" dirty="0" smtClean="0"/>
            <a:t>Mega projects</a:t>
          </a:r>
          <a:endParaRPr lang="en-US" sz="1400" b="0" i="0" kern="1200" dirty="0"/>
        </a:p>
      </dsp:txBody>
      <dsp:txXfrm>
        <a:off x="0" y="1084262"/>
        <a:ext cx="8224505" cy="541337"/>
      </dsp:txXfrm>
    </dsp:sp>
    <dsp:sp modelId="{835DAD03-4B41-4B70-AA09-C857D4E10A9B}">
      <dsp:nvSpPr>
        <dsp:cNvPr id="0" name=""/>
        <dsp:cNvSpPr/>
      </dsp:nvSpPr>
      <dsp:spPr>
        <a:xfrm>
          <a:off x="0" y="1625600"/>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D95A06D1-814C-4690-B7C8-81EC43307797}">
      <dsp:nvSpPr>
        <dsp:cNvPr id="0" name=""/>
        <dsp:cNvSpPr/>
      </dsp:nvSpPr>
      <dsp:spPr>
        <a:xfrm>
          <a:off x="0" y="1625600"/>
          <a:ext cx="8224505"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kern="1200" dirty="0" smtClean="0"/>
            <a:t>Project management skills</a:t>
          </a:r>
          <a:endParaRPr lang="en-US" sz="1400" b="0" i="0" kern="1200" dirty="0"/>
        </a:p>
      </dsp:txBody>
      <dsp:txXfrm>
        <a:off x="0" y="1625600"/>
        <a:ext cx="8224505" cy="541337"/>
      </dsp:txXfrm>
    </dsp:sp>
    <dsp:sp modelId="{A13298DF-10FB-4DED-A8F9-3EA7FF73D619}">
      <dsp:nvSpPr>
        <dsp:cNvPr id="0" name=""/>
        <dsp:cNvSpPr/>
      </dsp:nvSpPr>
      <dsp:spPr>
        <a:xfrm>
          <a:off x="0" y="2166937"/>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56ACDE28-7491-4EE9-82E4-05B5B200716D}">
      <dsp:nvSpPr>
        <dsp:cNvPr id="0" name=""/>
        <dsp:cNvSpPr/>
      </dsp:nvSpPr>
      <dsp:spPr>
        <a:xfrm>
          <a:off x="0" y="2166937"/>
          <a:ext cx="8229600"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i="0" kern="1200" dirty="0" smtClean="0"/>
            <a:t>Project Life Cycle</a:t>
          </a:r>
          <a:endParaRPr lang="en-US" sz="1400" b="0" i="0" kern="1200" dirty="0"/>
        </a:p>
      </dsp:txBody>
      <dsp:txXfrm>
        <a:off x="0" y="2166937"/>
        <a:ext cx="8229600" cy="541337"/>
      </dsp:txXfrm>
    </dsp:sp>
    <dsp:sp modelId="{848C2EB6-A366-4C6C-A4B7-CFADD50AF1CE}">
      <dsp:nvSpPr>
        <dsp:cNvPr id="0" name=""/>
        <dsp:cNvSpPr/>
      </dsp:nvSpPr>
      <dsp:spPr>
        <a:xfrm>
          <a:off x="0" y="2708275"/>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F872B7AB-1CC2-46DC-A4AA-E174A1CC0490}">
      <dsp:nvSpPr>
        <dsp:cNvPr id="0" name=""/>
        <dsp:cNvSpPr/>
      </dsp:nvSpPr>
      <dsp:spPr>
        <a:xfrm>
          <a:off x="0" y="2708275"/>
          <a:ext cx="8229600"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i="0" kern="1200" dirty="0" smtClean="0"/>
            <a:t>Project management phases</a:t>
          </a:r>
          <a:endParaRPr lang="en-US" sz="1400" b="0" i="0" kern="1200" dirty="0"/>
        </a:p>
      </dsp:txBody>
      <dsp:txXfrm>
        <a:off x="0" y="2708275"/>
        <a:ext cx="8229600" cy="5413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10612D-5821-4FC7-A608-C6F447B71C98}">
      <dsp:nvSpPr>
        <dsp:cNvPr id="0" name=""/>
        <dsp:cNvSpPr/>
      </dsp:nvSpPr>
      <dsp:spPr>
        <a:xfrm>
          <a:off x="1862"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Initiation</a:t>
          </a:r>
          <a:endParaRPr lang="en-US" sz="1400" kern="1200" dirty="0"/>
        </a:p>
      </dsp:txBody>
      <dsp:txXfrm>
        <a:off x="333418" y="25263"/>
        <a:ext cx="994670" cy="663112"/>
      </dsp:txXfrm>
    </dsp:sp>
    <dsp:sp modelId="{0A6B5D05-F316-499E-8FB8-A15EDE933E1D}">
      <dsp:nvSpPr>
        <dsp:cNvPr id="0" name=""/>
        <dsp:cNvSpPr/>
      </dsp:nvSpPr>
      <dsp:spPr>
        <a:xfrm>
          <a:off x="1493866"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Planning</a:t>
          </a:r>
          <a:endParaRPr lang="en-US" sz="1400" kern="1200" dirty="0"/>
        </a:p>
      </dsp:txBody>
      <dsp:txXfrm>
        <a:off x="1825422" y="25263"/>
        <a:ext cx="994670" cy="663112"/>
      </dsp:txXfrm>
    </dsp:sp>
    <dsp:sp modelId="{3B49EF67-CE2E-443F-8196-4FC2C7EC956D}">
      <dsp:nvSpPr>
        <dsp:cNvPr id="0" name=""/>
        <dsp:cNvSpPr/>
      </dsp:nvSpPr>
      <dsp:spPr>
        <a:xfrm>
          <a:off x="2985870"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Executing</a:t>
          </a:r>
          <a:endParaRPr lang="en-US" sz="1400" kern="1200" dirty="0"/>
        </a:p>
      </dsp:txBody>
      <dsp:txXfrm>
        <a:off x="3317426" y="25263"/>
        <a:ext cx="994670" cy="663112"/>
      </dsp:txXfrm>
    </dsp:sp>
    <dsp:sp modelId="{A81A21C5-66F7-4C3C-94B5-3780F3653DF1}">
      <dsp:nvSpPr>
        <dsp:cNvPr id="0" name=""/>
        <dsp:cNvSpPr/>
      </dsp:nvSpPr>
      <dsp:spPr>
        <a:xfrm>
          <a:off x="4477874"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Monitoring &amp; Control</a:t>
          </a:r>
          <a:endParaRPr lang="en-US" sz="1400" kern="1200" dirty="0"/>
        </a:p>
      </dsp:txBody>
      <dsp:txXfrm>
        <a:off x="4809430" y="25263"/>
        <a:ext cx="994670" cy="663112"/>
      </dsp:txXfrm>
    </dsp:sp>
    <dsp:sp modelId="{EFB1396C-5B5F-408D-9D03-003B000C03A9}">
      <dsp:nvSpPr>
        <dsp:cNvPr id="0" name=""/>
        <dsp:cNvSpPr/>
      </dsp:nvSpPr>
      <dsp:spPr>
        <a:xfrm>
          <a:off x="5969879"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Closing</a:t>
          </a:r>
          <a:endParaRPr lang="en-US" sz="1400" kern="1200" dirty="0"/>
        </a:p>
      </dsp:txBody>
      <dsp:txXfrm>
        <a:off x="6301435" y="25263"/>
        <a:ext cx="994670" cy="6631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5C2E19-5DA3-468E-9868-B301208AFA85}">
      <dsp:nvSpPr>
        <dsp:cNvPr id="0" name=""/>
        <dsp:cNvSpPr/>
      </dsp:nvSpPr>
      <dsp:spPr>
        <a:xfrm>
          <a:off x="2218832" y="228853"/>
          <a:ext cx="2801334" cy="2801334"/>
        </a:xfrm>
        <a:prstGeom prst="blockArc">
          <a:avLst>
            <a:gd name="adj1" fmla="val 14236364"/>
            <a:gd name="adj2" fmla="val 16200000"/>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F7AD05B-3635-4887-A126-14711CE82C44}">
      <dsp:nvSpPr>
        <dsp:cNvPr id="0" name=""/>
        <dsp:cNvSpPr/>
      </dsp:nvSpPr>
      <dsp:spPr>
        <a:xfrm>
          <a:off x="2218832" y="228853"/>
          <a:ext cx="2801334" cy="2801334"/>
        </a:xfrm>
        <a:prstGeom prst="blockArc">
          <a:avLst>
            <a:gd name="adj1" fmla="val 12272727"/>
            <a:gd name="adj2" fmla="val 14236364"/>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BA9B91C-A1A5-46C0-91C3-E7C5484B36D4}">
      <dsp:nvSpPr>
        <dsp:cNvPr id="0" name=""/>
        <dsp:cNvSpPr/>
      </dsp:nvSpPr>
      <dsp:spPr>
        <a:xfrm>
          <a:off x="2218832" y="228853"/>
          <a:ext cx="2801334" cy="2801334"/>
        </a:xfrm>
        <a:prstGeom prst="blockArc">
          <a:avLst>
            <a:gd name="adj1" fmla="val 10309091"/>
            <a:gd name="adj2" fmla="val 12272727"/>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4B2649-EDDE-427E-9704-E6DB3B50D60F}">
      <dsp:nvSpPr>
        <dsp:cNvPr id="0" name=""/>
        <dsp:cNvSpPr/>
      </dsp:nvSpPr>
      <dsp:spPr>
        <a:xfrm>
          <a:off x="2218832" y="228853"/>
          <a:ext cx="2801334" cy="2801334"/>
        </a:xfrm>
        <a:prstGeom prst="blockArc">
          <a:avLst>
            <a:gd name="adj1" fmla="val 8345455"/>
            <a:gd name="adj2" fmla="val 10309091"/>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817C9B2-7AA9-4F58-B816-71B4A1BB9CD6}">
      <dsp:nvSpPr>
        <dsp:cNvPr id="0" name=""/>
        <dsp:cNvSpPr/>
      </dsp:nvSpPr>
      <dsp:spPr>
        <a:xfrm>
          <a:off x="2218832" y="228853"/>
          <a:ext cx="2801334" cy="2801334"/>
        </a:xfrm>
        <a:prstGeom prst="blockArc">
          <a:avLst>
            <a:gd name="adj1" fmla="val 6381818"/>
            <a:gd name="adj2" fmla="val 8345455"/>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B600367-0E21-4F84-8491-3779E8396DB3}">
      <dsp:nvSpPr>
        <dsp:cNvPr id="0" name=""/>
        <dsp:cNvSpPr/>
      </dsp:nvSpPr>
      <dsp:spPr>
        <a:xfrm>
          <a:off x="2218832" y="228853"/>
          <a:ext cx="2801334" cy="2801334"/>
        </a:xfrm>
        <a:prstGeom prst="blockArc">
          <a:avLst>
            <a:gd name="adj1" fmla="val 4418182"/>
            <a:gd name="adj2" fmla="val 6381818"/>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ED5C5B1-A805-4340-9407-A2E77D896BCB}">
      <dsp:nvSpPr>
        <dsp:cNvPr id="0" name=""/>
        <dsp:cNvSpPr/>
      </dsp:nvSpPr>
      <dsp:spPr>
        <a:xfrm>
          <a:off x="2218832" y="228853"/>
          <a:ext cx="2801334" cy="2801334"/>
        </a:xfrm>
        <a:prstGeom prst="blockArc">
          <a:avLst>
            <a:gd name="adj1" fmla="val 2454545"/>
            <a:gd name="adj2" fmla="val 4418182"/>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D8CB10D-849B-434F-A533-7BF3207DAE2D}">
      <dsp:nvSpPr>
        <dsp:cNvPr id="0" name=""/>
        <dsp:cNvSpPr/>
      </dsp:nvSpPr>
      <dsp:spPr>
        <a:xfrm>
          <a:off x="2218832" y="228853"/>
          <a:ext cx="2801334" cy="2801334"/>
        </a:xfrm>
        <a:prstGeom prst="blockArc">
          <a:avLst>
            <a:gd name="adj1" fmla="val 490909"/>
            <a:gd name="adj2" fmla="val 2454545"/>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0DF8EFE-4E46-42AB-860F-5F2D8054A857}">
      <dsp:nvSpPr>
        <dsp:cNvPr id="0" name=""/>
        <dsp:cNvSpPr/>
      </dsp:nvSpPr>
      <dsp:spPr>
        <a:xfrm>
          <a:off x="2218832" y="228853"/>
          <a:ext cx="2801334" cy="2801334"/>
        </a:xfrm>
        <a:prstGeom prst="blockArc">
          <a:avLst>
            <a:gd name="adj1" fmla="val 20127273"/>
            <a:gd name="adj2" fmla="val 490909"/>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A69B4E5-ECDB-4409-B1A3-7D21A1817107}">
      <dsp:nvSpPr>
        <dsp:cNvPr id="0" name=""/>
        <dsp:cNvSpPr/>
      </dsp:nvSpPr>
      <dsp:spPr>
        <a:xfrm>
          <a:off x="2218832" y="228853"/>
          <a:ext cx="2801334" cy="2801334"/>
        </a:xfrm>
        <a:prstGeom prst="blockArc">
          <a:avLst>
            <a:gd name="adj1" fmla="val 18163636"/>
            <a:gd name="adj2" fmla="val 20127273"/>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B1612A5-C390-4325-AD9A-6CEB55D0F46B}">
      <dsp:nvSpPr>
        <dsp:cNvPr id="0" name=""/>
        <dsp:cNvSpPr/>
      </dsp:nvSpPr>
      <dsp:spPr>
        <a:xfrm>
          <a:off x="2218832" y="228853"/>
          <a:ext cx="2801334" cy="2801334"/>
        </a:xfrm>
        <a:prstGeom prst="blockArc">
          <a:avLst>
            <a:gd name="adj1" fmla="val 16200000"/>
            <a:gd name="adj2" fmla="val 18163636"/>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7F55698-8C4D-4069-8595-8078AF102572}">
      <dsp:nvSpPr>
        <dsp:cNvPr id="0" name=""/>
        <dsp:cNvSpPr/>
      </dsp:nvSpPr>
      <dsp:spPr>
        <a:xfrm>
          <a:off x="3047999" y="1122823"/>
          <a:ext cx="1143001" cy="101339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smtClean="0"/>
            <a:t>Project Management Plan</a:t>
          </a:r>
          <a:endParaRPr lang="en-US" sz="1000" kern="1200" dirty="0"/>
        </a:p>
      </dsp:txBody>
      <dsp:txXfrm>
        <a:off x="3215388" y="1271231"/>
        <a:ext cx="808223" cy="716576"/>
      </dsp:txXfrm>
    </dsp:sp>
    <dsp:sp modelId="{CFCBA42C-6833-408E-A9FF-70725DECB805}">
      <dsp:nvSpPr>
        <dsp:cNvPr id="0" name=""/>
        <dsp:cNvSpPr/>
      </dsp:nvSpPr>
      <dsp:spPr>
        <a:xfrm>
          <a:off x="3132855" y="-76200"/>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Procurement</a:t>
          </a:r>
          <a:endParaRPr lang="en-US" sz="900" kern="1200" dirty="0"/>
        </a:p>
      </dsp:txBody>
      <dsp:txXfrm>
        <a:off x="3275390" y="18301"/>
        <a:ext cx="688219" cy="456288"/>
      </dsp:txXfrm>
    </dsp:sp>
    <dsp:sp modelId="{AA09D467-C128-4BE0-A8FA-B1050829A87A}">
      <dsp:nvSpPr>
        <dsp:cNvPr id="0" name=""/>
        <dsp:cNvSpPr/>
      </dsp:nvSpPr>
      <dsp:spPr>
        <a:xfrm>
          <a:off x="3880602" y="143357"/>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Change</a:t>
          </a:r>
          <a:endParaRPr lang="en-US" sz="900" kern="1200" dirty="0"/>
        </a:p>
      </dsp:txBody>
      <dsp:txXfrm>
        <a:off x="4023137" y="237858"/>
        <a:ext cx="688219" cy="456288"/>
      </dsp:txXfrm>
    </dsp:sp>
    <dsp:sp modelId="{B65C41B9-1C2E-41B1-9E71-0A7308E67537}">
      <dsp:nvSpPr>
        <dsp:cNvPr id="0" name=""/>
        <dsp:cNvSpPr/>
      </dsp:nvSpPr>
      <dsp:spPr>
        <a:xfrm>
          <a:off x="4390944" y="732324"/>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Scope</a:t>
          </a:r>
          <a:endParaRPr lang="en-US" sz="900" kern="1200" dirty="0"/>
        </a:p>
      </dsp:txBody>
      <dsp:txXfrm>
        <a:off x="4533479" y="826825"/>
        <a:ext cx="688219" cy="456288"/>
      </dsp:txXfrm>
    </dsp:sp>
    <dsp:sp modelId="{8D740176-2C6C-46EB-AD7F-E8E5132F24BE}">
      <dsp:nvSpPr>
        <dsp:cNvPr id="0" name=""/>
        <dsp:cNvSpPr/>
      </dsp:nvSpPr>
      <dsp:spPr>
        <a:xfrm>
          <a:off x="4501852" y="1503706"/>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Cost</a:t>
          </a:r>
          <a:endParaRPr lang="en-US" sz="900" kern="1200" dirty="0"/>
        </a:p>
      </dsp:txBody>
      <dsp:txXfrm>
        <a:off x="4644387" y="1598207"/>
        <a:ext cx="688219" cy="456288"/>
      </dsp:txXfrm>
    </dsp:sp>
    <dsp:sp modelId="{A09EB2CD-10E7-4E9C-AF39-06C69C22F852}">
      <dsp:nvSpPr>
        <dsp:cNvPr id="0" name=""/>
        <dsp:cNvSpPr/>
      </dsp:nvSpPr>
      <dsp:spPr>
        <a:xfrm>
          <a:off x="4178113" y="2212596"/>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Process Improvement</a:t>
          </a:r>
          <a:endParaRPr lang="en-US" sz="900" kern="1200" dirty="0"/>
        </a:p>
      </dsp:txBody>
      <dsp:txXfrm>
        <a:off x="4320648" y="2307097"/>
        <a:ext cx="688219" cy="456288"/>
      </dsp:txXfrm>
    </dsp:sp>
    <dsp:sp modelId="{0F247F48-17BE-420D-8033-C0F91D661940}">
      <dsp:nvSpPr>
        <dsp:cNvPr id="0" name=""/>
        <dsp:cNvSpPr/>
      </dsp:nvSpPr>
      <dsp:spPr>
        <a:xfrm>
          <a:off x="3522512" y="2633925"/>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Risk</a:t>
          </a:r>
          <a:endParaRPr lang="en-US" sz="900" kern="1200" dirty="0"/>
        </a:p>
      </dsp:txBody>
      <dsp:txXfrm>
        <a:off x="3665047" y="2728426"/>
        <a:ext cx="688219" cy="456288"/>
      </dsp:txXfrm>
    </dsp:sp>
    <dsp:sp modelId="{BAAB4ABD-2C01-49B4-96C7-85F6F0E24D6A}">
      <dsp:nvSpPr>
        <dsp:cNvPr id="0" name=""/>
        <dsp:cNvSpPr/>
      </dsp:nvSpPr>
      <dsp:spPr>
        <a:xfrm>
          <a:off x="2743197" y="2633925"/>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Stakeholder</a:t>
          </a:r>
          <a:endParaRPr lang="en-US" sz="900" kern="1200" dirty="0"/>
        </a:p>
      </dsp:txBody>
      <dsp:txXfrm>
        <a:off x="2885732" y="2728426"/>
        <a:ext cx="688219" cy="456288"/>
      </dsp:txXfrm>
    </dsp:sp>
    <dsp:sp modelId="{065EE63E-A3EC-4C2F-BE14-2FCE6ECEB716}">
      <dsp:nvSpPr>
        <dsp:cNvPr id="0" name=""/>
        <dsp:cNvSpPr/>
      </dsp:nvSpPr>
      <dsp:spPr>
        <a:xfrm>
          <a:off x="2087596" y="2212596"/>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Configuration</a:t>
          </a:r>
          <a:endParaRPr lang="en-US" sz="900" kern="1200" dirty="0"/>
        </a:p>
      </dsp:txBody>
      <dsp:txXfrm>
        <a:off x="2230131" y="2307097"/>
        <a:ext cx="688219" cy="456288"/>
      </dsp:txXfrm>
    </dsp:sp>
    <dsp:sp modelId="{47B5B49D-E24D-459B-9C43-367DD5E169AB}">
      <dsp:nvSpPr>
        <dsp:cNvPr id="0" name=""/>
        <dsp:cNvSpPr/>
      </dsp:nvSpPr>
      <dsp:spPr>
        <a:xfrm>
          <a:off x="1763857" y="1503706"/>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Schedule</a:t>
          </a:r>
          <a:endParaRPr lang="en-US" sz="900" kern="1200" dirty="0"/>
        </a:p>
      </dsp:txBody>
      <dsp:txXfrm>
        <a:off x="1906392" y="1598207"/>
        <a:ext cx="688219" cy="456288"/>
      </dsp:txXfrm>
    </dsp:sp>
    <dsp:sp modelId="{16C41B00-BBF6-4DF2-85C8-B4A6D0993391}">
      <dsp:nvSpPr>
        <dsp:cNvPr id="0" name=""/>
        <dsp:cNvSpPr/>
      </dsp:nvSpPr>
      <dsp:spPr>
        <a:xfrm>
          <a:off x="1874765" y="732324"/>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Quality</a:t>
          </a:r>
          <a:endParaRPr lang="en-US" sz="900" kern="1200" dirty="0"/>
        </a:p>
      </dsp:txBody>
      <dsp:txXfrm>
        <a:off x="2017300" y="826825"/>
        <a:ext cx="688219" cy="456288"/>
      </dsp:txXfrm>
    </dsp:sp>
    <dsp:sp modelId="{CA2E7A47-91B3-483E-87B9-DF01DEAA2297}">
      <dsp:nvSpPr>
        <dsp:cNvPr id="0" name=""/>
        <dsp:cNvSpPr/>
      </dsp:nvSpPr>
      <dsp:spPr>
        <a:xfrm>
          <a:off x="2385108" y="143357"/>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Communication</a:t>
          </a:r>
          <a:endParaRPr lang="en-US" sz="800" kern="1200" dirty="0"/>
        </a:p>
      </dsp:txBody>
      <dsp:txXfrm>
        <a:off x="2527643" y="237858"/>
        <a:ext cx="688219" cy="45628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180F47-42C4-4652-BFDB-5EB90A46E75B}" type="datetimeFigureOut">
              <a:rPr lang="en-US" smtClean="0"/>
              <a:pPr/>
              <a:t>1/25/2018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C7292C5-63CD-44DE-9AB1-B99F75891613}" type="slidenum">
              <a:rPr lang="en-US" smtClean="0"/>
              <a:pPr/>
              <a:t>‹#›</a:t>
            </a:fld>
            <a:endParaRPr lang="en-US" dirty="0"/>
          </a:p>
        </p:txBody>
      </p:sp>
    </p:spTree>
    <p:extLst>
      <p:ext uri="{BB962C8B-B14F-4D97-AF65-F5344CB8AC3E}">
        <p14:creationId xmlns:p14="http://schemas.microsoft.com/office/powerpoint/2010/main" val="813691209"/>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72A5F8-2115-49A6-B3E8-A26A0886D33D}" type="datetimeFigureOut">
              <a:rPr lang="en-US" smtClean="0"/>
              <a:pPr/>
              <a:t>1/25/2018</a:t>
            </a:fld>
            <a:endParaRPr lang="en-US" dirty="0"/>
          </a:p>
        </p:txBody>
      </p:sp>
      <p:sp>
        <p:nvSpPr>
          <p:cNvPr id="4" name="Slide Image Placeholder 3"/>
          <p:cNvSpPr>
            <a:spLocks noGrp="1" noRot="1" noChangeAspect="1"/>
          </p:cNvSpPr>
          <p:nvPr>
            <p:ph type="sldImg" idx="2"/>
          </p:nvPr>
        </p:nvSpPr>
        <p:spPr>
          <a:xfrm>
            <a:off x="0" y="685800"/>
            <a:ext cx="6858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02433F-D493-4110-9EF4-411864BA75CB}" type="slidenum">
              <a:rPr lang="en-US" smtClean="0"/>
              <a:pPr/>
              <a:t>‹#›</a:t>
            </a:fld>
            <a:endParaRPr lang="en-US" dirty="0"/>
          </a:p>
        </p:txBody>
      </p:sp>
    </p:spTree>
    <p:extLst>
      <p:ext uri="{BB962C8B-B14F-4D97-AF65-F5344CB8AC3E}">
        <p14:creationId xmlns:p14="http://schemas.microsoft.com/office/powerpoint/2010/main" val="2007633302"/>
      </p:ext>
    </p:extLst>
  </p:cSld>
  <p:clrMap bg1="lt1" tx1="dk1" bg2="lt2" tx2="dk2" accent1="accent1" accent2="accent2" accent3="accent3" accent4="accent4" accent5="accent5" accent6="accent6" hlink="hlink" folHlink="folHlink"/>
  <p:hf dt="0"/>
  <p:notesStyle>
    <a:lvl1pPr marL="0" algn="l" defTabSz="914152" rtl="0" eaLnBrk="1" latinLnBrk="0" hangingPunct="1">
      <a:defRPr sz="1200" kern="1200">
        <a:solidFill>
          <a:schemeClr val="tx1"/>
        </a:solidFill>
        <a:latin typeface="+mn-lt"/>
        <a:ea typeface="+mn-ea"/>
        <a:cs typeface="+mn-cs"/>
      </a:defRPr>
    </a:lvl1pPr>
    <a:lvl2pPr marL="457076" algn="l" defTabSz="914152" rtl="0" eaLnBrk="1" latinLnBrk="0" hangingPunct="1">
      <a:defRPr sz="1200" kern="1200">
        <a:solidFill>
          <a:schemeClr val="tx1"/>
        </a:solidFill>
        <a:latin typeface="+mn-lt"/>
        <a:ea typeface="+mn-ea"/>
        <a:cs typeface="+mn-cs"/>
      </a:defRPr>
    </a:lvl2pPr>
    <a:lvl3pPr marL="914152" algn="l" defTabSz="914152" rtl="0" eaLnBrk="1" latinLnBrk="0" hangingPunct="1">
      <a:defRPr sz="1200" kern="1200">
        <a:solidFill>
          <a:schemeClr val="tx1"/>
        </a:solidFill>
        <a:latin typeface="+mn-lt"/>
        <a:ea typeface="+mn-ea"/>
        <a:cs typeface="+mn-cs"/>
      </a:defRPr>
    </a:lvl3pPr>
    <a:lvl4pPr marL="1371228" algn="l" defTabSz="914152" rtl="0" eaLnBrk="1" latinLnBrk="0" hangingPunct="1">
      <a:defRPr sz="1200" kern="1200">
        <a:solidFill>
          <a:schemeClr val="tx1"/>
        </a:solidFill>
        <a:latin typeface="+mn-lt"/>
        <a:ea typeface="+mn-ea"/>
        <a:cs typeface="+mn-cs"/>
      </a:defRPr>
    </a:lvl4pPr>
    <a:lvl5pPr marL="1828304" algn="l" defTabSz="914152" rtl="0" eaLnBrk="1" latinLnBrk="0" hangingPunct="1">
      <a:defRPr sz="1200" kern="1200">
        <a:solidFill>
          <a:schemeClr val="tx1"/>
        </a:solidFill>
        <a:latin typeface="+mn-lt"/>
        <a:ea typeface="+mn-ea"/>
        <a:cs typeface="+mn-cs"/>
      </a:defRPr>
    </a:lvl5pPr>
    <a:lvl6pPr marL="2285380" algn="l" defTabSz="914152" rtl="0" eaLnBrk="1" latinLnBrk="0" hangingPunct="1">
      <a:defRPr sz="1200" kern="1200">
        <a:solidFill>
          <a:schemeClr val="tx1"/>
        </a:solidFill>
        <a:latin typeface="+mn-lt"/>
        <a:ea typeface="+mn-ea"/>
        <a:cs typeface="+mn-cs"/>
      </a:defRPr>
    </a:lvl6pPr>
    <a:lvl7pPr marL="2742456" algn="l" defTabSz="914152" rtl="0" eaLnBrk="1" latinLnBrk="0" hangingPunct="1">
      <a:defRPr sz="1200" kern="1200">
        <a:solidFill>
          <a:schemeClr val="tx1"/>
        </a:solidFill>
        <a:latin typeface="+mn-lt"/>
        <a:ea typeface="+mn-ea"/>
        <a:cs typeface="+mn-cs"/>
      </a:defRPr>
    </a:lvl7pPr>
    <a:lvl8pPr marL="3199531" algn="l" defTabSz="914152" rtl="0" eaLnBrk="1" latinLnBrk="0" hangingPunct="1">
      <a:defRPr sz="1200" kern="1200">
        <a:solidFill>
          <a:schemeClr val="tx1"/>
        </a:solidFill>
        <a:latin typeface="+mn-lt"/>
        <a:ea typeface="+mn-ea"/>
        <a:cs typeface="+mn-cs"/>
      </a:defRPr>
    </a:lvl8pPr>
    <a:lvl9pPr marL="3656608" algn="l" defTabSz="914152"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3.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0156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 y="50800"/>
            <a:ext cx="8961120" cy="330200"/>
          </a:xfrm>
        </p:spPr>
        <p:txBody>
          <a:bodyPr>
            <a:noAutofit/>
          </a:bodyPr>
          <a:lstStyle>
            <a:lvl1pPr algn="l">
              <a:defRPr sz="2400">
                <a:solidFill>
                  <a:schemeClr val="tx1"/>
                </a:solidFill>
                <a:latin typeface="+mn-lt"/>
              </a:defRPr>
            </a:lvl1pPr>
          </a:lstStyle>
          <a:p>
            <a:r>
              <a:rPr lang="en-US" dirty="0" smtClean="0"/>
              <a:t>CLICK TO EDIT MASTER TITLE STYLE</a:t>
            </a:r>
            <a:endParaRPr lang="en-US" dirty="0"/>
          </a:p>
        </p:txBody>
      </p:sp>
      <p:cxnSp>
        <p:nvCxnSpPr>
          <p:cNvPr id="4" name="Straight Connector 3"/>
          <p:cNvCxnSpPr/>
          <p:nvPr userDrawn="1"/>
        </p:nvCxnSpPr>
        <p:spPr>
          <a:xfrm>
            <a:off x="91440" y="381000"/>
            <a:ext cx="8961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6926" y="4267200"/>
            <a:ext cx="1745674" cy="307777"/>
          </a:xfrm>
          <a:prstGeom prst="rect">
            <a:avLst/>
          </a:prstGeom>
        </p:spPr>
        <p:txBody>
          <a:bodyPr wrap="square">
            <a:spAutoFit/>
          </a:bodyPr>
          <a:lstStyle/>
          <a:p>
            <a:r>
              <a:rPr lang="en-US" sz="700" b="1" dirty="0" smtClean="0">
                <a:solidFill>
                  <a:schemeClr val="bg1"/>
                </a:solidFill>
              </a:rPr>
              <a:t>HCL Experience in </a:t>
            </a:r>
          </a:p>
          <a:p>
            <a:r>
              <a:rPr lang="en-US" sz="700" b="1" dirty="0" smtClean="0">
                <a:solidFill>
                  <a:schemeClr val="bg1"/>
                </a:solidFill>
              </a:rPr>
              <a:t>Primary Focus Area of Airtel</a:t>
            </a:r>
          </a:p>
        </p:txBody>
      </p:sp>
      <p:sp>
        <p:nvSpPr>
          <p:cNvPr id="8" name="Rectangle 7"/>
          <p:cNvSpPr/>
          <p:nvPr userDrawn="1"/>
        </p:nvSpPr>
        <p:spPr>
          <a:xfrm>
            <a:off x="0" y="4343400"/>
            <a:ext cx="9144000" cy="2286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4"/>
          <p:cNvSpPr>
            <a:spLocks noGrp="1"/>
          </p:cNvSpPr>
          <p:nvPr>
            <p:ph type="ftr" sz="quarter" idx="11"/>
          </p:nvPr>
        </p:nvSpPr>
        <p:spPr>
          <a:xfrm>
            <a:off x="3962400" y="4340422"/>
            <a:ext cx="1219200" cy="231577"/>
          </a:xfrm>
        </p:spPr>
        <p:txBody>
          <a:bodyPr/>
          <a:lstStyle>
            <a:lvl1pPr>
              <a:defRPr sz="900" b="1">
                <a:solidFill>
                  <a:schemeClr val="bg1"/>
                </a:solidFill>
              </a:defRPr>
            </a:lvl1pPr>
          </a:lstStyle>
          <a:p>
            <a:fld id="{0B491FB4-905F-488C-AD01-09867DFAF172}" type="slidenum">
              <a:rPr lang="en-US" smtClean="0"/>
              <a:pPr/>
              <a:t>‹#›</a:t>
            </a:fld>
            <a:endParaRPr lang="en-US" dirty="0"/>
          </a:p>
        </p:txBody>
      </p:sp>
    </p:spTree>
    <p:extLst>
      <p:ext uri="{BB962C8B-B14F-4D97-AF65-F5344CB8AC3E}">
        <p14:creationId xmlns:p14="http://schemas.microsoft.com/office/powerpoint/2010/main" val="238479121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 y="50800"/>
            <a:ext cx="8961120" cy="330200"/>
          </a:xfrm>
        </p:spPr>
        <p:txBody>
          <a:bodyPr>
            <a:noAutofit/>
          </a:bodyPr>
          <a:lstStyle>
            <a:lvl1pPr algn="l">
              <a:defRPr sz="2400">
                <a:solidFill>
                  <a:schemeClr val="tx1"/>
                </a:solidFill>
                <a:latin typeface="+mn-lt"/>
              </a:defRPr>
            </a:lvl1pPr>
          </a:lstStyle>
          <a:p>
            <a:r>
              <a:rPr lang="en-US" dirty="0" smtClean="0"/>
              <a:t>CLICK TO EDIT MASTER TITLE STYLE</a:t>
            </a:r>
            <a:endParaRPr lang="en-US" dirty="0"/>
          </a:p>
        </p:txBody>
      </p:sp>
      <p:cxnSp>
        <p:nvCxnSpPr>
          <p:cNvPr id="4" name="Straight Connector 3"/>
          <p:cNvCxnSpPr/>
          <p:nvPr userDrawn="1"/>
        </p:nvCxnSpPr>
        <p:spPr>
          <a:xfrm>
            <a:off x="91440" y="381000"/>
            <a:ext cx="8961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6926" y="4267200"/>
            <a:ext cx="1745674" cy="307777"/>
          </a:xfrm>
          <a:prstGeom prst="rect">
            <a:avLst/>
          </a:prstGeom>
        </p:spPr>
        <p:txBody>
          <a:bodyPr wrap="square">
            <a:spAutoFit/>
          </a:bodyPr>
          <a:lstStyle/>
          <a:p>
            <a:r>
              <a:rPr lang="en-US" sz="700" b="1" dirty="0" smtClean="0">
                <a:solidFill>
                  <a:schemeClr val="bg1"/>
                </a:solidFill>
              </a:rPr>
              <a:t>HCL Experience in </a:t>
            </a:r>
          </a:p>
          <a:p>
            <a:r>
              <a:rPr lang="en-US" sz="700" b="1" dirty="0" smtClean="0">
                <a:solidFill>
                  <a:schemeClr val="bg1"/>
                </a:solidFill>
              </a:rPr>
              <a:t>Primary Focus Area of Airtel</a:t>
            </a:r>
          </a:p>
        </p:txBody>
      </p:sp>
      <p:sp>
        <p:nvSpPr>
          <p:cNvPr id="8" name="Rectangle 7"/>
          <p:cNvSpPr/>
          <p:nvPr userDrawn="1"/>
        </p:nvSpPr>
        <p:spPr>
          <a:xfrm>
            <a:off x="0" y="4343400"/>
            <a:ext cx="9144000" cy="2286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4"/>
          <p:cNvSpPr>
            <a:spLocks noGrp="1"/>
          </p:cNvSpPr>
          <p:nvPr>
            <p:ph type="ftr" sz="quarter" idx="11"/>
          </p:nvPr>
        </p:nvSpPr>
        <p:spPr>
          <a:xfrm>
            <a:off x="3962400" y="4340422"/>
            <a:ext cx="1219200" cy="231577"/>
          </a:xfrm>
        </p:spPr>
        <p:txBody>
          <a:bodyPr/>
          <a:lstStyle>
            <a:lvl1pPr>
              <a:defRPr sz="900" b="1">
                <a:solidFill>
                  <a:schemeClr val="bg1"/>
                </a:solidFill>
              </a:defRPr>
            </a:lvl1pPr>
          </a:lstStyle>
          <a:p>
            <a:fld id="{0B491FB4-905F-488C-AD01-09867DFAF172}" type="slidenum">
              <a:rPr lang="en-US" smtClean="0"/>
              <a:pPr/>
              <a:t>‹#›</a:t>
            </a:fld>
            <a:endParaRPr lang="en-US" dirty="0"/>
          </a:p>
        </p:txBody>
      </p:sp>
      <p:sp>
        <p:nvSpPr>
          <p:cNvPr id="3" name="Rounded Rectangle 2"/>
          <p:cNvSpPr/>
          <p:nvPr userDrawn="1"/>
        </p:nvSpPr>
        <p:spPr>
          <a:xfrm>
            <a:off x="7210824" y="383304"/>
            <a:ext cx="1828800" cy="152400"/>
          </a:xfrm>
          <a:prstGeom prst="roundRect">
            <a:avLst/>
          </a:prstGeom>
          <a:solidFill>
            <a:schemeClr val="accent1"/>
          </a:solidFill>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051640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4" name="Rectangle 13"/>
          <p:cNvSpPr/>
          <p:nvPr userDrawn="1"/>
        </p:nvSpPr>
        <p:spPr>
          <a:xfrm>
            <a:off x="0" y="4343400"/>
            <a:ext cx="9144000" cy="228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6200" y="50800"/>
            <a:ext cx="8763000" cy="330200"/>
          </a:xfrm>
        </p:spPr>
        <p:txBody>
          <a:bodyPr>
            <a:noAutofit/>
          </a:bodyPr>
          <a:lstStyle>
            <a:lvl1pPr algn="l">
              <a:defRPr sz="2400">
                <a:solidFill>
                  <a:schemeClr val="tx1"/>
                </a:solidFill>
                <a:latin typeface="+mn-lt"/>
              </a:defRPr>
            </a:lvl1pPr>
          </a:lstStyle>
          <a:p>
            <a:r>
              <a:rPr lang="en-US" dirty="0" smtClean="0"/>
              <a:t>Click to edit Master title style</a:t>
            </a:r>
            <a:endParaRPr lang="en-US" dirty="0"/>
          </a:p>
        </p:txBody>
      </p:sp>
      <p:sp>
        <p:nvSpPr>
          <p:cNvPr id="9" name="TextBox 8"/>
          <p:cNvSpPr txBox="1"/>
          <p:nvPr userDrawn="1"/>
        </p:nvSpPr>
        <p:spPr>
          <a:xfrm>
            <a:off x="7848600" y="4354244"/>
            <a:ext cx="1295400" cy="200055"/>
          </a:xfrm>
          <a:prstGeom prst="rect">
            <a:avLst/>
          </a:prstGeom>
          <a:noFill/>
        </p:spPr>
        <p:txBody>
          <a:bodyPr wrap="square" rtlCol="0" anchor="ctr" anchorCtr="0">
            <a:spAutoFit/>
          </a:bodyPr>
          <a:lstStyle/>
          <a:p>
            <a:pPr algn="r"/>
            <a:r>
              <a:rPr lang="en-US" sz="700" b="1" dirty="0" smtClean="0">
                <a:solidFill>
                  <a:schemeClr val="bg1"/>
                </a:solidFill>
              </a:rPr>
              <a:t>Symantec, July 2015</a:t>
            </a:r>
            <a:endParaRPr lang="en-US" sz="700" b="1" dirty="0">
              <a:solidFill>
                <a:schemeClr val="bg1"/>
              </a:solidFill>
            </a:endParaRPr>
          </a:p>
        </p:txBody>
      </p:sp>
      <p:sp>
        <p:nvSpPr>
          <p:cNvPr id="11" name="Footer Placeholder 4"/>
          <p:cNvSpPr>
            <a:spLocks noGrp="1"/>
          </p:cNvSpPr>
          <p:nvPr>
            <p:ph type="ftr" sz="quarter" idx="11"/>
          </p:nvPr>
        </p:nvSpPr>
        <p:spPr>
          <a:xfrm>
            <a:off x="3124200" y="4339293"/>
            <a:ext cx="2895600" cy="232708"/>
          </a:xfrm>
        </p:spPr>
        <p:txBody>
          <a:bodyPr/>
          <a:lstStyle>
            <a:lvl1pPr>
              <a:defRPr sz="800">
                <a:solidFill>
                  <a:schemeClr val="bg1"/>
                </a:solidFill>
              </a:defRPr>
            </a:lvl1pPr>
          </a:lstStyle>
          <a:p>
            <a:fld id="{0B491FB4-905F-488C-AD01-09867DFAF172}" type="slidenum">
              <a:rPr lang="en-US" smtClean="0"/>
              <a:pPr/>
              <a:t>‹#›</a:t>
            </a:fld>
            <a:endParaRPr lang="en-US" dirty="0"/>
          </a:p>
        </p:txBody>
      </p:sp>
      <p:sp>
        <p:nvSpPr>
          <p:cNvPr id="12" name="TextBox 11"/>
          <p:cNvSpPr txBox="1"/>
          <p:nvPr userDrawn="1"/>
        </p:nvSpPr>
        <p:spPr>
          <a:xfrm>
            <a:off x="0" y="4358030"/>
            <a:ext cx="838200" cy="200055"/>
          </a:xfrm>
          <a:prstGeom prst="rect">
            <a:avLst/>
          </a:prstGeom>
          <a:noFill/>
        </p:spPr>
        <p:txBody>
          <a:bodyPr wrap="square" rtlCol="0" anchor="ctr" anchorCtr="0">
            <a:spAutoFit/>
          </a:bodyPr>
          <a:lstStyle/>
          <a:p>
            <a:pPr algn="l"/>
            <a:r>
              <a:rPr lang="en-US" sz="700" b="1" dirty="0" smtClean="0">
                <a:solidFill>
                  <a:schemeClr val="bg1"/>
                </a:solidFill>
              </a:rPr>
              <a:t>POWER Review</a:t>
            </a:r>
            <a:endParaRPr lang="en-US" sz="700" b="1" dirty="0">
              <a:solidFill>
                <a:schemeClr val="bg1"/>
              </a:solidFill>
            </a:endParaRPr>
          </a:p>
        </p:txBody>
      </p:sp>
      <p:sp>
        <p:nvSpPr>
          <p:cNvPr id="13" name="Line 17"/>
          <p:cNvSpPr>
            <a:spLocks noChangeShapeType="1"/>
          </p:cNvSpPr>
          <p:nvPr userDrawn="1"/>
        </p:nvSpPr>
        <p:spPr bwMode="auto">
          <a:xfrm>
            <a:off x="152400" y="381000"/>
            <a:ext cx="8778240" cy="0"/>
          </a:xfrm>
          <a:prstGeom prst="line">
            <a:avLst/>
          </a:prstGeom>
          <a:noFill/>
          <a:ln w="38100">
            <a:solidFill>
              <a:srgbClr val="FFC000"/>
            </a:solidFill>
            <a:round/>
            <a:headEnd type="none"/>
            <a:tailEnd type="oval" w="med" len="med"/>
          </a:ln>
        </p:spPr>
        <p:txBody>
          <a:bodyPr lIns="91416" tIns="45707" rIns="91416" bIns="45707"/>
          <a:lstStyle/>
          <a:p>
            <a:pPr lvl="0"/>
            <a:endParaRPr lang="en-GB" dirty="0"/>
          </a:p>
        </p:txBody>
      </p:sp>
      <p:sp>
        <p:nvSpPr>
          <p:cNvPr id="16" name="Rectangle 15"/>
          <p:cNvSpPr/>
          <p:nvPr userDrawn="1"/>
        </p:nvSpPr>
        <p:spPr>
          <a:xfrm>
            <a:off x="7543800" y="386134"/>
            <a:ext cx="1295400" cy="5080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7" name="Rounded Rectangle 16"/>
          <p:cNvSpPr/>
          <p:nvPr userDrawn="1"/>
        </p:nvSpPr>
        <p:spPr>
          <a:xfrm>
            <a:off x="7543800" y="386134"/>
            <a:ext cx="1295400" cy="137160"/>
          </a:xfrm>
          <a:prstGeom prst="roundRect">
            <a:avLst>
              <a:gd name="adj" fmla="val 33334"/>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5" name="Text Placeholder 24"/>
          <p:cNvSpPr>
            <a:spLocks noGrp="1"/>
          </p:cNvSpPr>
          <p:nvPr>
            <p:ph type="body" sz="quarter" idx="12"/>
          </p:nvPr>
        </p:nvSpPr>
        <p:spPr>
          <a:xfrm>
            <a:off x="7543800" y="387082"/>
            <a:ext cx="1295400" cy="131450"/>
          </a:xfrm>
        </p:spPr>
        <p:txBody>
          <a:bodyPr anchor="ctr" anchorCtr="0">
            <a:noAutofit/>
          </a:bodyPr>
          <a:lstStyle>
            <a:lvl1pPr marL="0" indent="0" algn="ctr">
              <a:buNone/>
              <a:defRPr sz="800" b="1">
                <a:solidFill>
                  <a:schemeClr val="bg1"/>
                </a:solidFill>
              </a:defRPr>
            </a:lvl1pPr>
            <a:lvl2pPr marL="457077" indent="0">
              <a:buNone/>
              <a:defRPr sz="800"/>
            </a:lvl2pPr>
            <a:lvl3pPr marL="914152" indent="0">
              <a:buNone/>
              <a:defRPr sz="800"/>
            </a:lvl3pPr>
            <a:lvl4pPr marL="1371228" indent="0">
              <a:buNone/>
              <a:defRPr sz="800"/>
            </a:lvl4pPr>
            <a:lvl5pPr marL="1828304" indent="0">
              <a:buNone/>
              <a:defRPr sz="800"/>
            </a:lvl5pPr>
          </a:lstStyle>
          <a:p>
            <a:pPr lvl="0"/>
            <a:endParaRPr lang="en-US" dirty="0"/>
          </a:p>
        </p:txBody>
      </p:sp>
    </p:spTree>
    <p:extLst>
      <p:ext uri="{BB962C8B-B14F-4D97-AF65-F5344CB8AC3E}">
        <p14:creationId xmlns:p14="http://schemas.microsoft.com/office/powerpoint/2010/main" val="40405639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6" y="1930401"/>
            <a:ext cx="5638799" cy="908050"/>
          </a:xfrm>
        </p:spPr>
        <p:txBody>
          <a:bodyPr lIns="365661" rIns="365661" anchor="ctr" anchorCtr="0">
            <a:normAutofit/>
          </a:bodyPr>
          <a:lstStyle>
            <a:lvl1pPr algn="l">
              <a:defRPr sz="2400" b="0" cap="none" baseline="0"/>
            </a:lvl1pPr>
          </a:lstStyle>
          <a:p>
            <a:r>
              <a:rPr lang="en-US" dirty="0" smtClean="0"/>
              <a:t>Subsection Title</a:t>
            </a:r>
            <a:endParaRPr lang="en-US" dirty="0"/>
          </a:p>
        </p:txBody>
      </p:sp>
      <p:sp>
        <p:nvSpPr>
          <p:cNvPr id="4" name="Date Placeholder 3"/>
          <p:cNvSpPr>
            <a:spLocks noGrp="1"/>
          </p:cNvSpPr>
          <p:nvPr>
            <p:ph type="dt" sz="half" idx="10"/>
          </p:nvPr>
        </p:nvSpPr>
        <p:spPr/>
        <p:txBody>
          <a:bodyPr/>
          <a:lstStyle/>
          <a:p>
            <a:fld id="{9F2217AB-FFD0-470D-A01F-8295A8718CCB}" type="datetime1">
              <a:rPr lang="en-US" smtClean="0"/>
              <a:pPr/>
              <a:t>1/25/2018</a:t>
            </a:fld>
            <a:endParaRPr lang="en-US" dirty="0"/>
          </a:p>
        </p:txBody>
      </p:sp>
      <p:sp>
        <p:nvSpPr>
          <p:cNvPr id="5" name="Footer Placeholder 4"/>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6" name="Straight Connector 5"/>
          <p:cNvCxnSpPr/>
          <p:nvPr userDrawn="1"/>
        </p:nvCxnSpPr>
        <p:spPr>
          <a:xfrm>
            <a:off x="762000" y="1930400"/>
            <a:ext cx="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5861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762001"/>
            <a:ext cx="4038600" cy="3322108"/>
          </a:xfrm>
        </p:spPr>
        <p:txBody>
          <a:bodyPr>
            <a:normAutofit/>
          </a:bodyPr>
          <a:lstStyle>
            <a:lvl1pPr>
              <a:defRPr sz="22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762001"/>
            <a:ext cx="4038600" cy="3322108"/>
          </a:xfrm>
        </p:spPr>
        <p:txBody>
          <a:bodyPr>
            <a:normAutofit/>
          </a:bodyPr>
          <a:lstStyle>
            <a:lvl1pPr>
              <a:defRPr sz="22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fld id="{6ECF4E3C-34F9-410F-BC04-2DBD9E19983A}" type="datetime1">
              <a:rPr lang="en-US" smtClean="0"/>
              <a:pPr/>
              <a:t>1/25/2018</a:t>
            </a:fld>
            <a:endParaRPr lang="en-US" dirty="0"/>
          </a:p>
        </p:txBody>
      </p:sp>
      <p:sp>
        <p:nvSpPr>
          <p:cNvPr id="6" name="Footer Placeholder 5"/>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7" name="Straight Connector 6"/>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5932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762001"/>
            <a:ext cx="4040188" cy="304800"/>
          </a:xfrm>
        </p:spPr>
        <p:txBody>
          <a:bodyPr anchor="b">
            <a:normAutofit/>
          </a:bodyPr>
          <a:lstStyle>
            <a:lvl1pPr marL="0" indent="0">
              <a:buNone/>
              <a:defRPr sz="2000" b="1"/>
            </a:lvl1pPr>
            <a:lvl2pPr marL="457076" indent="0">
              <a:buNone/>
              <a:defRPr sz="2000" b="1"/>
            </a:lvl2pPr>
            <a:lvl3pPr marL="914152" indent="0">
              <a:buNone/>
              <a:defRPr sz="1800" b="1"/>
            </a:lvl3pPr>
            <a:lvl4pPr marL="1371228" indent="0">
              <a:buNone/>
              <a:defRPr sz="1600" b="1"/>
            </a:lvl4pPr>
            <a:lvl5pPr marL="1828304" indent="0">
              <a:buNone/>
              <a:defRPr sz="1600" b="1"/>
            </a:lvl5pPr>
            <a:lvl6pPr marL="2285380" indent="0">
              <a:buNone/>
              <a:defRPr sz="1600" b="1"/>
            </a:lvl6pPr>
            <a:lvl7pPr marL="2742456" indent="0">
              <a:buNone/>
              <a:defRPr sz="1600" b="1"/>
            </a:lvl7pPr>
            <a:lvl8pPr marL="3199531" indent="0">
              <a:buNone/>
              <a:defRPr sz="1600" b="1"/>
            </a:lvl8pPr>
            <a:lvl9pPr marL="3656608"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1066801"/>
            <a:ext cx="4040188" cy="3017308"/>
          </a:xfrm>
        </p:spPr>
        <p:txBody>
          <a:bodyPr/>
          <a:lstStyle>
            <a:lvl1pPr>
              <a:defRPr sz="2200"/>
            </a:lvl1pPr>
            <a:lvl2pPr>
              <a:defRPr sz="1800"/>
            </a:lvl2pPr>
            <a:lvl3pPr>
              <a:defRPr sz="1800"/>
            </a:lvl3pPr>
            <a:lvl4pPr>
              <a:defRPr sz="16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31" y="762001"/>
            <a:ext cx="4041775" cy="304800"/>
          </a:xfrm>
        </p:spPr>
        <p:txBody>
          <a:bodyPr anchor="b">
            <a:normAutofit/>
          </a:bodyPr>
          <a:lstStyle>
            <a:lvl1pPr marL="0" indent="0">
              <a:buNone/>
              <a:defRPr sz="2000" b="1"/>
            </a:lvl1pPr>
            <a:lvl2pPr marL="457076" indent="0">
              <a:buNone/>
              <a:defRPr sz="2000" b="1"/>
            </a:lvl2pPr>
            <a:lvl3pPr marL="914152" indent="0">
              <a:buNone/>
              <a:defRPr sz="1800" b="1"/>
            </a:lvl3pPr>
            <a:lvl4pPr marL="1371228" indent="0">
              <a:buNone/>
              <a:defRPr sz="1600" b="1"/>
            </a:lvl4pPr>
            <a:lvl5pPr marL="1828304" indent="0">
              <a:buNone/>
              <a:defRPr sz="1600" b="1"/>
            </a:lvl5pPr>
            <a:lvl6pPr marL="2285380" indent="0">
              <a:buNone/>
              <a:defRPr sz="1600" b="1"/>
            </a:lvl6pPr>
            <a:lvl7pPr marL="2742456" indent="0">
              <a:buNone/>
              <a:defRPr sz="1600" b="1"/>
            </a:lvl7pPr>
            <a:lvl8pPr marL="3199531" indent="0">
              <a:buNone/>
              <a:defRPr sz="1600" b="1"/>
            </a:lvl8pPr>
            <a:lvl9pPr marL="365660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31" y="1066801"/>
            <a:ext cx="4041775" cy="3017308"/>
          </a:xfrm>
        </p:spPr>
        <p:txBody>
          <a:bodyPr/>
          <a:lstStyle>
            <a:lvl1pPr>
              <a:defRPr sz="2200"/>
            </a:lvl1pPr>
            <a:lvl2pPr>
              <a:defRPr sz="1800"/>
            </a:lvl2pPr>
            <a:lvl3pPr>
              <a:defRPr sz="1800"/>
            </a:lvl3pPr>
            <a:lvl4pPr>
              <a:defRPr sz="16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ACFC6861-21D0-44B7-96DD-A10D1D6A67EF}" type="datetime1">
              <a:rPr lang="en-US" smtClean="0"/>
              <a:pPr/>
              <a:t>1/25/2018</a:t>
            </a:fld>
            <a:endParaRPr lang="en-US" dirty="0"/>
          </a:p>
        </p:txBody>
      </p:sp>
      <p:sp>
        <p:nvSpPr>
          <p:cNvPr id="8" name="Footer Placeholder 7"/>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9" name="Straight Connector 8"/>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1223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1/25/2018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8" name="Table Placeholder 7"/>
          <p:cNvSpPr>
            <a:spLocks noGrp="1"/>
          </p:cNvSpPr>
          <p:nvPr>
            <p:ph type="tbl" sz="quarter" idx="12"/>
          </p:nvPr>
        </p:nvSpPr>
        <p:spPr>
          <a:xfrm>
            <a:off x="457200" y="762000"/>
            <a:ext cx="8153400" cy="3403600"/>
          </a:xfrm>
        </p:spPr>
        <p:txBody>
          <a:bodyPr/>
          <a:lstStyle/>
          <a:p>
            <a:endParaRPr lang="en-US" dirty="0"/>
          </a:p>
        </p:txBody>
      </p:sp>
      <p:cxnSp>
        <p:nvCxnSpPr>
          <p:cNvPr id="9" name="Straight Connector 8"/>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rtAr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1/25/2018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6" name="SmartArt Placeholder 5"/>
          <p:cNvSpPr>
            <a:spLocks noGrp="1"/>
          </p:cNvSpPr>
          <p:nvPr>
            <p:ph type="dgm" sz="quarter" idx="12"/>
          </p:nvPr>
        </p:nvSpPr>
        <p:spPr/>
        <p:txBody>
          <a:bodyPr/>
          <a:lstStyle/>
          <a:p>
            <a:endParaRPr lang="en-US" dirty="0"/>
          </a:p>
        </p:txBody>
      </p:sp>
      <p:cxnSp>
        <p:nvCxnSpPr>
          <p:cNvPr id="7" name="Straight Connector 6"/>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Column Bri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1/25/2018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6" name="SmartArt Placeholder 5"/>
          <p:cNvSpPr>
            <a:spLocks noGrp="1"/>
          </p:cNvSpPr>
          <p:nvPr>
            <p:ph type="dgm" sz="quarter" idx="12"/>
          </p:nvPr>
        </p:nvSpPr>
        <p:spPr>
          <a:xfrm>
            <a:off x="2286000" y="1219200"/>
            <a:ext cx="6400800" cy="2489200"/>
          </a:xfrm>
        </p:spPr>
        <p:txBody>
          <a:bodyPr>
            <a:normAutofit/>
          </a:bodyPr>
          <a:lstStyle>
            <a:lvl1pPr>
              <a:defRPr sz="1800"/>
            </a:lvl1pPr>
          </a:lstStyle>
          <a:p>
            <a:endParaRPr lang="en-US" dirty="0"/>
          </a:p>
        </p:txBody>
      </p:sp>
      <p:sp>
        <p:nvSpPr>
          <p:cNvPr id="10" name="Text Placeholder 9"/>
          <p:cNvSpPr>
            <a:spLocks noGrp="1"/>
          </p:cNvSpPr>
          <p:nvPr>
            <p:ph type="body" sz="quarter" idx="13" hasCustomPrompt="1"/>
          </p:nvPr>
        </p:nvSpPr>
        <p:spPr>
          <a:xfrm>
            <a:off x="457200" y="1212379"/>
            <a:ext cx="1676400" cy="2502090"/>
          </a:xfrm>
        </p:spPr>
        <p:txBody>
          <a:bodyPr>
            <a:normAutofit/>
          </a:bodyPr>
          <a:lstStyle>
            <a:lvl1pPr marL="0" indent="0">
              <a:spcBef>
                <a:spcPts val="0"/>
              </a:spcBef>
              <a:buFontTx/>
              <a:buNone/>
              <a:defRPr sz="1400" baseline="0"/>
            </a:lvl1pPr>
          </a:lstStyle>
          <a:p>
            <a:pPr lvl="0"/>
            <a:r>
              <a:rPr lang="en-US" dirty="0" smtClean="0"/>
              <a:t>Enter a note related to the </a:t>
            </a:r>
            <a:r>
              <a:rPr lang="en-US" dirty="0" err="1" smtClean="0"/>
              <a:t>SmartArt</a:t>
            </a:r>
            <a:r>
              <a:rPr lang="en-US" dirty="0" smtClean="0"/>
              <a:t> or a callout, or any information that needs to be highlighted.</a:t>
            </a:r>
          </a:p>
        </p:txBody>
      </p:sp>
      <p:sp>
        <p:nvSpPr>
          <p:cNvPr id="11" name="Text Placeholder 9"/>
          <p:cNvSpPr>
            <a:spLocks noGrp="1"/>
          </p:cNvSpPr>
          <p:nvPr>
            <p:ph type="body" sz="quarter" idx="14" hasCustomPrompt="1"/>
          </p:nvPr>
        </p:nvSpPr>
        <p:spPr>
          <a:xfrm>
            <a:off x="457200" y="711200"/>
            <a:ext cx="8229600" cy="406400"/>
          </a:xfrm>
        </p:spPr>
        <p:txBody>
          <a:bodyPr>
            <a:normAutofit/>
          </a:bodyPr>
          <a:lstStyle>
            <a:lvl1pPr marL="0" indent="0">
              <a:spcBef>
                <a:spcPts val="0"/>
              </a:spcBef>
              <a:buFontTx/>
              <a:buNone/>
              <a:defRPr sz="1400" baseline="0"/>
            </a:lvl1pPr>
          </a:lstStyle>
          <a:p>
            <a:pPr lvl="0"/>
            <a:r>
              <a:rPr lang="en-US" dirty="0" smtClean="0"/>
              <a:t>Enter a brief description as the introduction.</a:t>
            </a:r>
          </a:p>
        </p:txBody>
      </p:sp>
      <p:sp>
        <p:nvSpPr>
          <p:cNvPr id="12" name="Text Placeholder 9"/>
          <p:cNvSpPr>
            <a:spLocks noGrp="1"/>
          </p:cNvSpPr>
          <p:nvPr>
            <p:ph type="body" sz="quarter" idx="15" hasCustomPrompt="1"/>
          </p:nvPr>
        </p:nvSpPr>
        <p:spPr>
          <a:xfrm>
            <a:off x="457200" y="3759200"/>
            <a:ext cx="8229600" cy="406400"/>
          </a:xfrm>
        </p:spPr>
        <p:txBody>
          <a:bodyPr>
            <a:normAutofit/>
          </a:bodyPr>
          <a:lstStyle>
            <a:lvl1pPr marL="0" indent="0">
              <a:spcBef>
                <a:spcPts val="0"/>
              </a:spcBef>
              <a:buFontTx/>
              <a:buNone/>
              <a:defRPr sz="1400" baseline="0"/>
            </a:lvl1pPr>
          </a:lstStyle>
          <a:p>
            <a:pPr lvl="0"/>
            <a:r>
              <a:rPr lang="en-US" dirty="0" smtClean="0"/>
              <a:t>Enter  the summary.</a:t>
            </a:r>
          </a:p>
        </p:txBody>
      </p:sp>
      <p:cxnSp>
        <p:nvCxnSpPr>
          <p:cNvPr id="13" name="Straight Connector 12"/>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Column Bri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1/25/2018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6" name="SmartArt Placeholder 5"/>
          <p:cNvSpPr>
            <a:spLocks noGrp="1"/>
          </p:cNvSpPr>
          <p:nvPr>
            <p:ph type="dgm" sz="quarter" idx="12"/>
          </p:nvPr>
        </p:nvSpPr>
        <p:spPr>
          <a:xfrm>
            <a:off x="457200" y="1219200"/>
            <a:ext cx="8229600" cy="2489200"/>
          </a:xfrm>
        </p:spPr>
        <p:txBody>
          <a:bodyPr>
            <a:normAutofit/>
          </a:bodyPr>
          <a:lstStyle>
            <a:lvl1pPr>
              <a:defRPr sz="1800"/>
            </a:lvl1pPr>
          </a:lstStyle>
          <a:p>
            <a:endParaRPr lang="en-US" dirty="0"/>
          </a:p>
        </p:txBody>
      </p:sp>
      <p:sp>
        <p:nvSpPr>
          <p:cNvPr id="11" name="Text Placeholder 9"/>
          <p:cNvSpPr>
            <a:spLocks noGrp="1"/>
          </p:cNvSpPr>
          <p:nvPr>
            <p:ph type="body" sz="quarter" idx="14" hasCustomPrompt="1"/>
          </p:nvPr>
        </p:nvSpPr>
        <p:spPr>
          <a:xfrm>
            <a:off x="457200" y="711200"/>
            <a:ext cx="8229600" cy="406400"/>
          </a:xfrm>
        </p:spPr>
        <p:txBody>
          <a:bodyPr>
            <a:normAutofit/>
          </a:bodyPr>
          <a:lstStyle>
            <a:lvl1pPr marL="0" indent="0">
              <a:spcBef>
                <a:spcPts val="0"/>
              </a:spcBef>
              <a:buFontTx/>
              <a:buNone/>
              <a:defRPr sz="1400" baseline="0"/>
            </a:lvl1pPr>
          </a:lstStyle>
          <a:p>
            <a:pPr lvl="0"/>
            <a:r>
              <a:rPr lang="en-US" dirty="0" smtClean="0"/>
              <a:t>Enter a brief description as the introduction.</a:t>
            </a:r>
          </a:p>
        </p:txBody>
      </p:sp>
      <p:sp>
        <p:nvSpPr>
          <p:cNvPr id="12" name="Text Placeholder 9"/>
          <p:cNvSpPr>
            <a:spLocks noGrp="1"/>
          </p:cNvSpPr>
          <p:nvPr>
            <p:ph type="body" sz="quarter" idx="15" hasCustomPrompt="1"/>
          </p:nvPr>
        </p:nvSpPr>
        <p:spPr>
          <a:xfrm>
            <a:off x="457200" y="3759200"/>
            <a:ext cx="8229600" cy="406400"/>
          </a:xfrm>
        </p:spPr>
        <p:txBody>
          <a:bodyPr>
            <a:normAutofit/>
          </a:bodyPr>
          <a:lstStyle>
            <a:lvl1pPr marL="0" indent="0">
              <a:spcBef>
                <a:spcPts val="0"/>
              </a:spcBef>
              <a:buFontTx/>
              <a:buNone/>
              <a:defRPr sz="1400" baseline="0"/>
            </a:lvl1pPr>
          </a:lstStyle>
          <a:p>
            <a:pPr lvl="0"/>
            <a:r>
              <a:rPr lang="en-US" dirty="0" smtClean="0"/>
              <a:t>Enter  the summary.</a:t>
            </a:r>
          </a:p>
        </p:txBody>
      </p:sp>
      <p:cxnSp>
        <p:nvCxnSpPr>
          <p:cNvPr id="9" name="Straight Connector 8"/>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with 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1/25/2018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7" name="Straight Connector 6"/>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182036"/>
            <a:ext cx="3008313" cy="579967"/>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182037"/>
            <a:ext cx="5111750" cy="3902076"/>
          </a:xfrm>
        </p:spPr>
        <p:txBody>
          <a:bodyP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6" y="762001"/>
            <a:ext cx="3008313" cy="3322108"/>
          </a:xfrm>
        </p:spPr>
        <p:txBody>
          <a:bodyPr/>
          <a:lstStyle>
            <a:lvl1pPr marL="0" indent="0">
              <a:buNone/>
              <a:defRPr sz="1400"/>
            </a:lvl1pPr>
            <a:lvl2pPr marL="457076" indent="0">
              <a:buNone/>
              <a:defRPr sz="1200"/>
            </a:lvl2pPr>
            <a:lvl3pPr marL="914152" indent="0">
              <a:buNone/>
              <a:defRPr sz="1000"/>
            </a:lvl3pPr>
            <a:lvl4pPr marL="1371228" indent="0">
              <a:buNone/>
              <a:defRPr sz="900"/>
            </a:lvl4pPr>
            <a:lvl5pPr marL="1828304" indent="0">
              <a:buNone/>
              <a:defRPr sz="900"/>
            </a:lvl5pPr>
            <a:lvl6pPr marL="2285380" indent="0">
              <a:buNone/>
              <a:defRPr sz="900"/>
            </a:lvl6pPr>
            <a:lvl7pPr marL="2742456" indent="0">
              <a:buNone/>
              <a:defRPr sz="900"/>
            </a:lvl7pPr>
            <a:lvl8pPr marL="3199531" indent="0">
              <a:buNone/>
              <a:defRPr sz="900"/>
            </a:lvl8pPr>
            <a:lvl9pPr marL="3656608"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882F81C8-5564-41A6-A173-012DA70D0966}" type="datetime1">
              <a:rPr lang="en-US" smtClean="0"/>
              <a:pPr/>
              <a:t>1/25/2018</a:t>
            </a:fld>
            <a:endParaRPr lang="en-US" dirty="0"/>
          </a:p>
        </p:txBody>
      </p:sp>
      <p:sp>
        <p:nvSpPr>
          <p:cNvPr id="6" name="Footer Placeholder 5"/>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7" name="Straight Connector 6"/>
          <p:cNvCxnSpPr/>
          <p:nvPr userDrawn="1"/>
        </p:nvCxnSpPr>
        <p:spPr>
          <a:xfrm>
            <a:off x="457200" y="2032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9796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200401"/>
            <a:ext cx="5486400" cy="377826"/>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408516"/>
            <a:ext cx="5486400" cy="2743200"/>
          </a:xfrm>
        </p:spPr>
        <p:txBody>
          <a:bodyPr/>
          <a:lstStyle>
            <a:lvl1pPr marL="0" indent="0">
              <a:buNone/>
              <a:defRPr sz="3200"/>
            </a:lvl1pPr>
            <a:lvl2pPr marL="457076" indent="0">
              <a:buNone/>
              <a:defRPr sz="2800"/>
            </a:lvl2pPr>
            <a:lvl3pPr marL="914152" indent="0">
              <a:buNone/>
              <a:defRPr sz="2400"/>
            </a:lvl3pPr>
            <a:lvl4pPr marL="1371228" indent="0">
              <a:buNone/>
              <a:defRPr sz="2000"/>
            </a:lvl4pPr>
            <a:lvl5pPr marL="1828304" indent="0">
              <a:buNone/>
              <a:defRPr sz="2000"/>
            </a:lvl5pPr>
            <a:lvl6pPr marL="2285380" indent="0">
              <a:buNone/>
              <a:defRPr sz="2000"/>
            </a:lvl6pPr>
            <a:lvl7pPr marL="2742456" indent="0">
              <a:buNone/>
              <a:defRPr sz="2000"/>
            </a:lvl7pPr>
            <a:lvl8pPr marL="3199531" indent="0">
              <a:buNone/>
              <a:defRPr sz="2000"/>
            </a:lvl8pPr>
            <a:lvl9pPr marL="3656608" indent="0">
              <a:buNone/>
              <a:defRPr sz="2000"/>
            </a:lvl9pPr>
          </a:lstStyle>
          <a:p>
            <a:endParaRPr lang="en-US" dirty="0"/>
          </a:p>
        </p:txBody>
      </p:sp>
      <p:sp>
        <p:nvSpPr>
          <p:cNvPr id="4" name="Text Placeholder 3"/>
          <p:cNvSpPr>
            <a:spLocks noGrp="1"/>
          </p:cNvSpPr>
          <p:nvPr>
            <p:ph type="body" sz="half" idx="2"/>
          </p:nvPr>
        </p:nvSpPr>
        <p:spPr>
          <a:xfrm>
            <a:off x="1792288" y="3578228"/>
            <a:ext cx="5486400" cy="536575"/>
          </a:xfrm>
        </p:spPr>
        <p:txBody>
          <a:bodyPr/>
          <a:lstStyle>
            <a:lvl1pPr marL="0" indent="0">
              <a:buNone/>
              <a:defRPr sz="1400"/>
            </a:lvl1pPr>
            <a:lvl2pPr marL="457076" indent="0">
              <a:buNone/>
              <a:defRPr sz="1200"/>
            </a:lvl2pPr>
            <a:lvl3pPr marL="914152" indent="0">
              <a:buNone/>
              <a:defRPr sz="1000"/>
            </a:lvl3pPr>
            <a:lvl4pPr marL="1371228" indent="0">
              <a:buNone/>
              <a:defRPr sz="900"/>
            </a:lvl4pPr>
            <a:lvl5pPr marL="1828304" indent="0">
              <a:buNone/>
              <a:defRPr sz="900"/>
            </a:lvl5pPr>
            <a:lvl6pPr marL="2285380" indent="0">
              <a:buNone/>
              <a:defRPr sz="900"/>
            </a:lvl6pPr>
            <a:lvl7pPr marL="2742456" indent="0">
              <a:buNone/>
              <a:defRPr sz="900"/>
            </a:lvl7pPr>
            <a:lvl8pPr marL="3199531" indent="0">
              <a:buNone/>
              <a:defRPr sz="900"/>
            </a:lvl8pPr>
            <a:lvl9pPr marL="3656608"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560383CF-3FCF-461D-8614-B40C0FE1F3F7}" type="datetime1">
              <a:rPr lang="en-US" smtClean="0"/>
              <a:pPr/>
              <a:t>1/25/2018</a:t>
            </a:fld>
            <a:endParaRPr lang="en-US" dirty="0"/>
          </a:p>
        </p:txBody>
      </p:sp>
      <p:sp>
        <p:nvSpPr>
          <p:cNvPr id="6" name="Footer Placeholder 5"/>
          <p:cNvSpPr>
            <a:spLocks noGrp="1"/>
          </p:cNvSpPr>
          <p:nvPr>
            <p:ph type="ftr" sz="quarter" idx="11"/>
          </p:nvPr>
        </p:nvSpPr>
        <p:spPr/>
        <p:txBody>
          <a:bodyPr/>
          <a:lstStyle/>
          <a:p>
            <a:fld id="{0B491FB4-905F-488C-AD01-09867DFAF172}" type="slidenum">
              <a:rPr lang="en-US" smtClean="0"/>
              <a:pPr/>
              <a:t>‹#›</a:t>
            </a:fld>
            <a:endParaRPr lang="en-US" dirty="0"/>
          </a:p>
        </p:txBody>
      </p:sp>
    </p:spTree>
    <p:extLst>
      <p:ext uri="{BB962C8B-B14F-4D97-AF65-F5344CB8AC3E}">
        <p14:creationId xmlns:p14="http://schemas.microsoft.com/office/powerpoint/2010/main" val="3182980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BA2B7E77-214E-47AE-AE53-CB96E2D28A02}" type="datetime1">
              <a:rPr lang="en-US" smtClean="0"/>
              <a:pPr/>
              <a:t>1/25/2018</a:t>
            </a:fld>
            <a:endParaRPr lang="en-US" dirty="0"/>
          </a:p>
        </p:txBody>
      </p:sp>
      <p:sp>
        <p:nvSpPr>
          <p:cNvPr id="5" name="Footer Placeholder 4"/>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6" name="Straight Connector 5"/>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2173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83093"/>
            <a:ext cx="2057400" cy="3901017"/>
          </a:xfrm>
        </p:spPr>
        <p:txBody>
          <a:bodyPr vert="eaVert"/>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183093"/>
            <a:ext cx="6019800" cy="39010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FE7284-0B0F-490B-B086-6A2F3ADDFF0D}" type="datetime1">
              <a:rPr lang="en-US" smtClean="0"/>
              <a:pPr/>
              <a:t>1/25/2018</a:t>
            </a:fld>
            <a:endParaRPr lang="en-US" dirty="0"/>
          </a:p>
        </p:txBody>
      </p:sp>
      <p:sp>
        <p:nvSpPr>
          <p:cNvPr id="5" name="Footer Placeholder 4"/>
          <p:cNvSpPr>
            <a:spLocks noGrp="1"/>
          </p:cNvSpPr>
          <p:nvPr>
            <p:ph type="ftr" sz="quarter" idx="11"/>
          </p:nvPr>
        </p:nvSpPr>
        <p:spPr/>
        <p:txBody>
          <a:bodyPr/>
          <a:lstStyle/>
          <a:p>
            <a:fld id="{0B491FB4-905F-488C-AD01-09867DFAF172}" type="slidenum">
              <a:rPr lang="en-US" smtClean="0"/>
              <a:pPr/>
              <a:t>‹#›</a:t>
            </a:fld>
            <a:endParaRPr lang="en-US" dirty="0"/>
          </a:p>
        </p:txBody>
      </p:sp>
    </p:spTree>
    <p:extLst>
      <p:ext uri="{BB962C8B-B14F-4D97-AF65-F5344CB8AC3E}">
        <p14:creationId xmlns:p14="http://schemas.microsoft.com/office/powerpoint/2010/main" val="2911673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063" descr="PPT Template"/>
          <p:cNvPicPr>
            <a:picLocks noChangeAspect="1" noChangeArrowheads="1"/>
          </p:cNvPicPr>
          <p:nvPr/>
        </p:nvPicPr>
        <p:blipFill>
          <a:blip r:embed="rId2" cstate="print"/>
          <a:srcRect/>
          <a:stretch>
            <a:fillRect/>
          </a:stretch>
        </p:blipFill>
        <p:spPr bwMode="auto">
          <a:xfrm>
            <a:off x="0" y="2"/>
            <a:ext cx="9144000" cy="2524125"/>
          </a:xfrm>
          <a:prstGeom prst="rect">
            <a:avLst/>
          </a:prstGeom>
          <a:noFill/>
          <a:ln w="9525">
            <a:noFill/>
            <a:miter lim="800000"/>
            <a:headEnd/>
            <a:tailEnd/>
          </a:ln>
        </p:spPr>
      </p:pic>
      <p:pic>
        <p:nvPicPr>
          <p:cNvPr id="5" name="Picture 2060" descr="HCL Logo"/>
          <p:cNvPicPr>
            <a:picLocks noChangeAspect="1" noChangeArrowheads="1"/>
          </p:cNvPicPr>
          <p:nvPr/>
        </p:nvPicPr>
        <p:blipFill>
          <a:blip r:embed="rId3" cstate="print"/>
          <a:srcRect l="8115" t="31725" r="8223" b="28896"/>
          <a:stretch>
            <a:fillRect/>
          </a:stretch>
        </p:blipFill>
        <p:spPr bwMode="auto">
          <a:xfrm>
            <a:off x="8001002" y="4368802"/>
            <a:ext cx="987425" cy="110067"/>
          </a:xfrm>
          <a:prstGeom prst="rect">
            <a:avLst/>
          </a:prstGeom>
          <a:noFill/>
          <a:ln w="9525">
            <a:noFill/>
            <a:miter lim="800000"/>
            <a:headEnd/>
            <a:tailEnd/>
          </a:ln>
        </p:spPr>
      </p:pic>
      <p:sp>
        <p:nvSpPr>
          <p:cNvPr id="6" name="Rectangle 5"/>
          <p:cNvSpPr/>
          <p:nvPr/>
        </p:nvSpPr>
        <p:spPr bwMode="auto">
          <a:xfrm>
            <a:off x="4724402" y="1778000"/>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63" tIns="34331" rIns="68663" bIns="34331"/>
          <a:lstStyle/>
          <a:p>
            <a:pPr defTabSz="686620">
              <a:defRPr/>
            </a:pPr>
            <a:endParaRPr lang="en-US" sz="1400" dirty="0">
              <a:solidFill>
                <a:prstClr val="black"/>
              </a:solidFill>
            </a:endParaRPr>
          </a:p>
        </p:txBody>
      </p:sp>
      <p:pic>
        <p:nvPicPr>
          <p:cNvPr id="7" name="Picture 2060" descr="HCL Logo"/>
          <p:cNvPicPr>
            <a:picLocks noChangeAspect="1" noChangeArrowheads="1"/>
          </p:cNvPicPr>
          <p:nvPr/>
        </p:nvPicPr>
        <p:blipFill>
          <a:blip r:embed="rId4" cstate="print"/>
          <a:srcRect l="8115" t="31725" r="8223" b="28896"/>
          <a:stretch>
            <a:fillRect/>
          </a:stretch>
        </p:blipFill>
        <p:spPr bwMode="auto">
          <a:xfrm>
            <a:off x="8001002" y="4368802"/>
            <a:ext cx="987425" cy="110067"/>
          </a:xfrm>
          <a:prstGeom prst="rect">
            <a:avLst/>
          </a:prstGeom>
          <a:noFill/>
          <a:ln w="9525">
            <a:noFill/>
            <a:miter lim="800000"/>
            <a:headEnd/>
            <a:tailEnd/>
          </a:ln>
        </p:spPr>
      </p:pic>
      <p:sp>
        <p:nvSpPr>
          <p:cNvPr id="9" name="Rectangle 8"/>
          <p:cNvSpPr/>
          <p:nvPr/>
        </p:nvSpPr>
        <p:spPr bwMode="auto">
          <a:xfrm>
            <a:off x="4781551" y="1785409"/>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63" tIns="34331" rIns="68663" bIns="34331"/>
          <a:lstStyle/>
          <a:p>
            <a:pPr defTabSz="686620">
              <a:defRPr/>
            </a:pPr>
            <a:endParaRPr lang="en-US" sz="1400" dirty="0">
              <a:solidFill>
                <a:prstClr val="black"/>
              </a:solidFill>
            </a:endParaRPr>
          </a:p>
        </p:txBody>
      </p:sp>
      <p:sp>
        <p:nvSpPr>
          <p:cNvPr id="1242115" name="Rectangle 2051"/>
          <p:cNvSpPr>
            <a:spLocks noGrp="1" noChangeArrowheads="1"/>
          </p:cNvSpPr>
          <p:nvPr>
            <p:ph type="ctrTitle"/>
          </p:nvPr>
        </p:nvSpPr>
        <p:spPr>
          <a:xfrm>
            <a:off x="304800" y="2641603"/>
            <a:ext cx="7772400" cy="980017"/>
          </a:xfrm>
        </p:spPr>
        <p:txBody>
          <a:bodyPr/>
          <a:lstStyle>
            <a:lvl1pPr>
              <a:lnSpc>
                <a:spcPct val="125000"/>
              </a:lnSpc>
              <a:defRPr sz="2400">
                <a:solidFill>
                  <a:srgbClr val="5F5F5F"/>
                </a:solidFill>
              </a:defRPr>
            </a:lvl1pPr>
          </a:lstStyle>
          <a:p>
            <a:r>
              <a:rPr lang="en-US" smtClean="0"/>
              <a:t>Click to edit Master title style</a:t>
            </a:r>
            <a:endParaRPr lang="en-US"/>
          </a:p>
        </p:txBody>
      </p:sp>
      <p:sp>
        <p:nvSpPr>
          <p:cNvPr id="1242125" name="Rectangle 2061"/>
          <p:cNvSpPr>
            <a:spLocks noGrp="1" noChangeArrowheads="1"/>
          </p:cNvSpPr>
          <p:nvPr>
            <p:ph type="subTitle" sz="quarter" idx="1" hasCustomPrompt="1"/>
          </p:nvPr>
        </p:nvSpPr>
        <p:spPr>
          <a:xfrm>
            <a:off x="304800" y="3721100"/>
            <a:ext cx="6400800" cy="508000"/>
          </a:xfrm>
        </p:spPr>
        <p:txBody>
          <a:bodyPr/>
          <a:lstStyle>
            <a:lvl1pPr marL="0" indent="0">
              <a:buFont typeface="Wingdings 2" pitchFamily="18" charset="2"/>
              <a:buNone/>
              <a:defRPr sz="1500" b="1">
                <a:solidFill>
                  <a:srgbClr val="5F5F5F"/>
                </a:solidFill>
              </a:defRPr>
            </a:lvl1pPr>
          </a:lstStyle>
          <a:p>
            <a:r>
              <a:rPr lang="en-US" dirty="0" smtClean="0"/>
              <a:t>19 January 2011</a:t>
            </a:r>
            <a:endParaRPr lang="en-US" dirty="0"/>
          </a:p>
        </p:txBody>
      </p:sp>
    </p:spTree>
    <p:extLst>
      <p:ext uri="{BB962C8B-B14F-4D97-AF65-F5344CB8AC3E}">
        <p14:creationId xmlns:p14="http://schemas.microsoft.com/office/powerpoint/2010/main" val="100719521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6"/>
          <p:cNvSpPr txBox="1">
            <a:spLocks noChangeArrowheads="1"/>
          </p:cNvSpPr>
          <p:nvPr/>
        </p:nvSpPr>
        <p:spPr bwMode="auto">
          <a:xfrm>
            <a:off x="0" y="4348480"/>
            <a:ext cx="426720" cy="213360"/>
          </a:xfrm>
          <a:prstGeom prst="rect">
            <a:avLst/>
          </a:prstGeom>
          <a:noFill/>
          <a:ln w="9525">
            <a:noFill/>
            <a:miter lim="800000"/>
            <a:headEnd/>
            <a:tailEnd/>
          </a:ln>
          <a:effectLst/>
        </p:spPr>
        <p:txBody>
          <a:bodyPr vert="horz" wrap="square" lIns="68663" tIns="34331" rIns="68663" bIns="34331" numCol="1" anchor="ctr" anchorCtr="0" compatLnSpc="1">
            <a:prstTxWarp prst="textNoShape">
              <a:avLst/>
            </a:prstTxWarp>
          </a:bodyPr>
          <a:lstStyle>
            <a:lvl1pPr algn="ctr">
              <a:defRPr sz="800" smtClean="0">
                <a:cs typeface="+mn-cs"/>
              </a:defRPr>
            </a:lvl1pPr>
          </a:lstStyle>
          <a:p>
            <a:pPr defTabSz="686620" fontAlgn="base">
              <a:spcBef>
                <a:spcPct val="0"/>
              </a:spcBef>
              <a:spcAft>
                <a:spcPct val="0"/>
              </a:spcAft>
              <a:defRPr/>
            </a:pPr>
            <a:fld id="{1D424B91-7E39-4279-B2B2-1148731102EF}" type="slidenum">
              <a:rPr lang="en-US" sz="600">
                <a:solidFill>
                  <a:prstClr val="black"/>
                </a:solidFill>
              </a:rPr>
              <a:pPr defTabSz="686620" fontAlgn="base">
                <a:spcBef>
                  <a:spcPct val="0"/>
                </a:spcBef>
                <a:spcAft>
                  <a:spcPct val="0"/>
                </a:spcAft>
                <a:defRPr/>
              </a:pPr>
              <a:t>‹#›</a:t>
            </a:fld>
            <a:endParaRPr lang="en-US" sz="600" dirty="0">
              <a:solidFill>
                <a:prstClr val="black"/>
              </a:solidFill>
            </a:endParaRPr>
          </a:p>
        </p:txBody>
      </p:sp>
    </p:spTree>
    <p:extLst>
      <p:ext uri="{BB962C8B-B14F-4D97-AF65-F5344CB8AC3E}">
        <p14:creationId xmlns:p14="http://schemas.microsoft.com/office/powerpoint/2010/main" val="170108717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37934"/>
            <a:ext cx="7772400" cy="908050"/>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1937809"/>
            <a:ext cx="7772400" cy="1000124"/>
          </a:xfrm>
        </p:spPr>
        <p:txBody>
          <a:bodyPr anchor="b"/>
          <a:lstStyle>
            <a:lvl1pPr marL="0" indent="0">
              <a:buNone/>
              <a:defRPr sz="1500"/>
            </a:lvl1pPr>
            <a:lvl2pPr marL="343310" indent="0">
              <a:buNone/>
              <a:defRPr sz="1400"/>
            </a:lvl2pPr>
            <a:lvl3pPr marL="686620" indent="0">
              <a:buNone/>
              <a:defRPr sz="1200"/>
            </a:lvl3pPr>
            <a:lvl4pPr marL="1029929" indent="0">
              <a:buNone/>
              <a:defRPr sz="1100"/>
            </a:lvl4pPr>
            <a:lvl5pPr marL="1373238" indent="0">
              <a:buNone/>
              <a:defRPr sz="1100"/>
            </a:lvl5pPr>
            <a:lvl6pPr marL="1716549" indent="0">
              <a:buNone/>
              <a:defRPr sz="1100"/>
            </a:lvl6pPr>
            <a:lvl7pPr marL="2059859" indent="0">
              <a:buNone/>
              <a:defRPr sz="1100"/>
            </a:lvl7pPr>
            <a:lvl8pPr marL="2403168" indent="0">
              <a:buNone/>
              <a:defRPr sz="1100"/>
            </a:lvl8pPr>
            <a:lvl9pPr marL="2746478" indent="0">
              <a:buNone/>
              <a:defRPr sz="11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95057434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86656531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83092"/>
            <a:ext cx="8229600" cy="762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023409"/>
            <a:ext cx="4040188" cy="426508"/>
          </a:xfrm>
        </p:spPr>
        <p:txBody>
          <a:bodyPr anchor="b"/>
          <a:lstStyle>
            <a:lvl1pPr marL="0" indent="0">
              <a:buNone/>
              <a:defRPr sz="1800" b="1"/>
            </a:lvl1pPr>
            <a:lvl2pPr marL="343310" indent="0">
              <a:buNone/>
              <a:defRPr sz="1500" b="1"/>
            </a:lvl2pPr>
            <a:lvl3pPr marL="686620" indent="0">
              <a:buNone/>
              <a:defRPr sz="1400" b="1"/>
            </a:lvl3pPr>
            <a:lvl4pPr marL="1029929" indent="0">
              <a:buNone/>
              <a:defRPr sz="1200" b="1"/>
            </a:lvl4pPr>
            <a:lvl5pPr marL="1373238" indent="0">
              <a:buNone/>
              <a:defRPr sz="1200" b="1"/>
            </a:lvl5pPr>
            <a:lvl6pPr marL="1716549" indent="0">
              <a:buNone/>
              <a:defRPr sz="1200" b="1"/>
            </a:lvl6pPr>
            <a:lvl7pPr marL="2059859" indent="0">
              <a:buNone/>
              <a:defRPr sz="1200" b="1"/>
            </a:lvl7pPr>
            <a:lvl8pPr marL="2403168" indent="0">
              <a:buNone/>
              <a:defRPr sz="1200" b="1"/>
            </a:lvl8pPr>
            <a:lvl9pPr marL="2746478"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1" y="1449916"/>
            <a:ext cx="4040188"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9" y="1023409"/>
            <a:ext cx="4041775" cy="426508"/>
          </a:xfrm>
        </p:spPr>
        <p:txBody>
          <a:bodyPr anchor="b"/>
          <a:lstStyle>
            <a:lvl1pPr marL="0" indent="0">
              <a:buNone/>
              <a:defRPr sz="1800" b="1"/>
            </a:lvl1pPr>
            <a:lvl2pPr marL="343310" indent="0">
              <a:buNone/>
              <a:defRPr sz="1500" b="1"/>
            </a:lvl2pPr>
            <a:lvl3pPr marL="686620" indent="0">
              <a:buNone/>
              <a:defRPr sz="1400" b="1"/>
            </a:lvl3pPr>
            <a:lvl4pPr marL="1029929" indent="0">
              <a:buNone/>
              <a:defRPr sz="1200" b="1"/>
            </a:lvl4pPr>
            <a:lvl5pPr marL="1373238" indent="0">
              <a:buNone/>
              <a:defRPr sz="1200" b="1"/>
            </a:lvl5pPr>
            <a:lvl6pPr marL="1716549" indent="0">
              <a:buNone/>
              <a:defRPr sz="1200" b="1"/>
            </a:lvl6pPr>
            <a:lvl7pPr marL="2059859" indent="0">
              <a:buNone/>
              <a:defRPr sz="1200" b="1"/>
            </a:lvl7pPr>
            <a:lvl8pPr marL="2403168" indent="0">
              <a:buNone/>
              <a:defRPr sz="1200" b="1"/>
            </a:lvl8pPr>
            <a:lvl9pPr marL="2746478"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9" y="1449916"/>
            <a:ext cx="4041775"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059758629"/>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92111588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41310462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182033"/>
            <a:ext cx="3008313" cy="77470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182037"/>
            <a:ext cx="5111750" cy="390207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4" y="956737"/>
            <a:ext cx="3008313" cy="3127375"/>
          </a:xfrm>
        </p:spPr>
        <p:txBody>
          <a:bodyPr/>
          <a:lstStyle>
            <a:lvl1pPr marL="0" indent="0">
              <a:buNone/>
              <a:defRPr sz="1100"/>
            </a:lvl1pPr>
            <a:lvl2pPr marL="343310" indent="0">
              <a:buNone/>
              <a:defRPr sz="900"/>
            </a:lvl2pPr>
            <a:lvl3pPr marL="686620" indent="0">
              <a:buNone/>
              <a:defRPr sz="800"/>
            </a:lvl3pPr>
            <a:lvl4pPr marL="1029929" indent="0">
              <a:buNone/>
              <a:defRPr sz="700"/>
            </a:lvl4pPr>
            <a:lvl5pPr marL="1373238" indent="0">
              <a:buNone/>
              <a:defRPr sz="700"/>
            </a:lvl5pPr>
            <a:lvl6pPr marL="1716549" indent="0">
              <a:buNone/>
              <a:defRPr sz="700"/>
            </a:lvl6pPr>
            <a:lvl7pPr marL="2059859" indent="0">
              <a:buNone/>
              <a:defRPr sz="700"/>
            </a:lvl7pPr>
            <a:lvl8pPr marL="2403168" indent="0">
              <a:buNone/>
              <a:defRPr sz="700"/>
            </a:lvl8pPr>
            <a:lvl9pPr marL="2746478"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33686672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200401"/>
            <a:ext cx="5486400" cy="377826"/>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408516"/>
            <a:ext cx="5486400" cy="2743200"/>
          </a:xfrm>
        </p:spPr>
        <p:txBody>
          <a:bodyPr/>
          <a:lstStyle>
            <a:lvl1pPr marL="0" indent="0">
              <a:buNone/>
              <a:defRPr sz="2400"/>
            </a:lvl1pPr>
            <a:lvl2pPr marL="343310" indent="0">
              <a:buNone/>
              <a:defRPr sz="2100"/>
            </a:lvl2pPr>
            <a:lvl3pPr marL="686620" indent="0">
              <a:buNone/>
              <a:defRPr sz="1800"/>
            </a:lvl3pPr>
            <a:lvl4pPr marL="1029929" indent="0">
              <a:buNone/>
              <a:defRPr sz="1500"/>
            </a:lvl4pPr>
            <a:lvl5pPr marL="1373238" indent="0">
              <a:buNone/>
              <a:defRPr sz="1500"/>
            </a:lvl5pPr>
            <a:lvl6pPr marL="1716549" indent="0">
              <a:buNone/>
              <a:defRPr sz="1500"/>
            </a:lvl6pPr>
            <a:lvl7pPr marL="2059859" indent="0">
              <a:buNone/>
              <a:defRPr sz="1500"/>
            </a:lvl7pPr>
            <a:lvl8pPr marL="2403168" indent="0">
              <a:buNone/>
              <a:defRPr sz="1500"/>
            </a:lvl8pPr>
            <a:lvl9pPr marL="2746478" indent="0">
              <a:buNone/>
              <a:defRPr sz="15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3578227"/>
            <a:ext cx="5486400" cy="536575"/>
          </a:xfrm>
        </p:spPr>
        <p:txBody>
          <a:bodyPr/>
          <a:lstStyle>
            <a:lvl1pPr marL="0" indent="0">
              <a:buNone/>
              <a:defRPr sz="1100"/>
            </a:lvl1pPr>
            <a:lvl2pPr marL="343310" indent="0">
              <a:buNone/>
              <a:defRPr sz="900"/>
            </a:lvl2pPr>
            <a:lvl3pPr marL="686620" indent="0">
              <a:buNone/>
              <a:defRPr sz="800"/>
            </a:lvl3pPr>
            <a:lvl4pPr marL="1029929" indent="0">
              <a:buNone/>
              <a:defRPr sz="700"/>
            </a:lvl4pPr>
            <a:lvl5pPr marL="1373238" indent="0">
              <a:buNone/>
              <a:defRPr sz="700"/>
            </a:lvl5pPr>
            <a:lvl6pPr marL="1716549" indent="0">
              <a:buNone/>
              <a:defRPr sz="700"/>
            </a:lvl6pPr>
            <a:lvl7pPr marL="2059859" indent="0">
              <a:buNone/>
              <a:defRPr sz="700"/>
            </a:lvl7pPr>
            <a:lvl8pPr marL="2403168" indent="0">
              <a:buNone/>
              <a:defRPr sz="700"/>
            </a:lvl8pPr>
            <a:lvl9pPr marL="2746478"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23327095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69460686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0584"/>
            <a:ext cx="2133600" cy="43074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1" y="10584"/>
            <a:ext cx="6248400" cy="43074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772481535"/>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063" descr="PPT Template"/>
          <p:cNvPicPr>
            <a:picLocks noChangeAspect="1" noChangeArrowheads="1"/>
          </p:cNvPicPr>
          <p:nvPr/>
        </p:nvPicPr>
        <p:blipFill>
          <a:blip r:embed="rId2" cstate="print"/>
          <a:srcRect/>
          <a:stretch>
            <a:fillRect/>
          </a:stretch>
        </p:blipFill>
        <p:spPr bwMode="auto">
          <a:xfrm>
            <a:off x="0" y="1"/>
            <a:ext cx="9144000" cy="2524125"/>
          </a:xfrm>
          <a:prstGeom prst="rect">
            <a:avLst/>
          </a:prstGeom>
          <a:noFill/>
          <a:ln w="9525">
            <a:noFill/>
            <a:miter lim="800000"/>
            <a:headEnd/>
            <a:tailEnd/>
          </a:ln>
        </p:spPr>
      </p:pic>
      <p:pic>
        <p:nvPicPr>
          <p:cNvPr id="5" name="Picture 2060" descr="HCL Logo"/>
          <p:cNvPicPr>
            <a:picLocks noChangeAspect="1" noChangeArrowheads="1"/>
          </p:cNvPicPr>
          <p:nvPr/>
        </p:nvPicPr>
        <p:blipFill>
          <a:blip r:embed="rId3" cstate="print"/>
          <a:srcRect l="8115" t="31725" r="8223" b="28896"/>
          <a:stretch>
            <a:fillRect/>
          </a:stretch>
        </p:blipFill>
        <p:spPr bwMode="auto">
          <a:xfrm>
            <a:off x="8001002" y="4368800"/>
            <a:ext cx="987425" cy="110067"/>
          </a:xfrm>
          <a:prstGeom prst="rect">
            <a:avLst/>
          </a:prstGeom>
          <a:noFill/>
          <a:ln w="9525">
            <a:noFill/>
            <a:miter lim="800000"/>
            <a:headEnd/>
            <a:tailEnd/>
          </a:ln>
        </p:spPr>
      </p:pic>
      <p:sp>
        <p:nvSpPr>
          <p:cNvPr id="6" name="Rectangle 5"/>
          <p:cNvSpPr/>
          <p:nvPr/>
        </p:nvSpPr>
        <p:spPr bwMode="auto">
          <a:xfrm>
            <a:off x="4724402" y="1778000"/>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81" tIns="34340" rIns="68681" bIns="34340"/>
          <a:lstStyle/>
          <a:p>
            <a:pPr defTabSz="686806">
              <a:defRPr/>
            </a:pPr>
            <a:endParaRPr lang="en-US" sz="1400" dirty="0">
              <a:solidFill>
                <a:prstClr val="black"/>
              </a:solidFill>
            </a:endParaRPr>
          </a:p>
        </p:txBody>
      </p:sp>
      <p:pic>
        <p:nvPicPr>
          <p:cNvPr id="7" name="Picture 2060" descr="HCL Logo"/>
          <p:cNvPicPr>
            <a:picLocks noChangeAspect="1" noChangeArrowheads="1"/>
          </p:cNvPicPr>
          <p:nvPr/>
        </p:nvPicPr>
        <p:blipFill>
          <a:blip r:embed="rId4" cstate="print"/>
          <a:srcRect l="8115" t="31725" r="8223" b="28896"/>
          <a:stretch>
            <a:fillRect/>
          </a:stretch>
        </p:blipFill>
        <p:spPr bwMode="auto">
          <a:xfrm>
            <a:off x="8001002" y="4368800"/>
            <a:ext cx="987425" cy="110067"/>
          </a:xfrm>
          <a:prstGeom prst="rect">
            <a:avLst/>
          </a:prstGeom>
          <a:noFill/>
          <a:ln w="9525">
            <a:noFill/>
            <a:miter lim="800000"/>
            <a:headEnd/>
            <a:tailEnd/>
          </a:ln>
        </p:spPr>
      </p:pic>
      <p:sp>
        <p:nvSpPr>
          <p:cNvPr id="9" name="Rectangle 8"/>
          <p:cNvSpPr/>
          <p:nvPr/>
        </p:nvSpPr>
        <p:spPr bwMode="auto">
          <a:xfrm>
            <a:off x="4781551" y="1785409"/>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81" tIns="34340" rIns="68681" bIns="34340"/>
          <a:lstStyle/>
          <a:p>
            <a:pPr defTabSz="686806">
              <a:defRPr/>
            </a:pPr>
            <a:endParaRPr lang="en-US" sz="1400" dirty="0">
              <a:solidFill>
                <a:prstClr val="black"/>
              </a:solidFill>
            </a:endParaRPr>
          </a:p>
        </p:txBody>
      </p:sp>
      <p:sp>
        <p:nvSpPr>
          <p:cNvPr id="1242115" name="Rectangle 2051"/>
          <p:cNvSpPr>
            <a:spLocks noGrp="1" noChangeArrowheads="1"/>
          </p:cNvSpPr>
          <p:nvPr>
            <p:ph type="ctrTitle"/>
          </p:nvPr>
        </p:nvSpPr>
        <p:spPr>
          <a:xfrm>
            <a:off x="304800" y="2641601"/>
            <a:ext cx="7772400" cy="980017"/>
          </a:xfrm>
        </p:spPr>
        <p:txBody>
          <a:bodyPr/>
          <a:lstStyle>
            <a:lvl1pPr>
              <a:lnSpc>
                <a:spcPct val="125000"/>
              </a:lnSpc>
              <a:defRPr sz="2400">
                <a:solidFill>
                  <a:srgbClr val="5F5F5F"/>
                </a:solidFill>
              </a:defRPr>
            </a:lvl1pPr>
          </a:lstStyle>
          <a:p>
            <a:r>
              <a:rPr lang="en-US" smtClean="0"/>
              <a:t>Click to edit Master title style</a:t>
            </a:r>
            <a:endParaRPr lang="en-US"/>
          </a:p>
        </p:txBody>
      </p:sp>
      <p:sp>
        <p:nvSpPr>
          <p:cNvPr id="1242125" name="Rectangle 2061"/>
          <p:cNvSpPr>
            <a:spLocks noGrp="1" noChangeArrowheads="1"/>
          </p:cNvSpPr>
          <p:nvPr>
            <p:ph type="subTitle" sz="quarter" idx="1" hasCustomPrompt="1"/>
          </p:nvPr>
        </p:nvSpPr>
        <p:spPr>
          <a:xfrm>
            <a:off x="304800" y="3721100"/>
            <a:ext cx="6400800" cy="508000"/>
          </a:xfrm>
        </p:spPr>
        <p:txBody>
          <a:bodyPr/>
          <a:lstStyle>
            <a:lvl1pPr marL="0" indent="0">
              <a:buFont typeface="Wingdings 2" pitchFamily="18" charset="2"/>
              <a:buNone/>
              <a:defRPr sz="1500" b="1">
                <a:solidFill>
                  <a:srgbClr val="5F5F5F"/>
                </a:solidFill>
              </a:defRPr>
            </a:lvl1pPr>
          </a:lstStyle>
          <a:p>
            <a:r>
              <a:rPr lang="en-US" dirty="0" smtClean="0"/>
              <a:t>19 January 2011</a:t>
            </a:r>
            <a:endParaRPr lang="en-US" dirty="0"/>
          </a:p>
        </p:txBody>
      </p:sp>
    </p:spTree>
    <p:extLst>
      <p:ext uri="{BB962C8B-B14F-4D97-AF65-F5344CB8AC3E}">
        <p14:creationId xmlns:p14="http://schemas.microsoft.com/office/powerpoint/2010/main" val="413983695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6"/>
          <p:cNvSpPr txBox="1">
            <a:spLocks noChangeArrowheads="1"/>
          </p:cNvSpPr>
          <p:nvPr/>
        </p:nvSpPr>
        <p:spPr bwMode="auto">
          <a:xfrm>
            <a:off x="0" y="4348480"/>
            <a:ext cx="426720" cy="213360"/>
          </a:xfrm>
          <a:prstGeom prst="rect">
            <a:avLst/>
          </a:prstGeom>
          <a:noFill/>
          <a:ln w="9525">
            <a:noFill/>
            <a:miter lim="800000"/>
            <a:headEnd/>
            <a:tailEnd/>
          </a:ln>
          <a:effectLst/>
        </p:spPr>
        <p:txBody>
          <a:bodyPr vert="horz" wrap="square" lIns="68681" tIns="34340" rIns="68681" bIns="34340" numCol="1" anchor="ctr" anchorCtr="0" compatLnSpc="1">
            <a:prstTxWarp prst="textNoShape">
              <a:avLst/>
            </a:prstTxWarp>
          </a:bodyPr>
          <a:lstStyle>
            <a:lvl1pPr algn="ctr">
              <a:defRPr sz="800" smtClean="0">
                <a:cs typeface="+mn-cs"/>
              </a:defRPr>
            </a:lvl1pPr>
          </a:lstStyle>
          <a:p>
            <a:pPr defTabSz="686806" fontAlgn="base">
              <a:spcBef>
                <a:spcPct val="0"/>
              </a:spcBef>
              <a:spcAft>
                <a:spcPct val="0"/>
              </a:spcAft>
              <a:defRPr/>
            </a:pPr>
            <a:fld id="{1D424B91-7E39-4279-B2B2-1148731102EF}" type="slidenum">
              <a:rPr lang="en-US" sz="600">
                <a:solidFill>
                  <a:prstClr val="black"/>
                </a:solidFill>
              </a:rPr>
              <a:pPr defTabSz="686806" fontAlgn="base">
                <a:spcBef>
                  <a:spcPct val="0"/>
                </a:spcBef>
                <a:spcAft>
                  <a:spcPct val="0"/>
                </a:spcAft>
                <a:defRPr/>
              </a:pPr>
              <a:t>‹#›</a:t>
            </a:fld>
            <a:endParaRPr lang="en-US" sz="600" dirty="0">
              <a:solidFill>
                <a:prstClr val="black"/>
              </a:solidFill>
            </a:endParaRPr>
          </a:p>
        </p:txBody>
      </p:sp>
    </p:spTree>
    <p:extLst>
      <p:ext uri="{BB962C8B-B14F-4D97-AF65-F5344CB8AC3E}">
        <p14:creationId xmlns:p14="http://schemas.microsoft.com/office/powerpoint/2010/main" val="1873368616"/>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37934"/>
            <a:ext cx="7772400" cy="908050"/>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1937809"/>
            <a:ext cx="7772400" cy="1000124"/>
          </a:xfrm>
        </p:spPr>
        <p:txBody>
          <a:bodyPr anchor="b"/>
          <a:lstStyle>
            <a:lvl1pPr marL="0" indent="0">
              <a:buNone/>
              <a:defRPr sz="1500"/>
            </a:lvl1pPr>
            <a:lvl2pPr marL="343403" indent="0">
              <a:buNone/>
              <a:defRPr sz="1400"/>
            </a:lvl2pPr>
            <a:lvl3pPr marL="686806" indent="0">
              <a:buNone/>
              <a:defRPr sz="1200"/>
            </a:lvl3pPr>
            <a:lvl4pPr marL="1030209" indent="0">
              <a:buNone/>
              <a:defRPr sz="1100"/>
            </a:lvl4pPr>
            <a:lvl5pPr marL="1373612" indent="0">
              <a:buNone/>
              <a:defRPr sz="1100"/>
            </a:lvl5pPr>
            <a:lvl6pPr marL="1717015" indent="0">
              <a:buNone/>
              <a:defRPr sz="1100"/>
            </a:lvl6pPr>
            <a:lvl7pPr marL="2060418" indent="0">
              <a:buNone/>
              <a:defRPr sz="1100"/>
            </a:lvl7pPr>
            <a:lvl8pPr marL="2403820" indent="0">
              <a:buNone/>
              <a:defRPr sz="1100"/>
            </a:lvl8pPr>
            <a:lvl9pPr marL="2747223" indent="0">
              <a:buNone/>
              <a:defRPr sz="11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186150993"/>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689750718"/>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83092"/>
            <a:ext cx="8229600" cy="762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023409"/>
            <a:ext cx="4040188" cy="426508"/>
          </a:xfrm>
        </p:spPr>
        <p:txBody>
          <a:bodyPr anchor="b"/>
          <a:lstStyle>
            <a:lvl1pPr marL="0" indent="0">
              <a:buNone/>
              <a:defRPr sz="1800" b="1"/>
            </a:lvl1pPr>
            <a:lvl2pPr marL="343403" indent="0">
              <a:buNone/>
              <a:defRPr sz="1500" b="1"/>
            </a:lvl2pPr>
            <a:lvl3pPr marL="686806" indent="0">
              <a:buNone/>
              <a:defRPr sz="1400" b="1"/>
            </a:lvl3pPr>
            <a:lvl4pPr marL="1030209" indent="0">
              <a:buNone/>
              <a:defRPr sz="1200" b="1"/>
            </a:lvl4pPr>
            <a:lvl5pPr marL="1373612" indent="0">
              <a:buNone/>
              <a:defRPr sz="1200" b="1"/>
            </a:lvl5pPr>
            <a:lvl6pPr marL="1717015" indent="0">
              <a:buNone/>
              <a:defRPr sz="1200" b="1"/>
            </a:lvl6pPr>
            <a:lvl7pPr marL="2060418" indent="0">
              <a:buNone/>
              <a:defRPr sz="1200" b="1"/>
            </a:lvl7pPr>
            <a:lvl8pPr marL="2403820" indent="0">
              <a:buNone/>
              <a:defRPr sz="1200" b="1"/>
            </a:lvl8pPr>
            <a:lvl9pPr marL="2747223"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1" y="1449916"/>
            <a:ext cx="4040188"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023409"/>
            <a:ext cx="4041775" cy="426508"/>
          </a:xfrm>
        </p:spPr>
        <p:txBody>
          <a:bodyPr anchor="b"/>
          <a:lstStyle>
            <a:lvl1pPr marL="0" indent="0">
              <a:buNone/>
              <a:defRPr sz="1800" b="1"/>
            </a:lvl1pPr>
            <a:lvl2pPr marL="343403" indent="0">
              <a:buNone/>
              <a:defRPr sz="1500" b="1"/>
            </a:lvl2pPr>
            <a:lvl3pPr marL="686806" indent="0">
              <a:buNone/>
              <a:defRPr sz="1400" b="1"/>
            </a:lvl3pPr>
            <a:lvl4pPr marL="1030209" indent="0">
              <a:buNone/>
              <a:defRPr sz="1200" b="1"/>
            </a:lvl4pPr>
            <a:lvl5pPr marL="1373612" indent="0">
              <a:buNone/>
              <a:defRPr sz="1200" b="1"/>
            </a:lvl5pPr>
            <a:lvl6pPr marL="1717015" indent="0">
              <a:buNone/>
              <a:defRPr sz="1200" b="1"/>
            </a:lvl6pPr>
            <a:lvl7pPr marL="2060418" indent="0">
              <a:buNone/>
              <a:defRPr sz="1200" b="1"/>
            </a:lvl7pPr>
            <a:lvl8pPr marL="2403820" indent="0">
              <a:buNone/>
              <a:defRPr sz="1200" b="1"/>
            </a:lvl8pPr>
            <a:lvl9pPr marL="2747223"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7" y="1449916"/>
            <a:ext cx="4041775"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23582483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111851052"/>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169250979"/>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182033"/>
            <a:ext cx="3008313" cy="77470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182035"/>
            <a:ext cx="5111750" cy="390207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956735"/>
            <a:ext cx="3008313" cy="3127375"/>
          </a:xfrm>
        </p:spPr>
        <p:txBody>
          <a:bodyPr/>
          <a:lstStyle>
            <a:lvl1pPr marL="0" indent="0">
              <a:buNone/>
              <a:defRPr sz="1100"/>
            </a:lvl1pPr>
            <a:lvl2pPr marL="343403" indent="0">
              <a:buNone/>
              <a:defRPr sz="900"/>
            </a:lvl2pPr>
            <a:lvl3pPr marL="686806" indent="0">
              <a:buNone/>
              <a:defRPr sz="800"/>
            </a:lvl3pPr>
            <a:lvl4pPr marL="1030209" indent="0">
              <a:buNone/>
              <a:defRPr sz="700"/>
            </a:lvl4pPr>
            <a:lvl5pPr marL="1373612" indent="0">
              <a:buNone/>
              <a:defRPr sz="700"/>
            </a:lvl5pPr>
            <a:lvl6pPr marL="1717015" indent="0">
              <a:buNone/>
              <a:defRPr sz="700"/>
            </a:lvl6pPr>
            <a:lvl7pPr marL="2060418" indent="0">
              <a:buNone/>
              <a:defRPr sz="700"/>
            </a:lvl7pPr>
            <a:lvl8pPr marL="2403820" indent="0">
              <a:buNone/>
              <a:defRPr sz="700"/>
            </a:lvl8pPr>
            <a:lvl9pPr marL="2747223"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767175082"/>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200400"/>
            <a:ext cx="5486400" cy="377826"/>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408516"/>
            <a:ext cx="5486400" cy="2743200"/>
          </a:xfrm>
        </p:spPr>
        <p:txBody>
          <a:bodyPr/>
          <a:lstStyle>
            <a:lvl1pPr marL="0" indent="0">
              <a:buNone/>
              <a:defRPr sz="2400"/>
            </a:lvl1pPr>
            <a:lvl2pPr marL="343403" indent="0">
              <a:buNone/>
              <a:defRPr sz="2100"/>
            </a:lvl2pPr>
            <a:lvl3pPr marL="686806" indent="0">
              <a:buNone/>
              <a:defRPr sz="1800"/>
            </a:lvl3pPr>
            <a:lvl4pPr marL="1030209" indent="0">
              <a:buNone/>
              <a:defRPr sz="1500"/>
            </a:lvl4pPr>
            <a:lvl5pPr marL="1373612" indent="0">
              <a:buNone/>
              <a:defRPr sz="1500"/>
            </a:lvl5pPr>
            <a:lvl6pPr marL="1717015" indent="0">
              <a:buNone/>
              <a:defRPr sz="1500"/>
            </a:lvl6pPr>
            <a:lvl7pPr marL="2060418" indent="0">
              <a:buNone/>
              <a:defRPr sz="1500"/>
            </a:lvl7pPr>
            <a:lvl8pPr marL="2403820" indent="0">
              <a:buNone/>
              <a:defRPr sz="1500"/>
            </a:lvl8pPr>
            <a:lvl9pPr marL="2747223" indent="0">
              <a:buNone/>
              <a:defRPr sz="15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3578225"/>
            <a:ext cx="5486400" cy="536575"/>
          </a:xfrm>
        </p:spPr>
        <p:txBody>
          <a:bodyPr/>
          <a:lstStyle>
            <a:lvl1pPr marL="0" indent="0">
              <a:buNone/>
              <a:defRPr sz="1100"/>
            </a:lvl1pPr>
            <a:lvl2pPr marL="343403" indent="0">
              <a:buNone/>
              <a:defRPr sz="900"/>
            </a:lvl2pPr>
            <a:lvl3pPr marL="686806" indent="0">
              <a:buNone/>
              <a:defRPr sz="800"/>
            </a:lvl3pPr>
            <a:lvl4pPr marL="1030209" indent="0">
              <a:buNone/>
              <a:defRPr sz="700"/>
            </a:lvl4pPr>
            <a:lvl5pPr marL="1373612" indent="0">
              <a:buNone/>
              <a:defRPr sz="700"/>
            </a:lvl5pPr>
            <a:lvl6pPr marL="1717015" indent="0">
              <a:buNone/>
              <a:defRPr sz="700"/>
            </a:lvl6pPr>
            <a:lvl7pPr marL="2060418" indent="0">
              <a:buNone/>
              <a:defRPr sz="700"/>
            </a:lvl7pPr>
            <a:lvl8pPr marL="2403820" indent="0">
              <a:buNone/>
              <a:defRPr sz="700"/>
            </a:lvl8pPr>
            <a:lvl9pPr marL="2747223"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501845000"/>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377838086"/>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0584"/>
            <a:ext cx="2133600" cy="43074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1" y="10584"/>
            <a:ext cx="6248400" cy="43074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2623564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jpe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image" Target="../media/image3.jpeg"/><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jpe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image" Target="../media/image3.jpeg"/><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83092"/>
            <a:ext cx="8229600" cy="477308"/>
          </a:xfrm>
          <a:prstGeom prst="rect">
            <a:avLst/>
          </a:prstGeom>
        </p:spPr>
        <p:txBody>
          <a:bodyPr vert="horz" lIns="91416" tIns="45707" rIns="91416" bIns="45707"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762000"/>
            <a:ext cx="8229600" cy="3403600"/>
          </a:xfrm>
          <a:prstGeom prst="rect">
            <a:avLst/>
          </a:prstGeom>
        </p:spPr>
        <p:txBody>
          <a:bodyPr vert="horz" lIns="91416" tIns="45707" rIns="91416" bIns="45707"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4237568"/>
            <a:ext cx="2133600" cy="243417"/>
          </a:xfrm>
          <a:prstGeom prst="rect">
            <a:avLst/>
          </a:prstGeom>
        </p:spPr>
        <p:txBody>
          <a:bodyPr vert="horz" lIns="91416" tIns="45707" rIns="91416" bIns="45707" rtlCol="0" anchor="ctr"/>
          <a:lstStyle>
            <a:lvl1pPr algn="l">
              <a:defRPr sz="1200">
                <a:solidFill>
                  <a:schemeClr val="tx1">
                    <a:tint val="75000"/>
                  </a:schemeClr>
                </a:solidFill>
              </a:defRPr>
            </a:lvl1pPr>
          </a:lstStyle>
          <a:p>
            <a:fld id="{B8243C20-CCA1-42AC-B489-4AB708C4F124}" type="datetime1">
              <a:rPr lang="en-US" smtClean="0"/>
              <a:pPr/>
              <a:t>1/25/2018</a:t>
            </a:fld>
            <a:endParaRPr lang="en-US" dirty="0"/>
          </a:p>
        </p:txBody>
      </p:sp>
      <p:sp>
        <p:nvSpPr>
          <p:cNvPr id="5" name="Footer Placeholder 4"/>
          <p:cNvSpPr>
            <a:spLocks noGrp="1"/>
          </p:cNvSpPr>
          <p:nvPr>
            <p:ph type="ftr" sz="quarter" idx="3"/>
          </p:nvPr>
        </p:nvSpPr>
        <p:spPr>
          <a:xfrm>
            <a:off x="3124202" y="4237568"/>
            <a:ext cx="2895600" cy="243417"/>
          </a:xfrm>
          <a:prstGeom prst="rect">
            <a:avLst/>
          </a:prstGeom>
        </p:spPr>
        <p:txBody>
          <a:bodyPr vert="horz" lIns="91416" tIns="45707" rIns="91416" bIns="45707" rtlCol="0" anchor="ctr"/>
          <a:lstStyle>
            <a:lvl1pPr algn="ctr">
              <a:defRPr sz="900">
                <a:solidFill>
                  <a:schemeClr val="tx1">
                    <a:tint val="75000"/>
                  </a:schemeClr>
                </a:solidFill>
              </a:defRPr>
            </a:lvl1pPr>
          </a:lstStyle>
          <a:p>
            <a:fld id="{0B491FB4-905F-488C-AD01-09867DFAF172}" type="slidenum">
              <a:rPr lang="en-US" smtClean="0"/>
              <a:pPr/>
              <a:t>‹#›</a:t>
            </a:fld>
            <a:endParaRPr lang="en-US" dirty="0" smtClean="0"/>
          </a:p>
        </p:txBody>
      </p:sp>
    </p:spTree>
    <p:extLst>
      <p:ext uri="{BB962C8B-B14F-4D97-AF65-F5344CB8AC3E}">
        <p14:creationId xmlns:p14="http://schemas.microsoft.com/office/powerpoint/2010/main" val="583792667"/>
      </p:ext>
    </p:extLst>
  </p:cSld>
  <p:clrMap bg1="lt1" tx1="dk1" bg2="lt2" tx2="dk2" accent1="accent1" accent2="accent2" accent3="accent3" accent4="accent4" accent5="accent5" accent6="accent6" hlink="hlink" folHlink="folHlink"/>
  <p:sldLayoutIdLst>
    <p:sldLayoutId id="2147483649" r:id="rId1"/>
    <p:sldLayoutId id="2147483689" r:id="rId2"/>
    <p:sldLayoutId id="2147483688" r:id="rId3"/>
    <p:sldLayoutId id="2147483650" r:id="rId4"/>
    <p:sldLayoutId id="2147483651" r:id="rId5"/>
    <p:sldLayoutId id="2147483652" r:id="rId6"/>
    <p:sldLayoutId id="2147483653" r:id="rId7"/>
    <p:sldLayoutId id="2147483654" r:id="rId8"/>
    <p:sldLayoutId id="2147483660" r:id="rId9"/>
    <p:sldLayoutId id="2147483662" r:id="rId10"/>
    <p:sldLayoutId id="2147483663" r:id="rId11"/>
    <p:sldLayoutId id="2147483661" r:id="rId12"/>
    <p:sldLayoutId id="2147483656" r:id="rId13"/>
    <p:sldLayoutId id="2147483657" r:id="rId14"/>
    <p:sldLayoutId id="2147483658" r:id="rId15"/>
    <p:sldLayoutId id="2147483659" r:id="rId16"/>
  </p:sldLayoutIdLst>
  <p:timing>
    <p:tnLst>
      <p:par>
        <p:cTn id="1" dur="indefinite" restart="never" nodeType="tmRoot"/>
      </p:par>
    </p:tnLst>
  </p:timing>
  <p:hf hdr="0" dt="0"/>
  <p:txStyles>
    <p:titleStyle>
      <a:lvl1pPr algn="l" defTabSz="914152" rtl="0" eaLnBrk="1" latinLnBrk="0" hangingPunct="1">
        <a:spcBef>
          <a:spcPct val="0"/>
        </a:spcBef>
        <a:buNone/>
        <a:defRPr sz="2400" kern="1200">
          <a:solidFill>
            <a:schemeClr val="tx1">
              <a:lumMod val="85000"/>
              <a:lumOff val="15000"/>
            </a:schemeClr>
          </a:solidFill>
          <a:latin typeface="+mj-lt"/>
          <a:ea typeface="+mj-ea"/>
          <a:cs typeface="+mj-cs"/>
        </a:defRPr>
      </a:lvl1pPr>
    </p:titleStyle>
    <p:bodyStyle>
      <a:lvl1pPr marL="342807" indent="-342807" algn="l" defTabSz="914152" rtl="0" eaLnBrk="1" latinLnBrk="0" hangingPunct="1">
        <a:spcBef>
          <a:spcPct val="20000"/>
        </a:spcBef>
        <a:buFont typeface="Arial" pitchFamily="34" charset="0"/>
        <a:buChar char="•"/>
        <a:defRPr sz="2200" kern="1200">
          <a:solidFill>
            <a:schemeClr val="tx1">
              <a:lumMod val="85000"/>
              <a:lumOff val="15000"/>
            </a:schemeClr>
          </a:solidFill>
          <a:latin typeface="+mn-lt"/>
          <a:ea typeface="+mn-ea"/>
          <a:cs typeface="+mn-cs"/>
        </a:defRPr>
      </a:lvl1pPr>
      <a:lvl2pPr marL="742749" indent="-285672" algn="l" defTabSz="914152"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2pPr>
      <a:lvl3pPr marL="1142690" indent="-228538" algn="l" defTabSz="914152"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3pPr>
      <a:lvl4pPr marL="1599766" indent="-228538" algn="l" defTabSz="914152"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4pPr>
      <a:lvl5pPr marL="2056842" indent="-228538" algn="l" defTabSz="914152"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3918"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94"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70"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45"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52" rtl="0" eaLnBrk="1" latinLnBrk="0" hangingPunct="1">
        <a:defRPr sz="1800" kern="1200">
          <a:solidFill>
            <a:schemeClr val="tx1"/>
          </a:solidFill>
          <a:latin typeface="+mn-lt"/>
          <a:ea typeface="+mn-ea"/>
          <a:cs typeface="+mn-cs"/>
        </a:defRPr>
      </a:lvl1pPr>
      <a:lvl2pPr marL="457076" algn="l" defTabSz="914152" rtl="0" eaLnBrk="1" latinLnBrk="0" hangingPunct="1">
        <a:defRPr sz="1800" kern="1200">
          <a:solidFill>
            <a:schemeClr val="tx1"/>
          </a:solidFill>
          <a:latin typeface="+mn-lt"/>
          <a:ea typeface="+mn-ea"/>
          <a:cs typeface="+mn-cs"/>
        </a:defRPr>
      </a:lvl2pPr>
      <a:lvl3pPr marL="914152" algn="l" defTabSz="914152" rtl="0" eaLnBrk="1" latinLnBrk="0" hangingPunct="1">
        <a:defRPr sz="1800" kern="1200">
          <a:solidFill>
            <a:schemeClr val="tx1"/>
          </a:solidFill>
          <a:latin typeface="+mn-lt"/>
          <a:ea typeface="+mn-ea"/>
          <a:cs typeface="+mn-cs"/>
        </a:defRPr>
      </a:lvl3pPr>
      <a:lvl4pPr marL="1371228" algn="l" defTabSz="914152" rtl="0" eaLnBrk="1" latinLnBrk="0" hangingPunct="1">
        <a:defRPr sz="1800" kern="1200">
          <a:solidFill>
            <a:schemeClr val="tx1"/>
          </a:solidFill>
          <a:latin typeface="+mn-lt"/>
          <a:ea typeface="+mn-ea"/>
          <a:cs typeface="+mn-cs"/>
        </a:defRPr>
      </a:lvl4pPr>
      <a:lvl5pPr marL="1828304" algn="l" defTabSz="914152" rtl="0" eaLnBrk="1" latinLnBrk="0" hangingPunct="1">
        <a:defRPr sz="1800" kern="1200">
          <a:solidFill>
            <a:schemeClr val="tx1"/>
          </a:solidFill>
          <a:latin typeface="+mn-lt"/>
          <a:ea typeface="+mn-ea"/>
          <a:cs typeface="+mn-cs"/>
        </a:defRPr>
      </a:lvl5pPr>
      <a:lvl6pPr marL="2285380" algn="l" defTabSz="914152" rtl="0" eaLnBrk="1" latinLnBrk="0" hangingPunct="1">
        <a:defRPr sz="1800" kern="1200">
          <a:solidFill>
            <a:schemeClr val="tx1"/>
          </a:solidFill>
          <a:latin typeface="+mn-lt"/>
          <a:ea typeface="+mn-ea"/>
          <a:cs typeface="+mn-cs"/>
        </a:defRPr>
      </a:lvl6pPr>
      <a:lvl7pPr marL="2742456" algn="l" defTabSz="914152" rtl="0" eaLnBrk="1" latinLnBrk="0" hangingPunct="1">
        <a:defRPr sz="1800" kern="1200">
          <a:solidFill>
            <a:schemeClr val="tx1"/>
          </a:solidFill>
          <a:latin typeface="+mn-lt"/>
          <a:ea typeface="+mn-ea"/>
          <a:cs typeface="+mn-cs"/>
        </a:defRPr>
      </a:lvl7pPr>
      <a:lvl8pPr marL="3199531" algn="l" defTabSz="914152" rtl="0" eaLnBrk="1" latinLnBrk="0" hangingPunct="1">
        <a:defRPr sz="1800" kern="1200">
          <a:solidFill>
            <a:schemeClr val="tx1"/>
          </a:solidFill>
          <a:latin typeface="+mn-lt"/>
          <a:ea typeface="+mn-ea"/>
          <a:cs typeface="+mn-cs"/>
        </a:defRPr>
      </a:lvl8pPr>
      <a:lvl9pPr marL="3656608" algn="l" defTabSz="91415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5" descr="inner copy copy"/>
          <p:cNvPicPr>
            <a:picLocks noChangeAspect="1" noChangeArrowheads="1"/>
          </p:cNvPicPr>
          <p:nvPr/>
        </p:nvPicPr>
        <p:blipFill>
          <a:blip r:embed="rId13" cstate="print"/>
          <a:srcRect/>
          <a:stretch>
            <a:fillRect/>
          </a:stretch>
        </p:blipFill>
        <p:spPr bwMode="auto">
          <a:xfrm>
            <a:off x="0" y="2"/>
            <a:ext cx="9144000" cy="764116"/>
          </a:xfrm>
          <a:prstGeom prst="rect">
            <a:avLst/>
          </a:prstGeom>
          <a:noFill/>
          <a:ln w="9525">
            <a:noFill/>
            <a:miter lim="800000"/>
            <a:headEnd/>
            <a:tailEnd/>
          </a:ln>
        </p:spPr>
      </p:pic>
      <p:sp>
        <p:nvSpPr>
          <p:cNvPr id="2051" name="Rectangle 2"/>
          <p:cNvSpPr>
            <a:spLocks noGrp="1" noChangeArrowheads="1"/>
          </p:cNvSpPr>
          <p:nvPr>
            <p:ph type="body" idx="1"/>
          </p:nvPr>
        </p:nvSpPr>
        <p:spPr bwMode="auto">
          <a:xfrm>
            <a:off x="304802" y="863600"/>
            <a:ext cx="8534400" cy="3454400"/>
          </a:xfrm>
          <a:prstGeom prst="rect">
            <a:avLst/>
          </a:prstGeom>
          <a:noFill/>
          <a:ln w="9525">
            <a:noFill/>
            <a:miter lim="800000"/>
            <a:headEnd/>
            <a:tailEnd/>
          </a:ln>
        </p:spPr>
        <p:txBody>
          <a:bodyPr vert="horz" wrap="square" lIns="68663" tIns="34331" rIns="68663" bIns="34331"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2" name="Rectangle 5"/>
          <p:cNvSpPr>
            <a:spLocks noGrp="1" noChangeArrowheads="1"/>
          </p:cNvSpPr>
          <p:nvPr>
            <p:ph type="title"/>
          </p:nvPr>
        </p:nvSpPr>
        <p:spPr bwMode="auto">
          <a:xfrm>
            <a:off x="304801" y="10583"/>
            <a:ext cx="7162800" cy="491067"/>
          </a:xfrm>
          <a:prstGeom prst="rect">
            <a:avLst/>
          </a:prstGeom>
          <a:noFill/>
          <a:ln w="9525">
            <a:noFill/>
            <a:miter lim="800000"/>
            <a:headEnd/>
            <a:tailEnd/>
          </a:ln>
        </p:spPr>
        <p:txBody>
          <a:bodyPr vert="horz" wrap="square" lIns="68663" tIns="34331" rIns="68663" bIns="34331" numCol="1" anchor="ctr" anchorCtr="0" compatLnSpc="1">
            <a:prstTxWarp prst="textNoShape">
              <a:avLst/>
            </a:prstTxWarp>
          </a:bodyPr>
          <a:lstStyle/>
          <a:p>
            <a:pPr lvl="0"/>
            <a:r>
              <a:rPr lang="en-US" smtClean="0"/>
              <a:t>Click to edit Master title style</a:t>
            </a:r>
          </a:p>
        </p:txBody>
      </p:sp>
      <p:sp>
        <p:nvSpPr>
          <p:cNvPr id="1241094" name="Rectangle 6"/>
          <p:cNvSpPr>
            <a:spLocks noGrp="1" noChangeArrowheads="1"/>
          </p:cNvSpPr>
          <p:nvPr>
            <p:ph type="sldNum" sz="quarter" idx="4"/>
          </p:nvPr>
        </p:nvSpPr>
        <p:spPr bwMode="auto">
          <a:xfrm>
            <a:off x="0" y="4348480"/>
            <a:ext cx="426720" cy="213360"/>
          </a:xfrm>
          <a:prstGeom prst="rect">
            <a:avLst/>
          </a:prstGeom>
          <a:noFill/>
          <a:ln w="9525">
            <a:noFill/>
            <a:miter lim="800000"/>
            <a:headEnd/>
            <a:tailEnd/>
          </a:ln>
          <a:effectLst/>
        </p:spPr>
        <p:txBody>
          <a:bodyPr vert="horz" wrap="square" lIns="68663" tIns="34331" rIns="68663" bIns="34331" numCol="1" anchor="ctr" anchorCtr="0" compatLnSpc="1">
            <a:prstTxWarp prst="textNoShape">
              <a:avLst/>
            </a:prstTxWarp>
          </a:bodyPr>
          <a:lstStyle>
            <a:lvl1pPr algn="ctr">
              <a:defRPr sz="600" smtClean="0">
                <a:cs typeface="+mn-cs"/>
              </a:defRPr>
            </a:lvl1pPr>
          </a:lstStyle>
          <a:p>
            <a:pPr defTabSz="686620"/>
            <a:fld id="{FBE3A6FE-5149-45DB-A42F-E73E140876C2}" type="slidenum">
              <a:rPr lang="en-US" smtClean="0">
                <a:solidFill>
                  <a:prstClr val="black"/>
                </a:solidFill>
              </a:rPr>
              <a:pPr defTabSz="686620"/>
              <a:t>‹#›</a:t>
            </a:fld>
            <a:endParaRPr lang="en-US" dirty="0">
              <a:solidFill>
                <a:prstClr val="black"/>
              </a:solidFill>
            </a:endParaRPr>
          </a:p>
        </p:txBody>
      </p:sp>
      <p:pic>
        <p:nvPicPr>
          <p:cNvPr id="2054" name="Picture 7" descr="HCL Logo"/>
          <p:cNvPicPr>
            <a:picLocks noChangeAspect="1" noChangeArrowheads="1"/>
          </p:cNvPicPr>
          <p:nvPr/>
        </p:nvPicPr>
        <p:blipFill>
          <a:blip r:embed="rId14" cstate="print"/>
          <a:srcRect l="8115" t="31725" r="8223" b="28896"/>
          <a:stretch>
            <a:fillRect/>
          </a:stretch>
        </p:blipFill>
        <p:spPr bwMode="auto">
          <a:xfrm>
            <a:off x="8001002" y="4368802"/>
            <a:ext cx="987425" cy="110067"/>
          </a:xfrm>
          <a:prstGeom prst="rect">
            <a:avLst/>
          </a:prstGeom>
          <a:noFill/>
          <a:ln w="9525">
            <a:noFill/>
            <a:miter lim="800000"/>
            <a:headEnd/>
            <a:tailEnd/>
          </a:ln>
        </p:spPr>
      </p:pic>
      <p:pic>
        <p:nvPicPr>
          <p:cNvPr id="2055" name="Picture 15" descr="inner copy copy"/>
          <p:cNvPicPr>
            <a:picLocks noChangeAspect="1" noChangeArrowheads="1"/>
          </p:cNvPicPr>
          <p:nvPr/>
        </p:nvPicPr>
        <p:blipFill>
          <a:blip r:embed="rId13" cstate="print"/>
          <a:srcRect/>
          <a:stretch>
            <a:fillRect/>
          </a:stretch>
        </p:blipFill>
        <p:spPr bwMode="auto">
          <a:xfrm>
            <a:off x="0" y="2"/>
            <a:ext cx="9144000" cy="764116"/>
          </a:xfrm>
          <a:prstGeom prst="rect">
            <a:avLst/>
          </a:prstGeom>
          <a:noFill/>
          <a:ln w="9525">
            <a:noFill/>
            <a:miter lim="800000"/>
            <a:headEnd/>
            <a:tailEnd/>
          </a:ln>
        </p:spPr>
      </p:pic>
      <p:pic>
        <p:nvPicPr>
          <p:cNvPr id="2056" name="Picture 7" descr="HCL Logo"/>
          <p:cNvPicPr>
            <a:picLocks noChangeAspect="1" noChangeArrowheads="1"/>
          </p:cNvPicPr>
          <p:nvPr/>
        </p:nvPicPr>
        <p:blipFill>
          <a:blip r:embed="rId15" cstate="print"/>
          <a:srcRect l="8115" t="31725" r="8223" b="28896"/>
          <a:stretch>
            <a:fillRect/>
          </a:stretch>
        </p:blipFill>
        <p:spPr bwMode="auto">
          <a:xfrm>
            <a:off x="8001002" y="4368802"/>
            <a:ext cx="987425" cy="110067"/>
          </a:xfrm>
          <a:prstGeom prst="rect">
            <a:avLst/>
          </a:prstGeom>
          <a:noFill/>
          <a:ln w="9525">
            <a:noFill/>
            <a:miter lim="800000"/>
            <a:headEnd/>
            <a:tailEnd/>
          </a:ln>
        </p:spPr>
      </p:pic>
    </p:spTree>
    <p:extLst>
      <p:ext uri="{BB962C8B-B14F-4D97-AF65-F5344CB8AC3E}">
        <p14:creationId xmlns:p14="http://schemas.microsoft.com/office/powerpoint/2010/main" val="95153866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ransition/>
  <p:hf hdr="0" ftr="0" dt="0"/>
  <p:txStyles>
    <p:titleStyle>
      <a:lvl1pPr algn="l" rtl="0" eaLnBrk="1" fontAlgn="base" hangingPunct="1">
        <a:spcBef>
          <a:spcPct val="0"/>
        </a:spcBef>
        <a:spcAft>
          <a:spcPct val="0"/>
        </a:spcAft>
        <a:defRPr sz="1800" b="1">
          <a:solidFill>
            <a:schemeClr val="tx1"/>
          </a:solidFill>
          <a:latin typeface="+mj-lt"/>
          <a:ea typeface="+mj-ea"/>
          <a:cs typeface="+mj-cs"/>
        </a:defRPr>
      </a:lvl1pPr>
      <a:lvl2pPr algn="l" rtl="0" eaLnBrk="1" fontAlgn="base" hangingPunct="1">
        <a:spcBef>
          <a:spcPct val="0"/>
        </a:spcBef>
        <a:spcAft>
          <a:spcPct val="0"/>
        </a:spcAft>
        <a:defRPr sz="1800" b="1">
          <a:solidFill>
            <a:schemeClr val="tx1"/>
          </a:solidFill>
          <a:latin typeface="Arial" pitchFamily="34" charset="0"/>
        </a:defRPr>
      </a:lvl2pPr>
      <a:lvl3pPr algn="l" rtl="0" eaLnBrk="1" fontAlgn="base" hangingPunct="1">
        <a:spcBef>
          <a:spcPct val="0"/>
        </a:spcBef>
        <a:spcAft>
          <a:spcPct val="0"/>
        </a:spcAft>
        <a:defRPr sz="1800" b="1">
          <a:solidFill>
            <a:schemeClr val="tx1"/>
          </a:solidFill>
          <a:latin typeface="Arial" pitchFamily="34" charset="0"/>
        </a:defRPr>
      </a:lvl3pPr>
      <a:lvl4pPr algn="l" rtl="0" eaLnBrk="1" fontAlgn="base" hangingPunct="1">
        <a:spcBef>
          <a:spcPct val="0"/>
        </a:spcBef>
        <a:spcAft>
          <a:spcPct val="0"/>
        </a:spcAft>
        <a:defRPr sz="1800" b="1">
          <a:solidFill>
            <a:schemeClr val="tx1"/>
          </a:solidFill>
          <a:latin typeface="Arial" pitchFamily="34" charset="0"/>
        </a:defRPr>
      </a:lvl4pPr>
      <a:lvl5pPr algn="l" rtl="0" eaLnBrk="1" fontAlgn="base" hangingPunct="1">
        <a:spcBef>
          <a:spcPct val="0"/>
        </a:spcBef>
        <a:spcAft>
          <a:spcPct val="0"/>
        </a:spcAft>
        <a:defRPr sz="1800" b="1">
          <a:solidFill>
            <a:schemeClr val="tx1"/>
          </a:solidFill>
          <a:latin typeface="Arial" pitchFamily="34" charset="0"/>
        </a:defRPr>
      </a:lvl5pPr>
      <a:lvl6pPr marL="343310" algn="l" rtl="0" eaLnBrk="1" fontAlgn="base" hangingPunct="1">
        <a:spcBef>
          <a:spcPct val="0"/>
        </a:spcBef>
        <a:spcAft>
          <a:spcPct val="0"/>
        </a:spcAft>
        <a:defRPr sz="1800" b="1">
          <a:solidFill>
            <a:schemeClr val="tx1"/>
          </a:solidFill>
          <a:latin typeface="Arial" pitchFamily="34" charset="0"/>
        </a:defRPr>
      </a:lvl6pPr>
      <a:lvl7pPr marL="686620" algn="l" rtl="0" eaLnBrk="1" fontAlgn="base" hangingPunct="1">
        <a:spcBef>
          <a:spcPct val="0"/>
        </a:spcBef>
        <a:spcAft>
          <a:spcPct val="0"/>
        </a:spcAft>
        <a:defRPr sz="1800" b="1">
          <a:solidFill>
            <a:schemeClr val="tx1"/>
          </a:solidFill>
          <a:latin typeface="Arial" pitchFamily="34" charset="0"/>
        </a:defRPr>
      </a:lvl7pPr>
      <a:lvl8pPr marL="1029929" algn="l" rtl="0" eaLnBrk="1" fontAlgn="base" hangingPunct="1">
        <a:spcBef>
          <a:spcPct val="0"/>
        </a:spcBef>
        <a:spcAft>
          <a:spcPct val="0"/>
        </a:spcAft>
        <a:defRPr sz="1800" b="1">
          <a:solidFill>
            <a:schemeClr val="tx1"/>
          </a:solidFill>
          <a:latin typeface="Arial" pitchFamily="34" charset="0"/>
        </a:defRPr>
      </a:lvl8pPr>
      <a:lvl9pPr marL="1373238" algn="l" rtl="0" eaLnBrk="1" fontAlgn="base" hangingPunct="1">
        <a:spcBef>
          <a:spcPct val="0"/>
        </a:spcBef>
        <a:spcAft>
          <a:spcPct val="0"/>
        </a:spcAft>
        <a:defRPr sz="1800" b="1">
          <a:solidFill>
            <a:schemeClr val="tx1"/>
          </a:solidFill>
          <a:latin typeface="Arial" pitchFamily="34" charset="0"/>
        </a:defRPr>
      </a:lvl9pPr>
    </p:titleStyle>
    <p:bodyStyle>
      <a:lvl1pPr marL="178808" indent="-178808" algn="l" rtl="0" eaLnBrk="1" fontAlgn="base" hangingPunct="1">
        <a:spcBef>
          <a:spcPct val="100000"/>
        </a:spcBef>
        <a:spcAft>
          <a:spcPct val="0"/>
        </a:spcAft>
        <a:buClr>
          <a:schemeClr val="tx1"/>
        </a:buClr>
        <a:buFont typeface="Wingdings 2" pitchFamily="18" charset="2"/>
        <a:buChar char="¡"/>
        <a:defRPr sz="1200">
          <a:solidFill>
            <a:schemeClr val="tx1"/>
          </a:solidFill>
          <a:latin typeface="+mn-lt"/>
          <a:ea typeface="+mn-ea"/>
          <a:cs typeface="+mn-cs"/>
        </a:defRPr>
      </a:lvl1pPr>
      <a:lvl2pPr marL="343310" indent="-163311"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2pPr>
      <a:lvl3pPr marL="507812" indent="-157351"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3pPr>
      <a:lvl4pPr marL="679468"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4pPr>
      <a:lvl5pPr marL="851122"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5pPr>
      <a:lvl6pPr marL="1194432"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6pPr>
      <a:lvl7pPr marL="1537741"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7pPr>
      <a:lvl8pPr marL="1881051"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8pPr>
      <a:lvl9pPr marL="2224361"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9pPr>
    </p:bodyStyle>
    <p:otherStyle>
      <a:defPPr>
        <a:defRPr lang="en-US"/>
      </a:defPPr>
      <a:lvl1pPr marL="0" algn="l" defTabSz="686620" rtl="0" eaLnBrk="1" latinLnBrk="0" hangingPunct="1">
        <a:defRPr sz="1400" kern="1200">
          <a:solidFill>
            <a:schemeClr val="tx1"/>
          </a:solidFill>
          <a:latin typeface="+mn-lt"/>
          <a:ea typeface="+mn-ea"/>
          <a:cs typeface="+mn-cs"/>
        </a:defRPr>
      </a:lvl1pPr>
      <a:lvl2pPr marL="343310" algn="l" defTabSz="686620" rtl="0" eaLnBrk="1" latinLnBrk="0" hangingPunct="1">
        <a:defRPr sz="1400" kern="1200">
          <a:solidFill>
            <a:schemeClr val="tx1"/>
          </a:solidFill>
          <a:latin typeface="+mn-lt"/>
          <a:ea typeface="+mn-ea"/>
          <a:cs typeface="+mn-cs"/>
        </a:defRPr>
      </a:lvl2pPr>
      <a:lvl3pPr marL="686620" algn="l" defTabSz="686620" rtl="0" eaLnBrk="1" latinLnBrk="0" hangingPunct="1">
        <a:defRPr sz="1400" kern="1200">
          <a:solidFill>
            <a:schemeClr val="tx1"/>
          </a:solidFill>
          <a:latin typeface="+mn-lt"/>
          <a:ea typeface="+mn-ea"/>
          <a:cs typeface="+mn-cs"/>
        </a:defRPr>
      </a:lvl3pPr>
      <a:lvl4pPr marL="1029929" algn="l" defTabSz="686620" rtl="0" eaLnBrk="1" latinLnBrk="0" hangingPunct="1">
        <a:defRPr sz="1400" kern="1200">
          <a:solidFill>
            <a:schemeClr val="tx1"/>
          </a:solidFill>
          <a:latin typeface="+mn-lt"/>
          <a:ea typeface="+mn-ea"/>
          <a:cs typeface="+mn-cs"/>
        </a:defRPr>
      </a:lvl4pPr>
      <a:lvl5pPr marL="1373238" algn="l" defTabSz="686620" rtl="0" eaLnBrk="1" latinLnBrk="0" hangingPunct="1">
        <a:defRPr sz="1400" kern="1200">
          <a:solidFill>
            <a:schemeClr val="tx1"/>
          </a:solidFill>
          <a:latin typeface="+mn-lt"/>
          <a:ea typeface="+mn-ea"/>
          <a:cs typeface="+mn-cs"/>
        </a:defRPr>
      </a:lvl5pPr>
      <a:lvl6pPr marL="1716549" algn="l" defTabSz="686620" rtl="0" eaLnBrk="1" latinLnBrk="0" hangingPunct="1">
        <a:defRPr sz="1400" kern="1200">
          <a:solidFill>
            <a:schemeClr val="tx1"/>
          </a:solidFill>
          <a:latin typeface="+mn-lt"/>
          <a:ea typeface="+mn-ea"/>
          <a:cs typeface="+mn-cs"/>
        </a:defRPr>
      </a:lvl6pPr>
      <a:lvl7pPr marL="2059859" algn="l" defTabSz="686620" rtl="0" eaLnBrk="1" latinLnBrk="0" hangingPunct="1">
        <a:defRPr sz="1400" kern="1200">
          <a:solidFill>
            <a:schemeClr val="tx1"/>
          </a:solidFill>
          <a:latin typeface="+mn-lt"/>
          <a:ea typeface="+mn-ea"/>
          <a:cs typeface="+mn-cs"/>
        </a:defRPr>
      </a:lvl7pPr>
      <a:lvl8pPr marL="2403168" algn="l" defTabSz="686620" rtl="0" eaLnBrk="1" latinLnBrk="0" hangingPunct="1">
        <a:defRPr sz="1400" kern="1200">
          <a:solidFill>
            <a:schemeClr val="tx1"/>
          </a:solidFill>
          <a:latin typeface="+mn-lt"/>
          <a:ea typeface="+mn-ea"/>
          <a:cs typeface="+mn-cs"/>
        </a:defRPr>
      </a:lvl8pPr>
      <a:lvl9pPr marL="2746478" algn="l" defTabSz="686620"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5" descr="inner copy copy"/>
          <p:cNvPicPr>
            <a:picLocks noChangeAspect="1" noChangeArrowheads="1"/>
          </p:cNvPicPr>
          <p:nvPr/>
        </p:nvPicPr>
        <p:blipFill>
          <a:blip r:embed="rId13" cstate="print"/>
          <a:srcRect/>
          <a:stretch>
            <a:fillRect/>
          </a:stretch>
        </p:blipFill>
        <p:spPr bwMode="auto">
          <a:xfrm>
            <a:off x="0" y="1"/>
            <a:ext cx="9144000" cy="764116"/>
          </a:xfrm>
          <a:prstGeom prst="rect">
            <a:avLst/>
          </a:prstGeom>
          <a:noFill/>
          <a:ln w="9525">
            <a:noFill/>
            <a:miter lim="800000"/>
            <a:headEnd/>
            <a:tailEnd/>
          </a:ln>
        </p:spPr>
      </p:pic>
      <p:sp>
        <p:nvSpPr>
          <p:cNvPr id="2051" name="Rectangle 2"/>
          <p:cNvSpPr>
            <a:spLocks noGrp="1" noChangeArrowheads="1"/>
          </p:cNvSpPr>
          <p:nvPr>
            <p:ph type="body" idx="1"/>
          </p:nvPr>
        </p:nvSpPr>
        <p:spPr bwMode="auto">
          <a:xfrm>
            <a:off x="304801" y="863600"/>
            <a:ext cx="8534400" cy="3454400"/>
          </a:xfrm>
          <a:prstGeom prst="rect">
            <a:avLst/>
          </a:prstGeom>
          <a:noFill/>
          <a:ln w="9525">
            <a:noFill/>
            <a:miter lim="800000"/>
            <a:headEnd/>
            <a:tailEnd/>
          </a:ln>
        </p:spPr>
        <p:txBody>
          <a:bodyPr vert="horz" wrap="square" lIns="68681" tIns="34340" rIns="68681" bIns="3434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2" name="Rectangle 5"/>
          <p:cNvSpPr>
            <a:spLocks noGrp="1" noChangeArrowheads="1"/>
          </p:cNvSpPr>
          <p:nvPr>
            <p:ph type="title"/>
          </p:nvPr>
        </p:nvSpPr>
        <p:spPr bwMode="auto">
          <a:xfrm>
            <a:off x="304801" y="10583"/>
            <a:ext cx="7162800" cy="491067"/>
          </a:xfrm>
          <a:prstGeom prst="rect">
            <a:avLst/>
          </a:prstGeom>
          <a:noFill/>
          <a:ln w="9525">
            <a:noFill/>
            <a:miter lim="800000"/>
            <a:headEnd/>
            <a:tailEnd/>
          </a:ln>
        </p:spPr>
        <p:txBody>
          <a:bodyPr vert="horz" wrap="square" lIns="68681" tIns="34340" rIns="68681" bIns="34340" numCol="1" anchor="ctr" anchorCtr="0" compatLnSpc="1">
            <a:prstTxWarp prst="textNoShape">
              <a:avLst/>
            </a:prstTxWarp>
          </a:bodyPr>
          <a:lstStyle/>
          <a:p>
            <a:pPr lvl="0"/>
            <a:r>
              <a:rPr lang="en-US" smtClean="0"/>
              <a:t>Click to edit Master title style</a:t>
            </a:r>
          </a:p>
        </p:txBody>
      </p:sp>
      <p:sp>
        <p:nvSpPr>
          <p:cNvPr id="1241094" name="Rectangle 6"/>
          <p:cNvSpPr>
            <a:spLocks noGrp="1" noChangeArrowheads="1"/>
          </p:cNvSpPr>
          <p:nvPr>
            <p:ph type="sldNum" sz="quarter" idx="4"/>
          </p:nvPr>
        </p:nvSpPr>
        <p:spPr bwMode="auto">
          <a:xfrm>
            <a:off x="0" y="4348480"/>
            <a:ext cx="426720" cy="213360"/>
          </a:xfrm>
          <a:prstGeom prst="rect">
            <a:avLst/>
          </a:prstGeom>
          <a:noFill/>
          <a:ln w="9525">
            <a:noFill/>
            <a:miter lim="800000"/>
            <a:headEnd/>
            <a:tailEnd/>
          </a:ln>
          <a:effectLst/>
        </p:spPr>
        <p:txBody>
          <a:bodyPr vert="horz" wrap="square" lIns="68681" tIns="34340" rIns="68681" bIns="34340" numCol="1" anchor="ctr" anchorCtr="0" compatLnSpc="1">
            <a:prstTxWarp prst="textNoShape">
              <a:avLst/>
            </a:prstTxWarp>
          </a:bodyPr>
          <a:lstStyle>
            <a:lvl1pPr algn="ctr">
              <a:defRPr sz="600" smtClean="0">
                <a:cs typeface="+mn-cs"/>
              </a:defRPr>
            </a:lvl1pPr>
          </a:lstStyle>
          <a:p>
            <a:pPr defTabSz="686806"/>
            <a:fld id="{FBE3A6FE-5149-45DB-A42F-E73E140876C2}" type="slidenum">
              <a:rPr lang="en-US" smtClean="0">
                <a:solidFill>
                  <a:prstClr val="black"/>
                </a:solidFill>
              </a:rPr>
              <a:pPr defTabSz="686806"/>
              <a:t>‹#›</a:t>
            </a:fld>
            <a:endParaRPr lang="en-US" dirty="0">
              <a:solidFill>
                <a:prstClr val="black"/>
              </a:solidFill>
            </a:endParaRPr>
          </a:p>
        </p:txBody>
      </p:sp>
      <p:pic>
        <p:nvPicPr>
          <p:cNvPr id="2054" name="Picture 7" descr="HCL Logo"/>
          <p:cNvPicPr>
            <a:picLocks noChangeAspect="1" noChangeArrowheads="1"/>
          </p:cNvPicPr>
          <p:nvPr/>
        </p:nvPicPr>
        <p:blipFill>
          <a:blip r:embed="rId14" cstate="print"/>
          <a:srcRect l="8115" t="31725" r="8223" b="28896"/>
          <a:stretch>
            <a:fillRect/>
          </a:stretch>
        </p:blipFill>
        <p:spPr bwMode="auto">
          <a:xfrm>
            <a:off x="8001002" y="4368800"/>
            <a:ext cx="987425" cy="110067"/>
          </a:xfrm>
          <a:prstGeom prst="rect">
            <a:avLst/>
          </a:prstGeom>
          <a:noFill/>
          <a:ln w="9525">
            <a:noFill/>
            <a:miter lim="800000"/>
            <a:headEnd/>
            <a:tailEnd/>
          </a:ln>
        </p:spPr>
      </p:pic>
      <p:pic>
        <p:nvPicPr>
          <p:cNvPr id="2055" name="Picture 15" descr="inner copy copy"/>
          <p:cNvPicPr>
            <a:picLocks noChangeAspect="1" noChangeArrowheads="1"/>
          </p:cNvPicPr>
          <p:nvPr/>
        </p:nvPicPr>
        <p:blipFill>
          <a:blip r:embed="rId13" cstate="print"/>
          <a:srcRect/>
          <a:stretch>
            <a:fillRect/>
          </a:stretch>
        </p:blipFill>
        <p:spPr bwMode="auto">
          <a:xfrm>
            <a:off x="0" y="1"/>
            <a:ext cx="9144000" cy="764116"/>
          </a:xfrm>
          <a:prstGeom prst="rect">
            <a:avLst/>
          </a:prstGeom>
          <a:noFill/>
          <a:ln w="9525">
            <a:noFill/>
            <a:miter lim="800000"/>
            <a:headEnd/>
            <a:tailEnd/>
          </a:ln>
        </p:spPr>
      </p:pic>
      <p:pic>
        <p:nvPicPr>
          <p:cNvPr id="2056" name="Picture 7" descr="HCL Logo"/>
          <p:cNvPicPr>
            <a:picLocks noChangeAspect="1" noChangeArrowheads="1"/>
          </p:cNvPicPr>
          <p:nvPr/>
        </p:nvPicPr>
        <p:blipFill>
          <a:blip r:embed="rId15" cstate="print"/>
          <a:srcRect l="8115" t="31725" r="8223" b="28896"/>
          <a:stretch>
            <a:fillRect/>
          </a:stretch>
        </p:blipFill>
        <p:spPr bwMode="auto">
          <a:xfrm>
            <a:off x="8001002" y="4368800"/>
            <a:ext cx="987425" cy="110067"/>
          </a:xfrm>
          <a:prstGeom prst="rect">
            <a:avLst/>
          </a:prstGeom>
          <a:noFill/>
          <a:ln w="9525">
            <a:noFill/>
            <a:miter lim="800000"/>
            <a:headEnd/>
            <a:tailEnd/>
          </a:ln>
        </p:spPr>
      </p:pic>
    </p:spTree>
    <p:extLst>
      <p:ext uri="{BB962C8B-B14F-4D97-AF65-F5344CB8AC3E}">
        <p14:creationId xmlns:p14="http://schemas.microsoft.com/office/powerpoint/2010/main" val="3704919153"/>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ransition/>
  <p:hf hdr="0" ftr="0" dt="0"/>
  <p:txStyles>
    <p:titleStyle>
      <a:lvl1pPr algn="l" rtl="0" eaLnBrk="1" fontAlgn="base" hangingPunct="1">
        <a:spcBef>
          <a:spcPct val="0"/>
        </a:spcBef>
        <a:spcAft>
          <a:spcPct val="0"/>
        </a:spcAft>
        <a:defRPr sz="1800" b="1">
          <a:solidFill>
            <a:schemeClr val="tx1"/>
          </a:solidFill>
          <a:latin typeface="+mj-lt"/>
          <a:ea typeface="+mj-ea"/>
          <a:cs typeface="+mj-cs"/>
        </a:defRPr>
      </a:lvl1pPr>
      <a:lvl2pPr algn="l" rtl="0" eaLnBrk="1" fontAlgn="base" hangingPunct="1">
        <a:spcBef>
          <a:spcPct val="0"/>
        </a:spcBef>
        <a:spcAft>
          <a:spcPct val="0"/>
        </a:spcAft>
        <a:defRPr sz="1800" b="1">
          <a:solidFill>
            <a:schemeClr val="tx1"/>
          </a:solidFill>
          <a:latin typeface="Arial" pitchFamily="34" charset="0"/>
        </a:defRPr>
      </a:lvl2pPr>
      <a:lvl3pPr algn="l" rtl="0" eaLnBrk="1" fontAlgn="base" hangingPunct="1">
        <a:spcBef>
          <a:spcPct val="0"/>
        </a:spcBef>
        <a:spcAft>
          <a:spcPct val="0"/>
        </a:spcAft>
        <a:defRPr sz="1800" b="1">
          <a:solidFill>
            <a:schemeClr val="tx1"/>
          </a:solidFill>
          <a:latin typeface="Arial" pitchFamily="34" charset="0"/>
        </a:defRPr>
      </a:lvl3pPr>
      <a:lvl4pPr algn="l" rtl="0" eaLnBrk="1" fontAlgn="base" hangingPunct="1">
        <a:spcBef>
          <a:spcPct val="0"/>
        </a:spcBef>
        <a:spcAft>
          <a:spcPct val="0"/>
        </a:spcAft>
        <a:defRPr sz="1800" b="1">
          <a:solidFill>
            <a:schemeClr val="tx1"/>
          </a:solidFill>
          <a:latin typeface="Arial" pitchFamily="34" charset="0"/>
        </a:defRPr>
      </a:lvl4pPr>
      <a:lvl5pPr algn="l" rtl="0" eaLnBrk="1" fontAlgn="base" hangingPunct="1">
        <a:spcBef>
          <a:spcPct val="0"/>
        </a:spcBef>
        <a:spcAft>
          <a:spcPct val="0"/>
        </a:spcAft>
        <a:defRPr sz="1800" b="1">
          <a:solidFill>
            <a:schemeClr val="tx1"/>
          </a:solidFill>
          <a:latin typeface="Arial" pitchFamily="34" charset="0"/>
        </a:defRPr>
      </a:lvl5pPr>
      <a:lvl6pPr marL="343403" algn="l" rtl="0" eaLnBrk="1" fontAlgn="base" hangingPunct="1">
        <a:spcBef>
          <a:spcPct val="0"/>
        </a:spcBef>
        <a:spcAft>
          <a:spcPct val="0"/>
        </a:spcAft>
        <a:defRPr sz="1800" b="1">
          <a:solidFill>
            <a:schemeClr val="tx1"/>
          </a:solidFill>
          <a:latin typeface="Arial" pitchFamily="34" charset="0"/>
        </a:defRPr>
      </a:lvl6pPr>
      <a:lvl7pPr marL="686806" algn="l" rtl="0" eaLnBrk="1" fontAlgn="base" hangingPunct="1">
        <a:spcBef>
          <a:spcPct val="0"/>
        </a:spcBef>
        <a:spcAft>
          <a:spcPct val="0"/>
        </a:spcAft>
        <a:defRPr sz="1800" b="1">
          <a:solidFill>
            <a:schemeClr val="tx1"/>
          </a:solidFill>
          <a:latin typeface="Arial" pitchFamily="34" charset="0"/>
        </a:defRPr>
      </a:lvl7pPr>
      <a:lvl8pPr marL="1030209" algn="l" rtl="0" eaLnBrk="1" fontAlgn="base" hangingPunct="1">
        <a:spcBef>
          <a:spcPct val="0"/>
        </a:spcBef>
        <a:spcAft>
          <a:spcPct val="0"/>
        </a:spcAft>
        <a:defRPr sz="1800" b="1">
          <a:solidFill>
            <a:schemeClr val="tx1"/>
          </a:solidFill>
          <a:latin typeface="Arial" pitchFamily="34" charset="0"/>
        </a:defRPr>
      </a:lvl8pPr>
      <a:lvl9pPr marL="1373612" algn="l" rtl="0" eaLnBrk="1" fontAlgn="base" hangingPunct="1">
        <a:spcBef>
          <a:spcPct val="0"/>
        </a:spcBef>
        <a:spcAft>
          <a:spcPct val="0"/>
        </a:spcAft>
        <a:defRPr sz="1800" b="1">
          <a:solidFill>
            <a:schemeClr val="tx1"/>
          </a:solidFill>
          <a:latin typeface="Arial" pitchFamily="34" charset="0"/>
        </a:defRPr>
      </a:lvl9pPr>
    </p:titleStyle>
    <p:bodyStyle>
      <a:lvl1pPr marL="178856" indent="-178856" algn="l" rtl="0" eaLnBrk="1" fontAlgn="base" hangingPunct="1">
        <a:spcBef>
          <a:spcPct val="100000"/>
        </a:spcBef>
        <a:spcAft>
          <a:spcPct val="0"/>
        </a:spcAft>
        <a:buClr>
          <a:schemeClr val="tx1"/>
        </a:buClr>
        <a:buFont typeface="Wingdings 2" pitchFamily="18" charset="2"/>
        <a:buChar char="¡"/>
        <a:defRPr sz="1200">
          <a:solidFill>
            <a:schemeClr val="tx1"/>
          </a:solidFill>
          <a:latin typeface="+mn-lt"/>
          <a:ea typeface="+mn-ea"/>
          <a:cs typeface="+mn-cs"/>
        </a:defRPr>
      </a:lvl1pPr>
      <a:lvl2pPr marL="343403" indent="-163355"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2pPr>
      <a:lvl3pPr marL="507950" indent="-15739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3pPr>
      <a:lvl4pPr marL="679652"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4pPr>
      <a:lvl5pPr marL="851353"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5pPr>
      <a:lvl6pPr marL="1194756"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6pPr>
      <a:lvl7pPr marL="1538159"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7pPr>
      <a:lvl8pPr marL="1881562"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8pPr>
      <a:lvl9pPr marL="2224965"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9pPr>
    </p:bodyStyle>
    <p:otherStyle>
      <a:defPPr>
        <a:defRPr lang="en-US"/>
      </a:defPPr>
      <a:lvl1pPr marL="0" algn="l" defTabSz="686806" rtl="0" eaLnBrk="1" latinLnBrk="0" hangingPunct="1">
        <a:defRPr sz="1400" kern="1200">
          <a:solidFill>
            <a:schemeClr val="tx1"/>
          </a:solidFill>
          <a:latin typeface="+mn-lt"/>
          <a:ea typeface="+mn-ea"/>
          <a:cs typeface="+mn-cs"/>
        </a:defRPr>
      </a:lvl1pPr>
      <a:lvl2pPr marL="343403" algn="l" defTabSz="686806" rtl="0" eaLnBrk="1" latinLnBrk="0" hangingPunct="1">
        <a:defRPr sz="1400" kern="1200">
          <a:solidFill>
            <a:schemeClr val="tx1"/>
          </a:solidFill>
          <a:latin typeface="+mn-lt"/>
          <a:ea typeface="+mn-ea"/>
          <a:cs typeface="+mn-cs"/>
        </a:defRPr>
      </a:lvl2pPr>
      <a:lvl3pPr marL="686806" algn="l" defTabSz="686806" rtl="0" eaLnBrk="1" latinLnBrk="0" hangingPunct="1">
        <a:defRPr sz="1400" kern="1200">
          <a:solidFill>
            <a:schemeClr val="tx1"/>
          </a:solidFill>
          <a:latin typeface="+mn-lt"/>
          <a:ea typeface="+mn-ea"/>
          <a:cs typeface="+mn-cs"/>
        </a:defRPr>
      </a:lvl3pPr>
      <a:lvl4pPr marL="1030209" algn="l" defTabSz="686806" rtl="0" eaLnBrk="1" latinLnBrk="0" hangingPunct="1">
        <a:defRPr sz="1400" kern="1200">
          <a:solidFill>
            <a:schemeClr val="tx1"/>
          </a:solidFill>
          <a:latin typeface="+mn-lt"/>
          <a:ea typeface="+mn-ea"/>
          <a:cs typeface="+mn-cs"/>
        </a:defRPr>
      </a:lvl4pPr>
      <a:lvl5pPr marL="1373612" algn="l" defTabSz="686806" rtl="0" eaLnBrk="1" latinLnBrk="0" hangingPunct="1">
        <a:defRPr sz="1400" kern="1200">
          <a:solidFill>
            <a:schemeClr val="tx1"/>
          </a:solidFill>
          <a:latin typeface="+mn-lt"/>
          <a:ea typeface="+mn-ea"/>
          <a:cs typeface="+mn-cs"/>
        </a:defRPr>
      </a:lvl5pPr>
      <a:lvl6pPr marL="1717015" algn="l" defTabSz="686806" rtl="0" eaLnBrk="1" latinLnBrk="0" hangingPunct="1">
        <a:defRPr sz="1400" kern="1200">
          <a:solidFill>
            <a:schemeClr val="tx1"/>
          </a:solidFill>
          <a:latin typeface="+mn-lt"/>
          <a:ea typeface="+mn-ea"/>
          <a:cs typeface="+mn-cs"/>
        </a:defRPr>
      </a:lvl6pPr>
      <a:lvl7pPr marL="2060418" algn="l" defTabSz="686806" rtl="0" eaLnBrk="1" latinLnBrk="0" hangingPunct="1">
        <a:defRPr sz="1400" kern="1200">
          <a:solidFill>
            <a:schemeClr val="tx1"/>
          </a:solidFill>
          <a:latin typeface="+mn-lt"/>
          <a:ea typeface="+mn-ea"/>
          <a:cs typeface="+mn-cs"/>
        </a:defRPr>
      </a:lvl7pPr>
      <a:lvl8pPr marL="2403820" algn="l" defTabSz="686806" rtl="0" eaLnBrk="1" latinLnBrk="0" hangingPunct="1">
        <a:defRPr sz="1400" kern="1200">
          <a:solidFill>
            <a:schemeClr val="tx1"/>
          </a:solidFill>
          <a:latin typeface="+mn-lt"/>
          <a:ea typeface="+mn-ea"/>
          <a:cs typeface="+mn-cs"/>
        </a:defRPr>
      </a:lvl8pPr>
      <a:lvl9pPr marL="2747223" algn="l" defTabSz="68680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9LSnINglkQA" TargetMode="External"/><Relationship Id="rId2" Type="http://schemas.openxmlformats.org/officeDocument/2006/relationships/hyperlink" Target="https://www.cebglobal.co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237744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0" y="4038600"/>
            <a:ext cx="9144000" cy="5334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1783080" y="106672"/>
            <a:ext cx="5593079" cy="2164080"/>
          </a:xfrm>
          <a:prstGeom prst="rect">
            <a:avLst/>
          </a:prstGeom>
        </p:spPr>
      </p:pic>
      <p:pic>
        <p:nvPicPr>
          <p:cNvPr id="9" name="Picture 4" descr="http://www.managementparadise.com/dev/uploads_user/389000/388161/image/10-26-2015/Education/Shiv%20Nadar%20University.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1" t="17113" r="3333" b="14438"/>
          <a:stretch/>
        </p:blipFill>
        <p:spPr bwMode="auto">
          <a:xfrm>
            <a:off x="160020" y="2536499"/>
            <a:ext cx="2095505" cy="457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http://www.rednewswire.com/wp-content/uploads/2015/10/HCL-Technologies.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7280" t="26046" r="16646" b="29302"/>
          <a:stretch/>
        </p:blipFill>
        <p:spPr bwMode="auto">
          <a:xfrm>
            <a:off x="327660" y="3591042"/>
            <a:ext cx="1676400" cy="30949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http://globalchange.mit.edu/images/JP.diagram.arrows.png"/>
          <p:cNvPicPr>
            <a:picLocks noChangeAspect="1" noChangeArrowheads="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51732" y="3061992"/>
            <a:ext cx="712080" cy="46075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rotWithShape="1">
          <a:blip r:embed="rId6"/>
          <a:srcRect b="2439"/>
          <a:stretch/>
        </p:blipFill>
        <p:spPr>
          <a:xfrm>
            <a:off x="137160" y="106672"/>
            <a:ext cx="1645920" cy="2167794"/>
          </a:xfrm>
          <a:prstGeom prst="rect">
            <a:avLst/>
          </a:prstGeom>
        </p:spPr>
      </p:pic>
      <p:pic>
        <p:nvPicPr>
          <p:cNvPr id="12" name="Picture 11"/>
          <p:cNvPicPr>
            <a:picLocks noChangeAspect="1"/>
          </p:cNvPicPr>
          <p:nvPr/>
        </p:nvPicPr>
        <p:blipFill>
          <a:blip r:embed="rId7"/>
          <a:stretch>
            <a:fillRect/>
          </a:stretch>
        </p:blipFill>
        <p:spPr>
          <a:xfrm>
            <a:off x="7376160" y="106672"/>
            <a:ext cx="1645920" cy="2164080"/>
          </a:xfrm>
          <a:prstGeom prst="rect">
            <a:avLst/>
          </a:prstGeom>
        </p:spPr>
      </p:pic>
      <p:sp>
        <p:nvSpPr>
          <p:cNvPr id="14" name="TextBox 13"/>
          <p:cNvSpPr txBox="1"/>
          <p:nvPr/>
        </p:nvSpPr>
        <p:spPr>
          <a:xfrm>
            <a:off x="4343400" y="2514600"/>
            <a:ext cx="4572000" cy="738664"/>
          </a:xfrm>
          <a:prstGeom prst="rect">
            <a:avLst/>
          </a:prstGeom>
          <a:noFill/>
        </p:spPr>
        <p:txBody>
          <a:bodyPr wrap="square" rtlCol="0" anchor="ctr" anchorCtr="0">
            <a:noAutofit/>
          </a:bodyPr>
          <a:lstStyle/>
          <a:p>
            <a:pPr algn="ctr"/>
            <a:r>
              <a:rPr lang="en-IN" sz="2400" b="1" dirty="0">
                <a:latin typeface="Arial Rounded MT Bold" panose="020F0704030504030204" pitchFamily="34" charset="0"/>
              </a:rPr>
              <a:t>Modern Software Development </a:t>
            </a:r>
            <a:r>
              <a:rPr lang="en-IN" sz="2400" b="1" dirty="0" smtClean="0">
                <a:latin typeface="Arial Rounded MT Bold" panose="020F0704030504030204" pitchFamily="34" charset="0"/>
              </a:rPr>
              <a:t>Practices</a:t>
            </a:r>
            <a:endParaRPr lang="en-IN" sz="2400" b="1" dirty="0">
              <a:latin typeface="Arial Rounded MT Bold" panose="020F0704030504030204" pitchFamily="34" charset="0"/>
            </a:endParaRPr>
          </a:p>
        </p:txBody>
      </p:sp>
      <p:sp>
        <p:nvSpPr>
          <p:cNvPr id="13" name="Rectangle 12"/>
          <p:cNvSpPr/>
          <p:nvPr/>
        </p:nvSpPr>
        <p:spPr>
          <a:xfrm>
            <a:off x="4953000" y="3242846"/>
            <a:ext cx="3352800" cy="338554"/>
          </a:xfrm>
          <a:prstGeom prst="rect">
            <a:avLst/>
          </a:prstGeom>
        </p:spPr>
        <p:txBody>
          <a:bodyPr wrap="square">
            <a:spAutoFit/>
          </a:bodyPr>
          <a:lstStyle/>
          <a:p>
            <a:pPr algn="ctr"/>
            <a:r>
              <a:rPr lang="en-US" sz="1600" dirty="0" smtClean="0">
                <a:latin typeface="Garamond" panose="02020404030301010803" pitchFamily="18" charset="0"/>
              </a:rPr>
              <a:t>Project Management Module</a:t>
            </a:r>
            <a:endParaRPr lang="en-US" sz="1600" dirty="0">
              <a:latin typeface="Garamond" panose="02020404030301010803" pitchFamily="18" charset="0"/>
            </a:endParaRPr>
          </a:p>
        </p:txBody>
      </p:sp>
      <p:sp>
        <p:nvSpPr>
          <p:cNvPr id="15" name="Rectangle 14"/>
          <p:cNvSpPr/>
          <p:nvPr/>
        </p:nvSpPr>
        <p:spPr>
          <a:xfrm>
            <a:off x="6315812" y="3581400"/>
            <a:ext cx="808235" cy="253916"/>
          </a:xfrm>
          <a:prstGeom prst="rect">
            <a:avLst/>
          </a:prstGeom>
        </p:spPr>
        <p:txBody>
          <a:bodyPr wrap="none">
            <a:spAutoFit/>
          </a:bodyPr>
          <a:lstStyle/>
          <a:p>
            <a:pPr algn="ctr"/>
            <a:r>
              <a:rPr lang="en-US" sz="1050" b="1" dirty="0" smtClean="0">
                <a:solidFill>
                  <a:schemeClr val="accent6">
                    <a:lumMod val="50000"/>
                  </a:schemeClr>
                </a:solidFill>
                <a:latin typeface="Trebuchet MS" panose="020B0603020202020204" pitchFamily="34" charset="0"/>
              </a:rPr>
              <a:t>SESSION </a:t>
            </a:r>
            <a:r>
              <a:rPr lang="en-US" sz="1050" b="1" dirty="0" smtClean="0">
                <a:solidFill>
                  <a:schemeClr val="accent6">
                    <a:lumMod val="50000"/>
                  </a:schemeClr>
                </a:solidFill>
                <a:latin typeface="Trebuchet MS" panose="020B0603020202020204" pitchFamily="34" charset="0"/>
              </a:rPr>
              <a:t>2</a:t>
            </a:r>
            <a:endParaRPr lang="en-US" sz="1050" b="1" dirty="0">
              <a:solidFill>
                <a:schemeClr val="accent6">
                  <a:lumMod val="50000"/>
                </a:schemeClr>
              </a:solidFill>
              <a:latin typeface="Trebuchet MS" panose="020B0603020202020204" pitchFamily="34" charset="0"/>
            </a:endParaRPr>
          </a:p>
        </p:txBody>
      </p:sp>
    </p:spTree>
    <p:extLst>
      <p:ext uri="{BB962C8B-B14F-4D97-AF65-F5344CB8AC3E}">
        <p14:creationId xmlns:p14="http://schemas.microsoft.com/office/powerpoint/2010/main" val="17242341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Agenda</a:t>
            </a:r>
            <a:endParaRPr lang="en-US" b="1" dirty="0"/>
          </a:p>
        </p:txBody>
      </p:sp>
      <p:sp>
        <p:nvSpPr>
          <p:cNvPr id="3" name="Footer Placeholder 2"/>
          <p:cNvSpPr>
            <a:spLocks noGrp="1"/>
          </p:cNvSpPr>
          <p:nvPr>
            <p:ph type="ftr" sz="quarter" idx="11"/>
          </p:nvPr>
        </p:nvSpPr>
        <p:spPr/>
        <p:txBody>
          <a:bodyPr/>
          <a:lstStyle/>
          <a:p>
            <a:fld id="{0B491FB4-905F-488C-AD01-09867DFAF172}" type="slidenum">
              <a:rPr lang="en-US" smtClean="0"/>
              <a:pPr/>
              <a:t>2</a:t>
            </a:fld>
            <a:endParaRPr lang="en-US" dirty="0"/>
          </a:p>
        </p:txBody>
      </p:sp>
      <p:graphicFrame>
        <p:nvGraphicFramePr>
          <p:cNvPr id="4" name="Diagram 3"/>
          <p:cNvGraphicFramePr/>
          <p:nvPr>
            <p:extLst>
              <p:ext uri="{D42A27DB-BD31-4B8C-83A1-F6EECF244321}">
                <p14:modId xmlns:p14="http://schemas.microsoft.com/office/powerpoint/2010/main" val="1333696478"/>
              </p:ext>
            </p:extLst>
          </p:nvPr>
        </p:nvGraphicFramePr>
        <p:xfrm>
          <a:off x="533400" y="787400"/>
          <a:ext cx="8229600" cy="3251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18978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fld id="{0B491FB4-905F-488C-AD01-09867DFAF172}" type="slidenum">
              <a:rPr lang="en-US" smtClean="0"/>
              <a:pPr/>
              <a:t>3</a:t>
            </a:fld>
            <a:endParaRPr lang="en-US" dirty="0"/>
          </a:p>
        </p:txBody>
      </p:sp>
      <p:pic>
        <p:nvPicPr>
          <p:cNvPr id="1026" name="Picture 2" descr="Break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24083"/>
            <a:ext cx="5943600" cy="3908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9055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Recap of Previous Session</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4</a:t>
            </a:fld>
            <a:endParaRPr lang="en-US" dirty="0"/>
          </a:p>
        </p:txBody>
      </p:sp>
      <p:sp>
        <p:nvSpPr>
          <p:cNvPr id="5" name="Rectangle 4"/>
          <p:cNvSpPr/>
          <p:nvPr/>
        </p:nvSpPr>
        <p:spPr>
          <a:xfrm>
            <a:off x="457200" y="392097"/>
            <a:ext cx="7467600" cy="954107"/>
          </a:xfrm>
          <a:prstGeom prst="rect">
            <a:avLst/>
          </a:prstGeom>
        </p:spPr>
        <p:txBody>
          <a:bodyPr wrap="square">
            <a:spAutoFit/>
          </a:bodyPr>
          <a:lstStyle/>
          <a:p>
            <a:r>
              <a:rPr lang="en-US" sz="2800" i="1" dirty="0"/>
              <a:t/>
            </a:r>
            <a:br>
              <a:rPr lang="en-US" sz="2800" i="1" dirty="0"/>
            </a:br>
            <a:endParaRPr lang="en-IN" sz="2800" dirty="0"/>
          </a:p>
        </p:txBody>
      </p:sp>
    </p:spTree>
    <p:extLst>
      <p:ext uri="{BB962C8B-B14F-4D97-AF65-F5344CB8AC3E}">
        <p14:creationId xmlns:p14="http://schemas.microsoft.com/office/powerpoint/2010/main" val="3598372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Management Tools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5</a:t>
            </a:fld>
            <a:endParaRPr lang="en-US" dirty="0"/>
          </a:p>
        </p:txBody>
      </p:sp>
      <p:sp>
        <p:nvSpPr>
          <p:cNvPr id="5" name="TextBox 4"/>
          <p:cNvSpPr txBox="1"/>
          <p:nvPr/>
        </p:nvSpPr>
        <p:spPr>
          <a:xfrm>
            <a:off x="533400" y="606385"/>
            <a:ext cx="4876800" cy="2862322"/>
          </a:xfrm>
          <a:prstGeom prst="rect">
            <a:avLst/>
          </a:prstGeom>
          <a:noFill/>
        </p:spPr>
        <p:txBody>
          <a:bodyPr wrap="square" rtlCol="0">
            <a:spAutoFit/>
          </a:bodyPr>
          <a:lstStyle/>
          <a:p>
            <a:r>
              <a:rPr lang="en-IN" dirty="0" smtClean="0"/>
              <a:t>MS Project</a:t>
            </a:r>
          </a:p>
          <a:p>
            <a:r>
              <a:rPr lang="en-IN" dirty="0" smtClean="0"/>
              <a:t>MPP</a:t>
            </a:r>
          </a:p>
          <a:p>
            <a:r>
              <a:rPr lang="en-IN" dirty="0" smtClean="0"/>
              <a:t>Meetings(Skype, </a:t>
            </a:r>
            <a:r>
              <a:rPr lang="en-IN" dirty="0" err="1" smtClean="0"/>
              <a:t>Webex</a:t>
            </a:r>
            <a:r>
              <a:rPr lang="en-IN" dirty="0" smtClean="0"/>
              <a:t>)</a:t>
            </a:r>
          </a:p>
          <a:p>
            <a:r>
              <a:rPr lang="en-IN" dirty="0" smtClean="0"/>
              <a:t>Reports</a:t>
            </a:r>
          </a:p>
          <a:p>
            <a:r>
              <a:rPr lang="en-IN" dirty="0" smtClean="0"/>
              <a:t>Emails</a:t>
            </a:r>
          </a:p>
          <a:p>
            <a:endParaRPr lang="en-IN" dirty="0" smtClean="0"/>
          </a:p>
          <a:p>
            <a:r>
              <a:rPr lang="en-IN" dirty="0" smtClean="0"/>
              <a:t>Trello</a:t>
            </a:r>
          </a:p>
          <a:p>
            <a:r>
              <a:rPr lang="en-IN" dirty="0" smtClean="0"/>
              <a:t>JIRA</a:t>
            </a:r>
          </a:p>
          <a:p>
            <a:r>
              <a:rPr lang="en-IN" dirty="0" smtClean="0"/>
              <a:t>Confluence</a:t>
            </a:r>
          </a:p>
          <a:p>
            <a:endParaRPr lang="en-IN" dirty="0" smtClean="0"/>
          </a:p>
        </p:txBody>
      </p:sp>
    </p:spTree>
    <p:extLst>
      <p:ext uri="{BB962C8B-B14F-4D97-AF65-F5344CB8AC3E}">
        <p14:creationId xmlns:p14="http://schemas.microsoft.com/office/powerpoint/2010/main" val="1972258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Phases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6</a:t>
            </a:fld>
            <a:endParaRPr lang="en-US" dirty="0"/>
          </a:p>
        </p:txBody>
      </p:sp>
      <p:graphicFrame>
        <p:nvGraphicFramePr>
          <p:cNvPr id="4" name="Diagram 3"/>
          <p:cNvGraphicFramePr/>
          <p:nvPr>
            <p:extLst>
              <p:ext uri="{D42A27DB-BD31-4B8C-83A1-F6EECF244321}">
                <p14:modId xmlns:p14="http://schemas.microsoft.com/office/powerpoint/2010/main" val="2078953967"/>
              </p:ext>
            </p:extLst>
          </p:nvPr>
        </p:nvGraphicFramePr>
        <p:xfrm>
          <a:off x="828676" y="437415"/>
          <a:ext cx="7629524" cy="713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96265048"/>
              </p:ext>
            </p:extLst>
          </p:nvPr>
        </p:nvGraphicFramePr>
        <p:xfrm>
          <a:off x="828676" y="1130299"/>
          <a:ext cx="7629525" cy="3230880"/>
        </p:xfrm>
        <a:graphic>
          <a:graphicData uri="http://schemas.openxmlformats.org/drawingml/2006/table">
            <a:tbl>
              <a:tblPr firstRow="1" bandRow="1">
                <a:tableStyleId>{5C22544A-7EE6-4342-B048-85BDC9FD1C3A}</a:tableStyleId>
              </a:tblPr>
              <a:tblGrid>
                <a:gridCol w="1525905">
                  <a:extLst>
                    <a:ext uri="{9D8B030D-6E8A-4147-A177-3AD203B41FA5}">
                      <a16:colId xmlns:a16="http://schemas.microsoft.com/office/drawing/2014/main" val="1385679927"/>
                    </a:ext>
                  </a:extLst>
                </a:gridCol>
                <a:gridCol w="1525905">
                  <a:extLst>
                    <a:ext uri="{9D8B030D-6E8A-4147-A177-3AD203B41FA5}">
                      <a16:colId xmlns:a16="http://schemas.microsoft.com/office/drawing/2014/main" val="253220989"/>
                    </a:ext>
                  </a:extLst>
                </a:gridCol>
                <a:gridCol w="1525905">
                  <a:extLst>
                    <a:ext uri="{9D8B030D-6E8A-4147-A177-3AD203B41FA5}">
                      <a16:colId xmlns:a16="http://schemas.microsoft.com/office/drawing/2014/main" val="4218354868"/>
                    </a:ext>
                  </a:extLst>
                </a:gridCol>
                <a:gridCol w="1525905">
                  <a:extLst>
                    <a:ext uri="{9D8B030D-6E8A-4147-A177-3AD203B41FA5}">
                      <a16:colId xmlns:a16="http://schemas.microsoft.com/office/drawing/2014/main" val="2674943589"/>
                    </a:ext>
                  </a:extLst>
                </a:gridCol>
                <a:gridCol w="1525905">
                  <a:extLst>
                    <a:ext uri="{9D8B030D-6E8A-4147-A177-3AD203B41FA5}">
                      <a16:colId xmlns:a16="http://schemas.microsoft.com/office/drawing/2014/main" val="643686547"/>
                    </a:ext>
                  </a:extLst>
                </a:gridCol>
              </a:tblGrid>
              <a:tr h="999378">
                <a:tc>
                  <a:txBody>
                    <a:bodyPr/>
                    <a:lstStyle/>
                    <a:p>
                      <a:pPr algn="l"/>
                      <a:r>
                        <a:rPr lang="en-US" sz="1000" b="0" dirty="0" smtClean="0"/>
                        <a:t>Define a new project or new phase, identify stakeholders, and obtain authorization</a:t>
                      </a:r>
                    </a:p>
                    <a:p>
                      <a:pPr algn="l"/>
                      <a:endParaRPr lang="en-US" sz="1000" b="0" dirty="0" smtClean="0"/>
                    </a:p>
                    <a:p>
                      <a:pPr algn="just"/>
                      <a:r>
                        <a:rPr lang="en-US" sz="1000" b="0" dirty="0" smtClean="0"/>
                        <a:t>“Authorize the Work”</a:t>
                      </a:r>
                      <a:endParaRPr lang="en-IN" sz="1000" b="0" dirty="0"/>
                    </a:p>
                  </a:txBody>
                  <a:tcPr/>
                </a:tc>
                <a:tc>
                  <a:txBody>
                    <a:bodyPr/>
                    <a:lstStyle/>
                    <a:p>
                      <a:r>
                        <a:rPr lang="en-US" sz="1000" b="0" kern="1200" dirty="0" smtClean="0">
                          <a:solidFill>
                            <a:schemeClr val="lt1"/>
                          </a:solidFill>
                          <a:latin typeface="+mn-lt"/>
                          <a:ea typeface="+mn-ea"/>
                          <a:cs typeface="+mn-cs"/>
                        </a:rPr>
                        <a:t>Develop an integrated project management plan to attain project objectives</a:t>
                      </a: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“Plan the Work”</a:t>
                      </a:r>
                      <a:endParaRPr lang="en-IN" sz="1000" b="0" kern="1200" dirty="0">
                        <a:solidFill>
                          <a:schemeClr val="lt1"/>
                        </a:solidFill>
                        <a:latin typeface="+mn-lt"/>
                        <a:ea typeface="+mn-ea"/>
                        <a:cs typeface="+mn-cs"/>
                      </a:endParaRPr>
                    </a:p>
                  </a:txBody>
                  <a:tcPr/>
                </a:tc>
                <a:tc>
                  <a:txBody>
                    <a:bodyPr/>
                    <a:lstStyle/>
                    <a:p>
                      <a:r>
                        <a:rPr lang="en-IN" sz="1000" b="0" kern="1200" dirty="0" smtClean="0">
                          <a:solidFill>
                            <a:schemeClr val="lt1"/>
                          </a:solidFill>
                          <a:latin typeface="+mn-lt"/>
                          <a:ea typeface="+mn-ea"/>
                          <a:cs typeface="+mn-cs"/>
                        </a:rPr>
                        <a:t>Complete the work and satisfy project</a:t>
                      </a:r>
                      <a:r>
                        <a:rPr lang="en-IN" sz="1000" b="0" kern="1200" baseline="0" dirty="0" smtClean="0">
                          <a:solidFill>
                            <a:schemeClr val="lt1"/>
                          </a:solidFill>
                          <a:latin typeface="+mn-lt"/>
                          <a:ea typeface="+mn-ea"/>
                          <a:cs typeface="+mn-cs"/>
                        </a:rPr>
                        <a:t> Objectives</a:t>
                      </a:r>
                    </a:p>
                    <a:p>
                      <a:endParaRPr lang="en-US" sz="1000" b="0" kern="1200" dirty="0" smtClean="0">
                        <a:solidFill>
                          <a:schemeClr val="lt1"/>
                        </a:solidFill>
                        <a:latin typeface="+mn-lt"/>
                        <a:ea typeface="+mn-ea"/>
                        <a:cs typeface="+mn-cs"/>
                      </a:endParaRPr>
                    </a:p>
                    <a:p>
                      <a:endParaRPr lang="en-US" sz="1000" b="0" kern="1200" dirty="0" smtClean="0">
                        <a:solidFill>
                          <a:schemeClr val="lt1"/>
                        </a:solidFill>
                        <a:latin typeface="+mn-lt"/>
                        <a:ea typeface="+mn-ea"/>
                        <a:cs typeface="+mn-cs"/>
                      </a:endParaRP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“Work the Plan</a:t>
                      </a:r>
                      <a:endParaRPr lang="en-IN" sz="1000" b="0" kern="1200" dirty="0">
                        <a:solidFill>
                          <a:schemeClr val="lt1"/>
                        </a:solidFill>
                        <a:latin typeface="+mn-lt"/>
                        <a:ea typeface="+mn-ea"/>
                        <a:cs typeface="+mn-cs"/>
                      </a:endParaRPr>
                    </a:p>
                  </a:txBody>
                  <a:tcPr/>
                </a:tc>
                <a:tc>
                  <a:txBody>
                    <a:bodyPr/>
                    <a:lstStyle/>
                    <a:p>
                      <a:r>
                        <a:rPr lang="en-US" sz="1000" b="0" kern="1200" dirty="0" smtClean="0">
                          <a:solidFill>
                            <a:schemeClr val="lt1"/>
                          </a:solidFill>
                          <a:latin typeface="+mn-lt"/>
                          <a:ea typeface="+mn-ea"/>
                          <a:cs typeface="+mn-cs"/>
                        </a:rPr>
                        <a:t>Track and review project progress and performance; manage variance and change</a:t>
                      </a: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“Control the Plan</a:t>
                      </a:r>
                      <a:endParaRPr lang="en-IN" sz="1000" b="0" kern="1200" dirty="0">
                        <a:solidFill>
                          <a:schemeClr val="lt1"/>
                        </a:solidFill>
                        <a:latin typeface="+mn-lt"/>
                        <a:ea typeface="+mn-ea"/>
                        <a:cs typeface="+mn-cs"/>
                      </a:endParaRPr>
                    </a:p>
                  </a:txBody>
                  <a:tcPr/>
                </a:tc>
                <a:tc>
                  <a:txBody>
                    <a:bodyPr/>
                    <a:lstStyle/>
                    <a:p>
                      <a:r>
                        <a:rPr lang="en-US" sz="1000" b="0" kern="1200" dirty="0" smtClean="0">
                          <a:solidFill>
                            <a:schemeClr val="lt1"/>
                          </a:solidFill>
                          <a:latin typeface="+mn-lt"/>
                          <a:ea typeface="+mn-ea"/>
                          <a:cs typeface="+mn-cs"/>
                        </a:rPr>
                        <a:t>Finalize all activities and formally close the project or phase</a:t>
                      </a:r>
                    </a:p>
                    <a:p>
                      <a:endParaRPr lang="en-US" sz="1000" b="0" kern="1200" dirty="0" smtClean="0">
                        <a:solidFill>
                          <a:schemeClr val="lt1"/>
                        </a:solidFill>
                        <a:latin typeface="+mn-lt"/>
                        <a:ea typeface="+mn-ea"/>
                        <a:cs typeface="+mn-cs"/>
                      </a:endParaRP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“End the Work”</a:t>
                      </a:r>
                      <a:endParaRPr lang="en-IN" sz="1000" b="0" kern="1200" dirty="0">
                        <a:solidFill>
                          <a:schemeClr val="lt1"/>
                        </a:solidFill>
                        <a:latin typeface="+mn-lt"/>
                        <a:ea typeface="+mn-ea"/>
                        <a:cs typeface="+mn-cs"/>
                      </a:endParaRPr>
                    </a:p>
                  </a:txBody>
                  <a:tcPr/>
                </a:tc>
                <a:extLst>
                  <a:ext uri="{0D108BD9-81ED-4DB2-BD59-A6C34878D82A}">
                    <a16:rowId xmlns:a16="http://schemas.microsoft.com/office/drawing/2014/main" val="91129113"/>
                  </a:ext>
                </a:extLst>
              </a:tr>
              <a:tr h="2210745">
                <a:tc>
                  <a:txBody>
                    <a:bodyPr/>
                    <a:lstStyle/>
                    <a:p>
                      <a:r>
                        <a:rPr lang="en-IN" sz="1000" b="0" kern="1200" dirty="0" smtClean="0">
                          <a:solidFill>
                            <a:schemeClr val="lt1"/>
                          </a:solidFill>
                          <a:latin typeface="+mn-lt"/>
                          <a:ea typeface="+mn-ea"/>
                          <a:cs typeface="+mn-cs"/>
                        </a:rPr>
                        <a:t>• Project Charter</a:t>
                      </a:r>
                    </a:p>
                    <a:p>
                      <a:r>
                        <a:rPr lang="en-IN" sz="1000" b="0" kern="1200" dirty="0" smtClean="0">
                          <a:solidFill>
                            <a:schemeClr val="lt1"/>
                          </a:solidFill>
                          <a:latin typeface="+mn-lt"/>
                          <a:ea typeface="+mn-ea"/>
                          <a:cs typeface="+mn-cs"/>
                        </a:rPr>
                        <a:t>• Stakeholder Register</a:t>
                      </a:r>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IN" sz="1000" b="0" kern="1200" dirty="0" smtClean="0">
                          <a:solidFill>
                            <a:schemeClr val="lt1"/>
                          </a:solidFill>
                          <a:latin typeface="+mn-lt"/>
                          <a:ea typeface="+mn-ea"/>
                          <a:cs typeface="+mn-cs"/>
                        </a:rPr>
                        <a:t>•</a:t>
                      </a:r>
                      <a:r>
                        <a:rPr lang="en-US" sz="1000" b="0" kern="1200" dirty="0" smtClean="0">
                          <a:solidFill>
                            <a:schemeClr val="lt1"/>
                          </a:solidFill>
                          <a:latin typeface="+mn-lt"/>
                          <a:ea typeface="+mn-ea"/>
                          <a:cs typeface="+mn-cs"/>
                        </a:rPr>
                        <a:t>Project Mgt. Plans &amp; Related Documents</a:t>
                      </a:r>
                    </a:p>
                    <a:p>
                      <a:r>
                        <a:rPr lang="en-US" sz="1000" b="0" kern="1200" dirty="0" smtClean="0">
                          <a:solidFill>
                            <a:schemeClr val="lt1"/>
                          </a:solidFill>
                          <a:latin typeface="+mn-lt"/>
                          <a:ea typeface="+mn-ea"/>
                          <a:cs typeface="+mn-cs"/>
                        </a:rPr>
                        <a:t> - Scope</a:t>
                      </a:r>
                    </a:p>
                    <a:p>
                      <a:r>
                        <a:rPr lang="en-US" sz="1000" b="0" kern="1200" dirty="0" smtClean="0">
                          <a:solidFill>
                            <a:schemeClr val="lt1"/>
                          </a:solidFill>
                          <a:latin typeface="+mn-lt"/>
                          <a:ea typeface="+mn-ea"/>
                          <a:cs typeface="+mn-cs"/>
                        </a:rPr>
                        <a:t> - Requirements </a:t>
                      </a:r>
                    </a:p>
                    <a:p>
                      <a:pPr marL="171450" indent="-171450">
                        <a:buFontTx/>
                        <a:buChar char="-"/>
                      </a:pPr>
                      <a:r>
                        <a:rPr lang="en-US" sz="1000" b="0" kern="1200" dirty="0" smtClean="0">
                          <a:solidFill>
                            <a:schemeClr val="lt1"/>
                          </a:solidFill>
                          <a:latin typeface="+mn-lt"/>
                          <a:ea typeface="+mn-ea"/>
                          <a:cs typeface="+mn-cs"/>
                        </a:rPr>
                        <a:t>Schedule </a:t>
                      </a:r>
                    </a:p>
                    <a:p>
                      <a:pPr marL="171450" indent="-171450">
                        <a:buFontTx/>
                        <a:buChar char="-"/>
                      </a:pPr>
                      <a:r>
                        <a:rPr lang="en-US" sz="1000" b="0" kern="1200" dirty="0" smtClean="0">
                          <a:solidFill>
                            <a:schemeClr val="lt1"/>
                          </a:solidFill>
                          <a:latin typeface="+mn-lt"/>
                          <a:ea typeface="+mn-ea"/>
                          <a:cs typeface="+mn-cs"/>
                        </a:rPr>
                        <a:t>Cost</a:t>
                      </a:r>
                    </a:p>
                    <a:p>
                      <a:pPr marL="171450" indent="-171450">
                        <a:buFontTx/>
                        <a:buChar char="-"/>
                      </a:pPr>
                      <a:r>
                        <a:rPr lang="en-US" sz="1000" b="0" kern="1200" dirty="0" smtClean="0">
                          <a:solidFill>
                            <a:schemeClr val="lt1"/>
                          </a:solidFill>
                          <a:latin typeface="+mn-lt"/>
                          <a:ea typeface="+mn-ea"/>
                          <a:cs typeface="+mn-cs"/>
                        </a:rPr>
                        <a:t>Quality </a:t>
                      </a:r>
                    </a:p>
                    <a:p>
                      <a:pPr marL="171450" indent="-171450">
                        <a:buFontTx/>
                        <a:buChar char="-"/>
                      </a:pPr>
                      <a:r>
                        <a:rPr lang="en-US" sz="1000" b="0" kern="1200" dirty="0" smtClean="0">
                          <a:solidFill>
                            <a:schemeClr val="lt1"/>
                          </a:solidFill>
                          <a:latin typeface="+mn-lt"/>
                          <a:ea typeface="+mn-ea"/>
                          <a:cs typeface="+mn-cs"/>
                        </a:rPr>
                        <a:t>Human Resources</a:t>
                      </a:r>
                    </a:p>
                    <a:p>
                      <a:pPr marL="171450" indent="-171450">
                        <a:buFontTx/>
                        <a:buChar char="-"/>
                      </a:pPr>
                      <a:r>
                        <a:rPr lang="en-US" sz="1000" b="0" kern="1200" dirty="0" smtClean="0">
                          <a:solidFill>
                            <a:schemeClr val="lt1"/>
                          </a:solidFill>
                          <a:latin typeface="+mn-lt"/>
                          <a:ea typeface="+mn-ea"/>
                          <a:cs typeface="+mn-cs"/>
                        </a:rPr>
                        <a:t>Communication </a:t>
                      </a:r>
                    </a:p>
                    <a:p>
                      <a:pPr marL="171450" indent="-171450">
                        <a:buFontTx/>
                        <a:buChar char="-"/>
                      </a:pPr>
                      <a:r>
                        <a:rPr lang="en-US" sz="1000" b="0" kern="1200" dirty="0" smtClean="0">
                          <a:solidFill>
                            <a:schemeClr val="lt1"/>
                          </a:solidFill>
                          <a:latin typeface="+mn-lt"/>
                          <a:ea typeface="+mn-ea"/>
                          <a:cs typeface="+mn-cs"/>
                        </a:rPr>
                        <a:t>Risk </a:t>
                      </a:r>
                    </a:p>
                    <a:p>
                      <a:pPr marL="171450" indent="-171450">
                        <a:buFontTx/>
                        <a:buChar char="-"/>
                      </a:pPr>
                      <a:r>
                        <a:rPr lang="en-US" sz="1000" b="0" kern="1200" dirty="0" smtClean="0">
                          <a:solidFill>
                            <a:schemeClr val="lt1"/>
                          </a:solidFill>
                          <a:latin typeface="+mn-lt"/>
                          <a:ea typeface="+mn-ea"/>
                          <a:cs typeface="+mn-cs"/>
                        </a:rPr>
                        <a:t>Procurement</a:t>
                      </a:r>
                    </a:p>
                    <a:p>
                      <a:pPr marL="171450" indent="-171450">
                        <a:buFontTx/>
                        <a:buChar char="-"/>
                      </a:pPr>
                      <a:r>
                        <a:rPr lang="en-US" sz="1000" b="0" kern="1200" dirty="0" smtClean="0">
                          <a:solidFill>
                            <a:schemeClr val="lt1"/>
                          </a:solidFill>
                          <a:latin typeface="+mn-lt"/>
                          <a:ea typeface="+mn-ea"/>
                          <a:cs typeface="+mn-cs"/>
                        </a:rPr>
                        <a:t>Change</a:t>
                      </a:r>
                    </a:p>
                    <a:p>
                      <a:pPr marL="171450" indent="-171450">
                        <a:buFontTx/>
                        <a:buChar char="-"/>
                      </a:pPr>
                      <a:r>
                        <a:rPr lang="en-US" sz="1000" b="0" kern="1200" dirty="0" smtClean="0">
                          <a:solidFill>
                            <a:schemeClr val="lt1"/>
                          </a:solidFill>
                          <a:latin typeface="+mn-lt"/>
                          <a:ea typeface="+mn-ea"/>
                          <a:cs typeface="+mn-cs"/>
                        </a:rPr>
                        <a:t>Stakeholders</a:t>
                      </a:r>
                    </a:p>
                    <a:p>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US" sz="1000" b="0" kern="1200" dirty="0" smtClean="0">
                          <a:solidFill>
                            <a:schemeClr val="lt1"/>
                          </a:solidFill>
                          <a:latin typeface="+mn-lt"/>
                          <a:ea typeface="+mn-ea"/>
                          <a:cs typeface="+mn-cs"/>
                        </a:rPr>
                        <a:t>• Project Deliverables</a:t>
                      </a:r>
                    </a:p>
                    <a:p>
                      <a:r>
                        <a:rPr lang="en-US" sz="1000" b="0" kern="1200" dirty="0" smtClean="0">
                          <a:solidFill>
                            <a:schemeClr val="lt1"/>
                          </a:solidFill>
                          <a:latin typeface="+mn-lt"/>
                          <a:ea typeface="+mn-ea"/>
                          <a:cs typeface="+mn-cs"/>
                        </a:rPr>
                        <a:t>• Work Performance Data • Team Performance Assessments </a:t>
                      </a:r>
                    </a:p>
                    <a:p>
                      <a:r>
                        <a:rPr lang="en-US" sz="1000" b="0" kern="1200" dirty="0" smtClean="0">
                          <a:solidFill>
                            <a:schemeClr val="lt1"/>
                          </a:solidFill>
                          <a:latin typeface="+mn-lt"/>
                          <a:ea typeface="+mn-ea"/>
                          <a:cs typeface="+mn-cs"/>
                        </a:rPr>
                        <a:t>• Project Communications (e.g. status reports)</a:t>
                      </a:r>
                    </a:p>
                    <a:p>
                      <a:r>
                        <a:rPr lang="en-US" sz="1000" b="0" kern="1200" dirty="0" smtClean="0">
                          <a:solidFill>
                            <a:schemeClr val="lt1"/>
                          </a:solidFill>
                          <a:latin typeface="+mn-lt"/>
                          <a:ea typeface="+mn-ea"/>
                          <a:cs typeface="+mn-cs"/>
                        </a:rPr>
                        <a:t>• Selected Suppliers &amp; Agreements</a:t>
                      </a:r>
                    </a:p>
                    <a:p>
                      <a:r>
                        <a:rPr lang="en-US" sz="1000" b="0" kern="1200" dirty="0" smtClean="0">
                          <a:solidFill>
                            <a:schemeClr val="lt1"/>
                          </a:solidFill>
                          <a:latin typeface="+mn-lt"/>
                          <a:ea typeface="+mn-ea"/>
                          <a:cs typeface="+mn-cs"/>
                        </a:rPr>
                        <a:t>• Change Requests </a:t>
                      </a:r>
                    </a:p>
                    <a:p>
                      <a:r>
                        <a:rPr lang="en-US" sz="1000" b="0" kern="1200" dirty="0" smtClean="0">
                          <a:solidFill>
                            <a:schemeClr val="lt1"/>
                          </a:solidFill>
                          <a:latin typeface="+mn-lt"/>
                          <a:ea typeface="+mn-ea"/>
                          <a:cs typeface="+mn-cs"/>
                        </a:rPr>
                        <a:t>• Issue Log</a:t>
                      </a:r>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US" sz="1000" b="0" kern="1200" dirty="0" smtClean="0">
                          <a:solidFill>
                            <a:schemeClr val="lt1"/>
                          </a:solidFill>
                          <a:latin typeface="+mn-lt"/>
                          <a:ea typeface="+mn-ea"/>
                          <a:cs typeface="+mn-cs"/>
                        </a:rPr>
                        <a:t>• Change Logs</a:t>
                      </a:r>
                    </a:p>
                    <a:p>
                      <a:r>
                        <a:rPr lang="en-US" sz="1000" b="0" kern="1200" dirty="0" smtClean="0">
                          <a:solidFill>
                            <a:schemeClr val="lt1"/>
                          </a:solidFill>
                          <a:latin typeface="+mn-lt"/>
                          <a:ea typeface="+mn-ea"/>
                          <a:cs typeface="+mn-cs"/>
                        </a:rPr>
                        <a:t>• Approved Change Requests</a:t>
                      </a:r>
                    </a:p>
                    <a:p>
                      <a:r>
                        <a:rPr lang="en-US" sz="1000" b="0" kern="1200" dirty="0" smtClean="0">
                          <a:solidFill>
                            <a:schemeClr val="lt1"/>
                          </a:solidFill>
                          <a:latin typeface="+mn-lt"/>
                          <a:ea typeface="+mn-ea"/>
                          <a:cs typeface="+mn-cs"/>
                        </a:rPr>
                        <a:t>• Work Performance Information </a:t>
                      </a:r>
                    </a:p>
                    <a:p>
                      <a:r>
                        <a:rPr lang="en-US" sz="1000" b="0" kern="1200" dirty="0" smtClean="0">
                          <a:solidFill>
                            <a:schemeClr val="lt1"/>
                          </a:solidFill>
                          <a:latin typeface="+mn-lt"/>
                          <a:ea typeface="+mn-ea"/>
                          <a:cs typeface="+mn-cs"/>
                        </a:rPr>
                        <a:t>• Schedule Forecasts</a:t>
                      </a:r>
                    </a:p>
                    <a:p>
                      <a:r>
                        <a:rPr lang="en-US" sz="1000" b="0" kern="1200" dirty="0" smtClean="0">
                          <a:solidFill>
                            <a:schemeClr val="lt1"/>
                          </a:solidFill>
                          <a:latin typeface="+mn-lt"/>
                          <a:ea typeface="+mn-ea"/>
                          <a:cs typeface="+mn-cs"/>
                        </a:rPr>
                        <a:t>• Cost Forecasts</a:t>
                      </a:r>
                    </a:p>
                    <a:p>
                      <a:r>
                        <a:rPr lang="en-US" sz="1000" b="0" kern="1200" dirty="0" smtClean="0">
                          <a:solidFill>
                            <a:schemeClr val="lt1"/>
                          </a:solidFill>
                          <a:latin typeface="+mn-lt"/>
                          <a:ea typeface="+mn-ea"/>
                          <a:cs typeface="+mn-cs"/>
                        </a:rPr>
                        <a:t>• Updates to Project Plan • Quality Control Measurements</a:t>
                      </a:r>
                    </a:p>
                    <a:p>
                      <a:r>
                        <a:rPr lang="en-US" sz="1000" b="0" kern="1200" dirty="0" smtClean="0">
                          <a:solidFill>
                            <a:schemeClr val="lt1"/>
                          </a:solidFill>
                          <a:latin typeface="+mn-lt"/>
                          <a:ea typeface="+mn-ea"/>
                          <a:cs typeface="+mn-cs"/>
                        </a:rPr>
                        <a:t>• Verified Deliverable</a:t>
                      </a:r>
                    </a:p>
                    <a:p>
                      <a:r>
                        <a:rPr lang="en-US" sz="1000" b="0" kern="1200" dirty="0" smtClean="0">
                          <a:solidFill>
                            <a:schemeClr val="lt1"/>
                          </a:solidFill>
                          <a:latin typeface="+mn-lt"/>
                          <a:ea typeface="+mn-ea"/>
                          <a:cs typeface="+mn-cs"/>
                        </a:rPr>
                        <a:t>• Accepted Deliverable</a:t>
                      </a:r>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US" sz="1000" b="0" kern="1200" dirty="0" smtClean="0">
                          <a:solidFill>
                            <a:schemeClr val="lt1"/>
                          </a:solidFill>
                          <a:latin typeface="+mn-lt"/>
                          <a:ea typeface="+mn-ea"/>
                          <a:cs typeface="+mn-cs"/>
                        </a:rPr>
                        <a:t>• Final Product, Service, or Result (i.e. purpose of project) </a:t>
                      </a:r>
                    </a:p>
                    <a:p>
                      <a:r>
                        <a:rPr lang="en-US" sz="1000" b="0" kern="1200" dirty="0" smtClean="0">
                          <a:solidFill>
                            <a:schemeClr val="lt1"/>
                          </a:solidFill>
                          <a:latin typeface="+mn-lt"/>
                          <a:ea typeface="+mn-ea"/>
                          <a:cs typeface="+mn-cs"/>
                        </a:rPr>
                        <a:t>• Closed Procurement (e.g. formal signature of acceptance)</a:t>
                      </a:r>
                      <a:endParaRPr lang="en-IN" sz="1000" b="0" kern="1200" dirty="0">
                        <a:solidFill>
                          <a:schemeClr val="lt1"/>
                        </a:solidFill>
                        <a:latin typeface="+mn-lt"/>
                        <a:ea typeface="+mn-ea"/>
                        <a:cs typeface="+mn-cs"/>
                      </a:endParaRPr>
                    </a:p>
                  </a:txBody>
                  <a:tcPr>
                    <a:solidFill>
                      <a:schemeClr val="accent1">
                        <a:lumMod val="60000"/>
                        <a:lumOff val="40000"/>
                      </a:schemeClr>
                    </a:solidFill>
                  </a:tcPr>
                </a:tc>
                <a:extLst>
                  <a:ext uri="{0D108BD9-81ED-4DB2-BD59-A6C34878D82A}">
                    <a16:rowId xmlns:a16="http://schemas.microsoft.com/office/drawing/2014/main" val="3484851843"/>
                  </a:ext>
                </a:extLst>
              </a:tr>
            </a:tbl>
          </a:graphicData>
        </a:graphic>
      </p:graphicFrame>
      <p:sp>
        <p:nvSpPr>
          <p:cNvPr id="6" name="TextBox 5"/>
          <p:cNvSpPr txBox="1"/>
          <p:nvPr/>
        </p:nvSpPr>
        <p:spPr>
          <a:xfrm>
            <a:off x="381000" y="457200"/>
            <a:ext cx="507831" cy="567898"/>
          </a:xfrm>
          <a:prstGeom prst="rect">
            <a:avLst/>
          </a:prstGeom>
          <a:noFill/>
        </p:spPr>
        <p:txBody>
          <a:bodyPr vert="vert270" wrap="square" rtlCol="0">
            <a:spAutoFit/>
          </a:bodyPr>
          <a:lstStyle/>
          <a:p>
            <a:r>
              <a:rPr lang="en-IN" sz="1050" dirty="0" smtClean="0"/>
              <a:t>Process Groups</a:t>
            </a:r>
            <a:endParaRPr lang="en-IN" sz="1050" dirty="0"/>
          </a:p>
        </p:txBody>
      </p:sp>
      <p:sp>
        <p:nvSpPr>
          <p:cNvPr id="7" name="TextBox 6"/>
          <p:cNvSpPr txBox="1"/>
          <p:nvPr/>
        </p:nvSpPr>
        <p:spPr>
          <a:xfrm>
            <a:off x="380999" y="1170840"/>
            <a:ext cx="346249" cy="866240"/>
          </a:xfrm>
          <a:prstGeom prst="rect">
            <a:avLst/>
          </a:prstGeom>
          <a:noFill/>
        </p:spPr>
        <p:txBody>
          <a:bodyPr vert="vert270" wrap="square" rtlCol="0">
            <a:spAutoFit/>
          </a:bodyPr>
          <a:lstStyle/>
          <a:p>
            <a:pPr algn="ctr"/>
            <a:r>
              <a:rPr lang="en-IN" sz="1050" dirty="0" smtClean="0"/>
              <a:t>Activities</a:t>
            </a:r>
            <a:endParaRPr lang="en-IN" sz="1050" dirty="0"/>
          </a:p>
        </p:txBody>
      </p:sp>
      <p:sp>
        <p:nvSpPr>
          <p:cNvPr id="8" name="TextBox 7"/>
          <p:cNvSpPr txBox="1"/>
          <p:nvPr/>
        </p:nvSpPr>
        <p:spPr>
          <a:xfrm>
            <a:off x="380998" y="2312619"/>
            <a:ext cx="346249" cy="866240"/>
          </a:xfrm>
          <a:prstGeom prst="rect">
            <a:avLst/>
          </a:prstGeom>
          <a:noFill/>
        </p:spPr>
        <p:txBody>
          <a:bodyPr vert="vert270" wrap="square" rtlCol="0">
            <a:spAutoFit/>
          </a:bodyPr>
          <a:lstStyle/>
          <a:p>
            <a:pPr algn="ctr"/>
            <a:r>
              <a:rPr lang="en-IN" sz="1050" dirty="0" smtClean="0"/>
              <a:t>Key Outputs</a:t>
            </a:r>
            <a:endParaRPr lang="en-IN" sz="1050" dirty="0"/>
          </a:p>
        </p:txBody>
      </p:sp>
    </p:spTree>
    <p:extLst>
      <p:ext uri="{BB962C8B-B14F-4D97-AF65-F5344CB8AC3E}">
        <p14:creationId xmlns:p14="http://schemas.microsoft.com/office/powerpoint/2010/main" val="2872159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Initiation Phase </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7</a:t>
            </a:fld>
            <a:endParaRPr lang="en-US" dirty="0"/>
          </a:p>
        </p:txBody>
      </p:sp>
      <p:sp>
        <p:nvSpPr>
          <p:cNvPr id="4" name="Rectangle 3"/>
          <p:cNvSpPr/>
          <p:nvPr/>
        </p:nvSpPr>
        <p:spPr>
          <a:xfrm>
            <a:off x="304800" y="533400"/>
            <a:ext cx="7924800" cy="3693319"/>
          </a:xfrm>
          <a:prstGeom prst="rect">
            <a:avLst/>
          </a:prstGeom>
        </p:spPr>
        <p:txBody>
          <a:bodyPr wrap="square">
            <a:spAutoFit/>
          </a:bodyPr>
          <a:lstStyle/>
          <a:p>
            <a:r>
              <a:rPr lang="en-US" dirty="0">
                <a:solidFill>
                  <a:srgbClr val="000000"/>
                </a:solidFill>
              </a:rPr>
              <a:t>The </a:t>
            </a:r>
            <a:r>
              <a:rPr lang="en-US" b="1" dirty="0">
                <a:solidFill>
                  <a:srgbClr val="000000"/>
                </a:solidFill>
              </a:rPr>
              <a:t>Project Initiation Phase</a:t>
            </a:r>
            <a:r>
              <a:rPr lang="en-US" dirty="0">
                <a:solidFill>
                  <a:srgbClr val="000000"/>
                </a:solidFill>
              </a:rPr>
              <a:t> is the 1st phase in the </a:t>
            </a:r>
            <a:r>
              <a:rPr lang="en-US" i="1" dirty="0">
                <a:solidFill>
                  <a:srgbClr val="000000"/>
                </a:solidFill>
              </a:rPr>
              <a:t>Project Management Life Cycle</a:t>
            </a:r>
            <a:r>
              <a:rPr lang="en-US" dirty="0">
                <a:solidFill>
                  <a:srgbClr val="000000"/>
                </a:solidFill>
              </a:rPr>
              <a:t>, as it involves starting up a new project. You can start a new project by defining its objectives, scope, purpose and deliverables to be produced. </a:t>
            </a:r>
            <a:endParaRPr lang="en-US" dirty="0" smtClean="0">
              <a:solidFill>
                <a:srgbClr val="000000"/>
              </a:solidFill>
            </a:endParaRPr>
          </a:p>
          <a:p>
            <a:r>
              <a:rPr lang="en-US" dirty="0" smtClean="0">
                <a:solidFill>
                  <a:srgbClr val="000000"/>
                </a:solidFill>
              </a:rPr>
              <a:t>Major Setup during planning include</a:t>
            </a:r>
          </a:p>
          <a:p>
            <a:pPr marL="285750" indent="-285750">
              <a:buFont typeface="Arial" panose="020B0604020202020204" pitchFamily="34" charset="0"/>
              <a:buChar char="•"/>
            </a:pPr>
            <a:r>
              <a:rPr lang="en-US" dirty="0" smtClean="0">
                <a:solidFill>
                  <a:srgbClr val="000000"/>
                </a:solidFill>
              </a:rPr>
              <a:t>Project charter</a:t>
            </a:r>
          </a:p>
          <a:p>
            <a:pPr marL="285750" indent="-285750">
              <a:buFont typeface="Arial" panose="020B0604020202020204" pitchFamily="34" charset="0"/>
              <a:buChar char="•"/>
            </a:pPr>
            <a:r>
              <a:rPr lang="en-US" dirty="0" smtClean="0">
                <a:solidFill>
                  <a:srgbClr val="000000"/>
                </a:solidFill>
              </a:rPr>
              <a:t>Feasibility Study, Scope and Objectives</a:t>
            </a:r>
          </a:p>
          <a:p>
            <a:pPr marL="285750" indent="-285750">
              <a:buFont typeface="Arial" panose="020B0604020202020204" pitchFamily="34" charset="0"/>
              <a:buChar char="•"/>
            </a:pPr>
            <a:r>
              <a:rPr lang="en-US" dirty="0" smtClean="0">
                <a:solidFill>
                  <a:srgbClr val="000000"/>
                </a:solidFill>
              </a:rPr>
              <a:t>Organize Project team</a:t>
            </a:r>
          </a:p>
          <a:p>
            <a:pPr marL="285750" indent="-285750">
              <a:buFont typeface="Arial" panose="020B0604020202020204" pitchFamily="34" charset="0"/>
              <a:buChar char="•"/>
            </a:pPr>
            <a:r>
              <a:rPr lang="en-US" dirty="0" smtClean="0">
                <a:solidFill>
                  <a:srgbClr val="000000"/>
                </a:solidFill>
              </a:rPr>
              <a:t>Project Kick off</a:t>
            </a:r>
          </a:p>
          <a:p>
            <a:pPr marL="285750" indent="-285750">
              <a:buFont typeface="Arial" panose="020B0604020202020204" pitchFamily="34" charset="0"/>
              <a:buChar char="•"/>
            </a:pPr>
            <a:r>
              <a:rPr lang="en-US" dirty="0" smtClean="0">
                <a:solidFill>
                  <a:srgbClr val="000000"/>
                </a:solidFill>
              </a:rPr>
              <a:t>Project Management Plans</a:t>
            </a:r>
          </a:p>
          <a:p>
            <a:pPr marL="285750" indent="-285750">
              <a:buFont typeface="Arial" panose="020B0604020202020204" pitchFamily="34" charset="0"/>
              <a:buChar char="•"/>
            </a:pPr>
            <a:r>
              <a:rPr lang="en-US" altLang="en-US" dirty="0" smtClean="0">
                <a:solidFill>
                  <a:srgbClr val="000000"/>
                </a:solidFill>
              </a:rPr>
              <a:t>Establish </a:t>
            </a:r>
            <a:r>
              <a:rPr lang="en-US" altLang="en-US" dirty="0">
                <a:solidFill>
                  <a:srgbClr val="000000"/>
                </a:solidFill>
              </a:rPr>
              <a:t>clear statement of what is to be done (</a:t>
            </a:r>
            <a:r>
              <a:rPr lang="en-US" altLang="en-US" dirty="0" smtClean="0">
                <a:solidFill>
                  <a:srgbClr val="000000"/>
                </a:solidFill>
              </a:rPr>
              <a:t>WBS)</a:t>
            </a:r>
          </a:p>
          <a:p>
            <a:pPr marL="285750" indent="-285750">
              <a:buFont typeface="Arial" panose="020B0604020202020204" pitchFamily="34" charset="0"/>
              <a:buChar char="•"/>
            </a:pPr>
            <a:r>
              <a:rPr lang="en-US" altLang="en-US" dirty="0" smtClean="0">
                <a:solidFill>
                  <a:srgbClr val="000000"/>
                </a:solidFill>
              </a:rPr>
              <a:t>Establish </a:t>
            </a:r>
            <a:r>
              <a:rPr lang="en-US" altLang="en-US" dirty="0">
                <a:solidFill>
                  <a:srgbClr val="000000"/>
                </a:solidFill>
              </a:rPr>
              <a:t>Risks to be </a:t>
            </a:r>
            <a:r>
              <a:rPr lang="en-US" altLang="en-US" dirty="0" smtClean="0">
                <a:solidFill>
                  <a:srgbClr val="000000"/>
                </a:solidFill>
              </a:rPr>
              <a:t>Managed</a:t>
            </a:r>
          </a:p>
          <a:p>
            <a:pPr marL="285750" indent="-285750">
              <a:buFont typeface="Arial" panose="020B0604020202020204" pitchFamily="34" charset="0"/>
              <a:buChar char="•"/>
            </a:pPr>
            <a:r>
              <a:rPr lang="en-US" altLang="en-US" dirty="0" smtClean="0">
                <a:solidFill>
                  <a:srgbClr val="000000"/>
                </a:solidFill>
              </a:rPr>
              <a:t>Establish </a:t>
            </a:r>
            <a:r>
              <a:rPr lang="en-US" altLang="en-US" dirty="0">
                <a:solidFill>
                  <a:srgbClr val="000000"/>
                </a:solidFill>
              </a:rPr>
              <a:t>Costs and </a:t>
            </a:r>
            <a:r>
              <a:rPr lang="en-US" altLang="en-US" dirty="0" smtClean="0">
                <a:solidFill>
                  <a:srgbClr val="000000"/>
                </a:solidFill>
              </a:rPr>
              <a:t>Durations</a:t>
            </a:r>
          </a:p>
          <a:p>
            <a:pPr marL="285750" indent="-285750">
              <a:buFont typeface="Arial" panose="020B0604020202020204" pitchFamily="34" charset="0"/>
              <a:buChar char="•"/>
            </a:pPr>
            <a:r>
              <a:rPr lang="en-US" altLang="en-US" dirty="0" smtClean="0">
                <a:solidFill>
                  <a:srgbClr val="000000"/>
                </a:solidFill>
              </a:rPr>
              <a:t>Establish </a:t>
            </a:r>
            <a:r>
              <a:rPr lang="en-US" altLang="en-US" dirty="0">
                <a:solidFill>
                  <a:srgbClr val="000000"/>
                </a:solidFill>
              </a:rPr>
              <a:t>Resources </a:t>
            </a:r>
            <a:r>
              <a:rPr lang="en-US" altLang="en-US" dirty="0" smtClean="0">
                <a:solidFill>
                  <a:srgbClr val="000000"/>
                </a:solidFill>
              </a:rPr>
              <a:t>Required</a:t>
            </a:r>
            <a:endParaRPr lang="en-IN" dirty="0"/>
          </a:p>
        </p:txBody>
      </p:sp>
      <p:pic>
        <p:nvPicPr>
          <p:cNvPr id="5" name="Picture 4"/>
          <p:cNvPicPr>
            <a:picLocks noChangeAspect="1"/>
          </p:cNvPicPr>
          <p:nvPr/>
        </p:nvPicPr>
        <p:blipFill>
          <a:blip r:embed="rId2"/>
          <a:stretch>
            <a:fillRect/>
          </a:stretch>
        </p:blipFill>
        <p:spPr>
          <a:xfrm>
            <a:off x="6400800" y="1637705"/>
            <a:ext cx="2343150" cy="1952625"/>
          </a:xfrm>
          <a:prstGeom prst="rect">
            <a:avLst/>
          </a:prstGeom>
        </p:spPr>
      </p:pic>
    </p:spTree>
    <p:extLst>
      <p:ext uri="{BB962C8B-B14F-4D97-AF65-F5344CB8AC3E}">
        <p14:creationId xmlns:p14="http://schemas.microsoft.com/office/powerpoint/2010/main" val="1178189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Planning </a:t>
            </a:r>
            <a:r>
              <a:rPr lang="en-IN" dirty="0" smtClean="0"/>
              <a:t>Phase </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8</a:t>
            </a:fld>
            <a:endParaRPr lang="en-US" dirty="0"/>
          </a:p>
        </p:txBody>
      </p:sp>
      <p:sp>
        <p:nvSpPr>
          <p:cNvPr id="4" name="Rectangle 3"/>
          <p:cNvSpPr/>
          <p:nvPr/>
        </p:nvSpPr>
        <p:spPr>
          <a:xfrm>
            <a:off x="304800" y="533400"/>
            <a:ext cx="7924800" cy="2585323"/>
          </a:xfrm>
          <a:prstGeom prst="rect">
            <a:avLst/>
          </a:prstGeom>
        </p:spPr>
        <p:txBody>
          <a:bodyPr wrap="square">
            <a:spAutoFit/>
          </a:bodyPr>
          <a:lstStyle/>
          <a:p>
            <a:r>
              <a:rPr lang="en-US" b="1" dirty="0" smtClean="0">
                <a:solidFill>
                  <a:srgbClr val="000000"/>
                </a:solidFill>
              </a:rPr>
              <a:t>Project Planning Phase – </a:t>
            </a:r>
            <a:r>
              <a:rPr lang="en-US" dirty="0" smtClean="0">
                <a:solidFill>
                  <a:srgbClr val="000000"/>
                </a:solidFill>
              </a:rPr>
              <a:t>This phase</a:t>
            </a:r>
            <a:r>
              <a:rPr lang="en-US" dirty="0">
                <a:solidFill>
                  <a:srgbClr val="000000"/>
                </a:solidFill>
              </a:rPr>
              <a:t> </a:t>
            </a:r>
            <a:r>
              <a:rPr lang="en-US" dirty="0" smtClean="0">
                <a:solidFill>
                  <a:srgbClr val="000000"/>
                </a:solidFill>
              </a:rPr>
              <a:t>includes the development of detailed plans required to manage the implementation of the project. Major steps during planned include :</a:t>
            </a:r>
          </a:p>
          <a:p>
            <a:r>
              <a:rPr lang="en-US" dirty="0" smtClean="0">
                <a:solidFill>
                  <a:srgbClr val="000000"/>
                </a:solidFill>
              </a:rPr>
              <a:t>1. Project Charter</a:t>
            </a:r>
          </a:p>
          <a:p>
            <a:r>
              <a:rPr lang="en-US" dirty="0" smtClean="0">
                <a:solidFill>
                  <a:srgbClr val="000000"/>
                </a:solidFill>
              </a:rPr>
              <a:t>2. Organize Project Team</a:t>
            </a:r>
          </a:p>
          <a:p>
            <a:r>
              <a:rPr lang="en-US" dirty="0" smtClean="0">
                <a:solidFill>
                  <a:srgbClr val="000000"/>
                </a:solidFill>
              </a:rPr>
              <a:t>3. Project Kick off</a:t>
            </a:r>
          </a:p>
          <a:p>
            <a:r>
              <a:rPr lang="en-US" dirty="0" smtClean="0">
                <a:solidFill>
                  <a:srgbClr val="000000"/>
                </a:solidFill>
              </a:rPr>
              <a:t>4. Project Management Plans</a:t>
            </a:r>
          </a:p>
          <a:p>
            <a:r>
              <a:rPr lang="en-US" dirty="0" smtClean="0">
                <a:solidFill>
                  <a:srgbClr val="000000"/>
                </a:solidFill>
              </a:rPr>
              <a:t>5. Project Plan Approval</a:t>
            </a:r>
          </a:p>
          <a:p>
            <a:r>
              <a:rPr lang="en-US" dirty="0" smtClean="0">
                <a:solidFill>
                  <a:srgbClr val="000000"/>
                </a:solidFill>
              </a:rPr>
              <a:t>6. Communicate Plans </a:t>
            </a:r>
            <a:endParaRPr lang="en-IN" dirty="0"/>
          </a:p>
        </p:txBody>
      </p:sp>
      <p:pic>
        <p:nvPicPr>
          <p:cNvPr id="7" name="Picture 6"/>
          <p:cNvPicPr>
            <a:picLocks noChangeAspect="1"/>
          </p:cNvPicPr>
          <p:nvPr/>
        </p:nvPicPr>
        <p:blipFill>
          <a:blip r:embed="rId2"/>
          <a:stretch>
            <a:fillRect/>
          </a:stretch>
        </p:blipFill>
        <p:spPr>
          <a:xfrm>
            <a:off x="6248400" y="2057400"/>
            <a:ext cx="2697714" cy="2057400"/>
          </a:xfrm>
          <a:prstGeom prst="rect">
            <a:avLst/>
          </a:prstGeom>
        </p:spPr>
      </p:pic>
    </p:spTree>
    <p:extLst>
      <p:ext uri="{BB962C8B-B14F-4D97-AF65-F5344CB8AC3E}">
        <p14:creationId xmlns:p14="http://schemas.microsoft.com/office/powerpoint/2010/main" val="3472012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Planning</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9</a:t>
            </a:fld>
            <a:endParaRPr lang="en-US" dirty="0"/>
          </a:p>
        </p:txBody>
      </p:sp>
      <p:pic>
        <p:nvPicPr>
          <p:cNvPr id="4" name="Picture 3"/>
          <p:cNvPicPr>
            <a:picLocks noChangeAspect="1"/>
          </p:cNvPicPr>
          <p:nvPr/>
        </p:nvPicPr>
        <p:blipFill>
          <a:blip r:embed="rId2"/>
          <a:stretch>
            <a:fillRect/>
          </a:stretch>
        </p:blipFill>
        <p:spPr>
          <a:xfrm>
            <a:off x="1743075" y="561975"/>
            <a:ext cx="5657850" cy="3448050"/>
          </a:xfrm>
          <a:prstGeom prst="rect">
            <a:avLst/>
          </a:prstGeom>
        </p:spPr>
      </p:pic>
    </p:spTree>
    <p:extLst>
      <p:ext uri="{BB962C8B-B14F-4D97-AF65-F5344CB8AC3E}">
        <p14:creationId xmlns:p14="http://schemas.microsoft.com/office/powerpoint/2010/main" val="1139225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Charter</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10</a:t>
            </a:fld>
            <a:endParaRPr lang="en-US" dirty="0"/>
          </a:p>
        </p:txBody>
      </p:sp>
      <p:sp>
        <p:nvSpPr>
          <p:cNvPr id="4" name="TextBox 3"/>
          <p:cNvSpPr txBox="1"/>
          <p:nvPr/>
        </p:nvSpPr>
        <p:spPr>
          <a:xfrm>
            <a:off x="457200" y="609600"/>
            <a:ext cx="7162800" cy="3631763"/>
          </a:xfrm>
          <a:prstGeom prst="rect">
            <a:avLst/>
          </a:prstGeom>
          <a:noFill/>
        </p:spPr>
        <p:txBody>
          <a:bodyPr wrap="square" rtlCol="0">
            <a:spAutoFit/>
          </a:bodyPr>
          <a:lstStyle/>
          <a:p>
            <a:r>
              <a:rPr lang="en-US" sz="1600" dirty="0"/>
              <a:t>A project charter formally authorizes the project and the project manager to apply resources to project activities.  Per PMI, without a charter, there is no project</a:t>
            </a:r>
            <a:r>
              <a:rPr lang="en-US" sz="1600" dirty="0" smtClean="0"/>
              <a:t>.</a:t>
            </a:r>
          </a:p>
          <a:p>
            <a:endParaRPr lang="en-US" dirty="0"/>
          </a:p>
          <a:p>
            <a:pPr marL="171450" indent="-171450">
              <a:buFont typeface="Arial" panose="020B0604020202020204" pitchFamily="34" charset="0"/>
              <a:buChar char="•"/>
            </a:pPr>
            <a:r>
              <a:rPr lang="en-US" sz="1400" b="1" dirty="0"/>
              <a:t>A typical charter will identify: </a:t>
            </a:r>
            <a:endParaRPr lang="en-US" sz="1400" b="1" dirty="0" smtClean="0"/>
          </a:p>
          <a:p>
            <a:pPr marL="628526" lvl="1" indent="-171450">
              <a:buFont typeface="Arial" panose="020B0604020202020204" pitchFamily="34" charset="0"/>
              <a:buChar char="•"/>
            </a:pPr>
            <a:r>
              <a:rPr lang="en-US" sz="1400" dirty="0" smtClean="0"/>
              <a:t> </a:t>
            </a:r>
            <a:r>
              <a:rPr lang="en-US" sz="1400" dirty="0"/>
              <a:t>Business need or </a:t>
            </a:r>
            <a:r>
              <a:rPr lang="en-US" sz="1400" dirty="0" smtClean="0"/>
              <a:t>justification</a:t>
            </a:r>
          </a:p>
          <a:p>
            <a:pPr marL="628526" lvl="1" indent="-171450">
              <a:buFont typeface="Arial" panose="020B0604020202020204" pitchFamily="34" charset="0"/>
              <a:buChar char="•"/>
            </a:pPr>
            <a:r>
              <a:rPr lang="en-US" sz="1400" dirty="0" smtClean="0"/>
              <a:t> </a:t>
            </a:r>
            <a:r>
              <a:rPr lang="en-US" sz="1400" dirty="0"/>
              <a:t>Scope (high level) </a:t>
            </a:r>
            <a:endParaRPr lang="en-US" sz="1400" dirty="0" smtClean="0"/>
          </a:p>
          <a:p>
            <a:pPr marL="628526" lvl="1" indent="-171450">
              <a:buFont typeface="Arial" panose="020B0604020202020204" pitchFamily="34" charset="0"/>
              <a:buChar char="•"/>
            </a:pPr>
            <a:r>
              <a:rPr lang="en-US" sz="1400" dirty="0" smtClean="0"/>
              <a:t> </a:t>
            </a:r>
            <a:r>
              <a:rPr lang="en-US" sz="1400" dirty="0"/>
              <a:t>Objectives (such as the intended product, service, or </a:t>
            </a:r>
            <a:r>
              <a:rPr lang="en-US" sz="1400" dirty="0" smtClean="0"/>
              <a:t>result)</a:t>
            </a:r>
          </a:p>
          <a:p>
            <a:pPr marL="628526" lvl="1" indent="-171450">
              <a:buFont typeface="Arial" panose="020B0604020202020204" pitchFamily="34" charset="0"/>
              <a:buChar char="•"/>
            </a:pPr>
            <a:r>
              <a:rPr lang="en-US" sz="1400" dirty="0" smtClean="0"/>
              <a:t> </a:t>
            </a:r>
            <a:r>
              <a:rPr lang="en-US" sz="1400" dirty="0"/>
              <a:t>Requirements (high level) </a:t>
            </a:r>
            <a:endParaRPr lang="en-US" sz="1400" dirty="0" smtClean="0"/>
          </a:p>
          <a:p>
            <a:pPr marL="628526" lvl="1" indent="-171450">
              <a:buFont typeface="Arial" panose="020B0604020202020204" pitchFamily="34" charset="0"/>
              <a:buChar char="•"/>
            </a:pPr>
            <a:r>
              <a:rPr lang="en-US" sz="1400" dirty="0" smtClean="0"/>
              <a:t> </a:t>
            </a:r>
            <a:r>
              <a:rPr lang="en-US" sz="1400" dirty="0"/>
              <a:t>Risks (high level) </a:t>
            </a:r>
            <a:endParaRPr lang="en-US" sz="1400" dirty="0" smtClean="0"/>
          </a:p>
          <a:p>
            <a:pPr marL="628526" lvl="1" indent="-171450">
              <a:buFont typeface="Arial" panose="020B0604020202020204" pitchFamily="34" charset="0"/>
              <a:buChar char="•"/>
            </a:pPr>
            <a:r>
              <a:rPr lang="en-US" sz="1400" dirty="0" smtClean="0"/>
              <a:t> </a:t>
            </a:r>
            <a:r>
              <a:rPr lang="en-US" sz="1400" dirty="0"/>
              <a:t>Assumptions and constraints </a:t>
            </a:r>
          </a:p>
          <a:p>
            <a:pPr marL="628526" lvl="1" indent="-171450">
              <a:buFont typeface="Arial" panose="020B0604020202020204" pitchFamily="34" charset="0"/>
              <a:buChar char="•"/>
            </a:pPr>
            <a:r>
              <a:rPr lang="en-US" sz="1400" dirty="0" smtClean="0"/>
              <a:t> Stakeholders </a:t>
            </a:r>
            <a:r>
              <a:rPr lang="en-US" sz="1400" dirty="0"/>
              <a:t>(primary) </a:t>
            </a:r>
            <a:endParaRPr lang="en-US" sz="1400" dirty="0" smtClean="0"/>
          </a:p>
          <a:p>
            <a:pPr marL="628526" lvl="1" indent="-171450">
              <a:buFont typeface="Arial" panose="020B0604020202020204" pitchFamily="34" charset="0"/>
              <a:buChar char="•"/>
            </a:pPr>
            <a:r>
              <a:rPr lang="en-US" sz="1400" dirty="0" smtClean="0"/>
              <a:t> </a:t>
            </a:r>
            <a:r>
              <a:rPr lang="en-US" sz="1400" dirty="0"/>
              <a:t>Timing (anticipated) </a:t>
            </a:r>
          </a:p>
          <a:p>
            <a:pPr marL="628526" lvl="1" indent="-171450">
              <a:buFont typeface="Arial" panose="020B0604020202020204" pitchFamily="34" charset="0"/>
              <a:buChar char="•"/>
            </a:pPr>
            <a:r>
              <a:rPr lang="en-US" sz="1400" dirty="0" smtClean="0"/>
              <a:t> Costs </a:t>
            </a:r>
            <a:r>
              <a:rPr lang="en-US" sz="1400" dirty="0"/>
              <a:t>(anticipated) </a:t>
            </a:r>
          </a:p>
          <a:p>
            <a:pPr marL="171450" indent="-171450">
              <a:buFont typeface="Arial" panose="020B0604020202020204" pitchFamily="34" charset="0"/>
              <a:buChar char="•"/>
            </a:pPr>
            <a:r>
              <a:rPr lang="en-US" sz="1400" dirty="0" smtClean="0"/>
              <a:t>The </a:t>
            </a:r>
            <a:r>
              <a:rPr lang="en-US" sz="1400" dirty="0"/>
              <a:t>charter must be signed by someone who can invest authority for the project (typically senior management or a sponsor)</a:t>
            </a:r>
          </a:p>
          <a:p>
            <a:endParaRPr lang="en-IN" sz="1200" dirty="0"/>
          </a:p>
        </p:txBody>
      </p:sp>
      <p:pic>
        <p:nvPicPr>
          <p:cNvPr id="5" name="Picture 4"/>
          <p:cNvPicPr>
            <a:picLocks noChangeAspect="1"/>
          </p:cNvPicPr>
          <p:nvPr/>
        </p:nvPicPr>
        <p:blipFill>
          <a:blip r:embed="rId2"/>
          <a:stretch>
            <a:fillRect/>
          </a:stretch>
        </p:blipFill>
        <p:spPr>
          <a:xfrm>
            <a:off x="7391400" y="2133600"/>
            <a:ext cx="1527727" cy="1295400"/>
          </a:xfrm>
          <a:prstGeom prst="rect">
            <a:avLst/>
          </a:prstGeom>
        </p:spPr>
      </p:pic>
    </p:spTree>
    <p:extLst>
      <p:ext uri="{BB962C8B-B14F-4D97-AF65-F5344CB8AC3E}">
        <p14:creationId xmlns:p14="http://schemas.microsoft.com/office/powerpoint/2010/main" val="2414326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Management Plan </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11</a:t>
            </a:fld>
            <a:endParaRPr lang="en-US" dirty="0"/>
          </a:p>
        </p:txBody>
      </p:sp>
      <p:graphicFrame>
        <p:nvGraphicFramePr>
          <p:cNvPr id="4" name="Diagram 3"/>
          <p:cNvGraphicFramePr/>
          <p:nvPr>
            <p:extLst>
              <p:ext uri="{D42A27DB-BD31-4B8C-83A1-F6EECF244321}">
                <p14:modId xmlns:p14="http://schemas.microsoft.com/office/powerpoint/2010/main" val="366958578"/>
              </p:ext>
            </p:extLst>
          </p:nvPr>
        </p:nvGraphicFramePr>
        <p:xfrm>
          <a:off x="838200" y="987984"/>
          <a:ext cx="7239000" cy="3203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304800" y="393503"/>
            <a:ext cx="8610600" cy="584775"/>
          </a:xfrm>
          <a:prstGeom prst="rect">
            <a:avLst/>
          </a:prstGeom>
        </p:spPr>
        <p:txBody>
          <a:bodyPr wrap="square">
            <a:spAutoFit/>
          </a:bodyPr>
          <a:lstStyle/>
          <a:p>
            <a:r>
              <a:rPr lang="en-US" sz="1600" dirty="0"/>
              <a:t>The project management plan is the collection of all plans and related documents pertaining to planning, executing, monitoring, controlling, and closing the project</a:t>
            </a:r>
            <a:endParaRPr lang="en-IN" sz="1600" dirty="0"/>
          </a:p>
        </p:txBody>
      </p:sp>
    </p:spTree>
    <p:extLst>
      <p:ext uri="{BB962C8B-B14F-4D97-AF65-F5344CB8AC3E}">
        <p14:creationId xmlns:p14="http://schemas.microsoft.com/office/powerpoint/2010/main" val="845579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Management Plan</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12</a:t>
            </a:fld>
            <a:endParaRPr lang="en-US" dirty="0"/>
          </a:p>
        </p:txBody>
      </p:sp>
      <p:sp>
        <p:nvSpPr>
          <p:cNvPr id="4" name="Rectangle 3"/>
          <p:cNvSpPr/>
          <p:nvPr/>
        </p:nvSpPr>
        <p:spPr>
          <a:xfrm>
            <a:off x="457200" y="533400"/>
            <a:ext cx="5715000" cy="3360920"/>
          </a:xfrm>
          <a:prstGeom prst="rect">
            <a:avLst/>
          </a:prstGeom>
        </p:spPr>
        <p:txBody>
          <a:bodyPr wrap="square">
            <a:spAutoFit/>
          </a:bodyPr>
          <a:lstStyle/>
          <a:p>
            <a:pPr marL="457200" indent="-457200">
              <a:spcBef>
                <a:spcPct val="20000"/>
              </a:spcBef>
              <a:buFont typeface="Wingdings" panose="05000000000000000000" pitchFamily="2" charset="2"/>
              <a:buChar char="q"/>
            </a:pPr>
            <a:r>
              <a:rPr lang="en-US" altLang="en-US" dirty="0"/>
              <a:t>Project Objectives, Scope, Deliverables</a:t>
            </a:r>
          </a:p>
          <a:p>
            <a:pPr marL="457200" indent="-457200">
              <a:spcBef>
                <a:spcPct val="20000"/>
              </a:spcBef>
              <a:buFont typeface="Wingdings" panose="05000000000000000000" pitchFamily="2" charset="2"/>
              <a:buChar char="q"/>
            </a:pPr>
            <a:r>
              <a:rPr lang="en-US" altLang="en-US" dirty="0"/>
              <a:t>Stakeholders (Internal &amp; External)</a:t>
            </a:r>
          </a:p>
          <a:p>
            <a:pPr marL="457200" indent="-457200">
              <a:spcBef>
                <a:spcPct val="20000"/>
              </a:spcBef>
              <a:buFont typeface="Wingdings" panose="05000000000000000000" pitchFamily="2" charset="2"/>
              <a:buChar char="q"/>
            </a:pPr>
            <a:r>
              <a:rPr lang="en-US" altLang="en-US" dirty="0"/>
              <a:t>Work to be done (WBS)</a:t>
            </a:r>
          </a:p>
          <a:p>
            <a:pPr marL="457200" indent="-457200">
              <a:spcBef>
                <a:spcPct val="20000"/>
              </a:spcBef>
              <a:buFont typeface="Wingdings" panose="05000000000000000000" pitchFamily="2" charset="2"/>
              <a:buChar char="q"/>
            </a:pPr>
            <a:r>
              <a:rPr lang="en-US" altLang="en-US" dirty="0"/>
              <a:t>Project Organization and Resources (OBS)</a:t>
            </a:r>
          </a:p>
          <a:p>
            <a:pPr marL="457200" indent="-457200">
              <a:spcBef>
                <a:spcPct val="20000"/>
              </a:spcBef>
              <a:buFont typeface="Wingdings" panose="05000000000000000000" pitchFamily="2" charset="2"/>
              <a:buChar char="q"/>
            </a:pPr>
            <a:r>
              <a:rPr lang="en-US" altLang="en-US" dirty="0"/>
              <a:t>Project Costings (CBS)</a:t>
            </a:r>
          </a:p>
          <a:p>
            <a:pPr marL="457200" indent="-457200">
              <a:spcBef>
                <a:spcPct val="20000"/>
              </a:spcBef>
              <a:buFont typeface="Wingdings" panose="05000000000000000000" pitchFamily="2" charset="2"/>
              <a:buChar char="q"/>
            </a:pPr>
            <a:r>
              <a:rPr lang="en-US" altLang="en-US" dirty="0"/>
              <a:t>Project Schedule</a:t>
            </a:r>
          </a:p>
          <a:p>
            <a:pPr marL="457200" indent="-457200">
              <a:spcBef>
                <a:spcPct val="20000"/>
              </a:spcBef>
              <a:buFont typeface="Wingdings" panose="05000000000000000000" pitchFamily="2" charset="2"/>
              <a:buChar char="q"/>
            </a:pPr>
            <a:r>
              <a:rPr lang="en-US" altLang="en-US" dirty="0" smtClean="0"/>
              <a:t>Scope Management </a:t>
            </a:r>
            <a:endParaRPr lang="en-US" altLang="en-US" dirty="0"/>
          </a:p>
          <a:p>
            <a:pPr marL="457200" indent="-457200">
              <a:spcBef>
                <a:spcPct val="20000"/>
              </a:spcBef>
              <a:buFont typeface="Wingdings" panose="05000000000000000000" pitchFamily="2" charset="2"/>
              <a:buChar char="q"/>
            </a:pPr>
            <a:r>
              <a:rPr lang="en-US" altLang="en-US" dirty="0"/>
              <a:t>Risk Management</a:t>
            </a:r>
          </a:p>
          <a:p>
            <a:pPr marL="457200" indent="-457200">
              <a:spcBef>
                <a:spcPct val="20000"/>
              </a:spcBef>
              <a:buFont typeface="Wingdings" panose="05000000000000000000" pitchFamily="2" charset="2"/>
              <a:buChar char="q"/>
            </a:pPr>
            <a:r>
              <a:rPr lang="en-US" altLang="en-US" dirty="0"/>
              <a:t>Quality management</a:t>
            </a:r>
          </a:p>
          <a:p>
            <a:pPr marL="457200" indent="-457200">
              <a:spcBef>
                <a:spcPct val="20000"/>
              </a:spcBef>
              <a:buFont typeface="Wingdings" panose="05000000000000000000" pitchFamily="2" charset="2"/>
              <a:buChar char="q"/>
            </a:pPr>
            <a:r>
              <a:rPr lang="en-US" altLang="en-US" dirty="0"/>
              <a:t>Change Management</a:t>
            </a:r>
          </a:p>
        </p:txBody>
      </p:sp>
    </p:spTree>
    <p:extLst>
      <p:ext uri="{BB962C8B-B14F-4D97-AF65-F5344CB8AC3E}">
        <p14:creationId xmlns:p14="http://schemas.microsoft.com/office/powerpoint/2010/main" val="1555655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Scope </a:t>
            </a:r>
            <a:r>
              <a:rPr lang="en-IN" dirty="0" smtClean="0"/>
              <a:t>Management </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13</a:t>
            </a:fld>
            <a:endParaRPr lang="en-US" dirty="0"/>
          </a:p>
        </p:txBody>
      </p:sp>
      <p:sp>
        <p:nvSpPr>
          <p:cNvPr id="5" name="TextBox 4"/>
          <p:cNvSpPr txBox="1"/>
          <p:nvPr/>
        </p:nvSpPr>
        <p:spPr>
          <a:xfrm>
            <a:off x="533400" y="609600"/>
            <a:ext cx="6019800" cy="1200329"/>
          </a:xfrm>
          <a:prstGeom prst="rect">
            <a:avLst/>
          </a:prstGeom>
          <a:noFill/>
        </p:spPr>
        <p:txBody>
          <a:bodyPr wrap="square" rtlCol="0">
            <a:spAutoFit/>
          </a:bodyPr>
          <a:lstStyle/>
          <a:p>
            <a:r>
              <a:rPr lang="en-IN" b="1" dirty="0" smtClean="0"/>
              <a:t>Scope Management </a:t>
            </a:r>
            <a:r>
              <a:rPr lang="en-IN" dirty="0" smtClean="0"/>
              <a:t>includes the processes involved in defining and controlling all the activities that make up the project and that are required to complete the project successfully.</a:t>
            </a:r>
            <a:endParaRPr lang="en-IN" dirty="0"/>
          </a:p>
        </p:txBody>
      </p:sp>
      <p:pic>
        <p:nvPicPr>
          <p:cNvPr id="7" name="Picture 6"/>
          <p:cNvPicPr>
            <a:picLocks noChangeAspect="1"/>
          </p:cNvPicPr>
          <p:nvPr/>
        </p:nvPicPr>
        <p:blipFill>
          <a:blip r:embed="rId2"/>
          <a:stretch>
            <a:fillRect/>
          </a:stretch>
        </p:blipFill>
        <p:spPr>
          <a:xfrm>
            <a:off x="5486400" y="1600200"/>
            <a:ext cx="3448050" cy="2324100"/>
          </a:xfrm>
          <a:prstGeom prst="rect">
            <a:avLst/>
          </a:prstGeom>
        </p:spPr>
      </p:pic>
    </p:spTree>
    <p:extLst>
      <p:ext uri="{BB962C8B-B14F-4D97-AF65-F5344CB8AC3E}">
        <p14:creationId xmlns:p14="http://schemas.microsoft.com/office/powerpoint/2010/main" val="1356874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Scope </a:t>
            </a:r>
            <a:r>
              <a:rPr lang="en-IN" dirty="0" smtClean="0"/>
              <a:t>Management </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14</a:t>
            </a:fld>
            <a:endParaRPr lang="en-US" dirty="0"/>
          </a:p>
        </p:txBody>
      </p:sp>
      <p:sp>
        <p:nvSpPr>
          <p:cNvPr id="5" name="TextBox 4"/>
          <p:cNvSpPr txBox="1"/>
          <p:nvPr/>
        </p:nvSpPr>
        <p:spPr>
          <a:xfrm>
            <a:off x="533400" y="609600"/>
            <a:ext cx="6019800" cy="1754326"/>
          </a:xfrm>
          <a:prstGeom prst="rect">
            <a:avLst/>
          </a:prstGeom>
          <a:noFill/>
        </p:spPr>
        <p:txBody>
          <a:bodyPr wrap="square" rtlCol="0">
            <a:spAutoFit/>
          </a:bodyPr>
          <a:lstStyle/>
          <a:p>
            <a:r>
              <a:rPr lang="en-IN" b="1" dirty="0" smtClean="0"/>
              <a:t>Scope Management </a:t>
            </a:r>
            <a:r>
              <a:rPr lang="en-IN" dirty="0" smtClean="0"/>
              <a:t>involves four distinct steps:</a:t>
            </a:r>
          </a:p>
          <a:p>
            <a:endParaRPr lang="en-IN" dirty="0"/>
          </a:p>
          <a:p>
            <a:pPr marL="285750" indent="-285750">
              <a:buFont typeface="Wingdings" panose="05000000000000000000" pitchFamily="2" charset="2"/>
              <a:buChar char="q"/>
            </a:pPr>
            <a:r>
              <a:rPr lang="en-IN" dirty="0" smtClean="0"/>
              <a:t>Define the scope</a:t>
            </a:r>
          </a:p>
          <a:p>
            <a:pPr marL="285750" indent="-285750">
              <a:buFont typeface="Wingdings" panose="05000000000000000000" pitchFamily="2" charset="2"/>
              <a:buChar char="q"/>
            </a:pPr>
            <a:r>
              <a:rPr lang="en-IN" dirty="0" smtClean="0"/>
              <a:t>Assign Work</a:t>
            </a:r>
          </a:p>
          <a:p>
            <a:pPr marL="285750" indent="-285750">
              <a:buFont typeface="Wingdings" panose="05000000000000000000" pitchFamily="2" charset="2"/>
              <a:buChar char="q"/>
            </a:pPr>
            <a:r>
              <a:rPr lang="en-IN" dirty="0" smtClean="0"/>
              <a:t>Verify the Scope</a:t>
            </a:r>
          </a:p>
          <a:p>
            <a:pPr marL="285750" indent="-285750">
              <a:buFont typeface="Wingdings" panose="05000000000000000000" pitchFamily="2" charset="2"/>
              <a:buChar char="q"/>
            </a:pPr>
            <a:r>
              <a:rPr lang="en-IN" dirty="0" smtClean="0"/>
              <a:t>Adapt the Scope</a:t>
            </a:r>
          </a:p>
        </p:txBody>
      </p:sp>
      <p:pic>
        <p:nvPicPr>
          <p:cNvPr id="6" name="Picture 5"/>
          <p:cNvPicPr>
            <a:picLocks noChangeAspect="1"/>
          </p:cNvPicPr>
          <p:nvPr/>
        </p:nvPicPr>
        <p:blipFill>
          <a:blip r:embed="rId2"/>
          <a:stretch>
            <a:fillRect/>
          </a:stretch>
        </p:blipFill>
        <p:spPr>
          <a:xfrm>
            <a:off x="5791200" y="1323349"/>
            <a:ext cx="2924175" cy="1352550"/>
          </a:xfrm>
          <a:prstGeom prst="rect">
            <a:avLst/>
          </a:prstGeom>
        </p:spPr>
      </p:pic>
    </p:spTree>
    <p:extLst>
      <p:ext uri="{BB962C8B-B14F-4D97-AF65-F5344CB8AC3E}">
        <p14:creationId xmlns:p14="http://schemas.microsoft.com/office/powerpoint/2010/main" val="3727456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Scope </a:t>
            </a:r>
            <a:r>
              <a:rPr lang="en-IN" dirty="0" smtClean="0"/>
              <a:t>Management </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15</a:t>
            </a:fld>
            <a:endParaRPr lang="en-US" dirty="0"/>
          </a:p>
        </p:txBody>
      </p:sp>
      <p:sp>
        <p:nvSpPr>
          <p:cNvPr id="5" name="TextBox 4"/>
          <p:cNvSpPr txBox="1"/>
          <p:nvPr/>
        </p:nvSpPr>
        <p:spPr>
          <a:xfrm>
            <a:off x="617220" y="606622"/>
            <a:ext cx="6019800" cy="1477328"/>
          </a:xfrm>
          <a:prstGeom prst="rect">
            <a:avLst/>
          </a:prstGeom>
          <a:noFill/>
        </p:spPr>
        <p:txBody>
          <a:bodyPr wrap="square" rtlCol="0">
            <a:spAutoFit/>
          </a:bodyPr>
          <a:lstStyle/>
          <a:p>
            <a:r>
              <a:rPr lang="en-IN" dirty="0" smtClean="0"/>
              <a:t>The </a:t>
            </a:r>
            <a:r>
              <a:rPr lang="en-IN" b="1" dirty="0" smtClean="0"/>
              <a:t>Work Breakdown Structure (WBS) </a:t>
            </a:r>
            <a:r>
              <a:rPr lang="en-IN" dirty="0" smtClean="0"/>
              <a:t>which is the management technique of breaking the project down into the </a:t>
            </a:r>
          </a:p>
          <a:p>
            <a:r>
              <a:rPr lang="en-IN" dirty="0" smtClean="0"/>
              <a:t>A hierarchy of work tasks which represent 100% of the work. </a:t>
            </a:r>
          </a:p>
          <a:p>
            <a:endParaRPr lang="en-IN" dirty="0"/>
          </a:p>
          <a:p>
            <a:endParaRPr lang="en-IN" dirty="0" smtClean="0"/>
          </a:p>
        </p:txBody>
      </p:sp>
      <p:pic>
        <p:nvPicPr>
          <p:cNvPr id="1026" name="Picture 2" descr="Image result for work breakdown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969354"/>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a:spLocks noChangeArrowheads="1"/>
          </p:cNvSpPr>
          <p:nvPr/>
        </p:nvSpPr>
        <p:spPr bwMode="auto">
          <a:xfrm>
            <a:off x="586740" y="1695182"/>
            <a:ext cx="511302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marL="457200" indent="-457200" algn="just">
              <a:spcBef>
                <a:spcPct val="20000"/>
              </a:spcBef>
              <a:buFont typeface="Wingdings" panose="05000000000000000000" pitchFamily="2" charset="2"/>
              <a:buChar char="q"/>
            </a:pPr>
            <a:r>
              <a:rPr lang="en-US" altLang="en-US" sz="1800" i="0" dirty="0" smtClean="0">
                <a:latin typeface="+mj-lt"/>
              </a:rPr>
              <a:t>The Work Breakdown Structure is the foundation for effective project planning, costing and management.</a:t>
            </a:r>
          </a:p>
          <a:p>
            <a:pPr marL="457200" indent="-457200" algn="just">
              <a:spcBef>
                <a:spcPct val="20000"/>
              </a:spcBef>
              <a:buFont typeface="Wingdings" panose="05000000000000000000" pitchFamily="2" charset="2"/>
              <a:buChar char="q"/>
            </a:pPr>
            <a:r>
              <a:rPr lang="en-US" altLang="en-US" sz="1800" i="0" dirty="0" smtClean="0">
                <a:latin typeface="+mj-lt"/>
              </a:rPr>
              <a:t>It </a:t>
            </a:r>
            <a:r>
              <a:rPr lang="en-US" altLang="en-US" sz="1800" i="0" dirty="0">
                <a:latin typeface="+mj-lt"/>
              </a:rPr>
              <a:t>is the most important aspect in setting-up a </a:t>
            </a:r>
            <a:r>
              <a:rPr lang="en-US" altLang="en-US" sz="1800" i="0" dirty="0" smtClean="0">
                <a:latin typeface="+mj-lt"/>
              </a:rPr>
              <a:t>Project</a:t>
            </a:r>
          </a:p>
          <a:p>
            <a:pPr marL="457200" indent="-457200" algn="just">
              <a:spcBef>
                <a:spcPct val="20000"/>
              </a:spcBef>
              <a:buFont typeface="Wingdings" panose="05000000000000000000" pitchFamily="2" charset="2"/>
              <a:buChar char="q"/>
            </a:pPr>
            <a:r>
              <a:rPr lang="en-US" altLang="en-US" sz="1800" i="0" dirty="0" smtClean="0">
                <a:latin typeface="+mj-lt"/>
              </a:rPr>
              <a:t>It </a:t>
            </a:r>
            <a:r>
              <a:rPr lang="en-US" altLang="en-US" sz="1800" i="0" dirty="0">
                <a:latin typeface="+mj-lt"/>
              </a:rPr>
              <a:t>is the foundation on which everything else </a:t>
            </a:r>
            <a:r>
              <a:rPr lang="en-US" altLang="en-US" sz="1800" i="0" dirty="0" smtClean="0">
                <a:latin typeface="+mj-lt"/>
              </a:rPr>
              <a:t>builds</a:t>
            </a:r>
            <a:endParaRPr lang="en-GB" altLang="en-US" sz="1800" i="0" dirty="0" smtClean="0"/>
          </a:p>
          <a:p>
            <a:pPr>
              <a:spcBef>
                <a:spcPct val="20000"/>
              </a:spcBef>
            </a:pPr>
            <a:endParaRPr lang="en-GB" altLang="en-US" sz="2400" i="0" dirty="0" smtClean="0"/>
          </a:p>
          <a:p>
            <a:pPr>
              <a:spcBef>
                <a:spcPct val="20000"/>
              </a:spcBef>
            </a:pPr>
            <a:endParaRPr lang="en-GB" altLang="en-US" sz="2400" i="0" dirty="0"/>
          </a:p>
        </p:txBody>
      </p:sp>
    </p:spTree>
    <p:extLst>
      <p:ext uri="{BB962C8B-B14F-4D97-AF65-F5344CB8AC3E}">
        <p14:creationId xmlns:p14="http://schemas.microsoft.com/office/powerpoint/2010/main" val="424724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 Breakdown Structure (WBS)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16</a:t>
            </a:fld>
            <a:endParaRPr lang="en-US" dirty="0"/>
          </a:p>
        </p:txBody>
      </p:sp>
      <p:sp>
        <p:nvSpPr>
          <p:cNvPr id="7" name="Rectangle 6"/>
          <p:cNvSpPr>
            <a:spLocks noChangeArrowheads="1"/>
          </p:cNvSpPr>
          <p:nvPr/>
        </p:nvSpPr>
        <p:spPr bwMode="auto">
          <a:xfrm>
            <a:off x="457200" y="403860"/>
            <a:ext cx="8229600" cy="1839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spcBef>
                <a:spcPct val="20000"/>
              </a:spcBef>
            </a:pPr>
            <a:r>
              <a:rPr lang="en-US" altLang="en-US" sz="1600" b="1" i="0" dirty="0">
                <a:latin typeface="+mj-lt"/>
              </a:rPr>
              <a:t>The WBS is the decomposition of the work to be performed.  The output is called the Scope Baseline.</a:t>
            </a:r>
          </a:p>
          <a:p>
            <a:pPr algn="just">
              <a:spcBef>
                <a:spcPct val="20000"/>
              </a:spcBef>
            </a:pPr>
            <a:r>
              <a:rPr lang="en-US" altLang="en-US" sz="1600" b="1" i="0" dirty="0" smtClean="0">
                <a:latin typeface="+mj-lt"/>
              </a:rPr>
              <a:t>Scope </a:t>
            </a:r>
            <a:r>
              <a:rPr lang="en-US" altLang="en-US" sz="1600" b="1" i="0" dirty="0">
                <a:latin typeface="+mj-lt"/>
              </a:rPr>
              <a:t>Baseline</a:t>
            </a:r>
            <a:r>
              <a:rPr lang="en-US" altLang="en-US" sz="1600" b="1" i="0" dirty="0" smtClean="0">
                <a:latin typeface="+mj-lt"/>
              </a:rPr>
              <a:t>:</a:t>
            </a:r>
          </a:p>
          <a:p>
            <a:pPr algn="just">
              <a:spcBef>
                <a:spcPct val="20000"/>
              </a:spcBef>
            </a:pPr>
            <a:r>
              <a:rPr lang="en-US" altLang="en-US" sz="1600" i="0" dirty="0" smtClean="0">
                <a:latin typeface="+mj-lt"/>
              </a:rPr>
              <a:t> •Scope </a:t>
            </a:r>
            <a:r>
              <a:rPr lang="en-US" altLang="en-US" sz="1600" i="0" dirty="0">
                <a:latin typeface="+mj-lt"/>
              </a:rPr>
              <a:t>Statement – description of project scope, major deliverables, assumptions, and constraints </a:t>
            </a:r>
            <a:endParaRPr lang="en-US" altLang="en-US" sz="1600" i="0" dirty="0" smtClean="0">
              <a:latin typeface="+mj-lt"/>
            </a:endParaRPr>
          </a:p>
          <a:p>
            <a:pPr algn="just">
              <a:spcBef>
                <a:spcPct val="20000"/>
              </a:spcBef>
            </a:pPr>
            <a:r>
              <a:rPr lang="en-US" altLang="en-US" sz="1600" i="0" dirty="0" smtClean="0">
                <a:latin typeface="+mj-lt"/>
              </a:rPr>
              <a:t>•WBS </a:t>
            </a:r>
            <a:r>
              <a:rPr lang="en-US" altLang="en-US" sz="1600" i="0" dirty="0">
                <a:latin typeface="+mj-lt"/>
              </a:rPr>
              <a:t>– hierarchical decomposition of the total scope of work </a:t>
            </a:r>
            <a:endParaRPr lang="en-US" altLang="en-US" sz="1600" i="0" dirty="0" smtClean="0">
              <a:latin typeface="+mj-lt"/>
            </a:endParaRPr>
          </a:p>
          <a:p>
            <a:pPr algn="just">
              <a:spcBef>
                <a:spcPct val="20000"/>
              </a:spcBef>
            </a:pPr>
            <a:r>
              <a:rPr lang="en-US" altLang="en-US" sz="1600" i="0" dirty="0" smtClean="0">
                <a:latin typeface="+mj-lt"/>
              </a:rPr>
              <a:t>•WBS </a:t>
            </a:r>
            <a:r>
              <a:rPr lang="en-US" altLang="en-US" sz="1600" i="0" dirty="0">
                <a:latin typeface="+mj-lt"/>
              </a:rPr>
              <a:t>Dictionary – provides details regarding the deliverables, activities, and scheduling information of each component of the </a:t>
            </a:r>
            <a:r>
              <a:rPr lang="en-US" altLang="en-US" sz="1600" i="0" dirty="0" smtClean="0">
                <a:latin typeface="+mj-lt"/>
              </a:rPr>
              <a:t>WBS</a:t>
            </a:r>
            <a:endParaRPr lang="en-GB" altLang="en-US" sz="1600" i="0" dirty="0" smtClean="0"/>
          </a:p>
          <a:p>
            <a:pPr>
              <a:spcBef>
                <a:spcPct val="20000"/>
              </a:spcBef>
            </a:pPr>
            <a:endParaRPr lang="en-GB" altLang="en-US" sz="2400" i="0" dirty="0"/>
          </a:p>
        </p:txBody>
      </p:sp>
      <p:pic>
        <p:nvPicPr>
          <p:cNvPr id="4" name="Picture 3"/>
          <p:cNvPicPr>
            <a:picLocks noChangeAspect="1"/>
          </p:cNvPicPr>
          <p:nvPr/>
        </p:nvPicPr>
        <p:blipFill>
          <a:blip r:embed="rId2"/>
          <a:stretch>
            <a:fillRect/>
          </a:stretch>
        </p:blipFill>
        <p:spPr>
          <a:xfrm>
            <a:off x="1371600" y="2209800"/>
            <a:ext cx="6476999" cy="2060724"/>
          </a:xfrm>
          <a:prstGeom prst="rect">
            <a:avLst/>
          </a:prstGeom>
        </p:spPr>
      </p:pic>
    </p:spTree>
    <p:extLst>
      <p:ext uri="{BB962C8B-B14F-4D97-AF65-F5344CB8AC3E}">
        <p14:creationId xmlns:p14="http://schemas.microsoft.com/office/powerpoint/2010/main" val="4118932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Schedule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17</a:t>
            </a:fld>
            <a:endParaRPr lang="en-US" dirty="0"/>
          </a:p>
        </p:txBody>
      </p:sp>
      <p:sp>
        <p:nvSpPr>
          <p:cNvPr id="7" name="Rectangle 6"/>
          <p:cNvSpPr>
            <a:spLocks noChangeArrowheads="1"/>
          </p:cNvSpPr>
          <p:nvPr/>
        </p:nvSpPr>
        <p:spPr bwMode="auto">
          <a:xfrm>
            <a:off x="457200" y="403860"/>
            <a:ext cx="8229600" cy="2567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spcBef>
                <a:spcPct val="20000"/>
              </a:spcBef>
            </a:pPr>
            <a:r>
              <a:rPr lang="en-US" altLang="en-US" sz="1800" b="1" i="0" dirty="0" smtClean="0">
                <a:latin typeface="+mj-lt"/>
              </a:rPr>
              <a:t>Schedule Management </a:t>
            </a:r>
            <a:r>
              <a:rPr lang="en-US" altLang="en-US" sz="1800" i="0" dirty="0" smtClean="0">
                <a:latin typeface="+mj-lt"/>
              </a:rPr>
              <a:t>includes the development of a project schedule that contains all project activities, the project schedule is a communication tool that informs project stakeholders the status of the project and gives information as to when each activity must begin and end.</a:t>
            </a:r>
          </a:p>
          <a:p>
            <a:pPr algn="just">
              <a:spcBef>
                <a:spcPct val="20000"/>
              </a:spcBef>
            </a:pPr>
            <a:r>
              <a:rPr lang="en-US" altLang="en-US" sz="1800" i="0" dirty="0" smtClean="0">
                <a:latin typeface="+mj-lt"/>
              </a:rPr>
              <a:t>The key steps of the schedule management process are :</a:t>
            </a:r>
          </a:p>
          <a:p>
            <a:pPr algn="just">
              <a:spcBef>
                <a:spcPct val="20000"/>
              </a:spcBef>
            </a:pPr>
            <a:r>
              <a:rPr lang="en-US" altLang="en-US" sz="1800" i="0" dirty="0" smtClean="0">
                <a:latin typeface="+mj-lt"/>
              </a:rPr>
              <a:t>Define the schedule </a:t>
            </a:r>
          </a:p>
          <a:p>
            <a:pPr algn="just">
              <a:spcBef>
                <a:spcPct val="20000"/>
              </a:spcBef>
            </a:pPr>
            <a:r>
              <a:rPr lang="en-US" altLang="en-US" sz="1800" i="0" dirty="0" smtClean="0">
                <a:latin typeface="+mj-lt"/>
              </a:rPr>
              <a:t>Publish the schedule</a:t>
            </a:r>
          </a:p>
          <a:p>
            <a:pPr algn="just">
              <a:spcBef>
                <a:spcPct val="20000"/>
              </a:spcBef>
            </a:pPr>
            <a:r>
              <a:rPr lang="en-US" altLang="en-US" sz="1800" i="0" dirty="0" smtClean="0">
                <a:latin typeface="+mj-lt"/>
              </a:rPr>
              <a:t>Monitor the schedule</a:t>
            </a:r>
          </a:p>
          <a:p>
            <a:pPr algn="just">
              <a:spcBef>
                <a:spcPct val="20000"/>
              </a:spcBef>
            </a:pPr>
            <a:r>
              <a:rPr lang="en-US" altLang="en-US" sz="1800" i="0" dirty="0" smtClean="0">
                <a:latin typeface="+mj-lt"/>
              </a:rPr>
              <a:t>Update the schedule</a:t>
            </a:r>
            <a:endParaRPr lang="en-US" altLang="en-US" sz="1800" i="0" dirty="0">
              <a:latin typeface="+mj-lt"/>
            </a:endParaRPr>
          </a:p>
          <a:p>
            <a:pPr>
              <a:spcBef>
                <a:spcPct val="20000"/>
              </a:spcBef>
            </a:pPr>
            <a:endParaRPr lang="en-GB" altLang="en-US" sz="2400" i="0" dirty="0"/>
          </a:p>
        </p:txBody>
      </p:sp>
      <p:pic>
        <p:nvPicPr>
          <p:cNvPr id="5" name="Picture 4"/>
          <p:cNvPicPr>
            <a:picLocks noChangeAspect="1"/>
          </p:cNvPicPr>
          <p:nvPr/>
        </p:nvPicPr>
        <p:blipFill>
          <a:blip r:embed="rId2"/>
          <a:stretch>
            <a:fillRect/>
          </a:stretch>
        </p:blipFill>
        <p:spPr>
          <a:xfrm>
            <a:off x="5486400" y="1981200"/>
            <a:ext cx="3381375" cy="1352550"/>
          </a:xfrm>
          <a:prstGeom prst="rect">
            <a:avLst/>
          </a:prstGeom>
        </p:spPr>
      </p:pic>
    </p:spTree>
    <p:extLst>
      <p:ext uri="{BB962C8B-B14F-4D97-AF65-F5344CB8AC3E}">
        <p14:creationId xmlns:p14="http://schemas.microsoft.com/office/powerpoint/2010/main" val="894730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t>
            </a:r>
            <a:r>
              <a:rPr lang="en-IN" dirty="0" smtClean="0"/>
              <a:t>takeholder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18</a:t>
            </a:fld>
            <a:endParaRPr lang="en-US" dirty="0"/>
          </a:p>
        </p:txBody>
      </p:sp>
      <p:sp>
        <p:nvSpPr>
          <p:cNvPr id="8" name="Rectangle 7"/>
          <p:cNvSpPr>
            <a:spLocks noChangeArrowheads="1"/>
          </p:cNvSpPr>
          <p:nvPr/>
        </p:nvSpPr>
        <p:spPr bwMode="auto">
          <a:xfrm>
            <a:off x="457200" y="403860"/>
            <a:ext cx="8229600" cy="891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spcBef>
                <a:spcPct val="20000"/>
              </a:spcBef>
            </a:pPr>
            <a:r>
              <a:rPr lang="en-US" altLang="en-US" sz="1800" b="1" i="0" dirty="0" smtClean="0">
                <a:latin typeface="+mj-lt"/>
              </a:rPr>
              <a:t>Stakeholders </a:t>
            </a:r>
            <a:r>
              <a:rPr lang="en-US" altLang="en-US" sz="1800" i="0" dirty="0" smtClean="0">
                <a:latin typeface="+mj-lt"/>
              </a:rPr>
              <a:t>are all the people who have an interest in the project, they are the most critical element for the success of the project. They include donors, beneficiaries, partner organization and anyone who will be impacted by the project.</a:t>
            </a:r>
            <a:endParaRPr lang="en-GB" altLang="en-US" sz="1800" i="0" dirty="0"/>
          </a:p>
        </p:txBody>
      </p:sp>
      <p:pic>
        <p:nvPicPr>
          <p:cNvPr id="4" name="Picture 3"/>
          <p:cNvPicPr>
            <a:picLocks noChangeAspect="1"/>
          </p:cNvPicPr>
          <p:nvPr/>
        </p:nvPicPr>
        <p:blipFill>
          <a:blip r:embed="rId2"/>
          <a:stretch>
            <a:fillRect/>
          </a:stretch>
        </p:blipFill>
        <p:spPr>
          <a:xfrm>
            <a:off x="5791200" y="1676400"/>
            <a:ext cx="3048000" cy="1504950"/>
          </a:xfrm>
          <a:prstGeom prst="rect">
            <a:avLst/>
          </a:prstGeom>
        </p:spPr>
      </p:pic>
    </p:spTree>
    <p:extLst>
      <p:ext uri="{BB962C8B-B14F-4D97-AF65-F5344CB8AC3E}">
        <p14:creationId xmlns:p14="http://schemas.microsoft.com/office/powerpoint/2010/main" val="2149674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t>
            </a:r>
            <a:r>
              <a:rPr lang="en-IN" dirty="0" smtClean="0"/>
              <a:t>takeholder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19</a:t>
            </a:fld>
            <a:endParaRPr lang="en-US" dirty="0"/>
          </a:p>
        </p:txBody>
      </p:sp>
      <p:sp>
        <p:nvSpPr>
          <p:cNvPr id="8" name="Rectangle 7"/>
          <p:cNvSpPr>
            <a:spLocks noChangeArrowheads="1"/>
          </p:cNvSpPr>
          <p:nvPr/>
        </p:nvSpPr>
        <p:spPr bwMode="auto">
          <a:xfrm>
            <a:off x="457200" y="403860"/>
            <a:ext cx="8229600" cy="3177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spcBef>
                <a:spcPct val="20000"/>
              </a:spcBef>
            </a:pPr>
            <a:r>
              <a:rPr lang="en-US" altLang="en-US" sz="1800" i="0" dirty="0" smtClean="0">
                <a:latin typeface="+mj-lt"/>
              </a:rPr>
              <a:t>There are four steps in stakeholder management process :</a:t>
            </a:r>
          </a:p>
          <a:p>
            <a:pPr algn="just">
              <a:spcBef>
                <a:spcPct val="20000"/>
              </a:spcBef>
            </a:pPr>
            <a:endParaRPr lang="en-US" altLang="en-US" sz="1800" i="0" dirty="0">
              <a:latin typeface="+mj-lt"/>
            </a:endParaRPr>
          </a:p>
          <a:p>
            <a:pPr marL="285750" indent="-285750" algn="just">
              <a:spcBef>
                <a:spcPct val="20000"/>
              </a:spcBef>
              <a:buFont typeface="Wingdings" panose="05000000000000000000" pitchFamily="2" charset="2"/>
              <a:buChar char="q"/>
            </a:pPr>
            <a:r>
              <a:rPr lang="en-US" altLang="en-US" sz="1800" i="0" dirty="0" smtClean="0">
                <a:latin typeface="+mj-lt"/>
              </a:rPr>
              <a:t>Stakeholder Mapping</a:t>
            </a:r>
          </a:p>
          <a:p>
            <a:pPr marL="285750" indent="-285750" algn="just">
              <a:spcBef>
                <a:spcPct val="20000"/>
              </a:spcBef>
              <a:buFont typeface="Wingdings" panose="05000000000000000000" pitchFamily="2" charset="2"/>
              <a:buChar char="q"/>
            </a:pPr>
            <a:r>
              <a:rPr lang="en-US" altLang="en-US" sz="1800" i="0" dirty="0" smtClean="0">
                <a:latin typeface="+mj-lt"/>
              </a:rPr>
              <a:t>Stakeholder relationship building</a:t>
            </a:r>
          </a:p>
          <a:p>
            <a:pPr marL="285750" indent="-285750" algn="just">
              <a:spcBef>
                <a:spcPct val="20000"/>
              </a:spcBef>
              <a:buFont typeface="Wingdings" panose="05000000000000000000" pitchFamily="2" charset="2"/>
              <a:buChar char="q"/>
            </a:pPr>
            <a:r>
              <a:rPr lang="en-US" altLang="en-US" sz="1800" i="0" dirty="0" smtClean="0">
                <a:latin typeface="+mj-lt"/>
              </a:rPr>
              <a:t>Stakeholder evaluation</a:t>
            </a:r>
          </a:p>
          <a:p>
            <a:pPr marL="285750" indent="-285750" algn="just">
              <a:spcBef>
                <a:spcPct val="20000"/>
              </a:spcBef>
              <a:buFont typeface="Wingdings" panose="05000000000000000000" pitchFamily="2" charset="2"/>
              <a:buChar char="q"/>
            </a:pPr>
            <a:r>
              <a:rPr lang="en-US" altLang="en-US" sz="1800" i="0" dirty="0" smtClean="0">
                <a:latin typeface="+mj-lt"/>
              </a:rPr>
              <a:t>Stakeholder management improvement</a:t>
            </a:r>
          </a:p>
          <a:p>
            <a:pPr algn="just">
              <a:spcBef>
                <a:spcPct val="20000"/>
              </a:spcBef>
            </a:pPr>
            <a:endParaRPr lang="en-GB" altLang="en-US" sz="1800" i="0" dirty="0"/>
          </a:p>
        </p:txBody>
      </p:sp>
      <p:pic>
        <p:nvPicPr>
          <p:cNvPr id="4" name="Picture 3"/>
          <p:cNvPicPr>
            <a:picLocks noChangeAspect="1"/>
          </p:cNvPicPr>
          <p:nvPr/>
        </p:nvPicPr>
        <p:blipFill>
          <a:blip r:embed="rId2"/>
          <a:stretch>
            <a:fillRect/>
          </a:stretch>
        </p:blipFill>
        <p:spPr>
          <a:xfrm>
            <a:off x="5791200" y="1676400"/>
            <a:ext cx="3048000" cy="1504950"/>
          </a:xfrm>
          <a:prstGeom prst="rect">
            <a:avLst/>
          </a:prstGeom>
        </p:spPr>
      </p:pic>
    </p:spTree>
    <p:extLst>
      <p:ext uri="{BB962C8B-B14F-4D97-AF65-F5344CB8AC3E}">
        <p14:creationId xmlns:p14="http://schemas.microsoft.com/office/powerpoint/2010/main" val="723264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t>
            </a:r>
            <a:r>
              <a:rPr lang="en-IN" dirty="0" smtClean="0"/>
              <a:t>takeholder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20</a:t>
            </a:fld>
            <a:endParaRPr lang="en-US" dirty="0"/>
          </a:p>
        </p:txBody>
      </p:sp>
      <p:sp>
        <p:nvSpPr>
          <p:cNvPr id="8" name="Rectangle 7"/>
          <p:cNvSpPr>
            <a:spLocks noChangeArrowheads="1"/>
          </p:cNvSpPr>
          <p:nvPr/>
        </p:nvSpPr>
        <p:spPr bwMode="auto">
          <a:xfrm>
            <a:off x="457200" y="403860"/>
            <a:ext cx="5029200" cy="3177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spcBef>
                <a:spcPct val="20000"/>
              </a:spcBef>
            </a:pPr>
            <a:r>
              <a:rPr lang="en-US" altLang="en-US" sz="1800" i="0" dirty="0" smtClean="0">
                <a:latin typeface="+mj-lt"/>
              </a:rPr>
              <a:t>An important tool on identifying stakeholders is the creation of a stakeholder map that places each stakeholder on the matrix of influence and interest.</a:t>
            </a:r>
          </a:p>
        </p:txBody>
      </p:sp>
      <p:pic>
        <p:nvPicPr>
          <p:cNvPr id="5" name="Picture 4"/>
          <p:cNvPicPr>
            <a:picLocks noChangeAspect="1"/>
          </p:cNvPicPr>
          <p:nvPr/>
        </p:nvPicPr>
        <p:blipFill>
          <a:blip r:embed="rId2"/>
          <a:stretch>
            <a:fillRect/>
          </a:stretch>
        </p:blipFill>
        <p:spPr>
          <a:xfrm>
            <a:off x="5486400" y="762000"/>
            <a:ext cx="3495675" cy="2981325"/>
          </a:xfrm>
          <a:prstGeom prst="rect">
            <a:avLst/>
          </a:prstGeom>
        </p:spPr>
      </p:pic>
    </p:spTree>
    <p:extLst>
      <p:ext uri="{BB962C8B-B14F-4D97-AF65-F5344CB8AC3E}">
        <p14:creationId xmlns:p14="http://schemas.microsoft.com/office/powerpoint/2010/main" val="3751974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t>
            </a:r>
            <a:r>
              <a:rPr lang="en-IN" dirty="0" smtClean="0"/>
              <a:t>takeholder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21</a:t>
            </a:fld>
            <a:endParaRPr lang="en-US" dirty="0"/>
          </a:p>
        </p:txBody>
      </p:sp>
      <p:sp>
        <p:nvSpPr>
          <p:cNvPr id="8" name="Rectangle 7"/>
          <p:cNvSpPr>
            <a:spLocks noChangeArrowheads="1"/>
          </p:cNvSpPr>
          <p:nvPr/>
        </p:nvSpPr>
        <p:spPr bwMode="auto">
          <a:xfrm>
            <a:off x="457200" y="609600"/>
            <a:ext cx="76962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spcBef>
                <a:spcPct val="20000"/>
              </a:spcBef>
            </a:pPr>
            <a:r>
              <a:rPr lang="en-US" sz="1800" i="0" dirty="0">
                <a:latin typeface="+mn-lt"/>
              </a:rPr>
              <a:t>All the information accumulated in stakeholder analysis helps us in creating a Stakeholder Register. A register comprises of all  the information in tabular form, whose size depends on the project size. It is the duty of the project manager to identify the potential stakeholders and note them down in the table, so as to ensure project success. Project Stakeholder Register is depicted </a:t>
            </a:r>
            <a:r>
              <a:rPr lang="en-US" sz="1800" i="0" dirty="0" smtClean="0">
                <a:latin typeface="+mn-lt"/>
              </a:rPr>
              <a:t>in next slide.</a:t>
            </a:r>
            <a:endParaRPr lang="en-US" altLang="en-US" sz="1800" i="0" dirty="0" smtClean="0">
              <a:latin typeface="+mn-lt"/>
            </a:endParaRPr>
          </a:p>
        </p:txBody>
      </p:sp>
    </p:spTree>
    <p:extLst>
      <p:ext uri="{BB962C8B-B14F-4D97-AF65-F5344CB8AC3E}">
        <p14:creationId xmlns:p14="http://schemas.microsoft.com/office/powerpoint/2010/main" val="778327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t>
            </a:r>
            <a:r>
              <a:rPr lang="en-IN" dirty="0" smtClean="0"/>
              <a:t>takeholder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22</a:t>
            </a:fld>
            <a:endParaRPr lang="en-US" dirty="0"/>
          </a:p>
        </p:txBody>
      </p:sp>
      <p:pic>
        <p:nvPicPr>
          <p:cNvPr id="4" name="Picture 3"/>
          <p:cNvPicPr>
            <a:picLocks noChangeAspect="1"/>
          </p:cNvPicPr>
          <p:nvPr/>
        </p:nvPicPr>
        <p:blipFill>
          <a:blip r:embed="rId2"/>
          <a:stretch>
            <a:fillRect/>
          </a:stretch>
        </p:blipFill>
        <p:spPr>
          <a:xfrm>
            <a:off x="304800" y="533399"/>
            <a:ext cx="8305800" cy="3781425"/>
          </a:xfrm>
          <a:prstGeom prst="rect">
            <a:avLst/>
          </a:prstGeom>
        </p:spPr>
      </p:pic>
    </p:spTree>
    <p:extLst>
      <p:ext uri="{BB962C8B-B14F-4D97-AF65-F5344CB8AC3E}">
        <p14:creationId xmlns:p14="http://schemas.microsoft.com/office/powerpoint/2010/main" val="2353208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Exercise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23</a:t>
            </a:fld>
            <a:endParaRPr lang="en-US" dirty="0"/>
          </a:p>
        </p:txBody>
      </p:sp>
      <p:pic>
        <p:nvPicPr>
          <p:cNvPr id="6" name="Picture 2" descr="https://d2o2utebsixu4k.cloudfront.net/media/uploads/2017/05/pmp-stakeholder-regista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641448"/>
            <a:ext cx="7086600" cy="3438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7370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solidFill>
                  <a:schemeClr val="accent1"/>
                </a:solidFill>
              </a:rPr>
              <a:t>Websites to look at as </a:t>
            </a:r>
            <a:r>
              <a:rPr lang="en-US" b="1" dirty="0" smtClean="0">
                <a:solidFill>
                  <a:schemeClr val="accent1"/>
                </a:solidFill>
              </a:rPr>
              <a:t>Project </a:t>
            </a:r>
            <a:r>
              <a:rPr lang="en-US" b="1" dirty="0">
                <a:solidFill>
                  <a:schemeClr val="accent1"/>
                </a:solidFill>
              </a:rPr>
              <a:t>Management</a:t>
            </a:r>
          </a:p>
        </p:txBody>
      </p:sp>
      <p:sp>
        <p:nvSpPr>
          <p:cNvPr id="5" name="Content Placeholder 1"/>
          <p:cNvSpPr txBox="1">
            <a:spLocks/>
          </p:cNvSpPr>
          <p:nvPr/>
        </p:nvSpPr>
        <p:spPr>
          <a:xfrm>
            <a:off x="711275" y="484011"/>
            <a:ext cx="7721451" cy="3382595"/>
          </a:xfrm>
          <a:prstGeom prst="rect">
            <a:avLst/>
          </a:prstGeom>
        </p:spPr>
        <p:txBody>
          <a:bodyPr vert="horz" lIns="60960" tIns="30480" rIns="60960" bIns="3048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67" dirty="0"/>
              <a:t>https://www.pmi.org –  </a:t>
            </a:r>
            <a:r>
              <a:rPr lang="en-US" sz="1067" dirty="0" smtClean="0"/>
              <a:t>Project Management </a:t>
            </a:r>
            <a:endParaRPr lang="en-US" sz="1067" dirty="0"/>
          </a:p>
          <a:p>
            <a:pPr marL="0" indent="0">
              <a:buNone/>
            </a:pPr>
            <a:endParaRPr lang="en-US" sz="1067" dirty="0"/>
          </a:p>
          <a:p>
            <a:pPr marL="0" indent="0">
              <a:buNone/>
            </a:pPr>
            <a:r>
              <a:rPr lang="en-US" sz="1067" b="1" dirty="0">
                <a:hlinkClick r:id="rId2"/>
              </a:rPr>
              <a:t>https://www.cebglobal.com</a:t>
            </a:r>
            <a:r>
              <a:rPr lang="en-US" sz="1067" b="1" dirty="0" smtClean="0">
                <a:hlinkClick r:id="rId2"/>
              </a:rPr>
              <a:t>/</a:t>
            </a:r>
            <a:r>
              <a:rPr lang="en-US" sz="1067" b="1" dirty="0" smtClean="0"/>
              <a:t> -</a:t>
            </a:r>
            <a:r>
              <a:rPr lang="en-US" sz="1067" dirty="0" smtClean="0"/>
              <a:t>(PMO Leadership Council)</a:t>
            </a:r>
            <a:endParaRPr lang="en-US" sz="1067" dirty="0"/>
          </a:p>
          <a:p>
            <a:pPr marL="0" indent="0">
              <a:buNone/>
            </a:pPr>
            <a:endParaRPr lang="en-US" sz="1067" dirty="0"/>
          </a:p>
          <a:p>
            <a:pPr marL="0" indent="0">
              <a:buNone/>
            </a:pPr>
            <a:r>
              <a:rPr lang="en-US" sz="1067" dirty="0"/>
              <a:t>https://www.projectmanagement.com/- </a:t>
            </a:r>
            <a:r>
              <a:rPr lang="en-US" sz="1067" dirty="0" err="1" smtClean="0"/>
              <a:t>Webnairs</a:t>
            </a:r>
            <a:endParaRPr lang="en-US" sz="1067" dirty="0"/>
          </a:p>
          <a:p>
            <a:pPr marL="0" indent="0">
              <a:buNone/>
            </a:pPr>
            <a:endParaRPr lang="en-US" sz="1067" dirty="0"/>
          </a:p>
          <a:p>
            <a:pPr marL="0" indent="0">
              <a:buNone/>
            </a:pPr>
            <a:r>
              <a:rPr lang="en-US" sz="1067" dirty="0"/>
              <a:t>https://www.capterra.com/project-management-software/– </a:t>
            </a:r>
            <a:r>
              <a:rPr lang="en-US" sz="1067" dirty="0" smtClean="0"/>
              <a:t>Project Management Tools</a:t>
            </a:r>
            <a:endParaRPr lang="en-US" sz="1067" dirty="0"/>
          </a:p>
          <a:p>
            <a:pPr marL="0" indent="0">
              <a:buNone/>
            </a:pPr>
            <a:endParaRPr lang="en-US" sz="1067" dirty="0"/>
          </a:p>
          <a:p>
            <a:pPr marL="0" indent="0">
              <a:buNone/>
            </a:pPr>
            <a:r>
              <a:rPr lang="en-US" sz="1067" dirty="0"/>
              <a:t>https://www.slideshare.net/ostephens/project-management-tools-2014562- Project Management Tools</a:t>
            </a:r>
          </a:p>
          <a:p>
            <a:pPr marL="0" indent="0">
              <a:buNone/>
            </a:pPr>
            <a:r>
              <a:rPr lang="en-US" sz="1067" dirty="0" smtClean="0"/>
              <a:t>https</a:t>
            </a:r>
            <a:r>
              <a:rPr lang="en-US" sz="1067" dirty="0"/>
              <a:t>://www.pmbypm.com/difference-project-program-and-portfolio</a:t>
            </a:r>
            <a:r>
              <a:rPr lang="en-US" sz="1067" dirty="0" smtClean="0"/>
              <a:t>/</a:t>
            </a:r>
            <a:endParaRPr lang="en-US" sz="1067" dirty="0"/>
          </a:p>
          <a:p>
            <a:pPr marL="0" indent="0">
              <a:buNone/>
            </a:pPr>
            <a:r>
              <a:rPr lang="en-US" sz="1067" dirty="0">
                <a:hlinkClick r:id="rId3"/>
              </a:rPr>
              <a:t>https://</a:t>
            </a:r>
            <a:r>
              <a:rPr lang="en-US" sz="1067" dirty="0" smtClean="0">
                <a:hlinkClick r:id="rId3"/>
              </a:rPr>
              <a:t>www.youtube.com/watch?v=9LSnINglkQA</a:t>
            </a:r>
            <a:endParaRPr lang="en-US" sz="1067" dirty="0" smtClean="0"/>
          </a:p>
          <a:p>
            <a:pPr marL="0" indent="0">
              <a:buNone/>
            </a:pPr>
            <a:r>
              <a:rPr lang="en-US" sz="1067" dirty="0"/>
              <a:t>https://www.youtube.com/watch?v=6Or_9IRQHi4</a:t>
            </a:r>
          </a:p>
          <a:p>
            <a:pPr marL="0" indent="0">
              <a:buNone/>
            </a:pPr>
            <a:endParaRPr lang="en-US" sz="1067" dirty="0"/>
          </a:p>
        </p:txBody>
      </p:sp>
    </p:spTree>
    <p:extLst>
      <p:ext uri="{BB962C8B-B14F-4D97-AF65-F5344CB8AC3E}">
        <p14:creationId xmlns:p14="http://schemas.microsoft.com/office/powerpoint/2010/main" val="1511072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fld id="{0B491FB4-905F-488C-AD01-09867DFAF172}" type="slidenum">
              <a:rPr lang="en-US" smtClean="0"/>
              <a:pPr/>
              <a:t>25</a:t>
            </a:fld>
            <a:endParaRPr lang="en-US" dirty="0"/>
          </a:p>
        </p:txBody>
      </p:sp>
      <p:sp>
        <p:nvSpPr>
          <p:cNvPr id="4" name="Rectangle 3"/>
          <p:cNvSpPr/>
          <p:nvPr/>
        </p:nvSpPr>
        <p:spPr>
          <a:xfrm>
            <a:off x="0" y="2101334"/>
            <a:ext cx="9144000" cy="523220"/>
          </a:xfrm>
          <a:prstGeom prst="rect">
            <a:avLst/>
          </a:prstGeom>
        </p:spPr>
        <p:txBody>
          <a:bodyPr wrap="square">
            <a:spAutoFit/>
          </a:bodyPr>
          <a:lstStyle/>
          <a:p>
            <a:pPr algn="ctr"/>
            <a:r>
              <a:rPr lang="en-US" sz="2800" b="1" dirty="0" smtClean="0"/>
              <a:t>Thank You</a:t>
            </a:r>
            <a:endParaRPr lang="en-US" sz="2800" b="1" dirty="0"/>
          </a:p>
        </p:txBody>
      </p:sp>
    </p:spTree>
    <p:extLst>
      <p:ext uri="{BB962C8B-B14F-4D97-AF65-F5344CB8AC3E}">
        <p14:creationId xmlns:p14="http://schemas.microsoft.com/office/powerpoint/2010/main" val="1570298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reen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CL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HCL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CL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CL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CL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CL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CL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CL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CL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CL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CL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CL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CL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green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CL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HCL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CL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CL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CL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CL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CL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CL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CL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CL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CL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CL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CL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4076F001B14246A5D36FF331875CF6" ma:contentTypeVersion="0" ma:contentTypeDescription="Create a new document." ma:contentTypeScope="" ma:versionID="453df6b1801b60ce3dbd0e17a508945d">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6547BA-7BF0-4693-9ABE-05694BA8C7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E4EAFD92-DF39-42D0-81A8-BFF11B241C6F}">
  <ds:schemaRefs>
    <ds:schemaRef ds:uri="http://purl.org/dc/elements/1.1/"/>
    <ds:schemaRef ds:uri="http://www.w3.org/XML/1998/namespace"/>
    <ds:schemaRef ds:uri="http://purl.org/dc/terms/"/>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636F3C27-6CDE-46F9-A529-CC64F2CAE6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17088</TotalTime>
  <Words>930</Words>
  <Application>Microsoft Office PowerPoint</Application>
  <PresentationFormat>Custom</PresentationFormat>
  <Paragraphs>219</Paragraphs>
  <Slides>25</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25</vt:i4>
      </vt:variant>
    </vt:vector>
  </HeadingPairs>
  <TitlesOfParts>
    <vt:vector size="36" baseType="lpstr">
      <vt:lpstr>Arial</vt:lpstr>
      <vt:lpstr>Arial Rounded MT Bold</vt:lpstr>
      <vt:lpstr>Calibri</vt:lpstr>
      <vt:lpstr>Garamond</vt:lpstr>
      <vt:lpstr>Times New Roman</vt:lpstr>
      <vt:lpstr>Trebuchet MS</vt:lpstr>
      <vt:lpstr>Wingdings</vt:lpstr>
      <vt:lpstr>Wingdings 2</vt:lpstr>
      <vt:lpstr>Office Theme</vt:lpstr>
      <vt:lpstr>greentheme</vt:lpstr>
      <vt:lpstr>1_greentheme</vt:lpstr>
      <vt:lpstr>PowerPoint Presentation</vt:lpstr>
      <vt:lpstr>Agenda</vt:lpstr>
      <vt:lpstr>PowerPoint Presentation</vt:lpstr>
      <vt:lpstr>Recap of Previous Session</vt:lpstr>
      <vt:lpstr>Project Management Tools</vt:lpstr>
      <vt:lpstr>Project Management Phases</vt:lpstr>
      <vt:lpstr>Initiation Phase </vt:lpstr>
      <vt:lpstr>Planning Phase </vt:lpstr>
      <vt:lpstr>Project Planning</vt:lpstr>
      <vt:lpstr>Project Charter</vt:lpstr>
      <vt:lpstr>Project Management Plan </vt:lpstr>
      <vt:lpstr>Project Management Plan</vt:lpstr>
      <vt:lpstr>Scope Management </vt:lpstr>
      <vt:lpstr>Scope Management </vt:lpstr>
      <vt:lpstr>Scope Management </vt:lpstr>
      <vt:lpstr>Work Breakdown Structure (WBS)</vt:lpstr>
      <vt:lpstr>Schedule Management</vt:lpstr>
      <vt:lpstr>Stakeholder Management</vt:lpstr>
      <vt:lpstr>Stakeholder Management</vt:lpstr>
      <vt:lpstr>Stakeholder Management</vt:lpstr>
      <vt:lpstr>Stakeholder Management</vt:lpstr>
      <vt:lpstr>Stakeholder Management</vt:lpstr>
      <vt:lpstr>Exercise</vt:lpstr>
      <vt:lpstr>Websites to look at as Project Management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Sanjay Yadav</dc:creator>
  <cp:lastModifiedBy>Niyali Kaul</cp:lastModifiedBy>
  <cp:revision>2020</cp:revision>
  <dcterms:created xsi:type="dcterms:W3CDTF">2013-04-16T11:47:47Z</dcterms:created>
  <dcterms:modified xsi:type="dcterms:W3CDTF">2018-01-25T14:02:19Z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0x010100B74076F001B14246A5D36FF331875CF6</vt:lpwstr>
  </property>
</Properties>
</file>