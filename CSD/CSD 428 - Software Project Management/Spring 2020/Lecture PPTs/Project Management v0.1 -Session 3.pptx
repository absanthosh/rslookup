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4" r:id="rId5"/>
    <p:sldMasterId id="2147483676" r:id="rId6"/>
  </p:sldMasterIdLst>
  <p:notesMasterIdLst>
    <p:notesMasterId r:id="rId34"/>
  </p:notesMasterIdLst>
  <p:handoutMasterIdLst>
    <p:handoutMasterId r:id="rId35"/>
  </p:handoutMasterIdLst>
  <p:sldIdLst>
    <p:sldId id="299" r:id="rId7"/>
    <p:sldId id="302" r:id="rId8"/>
    <p:sldId id="396" r:id="rId9"/>
    <p:sldId id="383" r:id="rId10"/>
    <p:sldId id="403" r:id="rId11"/>
    <p:sldId id="394" r:id="rId12"/>
    <p:sldId id="404" r:id="rId13"/>
    <p:sldId id="405" r:id="rId14"/>
    <p:sldId id="414" r:id="rId15"/>
    <p:sldId id="415" r:id="rId16"/>
    <p:sldId id="416" r:id="rId17"/>
    <p:sldId id="417" r:id="rId18"/>
    <p:sldId id="418" r:id="rId19"/>
    <p:sldId id="419" r:id="rId20"/>
    <p:sldId id="420" r:id="rId21"/>
    <p:sldId id="421" r:id="rId22"/>
    <p:sldId id="422" r:id="rId23"/>
    <p:sldId id="423" r:id="rId24"/>
    <p:sldId id="424" r:id="rId25"/>
    <p:sldId id="425" r:id="rId26"/>
    <p:sldId id="426" r:id="rId27"/>
    <p:sldId id="427" r:id="rId28"/>
    <p:sldId id="428" r:id="rId29"/>
    <p:sldId id="429" r:id="rId30"/>
    <p:sldId id="430" r:id="rId31"/>
    <p:sldId id="397" r:id="rId32"/>
    <p:sldId id="300" r:id="rId33"/>
  </p:sldIdLst>
  <p:sldSz cx="9144000" cy="4572000"/>
  <p:notesSz cx="6858000" cy="9144000"/>
  <p:defaultTextStyle>
    <a:defPPr>
      <a:defRPr lang="en-US"/>
    </a:defPPr>
    <a:lvl1pPr marL="0" algn="l" defTabSz="914152" rtl="0" eaLnBrk="1" latinLnBrk="0" hangingPunct="1">
      <a:defRPr sz="1800" kern="1200">
        <a:solidFill>
          <a:schemeClr val="tx1"/>
        </a:solidFill>
        <a:latin typeface="+mn-lt"/>
        <a:ea typeface="+mn-ea"/>
        <a:cs typeface="+mn-cs"/>
      </a:defRPr>
    </a:lvl1pPr>
    <a:lvl2pPr marL="457076" algn="l" defTabSz="914152" rtl="0" eaLnBrk="1" latinLnBrk="0" hangingPunct="1">
      <a:defRPr sz="1800" kern="1200">
        <a:solidFill>
          <a:schemeClr val="tx1"/>
        </a:solidFill>
        <a:latin typeface="+mn-lt"/>
        <a:ea typeface="+mn-ea"/>
        <a:cs typeface="+mn-cs"/>
      </a:defRPr>
    </a:lvl2pPr>
    <a:lvl3pPr marL="914152" algn="l" defTabSz="914152" rtl="0" eaLnBrk="1" latinLnBrk="0" hangingPunct="1">
      <a:defRPr sz="1800" kern="1200">
        <a:solidFill>
          <a:schemeClr val="tx1"/>
        </a:solidFill>
        <a:latin typeface="+mn-lt"/>
        <a:ea typeface="+mn-ea"/>
        <a:cs typeface="+mn-cs"/>
      </a:defRPr>
    </a:lvl3pPr>
    <a:lvl4pPr marL="1371228" algn="l" defTabSz="914152" rtl="0" eaLnBrk="1" latinLnBrk="0" hangingPunct="1">
      <a:defRPr sz="1800" kern="1200">
        <a:solidFill>
          <a:schemeClr val="tx1"/>
        </a:solidFill>
        <a:latin typeface="+mn-lt"/>
        <a:ea typeface="+mn-ea"/>
        <a:cs typeface="+mn-cs"/>
      </a:defRPr>
    </a:lvl4pPr>
    <a:lvl5pPr marL="1828304" algn="l" defTabSz="914152" rtl="0" eaLnBrk="1" latinLnBrk="0" hangingPunct="1">
      <a:defRPr sz="1800" kern="1200">
        <a:solidFill>
          <a:schemeClr val="tx1"/>
        </a:solidFill>
        <a:latin typeface="+mn-lt"/>
        <a:ea typeface="+mn-ea"/>
        <a:cs typeface="+mn-cs"/>
      </a:defRPr>
    </a:lvl5pPr>
    <a:lvl6pPr marL="2285380" algn="l" defTabSz="914152" rtl="0" eaLnBrk="1" latinLnBrk="0" hangingPunct="1">
      <a:defRPr sz="1800" kern="1200">
        <a:solidFill>
          <a:schemeClr val="tx1"/>
        </a:solidFill>
        <a:latin typeface="+mn-lt"/>
        <a:ea typeface="+mn-ea"/>
        <a:cs typeface="+mn-cs"/>
      </a:defRPr>
    </a:lvl6pPr>
    <a:lvl7pPr marL="2742456" algn="l" defTabSz="914152" rtl="0" eaLnBrk="1" latinLnBrk="0" hangingPunct="1">
      <a:defRPr sz="1800" kern="1200">
        <a:solidFill>
          <a:schemeClr val="tx1"/>
        </a:solidFill>
        <a:latin typeface="+mn-lt"/>
        <a:ea typeface="+mn-ea"/>
        <a:cs typeface="+mn-cs"/>
      </a:defRPr>
    </a:lvl7pPr>
    <a:lvl8pPr marL="3199531" algn="l" defTabSz="914152" rtl="0" eaLnBrk="1" latinLnBrk="0" hangingPunct="1">
      <a:defRPr sz="1800" kern="1200">
        <a:solidFill>
          <a:schemeClr val="tx1"/>
        </a:solidFill>
        <a:latin typeface="+mn-lt"/>
        <a:ea typeface="+mn-ea"/>
        <a:cs typeface="+mn-cs"/>
      </a:defRPr>
    </a:lvl8pPr>
    <a:lvl9pPr marL="3656608" algn="l" defTabSz="91415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E9EDF4"/>
    <a:srgbClr val="642F04"/>
    <a:srgbClr val="00529B"/>
    <a:srgbClr val="AC8300"/>
    <a:srgbClr val="C49500"/>
    <a:srgbClr val="ED1B24"/>
    <a:srgbClr val="B48900"/>
    <a:srgbClr val="D2A000"/>
    <a:srgbClr val="A7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68" autoAdjust="0"/>
    <p:restoredTop sz="95565" autoAdjust="0"/>
  </p:normalViewPr>
  <p:slideViewPr>
    <p:cSldViewPr>
      <p:cViewPr varScale="1">
        <p:scale>
          <a:sx n="108" d="100"/>
          <a:sy n="108" d="100"/>
        </p:scale>
        <p:origin x="516" y="114"/>
      </p:cViewPr>
      <p:guideLst>
        <p:guide orient="horz" pos="144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handoutMaster" Target="handoutMasters/handoutMaster1.xml"/><Relationship Id="rId8" Type="http://schemas.openxmlformats.org/officeDocument/2006/relationships/slide" Target="slides/slide2.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070A4C-BE32-4E7F-B328-F8383AB8E6BC}" type="doc">
      <dgm:prSet loTypeId="urn:microsoft.com/office/officeart/2008/layout/LinedList" loCatId="list" qsTypeId="urn:microsoft.com/office/officeart/2005/8/quickstyle/3d4" qsCatId="3D" csTypeId="urn:microsoft.com/office/officeart/2005/8/colors/accent0_3" csCatId="mainScheme" phldr="1"/>
      <dgm:spPr/>
      <dgm:t>
        <a:bodyPr/>
        <a:lstStyle/>
        <a:p>
          <a:endParaRPr lang="en-US"/>
        </a:p>
      </dgm:t>
    </dgm:pt>
    <dgm:pt modelId="{BA5FE674-B60E-484A-95ED-2C62051FF4CC}">
      <dgm:prSet phldrT="[Text]" custT="1"/>
      <dgm:spPr/>
      <dgm:t>
        <a:bodyPr/>
        <a:lstStyle/>
        <a:p>
          <a:r>
            <a:rPr lang="en-US" sz="1400" b="0" i="0" dirty="0" smtClean="0"/>
            <a:t>Context setting</a:t>
          </a:r>
          <a:endParaRPr lang="en-US" sz="1400" b="0" i="0" dirty="0"/>
        </a:p>
      </dgm:t>
    </dgm:pt>
    <dgm:pt modelId="{5AF3C93F-3BCA-4078-BD21-E3AC2808E226}" type="parTrans" cxnId="{205F5782-E3FD-4965-BBB0-3AA98C4463D7}">
      <dgm:prSet/>
      <dgm:spPr/>
      <dgm:t>
        <a:bodyPr/>
        <a:lstStyle/>
        <a:p>
          <a:endParaRPr lang="en-US" sz="1400" b="0"/>
        </a:p>
      </dgm:t>
    </dgm:pt>
    <dgm:pt modelId="{E5872C10-77AB-49A6-82DB-238E63E17D09}" type="sibTrans" cxnId="{205F5782-E3FD-4965-BBB0-3AA98C4463D7}">
      <dgm:prSet/>
      <dgm:spPr/>
      <dgm:t>
        <a:bodyPr/>
        <a:lstStyle/>
        <a:p>
          <a:endParaRPr lang="en-US" sz="1400" b="0"/>
        </a:p>
      </dgm:t>
    </dgm:pt>
    <dgm:pt modelId="{7EF4B285-E5B0-4F65-8494-E5EAE618D68E}">
      <dgm:prSet phldrT="[Text]" custT="1"/>
      <dgm:spPr/>
      <dgm:t>
        <a:bodyPr/>
        <a:lstStyle/>
        <a:p>
          <a:r>
            <a:rPr lang="en-US" sz="1400" b="0" i="0" dirty="0" smtClean="0"/>
            <a:t>Quality Management</a:t>
          </a:r>
          <a:endParaRPr lang="en-US" sz="1400" b="0" i="0" dirty="0"/>
        </a:p>
      </dgm:t>
    </dgm:pt>
    <dgm:pt modelId="{062BD010-A056-401C-B24E-CDE5A6113535}" type="parTrans" cxnId="{A20205A2-CFA3-4F95-BC7C-4ABAE7EEDE0E}">
      <dgm:prSet/>
      <dgm:spPr/>
      <dgm:t>
        <a:bodyPr/>
        <a:lstStyle/>
        <a:p>
          <a:endParaRPr lang="en-IN"/>
        </a:p>
      </dgm:t>
    </dgm:pt>
    <dgm:pt modelId="{036B1E43-7B6C-4DF8-ACA6-09915DB92ABE}" type="sibTrans" cxnId="{A20205A2-CFA3-4F95-BC7C-4ABAE7EEDE0E}">
      <dgm:prSet/>
      <dgm:spPr/>
      <dgm:t>
        <a:bodyPr/>
        <a:lstStyle/>
        <a:p>
          <a:endParaRPr lang="en-IN"/>
        </a:p>
      </dgm:t>
    </dgm:pt>
    <dgm:pt modelId="{038362C7-7384-4996-BD27-74F2B36E7944}">
      <dgm:prSet phldrT="[Text]" custT="1"/>
      <dgm:spPr/>
      <dgm:t>
        <a:bodyPr/>
        <a:lstStyle/>
        <a:p>
          <a:r>
            <a:rPr lang="en-US" sz="1400" b="0" dirty="0" smtClean="0"/>
            <a:t>Risk Management</a:t>
          </a:r>
          <a:endParaRPr lang="en-US" sz="1400" b="1" i="1" dirty="0"/>
        </a:p>
      </dgm:t>
    </dgm:pt>
    <dgm:pt modelId="{03327ADC-88BB-482A-939A-FB5049F334E9}" type="parTrans" cxnId="{584A6B29-4F48-46BF-B52E-799EF982A061}">
      <dgm:prSet/>
      <dgm:spPr/>
      <dgm:t>
        <a:bodyPr/>
        <a:lstStyle/>
        <a:p>
          <a:endParaRPr lang="en-IN"/>
        </a:p>
      </dgm:t>
    </dgm:pt>
    <dgm:pt modelId="{ECD3F72C-639B-44E4-B904-E9216902D5C8}" type="sibTrans" cxnId="{584A6B29-4F48-46BF-B52E-799EF982A061}">
      <dgm:prSet/>
      <dgm:spPr/>
      <dgm:t>
        <a:bodyPr/>
        <a:lstStyle/>
        <a:p>
          <a:endParaRPr lang="en-IN"/>
        </a:p>
      </dgm:t>
    </dgm:pt>
    <dgm:pt modelId="{69A30A7E-F49C-49E6-9575-77950A540D47}">
      <dgm:prSet phldrT="[Text]" custT="1"/>
      <dgm:spPr/>
      <dgm:t>
        <a:bodyPr/>
        <a:lstStyle/>
        <a:p>
          <a:r>
            <a:rPr lang="en-US" sz="1400" b="0" dirty="0" smtClean="0"/>
            <a:t>Project Monitoring and Control</a:t>
          </a:r>
          <a:endParaRPr lang="en-US" sz="1400" b="0" i="0" dirty="0"/>
        </a:p>
      </dgm:t>
    </dgm:pt>
    <dgm:pt modelId="{E2E2C69C-8645-4D80-AAED-F3783B4358F1}" type="parTrans" cxnId="{BBA814B0-EC14-444C-874C-7848E2DD4352}">
      <dgm:prSet/>
      <dgm:spPr/>
      <dgm:t>
        <a:bodyPr/>
        <a:lstStyle/>
        <a:p>
          <a:endParaRPr lang="en-IN"/>
        </a:p>
      </dgm:t>
    </dgm:pt>
    <dgm:pt modelId="{006CF632-53FF-4DCE-9AA0-B4B07229CD38}" type="sibTrans" cxnId="{BBA814B0-EC14-444C-874C-7848E2DD4352}">
      <dgm:prSet/>
      <dgm:spPr/>
      <dgm:t>
        <a:bodyPr/>
        <a:lstStyle/>
        <a:p>
          <a:endParaRPr lang="en-IN"/>
        </a:p>
      </dgm:t>
    </dgm:pt>
    <dgm:pt modelId="{DF891462-78A4-4EB1-94D4-A4B149DEF564}" type="pres">
      <dgm:prSet presAssocID="{A2070A4C-BE32-4E7F-B328-F8383AB8E6BC}" presName="vert0" presStyleCnt="0">
        <dgm:presLayoutVars>
          <dgm:dir/>
          <dgm:animOne val="branch"/>
          <dgm:animLvl val="lvl"/>
        </dgm:presLayoutVars>
      </dgm:prSet>
      <dgm:spPr/>
      <dgm:t>
        <a:bodyPr/>
        <a:lstStyle/>
        <a:p>
          <a:endParaRPr lang="en-US"/>
        </a:p>
      </dgm:t>
    </dgm:pt>
    <dgm:pt modelId="{D1F2B9FE-1EB8-4B2F-9631-4242A4E008F5}" type="pres">
      <dgm:prSet presAssocID="{BA5FE674-B60E-484A-95ED-2C62051FF4CC}" presName="thickLine" presStyleLbl="alignNode1" presStyleIdx="0" presStyleCnt="4"/>
      <dgm:spPr/>
    </dgm:pt>
    <dgm:pt modelId="{67719554-4BEE-47A5-9E2F-F6060C9E04A5}" type="pres">
      <dgm:prSet presAssocID="{BA5FE674-B60E-484A-95ED-2C62051FF4CC}" presName="horz1" presStyleCnt="0"/>
      <dgm:spPr/>
    </dgm:pt>
    <dgm:pt modelId="{AC3824E9-757A-4B6E-9C75-07BC2E05EC16}" type="pres">
      <dgm:prSet presAssocID="{BA5FE674-B60E-484A-95ED-2C62051FF4CC}" presName="tx1" presStyleLbl="revTx" presStyleIdx="0" presStyleCnt="4" custScaleX="487898"/>
      <dgm:spPr/>
      <dgm:t>
        <a:bodyPr/>
        <a:lstStyle/>
        <a:p>
          <a:endParaRPr lang="en-US"/>
        </a:p>
      </dgm:t>
    </dgm:pt>
    <dgm:pt modelId="{6C607018-CC1A-4B1B-B151-8700C8E4D1EA}" type="pres">
      <dgm:prSet presAssocID="{BA5FE674-B60E-484A-95ED-2C62051FF4CC}" presName="vert1" presStyleCnt="0"/>
      <dgm:spPr/>
    </dgm:pt>
    <dgm:pt modelId="{F3E49F96-5EFF-48C0-9AE2-ED24B19CC2AB}" type="pres">
      <dgm:prSet presAssocID="{038362C7-7384-4996-BD27-74F2B36E7944}" presName="thickLine" presStyleLbl="alignNode1" presStyleIdx="1" presStyleCnt="4"/>
      <dgm:spPr/>
    </dgm:pt>
    <dgm:pt modelId="{22F562C0-723C-487D-B87A-FF0EB5C2C1C9}" type="pres">
      <dgm:prSet presAssocID="{038362C7-7384-4996-BD27-74F2B36E7944}" presName="horz1" presStyleCnt="0"/>
      <dgm:spPr/>
    </dgm:pt>
    <dgm:pt modelId="{36CABD2A-C115-4AE3-AAA0-DF8B7D7A6BEA}" type="pres">
      <dgm:prSet presAssocID="{038362C7-7384-4996-BD27-74F2B36E7944}" presName="tx1" presStyleLbl="revTx" presStyleIdx="1" presStyleCnt="4" custScaleX="487898"/>
      <dgm:spPr/>
      <dgm:t>
        <a:bodyPr/>
        <a:lstStyle/>
        <a:p>
          <a:endParaRPr lang="en-IN"/>
        </a:p>
      </dgm:t>
    </dgm:pt>
    <dgm:pt modelId="{4D53217F-ECF6-4134-A109-7B28EE15EF88}" type="pres">
      <dgm:prSet presAssocID="{038362C7-7384-4996-BD27-74F2B36E7944}" presName="vert1" presStyleCnt="0"/>
      <dgm:spPr/>
    </dgm:pt>
    <dgm:pt modelId="{7B009A28-EA29-433F-B63A-769F5155D7F4}" type="pres">
      <dgm:prSet presAssocID="{7EF4B285-E5B0-4F65-8494-E5EAE618D68E}" presName="thickLine" presStyleLbl="alignNode1" presStyleIdx="2" presStyleCnt="4"/>
      <dgm:spPr/>
    </dgm:pt>
    <dgm:pt modelId="{868D3915-8796-40BE-B35F-A724F6EE39BF}" type="pres">
      <dgm:prSet presAssocID="{7EF4B285-E5B0-4F65-8494-E5EAE618D68E}" presName="horz1" presStyleCnt="0"/>
      <dgm:spPr/>
    </dgm:pt>
    <dgm:pt modelId="{18F03672-F799-4722-8A27-B2F95526CD6E}" type="pres">
      <dgm:prSet presAssocID="{7EF4B285-E5B0-4F65-8494-E5EAE618D68E}" presName="tx1" presStyleLbl="revTx" presStyleIdx="2" presStyleCnt="4" custScaleX="487898"/>
      <dgm:spPr/>
      <dgm:t>
        <a:bodyPr/>
        <a:lstStyle/>
        <a:p>
          <a:endParaRPr lang="en-IN"/>
        </a:p>
      </dgm:t>
    </dgm:pt>
    <dgm:pt modelId="{B365D6D5-6AEE-455C-A251-1BEC8846429E}" type="pres">
      <dgm:prSet presAssocID="{7EF4B285-E5B0-4F65-8494-E5EAE618D68E}" presName="vert1" presStyleCnt="0"/>
      <dgm:spPr/>
    </dgm:pt>
    <dgm:pt modelId="{835DAD03-4B41-4B70-AA09-C857D4E10A9B}" type="pres">
      <dgm:prSet presAssocID="{69A30A7E-F49C-49E6-9575-77950A540D47}" presName="thickLine" presStyleLbl="alignNode1" presStyleIdx="3" presStyleCnt="4"/>
      <dgm:spPr/>
    </dgm:pt>
    <dgm:pt modelId="{D86BC5B0-5DCD-4D99-9275-EE235926059D}" type="pres">
      <dgm:prSet presAssocID="{69A30A7E-F49C-49E6-9575-77950A540D47}" presName="horz1" presStyleCnt="0"/>
      <dgm:spPr/>
    </dgm:pt>
    <dgm:pt modelId="{D95A06D1-814C-4690-B7C8-81EC43307797}" type="pres">
      <dgm:prSet presAssocID="{69A30A7E-F49C-49E6-9575-77950A540D47}" presName="tx1" presStyleLbl="revTx" presStyleIdx="3" presStyleCnt="4" custScaleX="487898"/>
      <dgm:spPr/>
      <dgm:t>
        <a:bodyPr/>
        <a:lstStyle/>
        <a:p>
          <a:endParaRPr lang="en-IN"/>
        </a:p>
      </dgm:t>
    </dgm:pt>
    <dgm:pt modelId="{205A5BE8-0E88-473A-99DD-4B61912BB720}" type="pres">
      <dgm:prSet presAssocID="{69A30A7E-F49C-49E6-9575-77950A540D47}" presName="vert1" presStyleCnt="0"/>
      <dgm:spPr/>
    </dgm:pt>
  </dgm:ptLst>
  <dgm:cxnLst>
    <dgm:cxn modelId="{A20205A2-CFA3-4F95-BC7C-4ABAE7EEDE0E}" srcId="{A2070A4C-BE32-4E7F-B328-F8383AB8E6BC}" destId="{7EF4B285-E5B0-4F65-8494-E5EAE618D68E}" srcOrd="2" destOrd="0" parTransId="{062BD010-A056-401C-B24E-CDE5A6113535}" sibTransId="{036B1E43-7B6C-4DF8-ACA6-09915DB92ABE}"/>
    <dgm:cxn modelId="{5F31EFEF-806D-4B77-A2A6-DF257E7C86E6}" type="presOf" srcId="{A2070A4C-BE32-4E7F-B328-F8383AB8E6BC}" destId="{DF891462-78A4-4EB1-94D4-A4B149DEF564}" srcOrd="0" destOrd="0" presId="urn:microsoft.com/office/officeart/2008/layout/LinedList"/>
    <dgm:cxn modelId="{584A6B29-4F48-46BF-B52E-799EF982A061}" srcId="{A2070A4C-BE32-4E7F-B328-F8383AB8E6BC}" destId="{038362C7-7384-4996-BD27-74F2B36E7944}" srcOrd="1" destOrd="0" parTransId="{03327ADC-88BB-482A-939A-FB5049F334E9}" sibTransId="{ECD3F72C-639B-44E4-B904-E9216902D5C8}"/>
    <dgm:cxn modelId="{BBA814B0-EC14-444C-874C-7848E2DD4352}" srcId="{A2070A4C-BE32-4E7F-B328-F8383AB8E6BC}" destId="{69A30A7E-F49C-49E6-9575-77950A540D47}" srcOrd="3" destOrd="0" parTransId="{E2E2C69C-8645-4D80-AAED-F3783B4358F1}" sibTransId="{006CF632-53FF-4DCE-9AA0-B4B07229CD38}"/>
    <dgm:cxn modelId="{C670F7FF-37C8-4BE4-AA8E-107686210BCE}" type="presOf" srcId="{69A30A7E-F49C-49E6-9575-77950A540D47}" destId="{D95A06D1-814C-4690-B7C8-81EC43307797}" srcOrd="0" destOrd="0" presId="urn:microsoft.com/office/officeart/2008/layout/LinedList"/>
    <dgm:cxn modelId="{205F5782-E3FD-4965-BBB0-3AA98C4463D7}" srcId="{A2070A4C-BE32-4E7F-B328-F8383AB8E6BC}" destId="{BA5FE674-B60E-484A-95ED-2C62051FF4CC}" srcOrd="0" destOrd="0" parTransId="{5AF3C93F-3BCA-4078-BD21-E3AC2808E226}" sibTransId="{E5872C10-77AB-49A6-82DB-238E63E17D09}"/>
    <dgm:cxn modelId="{CE91DB94-B4D6-42A2-BE9A-3F0A398A9B67}" type="presOf" srcId="{BA5FE674-B60E-484A-95ED-2C62051FF4CC}" destId="{AC3824E9-757A-4B6E-9C75-07BC2E05EC16}" srcOrd="0" destOrd="0" presId="urn:microsoft.com/office/officeart/2008/layout/LinedList"/>
    <dgm:cxn modelId="{D202B0A2-134F-4E05-99CA-42277BFC3C4F}" type="presOf" srcId="{038362C7-7384-4996-BD27-74F2B36E7944}" destId="{36CABD2A-C115-4AE3-AAA0-DF8B7D7A6BEA}" srcOrd="0" destOrd="0" presId="urn:microsoft.com/office/officeart/2008/layout/LinedList"/>
    <dgm:cxn modelId="{7AFB8AF8-FCF2-48FA-B65D-A6C88DF43BEA}" type="presOf" srcId="{7EF4B285-E5B0-4F65-8494-E5EAE618D68E}" destId="{18F03672-F799-4722-8A27-B2F95526CD6E}" srcOrd="0" destOrd="0" presId="urn:microsoft.com/office/officeart/2008/layout/LinedList"/>
    <dgm:cxn modelId="{CDD3CBC1-F62A-4ED0-BFAC-21757DB30C88}" type="presParOf" srcId="{DF891462-78A4-4EB1-94D4-A4B149DEF564}" destId="{D1F2B9FE-1EB8-4B2F-9631-4242A4E008F5}" srcOrd="0" destOrd="0" presId="urn:microsoft.com/office/officeart/2008/layout/LinedList"/>
    <dgm:cxn modelId="{403ED984-E5F7-42F1-92BB-26328BDAF3D8}" type="presParOf" srcId="{DF891462-78A4-4EB1-94D4-A4B149DEF564}" destId="{67719554-4BEE-47A5-9E2F-F6060C9E04A5}" srcOrd="1" destOrd="0" presId="urn:microsoft.com/office/officeart/2008/layout/LinedList"/>
    <dgm:cxn modelId="{A6C4704E-5141-49B5-8715-B37A64CFECBB}" type="presParOf" srcId="{67719554-4BEE-47A5-9E2F-F6060C9E04A5}" destId="{AC3824E9-757A-4B6E-9C75-07BC2E05EC16}" srcOrd="0" destOrd="0" presId="urn:microsoft.com/office/officeart/2008/layout/LinedList"/>
    <dgm:cxn modelId="{F7576D3D-FA7B-4023-86E2-7DB287284C76}" type="presParOf" srcId="{67719554-4BEE-47A5-9E2F-F6060C9E04A5}" destId="{6C607018-CC1A-4B1B-B151-8700C8E4D1EA}" srcOrd="1" destOrd="0" presId="urn:microsoft.com/office/officeart/2008/layout/LinedList"/>
    <dgm:cxn modelId="{A6B5EDE2-7ED1-4F9A-805B-4FD168C50101}" type="presParOf" srcId="{DF891462-78A4-4EB1-94D4-A4B149DEF564}" destId="{F3E49F96-5EFF-48C0-9AE2-ED24B19CC2AB}" srcOrd="2" destOrd="0" presId="urn:microsoft.com/office/officeart/2008/layout/LinedList"/>
    <dgm:cxn modelId="{14E42D0E-9A80-4DFB-B010-9468C16A0262}" type="presParOf" srcId="{DF891462-78A4-4EB1-94D4-A4B149DEF564}" destId="{22F562C0-723C-487D-B87A-FF0EB5C2C1C9}" srcOrd="3" destOrd="0" presId="urn:microsoft.com/office/officeart/2008/layout/LinedList"/>
    <dgm:cxn modelId="{A5D909AB-0ADB-42B9-97C0-DE77D63513CD}" type="presParOf" srcId="{22F562C0-723C-487D-B87A-FF0EB5C2C1C9}" destId="{36CABD2A-C115-4AE3-AAA0-DF8B7D7A6BEA}" srcOrd="0" destOrd="0" presId="urn:microsoft.com/office/officeart/2008/layout/LinedList"/>
    <dgm:cxn modelId="{4B2E6C92-132B-4AEB-87C3-3EFF5F5ABAF7}" type="presParOf" srcId="{22F562C0-723C-487D-B87A-FF0EB5C2C1C9}" destId="{4D53217F-ECF6-4134-A109-7B28EE15EF88}" srcOrd="1" destOrd="0" presId="urn:microsoft.com/office/officeart/2008/layout/LinedList"/>
    <dgm:cxn modelId="{E564014A-FB9A-4191-AAD8-E3B9D737B08B}" type="presParOf" srcId="{DF891462-78A4-4EB1-94D4-A4B149DEF564}" destId="{7B009A28-EA29-433F-B63A-769F5155D7F4}" srcOrd="4" destOrd="0" presId="urn:microsoft.com/office/officeart/2008/layout/LinedList"/>
    <dgm:cxn modelId="{84CF363C-F8A2-40B0-9439-4ECD0502B426}" type="presParOf" srcId="{DF891462-78A4-4EB1-94D4-A4B149DEF564}" destId="{868D3915-8796-40BE-B35F-A724F6EE39BF}" srcOrd="5" destOrd="0" presId="urn:microsoft.com/office/officeart/2008/layout/LinedList"/>
    <dgm:cxn modelId="{3D3C1002-66FC-4AF7-B8E8-FABF53CCAA7B}" type="presParOf" srcId="{868D3915-8796-40BE-B35F-A724F6EE39BF}" destId="{18F03672-F799-4722-8A27-B2F95526CD6E}" srcOrd="0" destOrd="0" presId="urn:microsoft.com/office/officeart/2008/layout/LinedList"/>
    <dgm:cxn modelId="{F932AB8D-70DD-4973-9B32-C248C08C0D73}" type="presParOf" srcId="{868D3915-8796-40BE-B35F-A724F6EE39BF}" destId="{B365D6D5-6AEE-455C-A251-1BEC8846429E}" srcOrd="1" destOrd="0" presId="urn:microsoft.com/office/officeart/2008/layout/LinedList"/>
    <dgm:cxn modelId="{0136DCAC-2A7E-456E-99A7-5FE68B2A6481}" type="presParOf" srcId="{DF891462-78A4-4EB1-94D4-A4B149DEF564}" destId="{835DAD03-4B41-4B70-AA09-C857D4E10A9B}" srcOrd="6" destOrd="0" presId="urn:microsoft.com/office/officeart/2008/layout/LinedList"/>
    <dgm:cxn modelId="{E89C0A61-3314-47F0-8FC3-18BF921731DA}" type="presParOf" srcId="{DF891462-78A4-4EB1-94D4-A4B149DEF564}" destId="{D86BC5B0-5DCD-4D99-9275-EE235926059D}" srcOrd="7" destOrd="0" presId="urn:microsoft.com/office/officeart/2008/layout/LinedList"/>
    <dgm:cxn modelId="{856E2605-37C2-4A5D-87D1-2611F8CAE100}" type="presParOf" srcId="{D86BC5B0-5DCD-4D99-9275-EE235926059D}" destId="{D95A06D1-814C-4690-B7C8-81EC43307797}" srcOrd="0" destOrd="0" presId="urn:microsoft.com/office/officeart/2008/layout/LinedList"/>
    <dgm:cxn modelId="{61BED283-F71D-4622-B064-B20C5E131B6B}" type="presParOf" srcId="{D86BC5B0-5DCD-4D99-9275-EE235926059D}" destId="{205A5BE8-0E88-473A-99DD-4B61912BB72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B109EA-19BE-48A2-A7DA-366A98C8FAA7}" type="doc">
      <dgm:prSet loTypeId="urn:microsoft.com/office/officeart/2005/8/layout/chevron1" loCatId="process" qsTypeId="urn:microsoft.com/office/officeart/2005/8/quickstyle/simple1" qsCatId="simple" csTypeId="urn:microsoft.com/office/officeart/2005/8/colors/accent1_2" csCatId="accent1" phldr="1"/>
      <dgm:spPr/>
    </dgm:pt>
    <dgm:pt modelId="{993E619D-BBE0-4815-8F2B-14DD8111EA41}">
      <dgm:prSet phldrT="[Text]" custT="1"/>
      <dgm:spPr/>
      <dgm:t>
        <a:bodyPr/>
        <a:lstStyle/>
        <a:p>
          <a:r>
            <a:rPr lang="en-US" sz="1400" dirty="0" smtClean="0"/>
            <a:t>Initiation</a:t>
          </a:r>
          <a:endParaRPr lang="en-US" sz="1400" dirty="0"/>
        </a:p>
      </dgm:t>
    </dgm:pt>
    <dgm:pt modelId="{664F915B-116C-4204-8260-1C4BE4DC8DE0}" type="parTrans" cxnId="{7B434526-4358-4E83-BB13-E89F066E7185}">
      <dgm:prSet/>
      <dgm:spPr/>
      <dgm:t>
        <a:bodyPr/>
        <a:lstStyle/>
        <a:p>
          <a:endParaRPr lang="en-US"/>
        </a:p>
      </dgm:t>
    </dgm:pt>
    <dgm:pt modelId="{0F7F3BD5-C6DD-4C31-AFD8-2318DFA12C61}" type="sibTrans" cxnId="{7B434526-4358-4E83-BB13-E89F066E7185}">
      <dgm:prSet/>
      <dgm:spPr/>
      <dgm:t>
        <a:bodyPr/>
        <a:lstStyle/>
        <a:p>
          <a:endParaRPr lang="en-US"/>
        </a:p>
      </dgm:t>
    </dgm:pt>
    <dgm:pt modelId="{EDA82C9C-1A70-4766-9691-7F509C71A66A}">
      <dgm:prSet phldrT="[Text]" custT="1"/>
      <dgm:spPr/>
      <dgm:t>
        <a:bodyPr/>
        <a:lstStyle/>
        <a:p>
          <a:r>
            <a:rPr lang="en-US" sz="1400" dirty="0" smtClean="0"/>
            <a:t>Closing</a:t>
          </a:r>
          <a:endParaRPr lang="en-US" sz="1400" dirty="0"/>
        </a:p>
      </dgm:t>
    </dgm:pt>
    <dgm:pt modelId="{49F9A76A-45BA-4A17-9E4D-5B33C37590B9}" type="parTrans" cxnId="{07B2294A-CCC5-4E4E-92A5-EFBAC28FBE97}">
      <dgm:prSet/>
      <dgm:spPr/>
      <dgm:t>
        <a:bodyPr/>
        <a:lstStyle/>
        <a:p>
          <a:endParaRPr lang="en-US"/>
        </a:p>
      </dgm:t>
    </dgm:pt>
    <dgm:pt modelId="{C698FACF-53ED-40D3-AC4F-056875A07BBF}" type="sibTrans" cxnId="{07B2294A-CCC5-4E4E-92A5-EFBAC28FBE97}">
      <dgm:prSet/>
      <dgm:spPr/>
      <dgm:t>
        <a:bodyPr/>
        <a:lstStyle/>
        <a:p>
          <a:endParaRPr lang="en-US"/>
        </a:p>
      </dgm:t>
    </dgm:pt>
    <dgm:pt modelId="{BC670947-38B6-4003-AA75-D12E76915374}">
      <dgm:prSet phldrT="[Text]" custT="1"/>
      <dgm:spPr/>
      <dgm:t>
        <a:bodyPr/>
        <a:lstStyle/>
        <a:p>
          <a:r>
            <a:rPr lang="en-US" sz="1400" dirty="0" smtClean="0"/>
            <a:t>Planning</a:t>
          </a:r>
          <a:endParaRPr lang="en-US" sz="1400" dirty="0"/>
        </a:p>
      </dgm:t>
    </dgm:pt>
    <dgm:pt modelId="{6705D8AF-0CFE-4F58-9F0A-8045198E7CA7}" type="parTrans" cxnId="{AB6B00FF-BB67-4014-ABDF-4A9192CE0526}">
      <dgm:prSet/>
      <dgm:spPr/>
      <dgm:t>
        <a:bodyPr/>
        <a:lstStyle/>
        <a:p>
          <a:endParaRPr lang="en-US"/>
        </a:p>
      </dgm:t>
    </dgm:pt>
    <dgm:pt modelId="{0BC1409C-0C58-40D9-8208-44450DF9AFAA}" type="sibTrans" cxnId="{AB6B00FF-BB67-4014-ABDF-4A9192CE0526}">
      <dgm:prSet/>
      <dgm:spPr/>
      <dgm:t>
        <a:bodyPr/>
        <a:lstStyle/>
        <a:p>
          <a:endParaRPr lang="en-US"/>
        </a:p>
      </dgm:t>
    </dgm:pt>
    <dgm:pt modelId="{ED002313-1988-4DFB-B961-03D04DECEBE5}">
      <dgm:prSet phldrT="[Text]" custT="1"/>
      <dgm:spPr/>
      <dgm:t>
        <a:bodyPr/>
        <a:lstStyle/>
        <a:p>
          <a:r>
            <a:rPr lang="en-US" sz="1400" dirty="0" smtClean="0"/>
            <a:t>Executing</a:t>
          </a:r>
          <a:endParaRPr lang="en-US" sz="1400" dirty="0"/>
        </a:p>
      </dgm:t>
    </dgm:pt>
    <dgm:pt modelId="{EABF5D0D-14D8-4EB5-9551-29F3E1E7AD06}" type="parTrans" cxnId="{2B3C8F66-6C65-43AE-826B-6521AB1258F9}">
      <dgm:prSet/>
      <dgm:spPr/>
      <dgm:t>
        <a:bodyPr/>
        <a:lstStyle/>
        <a:p>
          <a:endParaRPr lang="en-US"/>
        </a:p>
      </dgm:t>
    </dgm:pt>
    <dgm:pt modelId="{089137B9-11B4-43AE-BA33-3D562D10E10B}" type="sibTrans" cxnId="{2B3C8F66-6C65-43AE-826B-6521AB1258F9}">
      <dgm:prSet/>
      <dgm:spPr/>
      <dgm:t>
        <a:bodyPr/>
        <a:lstStyle/>
        <a:p>
          <a:endParaRPr lang="en-US"/>
        </a:p>
      </dgm:t>
    </dgm:pt>
    <dgm:pt modelId="{71D57B72-ED4E-4091-99AB-AFF522D86FB5}">
      <dgm:prSet phldrT="[Text]" custT="1"/>
      <dgm:spPr/>
      <dgm:t>
        <a:bodyPr/>
        <a:lstStyle/>
        <a:p>
          <a:r>
            <a:rPr lang="en-US" sz="1400" dirty="0" smtClean="0"/>
            <a:t>Monitoring &amp; Control</a:t>
          </a:r>
          <a:endParaRPr lang="en-US" sz="1400" dirty="0"/>
        </a:p>
      </dgm:t>
    </dgm:pt>
    <dgm:pt modelId="{6C61F24C-BC77-40EF-B760-DFF0B47AC5B5}" type="parTrans" cxnId="{226A84B0-80FB-4D47-A4EA-9C2145F45828}">
      <dgm:prSet/>
      <dgm:spPr/>
      <dgm:t>
        <a:bodyPr/>
        <a:lstStyle/>
        <a:p>
          <a:endParaRPr lang="en-US"/>
        </a:p>
      </dgm:t>
    </dgm:pt>
    <dgm:pt modelId="{B7CD15BD-A41F-40DE-BCD3-D3734DC2A3C3}" type="sibTrans" cxnId="{226A84B0-80FB-4D47-A4EA-9C2145F45828}">
      <dgm:prSet/>
      <dgm:spPr/>
      <dgm:t>
        <a:bodyPr/>
        <a:lstStyle/>
        <a:p>
          <a:endParaRPr lang="en-US"/>
        </a:p>
      </dgm:t>
    </dgm:pt>
    <dgm:pt modelId="{BF110E54-D022-4097-A397-1DD906BA018B}" type="pres">
      <dgm:prSet presAssocID="{99B109EA-19BE-48A2-A7DA-366A98C8FAA7}" presName="Name0" presStyleCnt="0">
        <dgm:presLayoutVars>
          <dgm:dir/>
          <dgm:animLvl val="lvl"/>
          <dgm:resizeHandles val="exact"/>
        </dgm:presLayoutVars>
      </dgm:prSet>
      <dgm:spPr/>
    </dgm:pt>
    <dgm:pt modelId="{8110612D-5821-4FC7-A608-C6F447B71C98}" type="pres">
      <dgm:prSet presAssocID="{993E619D-BBE0-4815-8F2B-14DD8111EA41}" presName="parTxOnly" presStyleLbl="node1" presStyleIdx="0" presStyleCnt="5">
        <dgm:presLayoutVars>
          <dgm:chMax val="0"/>
          <dgm:chPref val="0"/>
          <dgm:bulletEnabled val="1"/>
        </dgm:presLayoutVars>
      </dgm:prSet>
      <dgm:spPr/>
      <dgm:t>
        <a:bodyPr/>
        <a:lstStyle/>
        <a:p>
          <a:endParaRPr lang="en-US"/>
        </a:p>
      </dgm:t>
    </dgm:pt>
    <dgm:pt modelId="{F7932D6F-C64D-4294-B319-946178FDE148}" type="pres">
      <dgm:prSet presAssocID="{0F7F3BD5-C6DD-4C31-AFD8-2318DFA12C61}" presName="parTxOnlySpace" presStyleCnt="0"/>
      <dgm:spPr/>
    </dgm:pt>
    <dgm:pt modelId="{0A6B5D05-F316-499E-8FB8-A15EDE933E1D}" type="pres">
      <dgm:prSet presAssocID="{BC670947-38B6-4003-AA75-D12E76915374}" presName="parTxOnly" presStyleLbl="node1" presStyleIdx="1" presStyleCnt="5">
        <dgm:presLayoutVars>
          <dgm:chMax val="0"/>
          <dgm:chPref val="0"/>
          <dgm:bulletEnabled val="1"/>
        </dgm:presLayoutVars>
      </dgm:prSet>
      <dgm:spPr/>
      <dgm:t>
        <a:bodyPr/>
        <a:lstStyle/>
        <a:p>
          <a:endParaRPr lang="en-US"/>
        </a:p>
      </dgm:t>
    </dgm:pt>
    <dgm:pt modelId="{5B109AB0-8AC3-4803-9BA0-EBBB601331A2}" type="pres">
      <dgm:prSet presAssocID="{0BC1409C-0C58-40D9-8208-44450DF9AFAA}" presName="parTxOnlySpace" presStyleCnt="0"/>
      <dgm:spPr/>
    </dgm:pt>
    <dgm:pt modelId="{3B49EF67-CE2E-443F-8196-4FC2C7EC956D}" type="pres">
      <dgm:prSet presAssocID="{ED002313-1988-4DFB-B961-03D04DECEBE5}" presName="parTxOnly" presStyleLbl="node1" presStyleIdx="2" presStyleCnt="5">
        <dgm:presLayoutVars>
          <dgm:chMax val="0"/>
          <dgm:chPref val="0"/>
          <dgm:bulletEnabled val="1"/>
        </dgm:presLayoutVars>
      </dgm:prSet>
      <dgm:spPr/>
      <dgm:t>
        <a:bodyPr/>
        <a:lstStyle/>
        <a:p>
          <a:endParaRPr lang="en-US"/>
        </a:p>
      </dgm:t>
    </dgm:pt>
    <dgm:pt modelId="{CA2B094C-E3F0-418D-B84E-DA0BC4C53FA9}" type="pres">
      <dgm:prSet presAssocID="{089137B9-11B4-43AE-BA33-3D562D10E10B}" presName="parTxOnlySpace" presStyleCnt="0"/>
      <dgm:spPr/>
    </dgm:pt>
    <dgm:pt modelId="{A81A21C5-66F7-4C3C-94B5-3780F3653DF1}" type="pres">
      <dgm:prSet presAssocID="{71D57B72-ED4E-4091-99AB-AFF522D86FB5}" presName="parTxOnly" presStyleLbl="node1" presStyleIdx="3" presStyleCnt="5">
        <dgm:presLayoutVars>
          <dgm:chMax val="0"/>
          <dgm:chPref val="0"/>
          <dgm:bulletEnabled val="1"/>
        </dgm:presLayoutVars>
      </dgm:prSet>
      <dgm:spPr/>
      <dgm:t>
        <a:bodyPr/>
        <a:lstStyle/>
        <a:p>
          <a:endParaRPr lang="en-US"/>
        </a:p>
      </dgm:t>
    </dgm:pt>
    <dgm:pt modelId="{B8D8D23F-C1CA-47D3-9B05-9BAD35B3AC7C}" type="pres">
      <dgm:prSet presAssocID="{B7CD15BD-A41F-40DE-BCD3-D3734DC2A3C3}" presName="parTxOnlySpace" presStyleCnt="0"/>
      <dgm:spPr/>
    </dgm:pt>
    <dgm:pt modelId="{EFB1396C-5B5F-408D-9D03-003B000C03A9}" type="pres">
      <dgm:prSet presAssocID="{EDA82C9C-1A70-4766-9691-7F509C71A66A}" presName="parTxOnly" presStyleLbl="node1" presStyleIdx="4" presStyleCnt="5">
        <dgm:presLayoutVars>
          <dgm:chMax val="0"/>
          <dgm:chPref val="0"/>
          <dgm:bulletEnabled val="1"/>
        </dgm:presLayoutVars>
      </dgm:prSet>
      <dgm:spPr/>
      <dgm:t>
        <a:bodyPr/>
        <a:lstStyle/>
        <a:p>
          <a:endParaRPr lang="en-US"/>
        </a:p>
      </dgm:t>
    </dgm:pt>
  </dgm:ptLst>
  <dgm:cxnLst>
    <dgm:cxn modelId="{7B434526-4358-4E83-BB13-E89F066E7185}" srcId="{99B109EA-19BE-48A2-A7DA-366A98C8FAA7}" destId="{993E619D-BBE0-4815-8F2B-14DD8111EA41}" srcOrd="0" destOrd="0" parTransId="{664F915B-116C-4204-8260-1C4BE4DC8DE0}" sibTransId="{0F7F3BD5-C6DD-4C31-AFD8-2318DFA12C61}"/>
    <dgm:cxn modelId="{07B2294A-CCC5-4E4E-92A5-EFBAC28FBE97}" srcId="{99B109EA-19BE-48A2-A7DA-366A98C8FAA7}" destId="{EDA82C9C-1A70-4766-9691-7F509C71A66A}" srcOrd="4" destOrd="0" parTransId="{49F9A76A-45BA-4A17-9E4D-5B33C37590B9}" sibTransId="{C698FACF-53ED-40D3-AC4F-056875A07BBF}"/>
    <dgm:cxn modelId="{AB6B00FF-BB67-4014-ABDF-4A9192CE0526}" srcId="{99B109EA-19BE-48A2-A7DA-366A98C8FAA7}" destId="{BC670947-38B6-4003-AA75-D12E76915374}" srcOrd="1" destOrd="0" parTransId="{6705D8AF-0CFE-4F58-9F0A-8045198E7CA7}" sibTransId="{0BC1409C-0C58-40D9-8208-44450DF9AFAA}"/>
    <dgm:cxn modelId="{2B3C8F66-6C65-43AE-826B-6521AB1258F9}" srcId="{99B109EA-19BE-48A2-A7DA-366A98C8FAA7}" destId="{ED002313-1988-4DFB-B961-03D04DECEBE5}" srcOrd="2" destOrd="0" parTransId="{EABF5D0D-14D8-4EB5-9551-29F3E1E7AD06}" sibTransId="{089137B9-11B4-43AE-BA33-3D562D10E10B}"/>
    <dgm:cxn modelId="{6B2066AD-AAEA-4120-9D38-D5CE7CEA65E0}" type="presOf" srcId="{EDA82C9C-1A70-4766-9691-7F509C71A66A}" destId="{EFB1396C-5B5F-408D-9D03-003B000C03A9}" srcOrd="0" destOrd="0" presId="urn:microsoft.com/office/officeart/2005/8/layout/chevron1"/>
    <dgm:cxn modelId="{026E9161-EB0D-4CDC-9B39-08B50ACCA0EA}" type="presOf" srcId="{ED002313-1988-4DFB-B961-03D04DECEBE5}" destId="{3B49EF67-CE2E-443F-8196-4FC2C7EC956D}" srcOrd="0" destOrd="0" presId="urn:microsoft.com/office/officeart/2005/8/layout/chevron1"/>
    <dgm:cxn modelId="{226A84B0-80FB-4D47-A4EA-9C2145F45828}" srcId="{99B109EA-19BE-48A2-A7DA-366A98C8FAA7}" destId="{71D57B72-ED4E-4091-99AB-AFF522D86FB5}" srcOrd="3" destOrd="0" parTransId="{6C61F24C-BC77-40EF-B760-DFF0B47AC5B5}" sibTransId="{B7CD15BD-A41F-40DE-BCD3-D3734DC2A3C3}"/>
    <dgm:cxn modelId="{A065098D-E6BD-4A7C-A485-5B377E719FAE}" type="presOf" srcId="{99B109EA-19BE-48A2-A7DA-366A98C8FAA7}" destId="{BF110E54-D022-4097-A397-1DD906BA018B}" srcOrd="0" destOrd="0" presId="urn:microsoft.com/office/officeart/2005/8/layout/chevron1"/>
    <dgm:cxn modelId="{AA94D2DE-E7D2-48E8-9A43-E72DDD9F1A46}" type="presOf" srcId="{71D57B72-ED4E-4091-99AB-AFF522D86FB5}" destId="{A81A21C5-66F7-4C3C-94B5-3780F3653DF1}" srcOrd="0" destOrd="0" presId="urn:microsoft.com/office/officeart/2005/8/layout/chevron1"/>
    <dgm:cxn modelId="{DF413C78-95B6-469C-AF92-073F58586366}" type="presOf" srcId="{993E619D-BBE0-4815-8F2B-14DD8111EA41}" destId="{8110612D-5821-4FC7-A608-C6F447B71C98}" srcOrd="0" destOrd="0" presId="urn:microsoft.com/office/officeart/2005/8/layout/chevron1"/>
    <dgm:cxn modelId="{14AE2E45-8E34-4A63-A2B2-ADA90ADA8305}" type="presOf" srcId="{BC670947-38B6-4003-AA75-D12E76915374}" destId="{0A6B5D05-F316-499E-8FB8-A15EDE933E1D}" srcOrd="0" destOrd="0" presId="urn:microsoft.com/office/officeart/2005/8/layout/chevron1"/>
    <dgm:cxn modelId="{046B309B-3514-49B6-9BBC-0123F713F225}" type="presParOf" srcId="{BF110E54-D022-4097-A397-1DD906BA018B}" destId="{8110612D-5821-4FC7-A608-C6F447B71C98}" srcOrd="0" destOrd="0" presId="urn:microsoft.com/office/officeart/2005/8/layout/chevron1"/>
    <dgm:cxn modelId="{33104825-A07D-422E-81EE-2C137434F962}" type="presParOf" srcId="{BF110E54-D022-4097-A397-1DD906BA018B}" destId="{F7932D6F-C64D-4294-B319-946178FDE148}" srcOrd="1" destOrd="0" presId="urn:microsoft.com/office/officeart/2005/8/layout/chevron1"/>
    <dgm:cxn modelId="{56553068-BBCD-4B30-A0FB-7B1E072314C1}" type="presParOf" srcId="{BF110E54-D022-4097-A397-1DD906BA018B}" destId="{0A6B5D05-F316-499E-8FB8-A15EDE933E1D}" srcOrd="2" destOrd="0" presId="urn:microsoft.com/office/officeart/2005/8/layout/chevron1"/>
    <dgm:cxn modelId="{62A90A36-433D-43E0-BF2D-F1992B245A29}" type="presParOf" srcId="{BF110E54-D022-4097-A397-1DD906BA018B}" destId="{5B109AB0-8AC3-4803-9BA0-EBBB601331A2}" srcOrd="3" destOrd="0" presId="urn:microsoft.com/office/officeart/2005/8/layout/chevron1"/>
    <dgm:cxn modelId="{CE4EF65C-E1ED-4D2E-944C-C91B43DD3854}" type="presParOf" srcId="{BF110E54-D022-4097-A397-1DD906BA018B}" destId="{3B49EF67-CE2E-443F-8196-4FC2C7EC956D}" srcOrd="4" destOrd="0" presId="urn:microsoft.com/office/officeart/2005/8/layout/chevron1"/>
    <dgm:cxn modelId="{C79DA450-2D50-45EB-A730-8C1C0B65EE95}" type="presParOf" srcId="{BF110E54-D022-4097-A397-1DD906BA018B}" destId="{CA2B094C-E3F0-418D-B84E-DA0BC4C53FA9}" srcOrd="5" destOrd="0" presId="urn:microsoft.com/office/officeart/2005/8/layout/chevron1"/>
    <dgm:cxn modelId="{355A4EBD-835C-4491-8598-70526D666B46}" type="presParOf" srcId="{BF110E54-D022-4097-A397-1DD906BA018B}" destId="{A81A21C5-66F7-4C3C-94B5-3780F3653DF1}" srcOrd="6" destOrd="0" presId="urn:microsoft.com/office/officeart/2005/8/layout/chevron1"/>
    <dgm:cxn modelId="{5A87A6DF-6DBC-40A5-BB84-C59835A1780D}" type="presParOf" srcId="{BF110E54-D022-4097-A397-1DD906BA018B}" destId="{B8D8D23F-C1CA-47D3-9B05-9BAD35B3AC7C}" srcOrd="7" destOrd="0" presId="urn:microsoft.com/office/officeart/2005/8/layout/chevron1"/>
    <dgm:cxn modelId="{637B6797-0CFB-4809-BDA6-10430394CB8D}" type="presParOf" srcId="{BF110E54-D022-4097-A397-1DD906BA018B}" destId="{EFB1396C-5B5F-408D-9D03-003B000C03A9}"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2B9FE-1EB8-4B2F-9631-4242A4E008F5}">
      <dsp:nvSpPr>
        <dsp:cNvPr id="0" name=""/>
        <dsp:cNvSpPr/>
      </dsp:nvSpPr>
      <dsp:spPr>
        <a:xfrm>
          <a:off x="0" y="0"/>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AC3824E9-757A-4B6E-9C75-07BC2E05EC16}">
      <dsp:nvSpPr>
        <dsp:cNvPr id="0" name=""/>
        <dsp:cNvSpPr/>
      </dsp:nvSpPr>
      <dsp:spPr>
        <a:xfrm>
          <a:off x="0" y="0"/>
          <a:ext cx="8224505" cy="812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Context setting</a:t>
          </a:r>
          <a:endParaRPr lang="en-US" sz="1400" b="0" i="0" kern="1200" dirty="0"/>
        </a:p>
      </dsp:txBody>
      <dsp:txXfrm>
        <a:off x="0" y="0"/>
        <a:ext cx="8224505" cy="812799"/>
      </dsp:txXfrm>
    </dsp:sp>
    <dsp:sp modelId="{F3E49F96-5EFF-48C0-9AE2-ED24B19CC2AB}">
      <dsp:nvSpPr>
        <dsp:cNvPr id="0" name=""/>
        <dsp:cNvSpPr/>
      </dsp:nvSpPr>
      <dsp:spPr>
        <a:xfrm>
          <a:off x="0" y="812800"/>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36CABD2A-C115-4AE3-AAA0-DF8B7D7A6BEA}">
      <dsp:nvSpPr>
        <dsp:cNvPr id="0" name=""/>
        <dsp:cNvSpPr/>
      </dsp:nvSpPr>
      <dsp:spPr>
        <a:xfrm>
          <a:off x="0" y="812799"/>
          <a:ext cx="8224505" cy="812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t>Risk Management</a:t>
          </a:r>
          <a:endParaRPr lang="en-US" sz="1400" b="1" i="1" kern="1200" dirty="0"/>
        </a:p>
      </dsp:txBody>
      <dsp:txXfrm>
        <a:off x="0" y="812799"/>
        <a:ext cx="8224505" cy="812799"/>
      </dsp:txXfrm>
    </dsp:sp>
    <dsp:sp modelId="{7B009A28-EA29-433F-B63A-769F5155D7F4}">
      <dsp:nvSpPr>
        <dsp:cNvPr id="0" name=""/>
        <dsp:cNvSpPr/>
      </dsp:nvSpPr>
      <dsp:spPr>
        <a:xfrm>
          <a:off x="0" y="1625600"/>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18F03672-F799-4722-8A27-B2F95526CD6E}">
      <dsp:nvSpPr>
        <dsp:cNvPr id="0" name=""/>
        <dsp:cNvSpPr/>
      </dsp:nvSpPr>
      <dsp:spPr>
        <a:xfrm>
          <a:off x="0" y="1625599"/>
          <a:ext cx="8224505" cy="812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Quality Management</a:t>
          </a:r>
          <a:endParaRPr lang="en-US" sz="1400" b="0" i="0" kern="1200" dirty="0"/>
        </a:p>
      </dsp:txBody>
      <dsp:txXfrm>
        <a:off x="0" y="1625599"/>
        <a:ext cx="8224505" cy="812799"/>
      </dsp:txXfrm>
    </dsp:sp>
    <dsp:sp modelId="{835DAD03-4B41-4B70-AA09-C857D4E10A9B}">
      <dsp:nvSpPr>
        <dsp:cNvPr id="0" name=""/>
        <dsp:cNvSpPr/>
      </dsp:nvSpPr>
      <dsp:spPr>
        <a:xfrm>
          <a:off x="0" y="2438399"/>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D95A06D1-814C-4690-B7C8-81EC43307797}">
      <dsp:nvSpPr>
        <dsp:cNvPr id="0" name=""/>
        <dsp:cNvSpPr/>
      </dsp:nvSpPr>
      <dsp:spPr>
        <a:xfrm>
          <a:off x="0" y="2438399"/>
          <a:ext cx="8224505" cy="812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t>Project Monitoring and Control</a:t>
          </a:r>
          <a:endParaRPr lang="en-US" sz="1400" b="0" i="0" kern="1200" dirty="0"/>
        </a:p>
      </dsp:txBody>
      <dsp:txXfrm>
        <a:off x="0" y="2438399"/>
        <a:ext cx="8224505" cy="8127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10612D-5821-4FC7-A608-C6F447B71C98}">
      <dsp:nvSpPr>
        <dsp:cNvPr id="0" name=""/>
        <dsp:cNvSpPr/>
      </dsp:nvSpPr>
      <dsp:spPr>
        <a:xfrm>
          <a:off x="1862"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Initiation</a:t>
          </a:r>
          <a:endParaRPr lang="en-US" sz="1400" kern="1200" dirty="0"/>
        </a:p>
      </dsp:txBody>
      <dsp:txXfrm>
        <a:off x="333418" y="25263"/>
        <a:ext cx="994670" cy="663112"/>
      </dsp:txXfrm>
    </dsp:sp>
    <dsp:sp modelId="{0A6B5D05-F316-499E-8FB8-A15EDE933E1D}">
      <dsp:nvSpPr>
        <dsp:cNvPr id="0" name=""/>
        <dsp:cNvSpPr/>
      </dsp:nvSpPr>
      <dsp:spPr>
        <a:xfrm>
          <a:off x="1493866"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Planning</a:t>
          </a:r>
          <a:endParaRPr lang="en-US" sz="1400" kern="1200" dirty="0"/>
        </a:p>
      </dsp:txBody>
      <dsp:txXfrm>
        <a:off x="1825422" y="25263"/>
        <a:ext cx="994670" cy="663112"/>
      </dsp:txXfrm>
    </dsp:sp>
    <dsp:sp modelId="{3B49EF67-CE2E-443F-8196-4FC2C7EC956D}">
      <dsp:nvSpPr>
        <dsp:cNvPr id="0" name=""/>
        <dsp:cNvSpPr/>
      </dsp:nvSpPr>
      <dsp:spPr>
        <a:xfrm>
          <a:off x="2985870"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Executing</a:t>
          </a:r>
          <a:endParaRPr lang="en-US" sz="1400" kern="1200" dirty="0"/>
        </a:p>
      </dsp:txBody>
      <dsp:txXfrm>
        <a:off x="3317426" y="25263"/>
        <a:ext cx="994670" cy="663112"/>
      </dsp:txXfrm>
    </dsp:sp>
    <dsp:sp modelId="{A81A21C5-66F7-4C3C-94B5-3780F3653DF1}">
      <dsp:nvSpPr>
        <dsp:cNvPr id="0" name=""/>
        <dsp:cNvSpPr/>
      </dsp:nvSpPr>
      <dsp:spPr>
        <a:xfrm>
          <a:off x="4477874"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Monitoring &amp; Control</a:t>
          </a:r>
          <a:endParaRPr lang="en-US" sz="1400" kern="1200" dirty="0"/>
        </a:p>
      </dsp:txBody>
      <dsp:txXfrm>
        <a:off x="4809430" y="25263"/>
        <a:ext cx="994670" cy="663112"/>
      </dsp:txXfrm>
    </dsp:sp>
    <dsp:sp modelId="{EFB1396C-5B5F-408D-9D03-003B000C03A9}">
      <dsp:nvSpPr>
        <dsp:cNvPr id="0" name=""/>
        <dsp:cNvSpPr/>
      </dsp:nvSpPr>
      <dsp:spPr>
        <a:xfrm>
          <a:off x="5969879"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Closing</a:t>
          </a:r>
          <a:endParaRPr lang="en-US" sz="1400" kern="1200" dirty="0"/>
        </a:p>
      </dsp:txBody>
      <dsp:txXfrm>
        <a:off x="6301435" y="25263"/>
        <a:ext cx="994670" cy="6631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180F47-42C4-4652-BFDB-5EB90A46E75B}" type="datetimeFigureOut">
              <a:rPr lang="en-US" smtClean="0"/>
              <a:pPr/>
              <a:t>2/9/2018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C7292C5-63CD-44DE-9AB1-B99F75891613}" type="slidenum">
              <a:rPr lang="en-US" smtClean="0"/>
              <a:pPr/>
              <a:t>‹#›</a:t>
            </a:fld>
            <a:endParaRPr lang="en-US" dirty="0"/>
          </a:p>
        </p:txBody>
      </p:sp>
    </p:spTree>
    <p:extLst>
      <p:ext uri="{BB962C8B-B14F-4D97-AF65-F5344CB8AC3E}">
        <p14:creationId xmlns:p14="http://schemas.microsoft.com/office/powerpoint/2010/main" val="81369120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72A5F8-2115-49A6-B3E8-A26A0886D33D}" type="datetimeFigureOut">
              <a:rPr lang="en-US" smtClean="0"/>
              <a:pPr/>
              <a:t>2/9/2018</a:t>
            </a:fld>
            <a:endParaRPr lang="en-US" dirty="0"/>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02433F-D493-4110-9EF4-411864BA75CB}" type="slidenum">
              <a:rPr lang="en-US" smtClean="0"/>
              <a:pPr/>
              <a:t>‹#›</a:t>
            </a:fld>
            <a:endParaRPr lang="en-US" dirty="0"/>
          </a:p>
        </p:txBody>
      </p:sp>
    </p:spTree>
    <p:extLst>
      <p:ext uri="{BB962C8B-B14F-4D97-AF65-F5344CB8AC3E}">
        <p14:creationId xmlns:p14="http://schemas.microsoft.com/office/powerpoint/2010/main" val="2007633302"/>
      </p:ext>
    </p:extLst>
  </p:cSld>
  <p:clrMap bg1="lt1" tx1="dk1" bg2="lt2" tx2="dk2" accent1="accent1" accent2="accent2" accent3="accent3" accent4="accent4" accent5="accent5" accent6="accent6" hlink="hlink" folHlink="folHlink"/>
  <p:hf dt="0"/>
  <p:notesStyle>
    <a:lvl1pPr marL="0" algn="l" defTabSz="914152" rtl="0" eaLnBrk="1" latinLnBrk="0" hangingPunct="1">
      <a:defRPr sz="1200" kern="1200">
        <a:solidFill>
          <a:schemeClr val="tx1"/>
        </a:solidFill>
        <a:latin typeface="+mn-lt"/>
        <a:ea typeface="+mn-ea"/>
        <a:cs typeface="+mn-cs"/>
      </a:defRPr>
    </a:lvl1pPr>
    <a:lvl2pPr marL="457076" algn="l" defTabSz="914152" rtl="0" eaLnBrk="1" latinLnBrk="0" hangingPunct="1">
      <a:defRPr sz="1200" kern="1200">
        <a:solidFill>
          <a:schemeClr val="tx1"/>
        </a:solidFill>
        <a:latin typeface="+mn-lt"/>
        <a:ea typeface="+mn-ea"/>
        <a:cs typeface="+mn-cs"/>
      </a:defRPr>
    </a:lvl2pPr>
    <a:lvl3pPr marL="914152" algn="l" defTabSz="914152" rtl="0" eaLnBrk="1" latinLnBrk="0" hangingPunct="1">
      <a:defRPr sz="1200" kern="1200">
        <a:solidFill>
          <a:schemeClr val="tx1"/>
        </a:solidFill>
        <a:latin typeface="+mn-lt"/>
        <a:ea typeface="+mn-ea"/>
        <a:cs typeface="+mn-cs"/>
      </a:defRPr>
    </a:lvl3pPr>
    <a:lvl4pPr marL="1371228" algn="l" defTabSz="914152" rtl="0" eaLnBrk="1" latinLnBrk="0" hangingPunct="1">
      <a:defRPr sz="1200" kern="1200">
        <a:solidFill>
          <a:schemeClr val="tx1"/>
        </a:solidFill>
        <a:latin typeface="+mn-lt"/>
        <a:ea typeface="+mn-ea"/>
        <a:cs typeface="+mn-cs"/>
      </a:defRPr>
    </a:lvl4pPr>
    <a:lvl5pPr marL="1828304" algn="l" defTabSz="914152" rtl="0" eaLnBrk="1" latinLnBrk="0" hangingPunct="1">
      <a:defRPr sz="1200" kern="1200">
        <a:solidFill>
          <a:schemeClr val="tx1"/>
        </a:solidFill>
        <a:latin typeface="+mn-lt"/>
        <a:ea typeface="+mn-ea"/>
        <a:cs typeface="+mn-cs"/>
      </a:defRPr>
    </a:lvl5pPr>
    <a:lvl6pPr marL="2285380" algn="l" defTabSz="914152" rtl="0" eaLnBrk="1" latinLnBrk="0" hangingPunct="1">
      <a:defRPr sz="1200" kern="1200">
        <a:solidFill>
          <a:schemeClr val="tx1"/>
        </a:solidFill>
        <a:latin typeface="+mn-lt"/>
        <a:ea typeface="+mn-ea"/>
        <a:cs typeface="+mn-cs"/>
      </a:defRPr>
    </a:lvl6pPr>
    <a:lvl7pPr marL="2742456" algn="l" defTabSz="914152" rtl="0" eaLnBrk="1" latinLnBrk="0" hangingPunct="1">
      <a:defRPr sz="1200" kern="1200">
        <a:solidFill>
          <a:schemeClr val="tx1"/>
        </a:solidFill>
        <a:latin typeface="+mn-lt"/>
        <a:ea typeface="+mn-ea"/>
        <a:cs typeface="+mn-cs"/>
      </a:defRPr>
    </a:lvl7pPr>
    <a:lvl8pPr marL="3199531" algn="l" defTabSz="914152" rtl="0" eaLnBrk="1" latinLnBrk="0" hangingPunct="1">
      <a:defRPr sz="1200" kern="1200">
        <a:solidFill>
          <a:schemeClr val="tx1"/>
        </a:solidFill>
        <a:latin typeface="+mn-lt"/>
        <a:ea typeface="+mn-ea"/>
        <a:cs typeface="+mn-cs"/>
      </a:defRPr>
    </a:lvl8pPr>
    <a:lvl9pPr marL="3656608" algn="l" defTabSz="91415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0156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 y="50800"/>
            <a:ext cx="896112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cxnSp>
        <p:nvCxnSpPr>
          <p:cNvPr id="4" name="Straight Connector 3"/>
          <p:cNvCxnSpPr/>
          <p:nvPr userDrawn="1"/>
        </p:nvCxnSpPr>
        <p:spPr>
          <a:xfrm>
            <a:off x="91440" y="381000"/>
            <a:ext cx="8961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6926" y="4267200"/>
            <a:ext cx="1745674" cy="307777"/>
          </a:xfrm>
          <a:prstGeom prst="rect">
            <a:avLst/>
          </a:prstGeom>
        </p:spPr>
        <p:txBody>
          <a:bodyPr wrap="square">
            <a:spAutoFit/>
          </a:bodyPr>
          <a:lstStyle/>
          <a:p>
            <a:r>
              <a:rPr lang="en-US" sz="700" b="1" dirty="0" smtClean="0">
                <a:solidFill>
                  <a:schemeClr val="bg1"/>
                </a:solidFill>
              </a:rPr>
              <a:t>HCL Experience in </a:t>
            </a:r>
          </a:p>
          <a:p>
            <a:r>
              <a:rPr lang="en-US" sz="700" b="1" dirty="0" smtClean="0">
                <a:solidFill>
                  <a:schemeClr val="bg1"/>
                </a:solidFill>
              </a:rPr>
              <a:t>Primary Focus Area of Airtel</a:t>
            </a:r>
          </a:p>
        </p:txBody>
      </p:sp>
      <p:sp>
        <p:nvSpPr>
          <p:cNvPr id="8" name="Rectangle 7"/>
          <p:cNvSpPr/>
          <p:nvPr userDrawn="1"/>
        </p:nvSpPr>
        <p:spPr>
          <a:xfrm>
            <a:off x="0" y="4343400"/>
            <a:ext cx="9144000" cy="228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p:cNvSpPr>
            <a:spLocks noGrp="1"/>
          </p:cNvSpPr>
          <p:nvPr>
            <p:ph type="ftr" sz="quarter" idx="11"/>
          </p:nvPr>
        </p:nvSpPr>
        <p:spPr>
          <a:xfrm>
            <a:off x="3962400" y="4340422"/>
            <a:ext cx="1219200" cy="231577"/>
          </a:xfrm>
        </p:spPr>
        <p:txBody>
          <a:bodyPr/>
          <a:lstStyle>
            <a:lvl1pPr>
              <a:defRPr sz="900" b="1">
                <a:solidFill>
                  <a:schemeClr val="bg1"/>
                </a:solidFill>
              </a:defRPr>
            </a:lvl1p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238479121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 y="50800"/>
            <a:ext cx="896112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cxnSp>
        <p:nvCxnSpPr>
          <p:cNvPr id="4" name="Straight Connector 3"/>
          <p:cNvCxnSpPr/>
          <p:nvPr userDrawn="1"/>
        </p:nvCxnSpPr>
        <p:spPr>
          <a:xfrm>
            <a:off x="91440" y="381000"/>
            <a:ext cx="8961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6926" y="4267200"/>
            <a:ext cx="1745674" cy="307777"/>
          </a:xfrm>
          <a:prstGeom prst="rect">
            <a:avLst/>
          </a:prstGeom>
        </p:spPr>
        <p:txBody>
          <a:bodyPr wrap="square">
            <a:spAutoFit/>
          </a:bodyPr>
          <a:lstStyle/>
          <a:p>
            <a:r>
              <a:rPr lang="en-US" sz="700" b="1" dirty="0" smtClean="0">
                <a:solidFill>
                  <a:schemeClr val="bg1"/>
                </a:solidFill>
              </a:rPr>
              <a:t>HCL Experience in </a:t>
            </a:r>
          </a:p>
          <a:p>
            <a:r>
              <a:rPr lang="en-US" sz="700" b="1" dirty="0" smtClean="0">
                <a:solidFill>
                  <a:schemeClr val="bg1"/>
                </a:solidFill>
              </a:rPr>
              <a:t>Primary Focus Area of Airtel</a:t>
            </a:r>
          </a:p>
        </p:txBody>
      </p:sp>
      <p:sp>
        <p:nvSpPr>
          <p:cNvPr id="8" name="Rectangle 7"/>
          <p:cNvSpPr/>
          <p:nvPr userDrawn="1"/>
        </p:nvSpPr>
        <p:spPr>
          <a:xfrm>
            <a:off x="0" y="4343400"/>
            <a:ext cx="9144000" cy="228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p:cNvSpPr>
            <a:spLocks noGrp="1"/>
          </p:cNvSpPr>
          <p:nvPr>
            <p:ph type="ftr" sz="quarter" idx="11"/>
          </p:nvPr>
        </p:nvSpPr>
        <p:spPr>
          <a:xfrm>
            <a:off x="3962400" y="4340422"/>
            <a:ext cx="1219200" cy="231577"/>
          </a:xfrm>
        </p:spPr>
        <p:txBody>
          <a:bodyPr/>
          <a:lstStyle>
            <a:lvl1pPr>
              <a:defRPr sz="900" b="1">
                <a:solidFill>
                  <a:schemeClr val="bg1"/>
                </a:solidFill>
              </a:defRPr>
            </a:lvl1pPr>
          </a:lstStyle>
          <a:p>
            <a:fld id="{0B491FB4-905F-488C-AD01-09867DFAF172}" type="slidenum">
              <a:rPr lang="en-US" smtClean="0"/>
              <a:pPr/>
              <a:t>‹#›</a:t>
            </a:fld>
            <a:endParaRPr lang="en-US" dirty="0"/>
          </a:p>
        </p:txBody>
      </p:sp>
      <p:sp>
        <p:nvSpPr>
          <p:cNvPr id="3" name="Rounded Rectangle 2"/>
          <p:cNvSpPr/>
          <p:nvPr userDrawn="1"/>
        </p:nvSpPr>
        <p:spPr>
          <a:xfrm>
            <a:off x="7210824" y="383304"/>
            <a:ext cx="1828800" cy="152400"/>
          </a:xfrm>
          <a:prstGeom prst="roundRect">
            <a:avLst/>
          </a:prstGeom>
          <a:solidFill>
            <a:schemeClr val="accent1"/>
          </a:solidFill>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051640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4" name="Rectangle 13"/>
          <p:cNvSpPr/>
          <p:nvPr userDrawn="1"/>
        </p:nvSpPr>
        <p:spPr>
          <a:xfrm>
            <a:off x="0" y="4343400"/>
            <a:ext cx="9144000"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6200" y="50800"/>
            <a:ext cx="876300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sp>
        <p:nvSpPr>
          <p:cNvPr id="9" name="TextBox 8"/>
          <p:cNvSpPr txBox="1"/>
          <p:nvPr userDrawn="1"/>
        </p:nvSpPr>
        <p:spPr>
          <a:xfrm>
            <a:off x="7848600" y="4354244"/>
            <a:ext cx="1295400" cy="200055"/>
          </a:xfrm>
          <a:prstGeom prst="rect">
            <a:avLst/>
          </a:prstGeom>
          <a:noFill/>
        </p:spPr>
        <p:txBody>
          <a:bodyPr wrap="square" rtlCol="0" anchor="ctr" anchorCtr="0">
            <a:spAutoFit/>
          </a:bodyPr>
          <a:lstStyle/>
          <a:p>
            <a:pPr algn="r"/>
            <a:r>
              <a:rPr lang="en-US" sz="700" b="1" dirty="0" smtClean="0">
                <a:solidFill>
                  <a:schemeClr val="bg1"/>
                </a:solidFill>
              </a:rPr>
              <a:t>Symantec, July 2015</a:t>
            </a:r>
            <a:endParaRPr lang="en-US" sz="700" b="1" dirty="0">
              <a:solidFill>
                <a:schemeClr val="bg1"/>
              </a:solidFill>
            </a:endParaRPr>
          </a:p>
        </p:txBody>
      </p:sp>
      <p:sp>
        <p:nvSpPr>
          <p:cNvPr id="11" name="Footer Placeholder 4"/>
          <p:cNvSpPr>
            <a:spLocks noGrp="1"/>
          </p:cNvSpPr>
          <p:nvPr>
            <p:ph type="ftr" sz="quarter" idx="11"/>
          </p:nvPr>
        </p:nvSpPr>
        <p:spPr>
          <a:xfrm>
            <a:off x="3124200" y="4339293"/>
            <a:ext cx="2895600" cy="232708"/>
          </a:xfrm>
        </p:spPr>
        <p:txBody>
          <a:bodyPr/>
          <a:lstStyle>
            <a:lvl1pPr>
              <a:defRPr sz="800">
                <a:solidFill>
                  <a:schemeClr val="bg1"/>
                </a:solidFill>
              </a:defRPr>
            </a:lvl1pPr>
          </a:lstStyle>
          <a:p>
            <a:fld id="{0B491FB4-905F-488C-AD01-09867DFAF172}" type="slidenum">
              <a:rPr lang="en-US" smtClean="0"/>
              <a:pPr/>
              <a:t>‹#›</a:t>
            </a:fld>
            <a:endParaRPr lang="en-US" dirty="0"/>
          </a:p>
        </p:txBody>
      </p:sp>
      <p:sp>
        <p:nvSpPr>
          <p:cNvPr id="12" name="TextBox 11"/>
          <p:cNvSpPr txBox="1"/>
          <p:nvPr userDrawn="1"/>
        </p:nvSpPr>
        <p:spPr>
          <a:xfrm>
            <a:off x="0" y="4358030"/>
            <a:ext cx="838200" cy="200055"/>
          </a:xfrm>
          <a:prstGeom prst="rect">
            <a:avLst/>
          </a:prstGeom>
          <a:noFill/>
        </p:spPr>
        <p:txBody>
          <a:bodyPr wrap="square" rtlCol="0" anchor="ctr" anchorCtr="0">
            <a:spAutoFit/>
          </a:bodyPr>
          <a:lstStyle/>
          <a:p>
            <a:pPr algn="l"/>
            <a:r>
              <a:rPr lang="en-US" sz="700" b="1" dirty="0" smtClean="0">
                <a:solidFill>
                  <a:schemeClr val="bg1"/>
                </a:solidFill>
              </a:rPr>
              <a:t>POWER Review</a:t>
            </a:r>
            <a:endParaRPr lang="en-US" sz="700" b="1" dirty="0">
              <a:solidFill>
                <a:schemeClr val="bg1"/>
              </a:solidFill>
            </a:endParaRPr>
          </a:p>
        </p:txBody>
      </p:sp>
      <p:sp>
        <p:nvSpPr>
          <p:cNvPr id="13" name="Line 17"/>
          <p:cNvSpPr>
            <a:spLocks noChangeShapeType="1"/>
          </p:cNvSpPr>
          <p:nvPr userDrawn="1"/>
        </p:nvSpPr>
        <p:spPr bwMode="auto">
          <a:xfrm>
            <a:off x="152400" y="381000"/>
            <a:ext cx="8778240" cy="0"/>
          </a:xfrm>
          <a:prstGeom prst="line">
            <a:avLst/>
          </a:prstGeom>
          <a:noFill/>
          <a:ln w="38100">
            <a:solidFill>
              <a:srgbClr val="FFC000"/>
            </a:solidFill>
            <a:round/>
            <a:headEnd type="none"/>
            <a:tailEnd type="oval" w="med" len="med"/>
          </a:ln>
        </p:spPr>
        <p:txBody>
          <a:bodyPr lIns="91416" tIns="45707" rIns="91416" bIns="45707"/>
          <a:lstStyle/>
          <a:p>
            <a:pPr lvl="0"/>
            <a:endParaRPr lang="en-GB" dirty="0"/>
          </a:p>
        </p:txBody>
      </p:sp>
      <p:sp>
        <p:nvSpPr>
          <p:cNvPr id="16" name="Rectangle 15"/>
          <p:cNvSpPr/>
          <p:nvPr userDrawn="1"/>
        </p:nvSpPr>
        <p:spPr>
          <a:xfrm>
            <a:off x="7543800" y="386134"/>
            <a:ext cx="1295400" cy="508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7" name="Rounded Rectangle 16"/>
          <p:cNvSpPr/>
          <p:nvPr userDrawn="1"/>
        </p:nvSpPr>
        <p:spPr>
          <a:xfrm>
            <a:off x="7543800" y="386134"/>
            <a:ext cx="1295400" cy="137160"/>
          </a:xfrm>
          <a:prstGeom prst="roundRect">
            <a:avLst>
              <a:gd name="adj" fmla="val 33334"/>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5" name="Text Placeholder 24"/>
          <p:cNvSpPr>
            <a:spLocks noGrp="1"/>
          </p:cNvSpPr>
          <p:nvPr>
            <p:ph type="body" sz="quarter" idx="12"/>
          </p:nvPr>
        </p:nvSpPr>
        <p:spPr>
          <a:xfrm>
            <a:off x="7543800" y="387082"/>
            <a:ext cx="1295400" cy="131450"/>
          </a:xfrm>
        </p:spPr>
        <p:txBody>
          <a:bodyPr anchor="ctr" anchorCtr="0">
            <a:noAutofit/>
          </a:bodyPr>
          <a:lstStyle>
            <a:lvl1pPr marL="0" indent="0" algn="ctr">
              <a:buNone/>
              <a:defRPr sz="800" b="1">
                <a:solidFill>
                  <a:schemeClr val="bg1"/>
                </a:solidFill>
              </a:defRPr>
            </a:lvl1pPr>
            <a:lvl2pPr marL="457077" indent="0">
              <a:buNone/>
              <a:defRPr sz="800"/>
            </a:lvl2pPr>
            <a:lvl3pPr marL="914152" indent="0">
              <a:buNone/>
              <a:defRPr sz="800"/>
            </a:lvl3pPr>
            <a:lvl4pPr marL="1371228" indent="0">
              <a:buNone/>
              <a:defRPr sz="800"/>
            </a:lvl4pPr>
            <a:lvl5pPr marL="1828304" indent="0">
              <a:buNone/>
              <a:defRPr sz="800"/>
            </a:lvl5pPr>
          </a:lstStyle>
          <a:p>
            <a:pPr lvl="0"/>
            <a:endParaRPr lang="en-US" dirty="0"/>
          </a:p>
        </p:txBody>
      </p:sp>
    </p:spTree>
    <p:extLst>
      <p:ext uri="{BB962C8B-B14F-4D97-AF65-F5344CB8AC3E}">
        <p14:creationId xmlns:p14="http://schemas.microsoft.com/office/powerpoint/2010/main" val="40405639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6" y="1930401"/>
            <a:ext cx="5638799" cy="908050"/>
          </a:xfrm>
        </p:spPr>
        <p:txBody>
          <a:bodyPr lIns="365661" rIns="365661" anchor="ctr" anchorCtr="0">
            <a:normAutofit/>
          </a:bodyPr>
          <a:lstStyle>
            <a:lvl1pPr algn="l">
              <a:defRPr sz="2400" b="0" cap="none" baseline="0"/>
            </a:lvl1pPr>
          </a:lstStyle>
          <a:p>
            <a:r>
              <a:rPr lang="en-US" dirty="0" smtClean="0"/>
              <a:t>Subsection Title</a:t>
            </a:r>
            <a:endParaRPr lang="en-US" dirty="0"/>
          </a:p>
        </p:txBody>
      </p:sp>
      <p:sp>
        <p:nvSpPr>
          <p:cNvPr id="4" name="Date Placeholder 3"/>
          <p:cNvSpPr>
            <a:spLocks noGrp="1"/>
          </p:cNvSpPr>
          <p:nvPr>
            <p:ph type="dt" sz="half" idx="10"/>
          </p:nvPr>
        </p:nvSpPr>
        <p:spPr/>
        <p:txBody>
          <a:bodyPr/>
          <a:lstStyle/>
          <a:p>
            <a:fld id="{9F2217AB-FFD0-470D-A01F-8295A8718CCB}" type="datetime1">
              <a:rPr lang="en-US" smtClean="0"/>
              <a:pPr/>
              <a:t>2/9/2018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6" name="Straight Connector 5"/>
          <p:cNvCxnSpPr/>
          <p:nvPr userDrawn="1"/>
        </p:nvCxnSpPr>
        <p:spPr>
          <a:xfrm>
            <a:off x="762000" y="1930400"/>
            <a:ext cx="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586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1"/>
            <a:ext cx="4038600" cy="3322108"/>
          </a:xfrm>
        </p:spPr>
        <p:txBody>
          <a:bodyPr>
            <a:normAutofit/>
          </a:bodyPr>
          <a:lstStyle>
            <a:lvl1pPr>
              <a:defRPr sz="22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762001"/>
            <a:ext cx="4038600" cy="3322108"/>
          </a:xfrm>
        </p:spPr>
        <p:txBody>
          <a:bodyPr>
            <a:normAutofit/>
          </a:bodyPr>
          <a:lstStyle>
            <a:lvl1pPr>
              <a:defRPr sz="22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6ECF4E3C-34F9-410F-BC04-2DBD9E19983A}" type="datetime1">
              <a:rPr lang="en-US" smtClean="0"/>
              <a:pPr/>
              <a:t>2/9/2018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93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762001"/>
            <a:ext cx="4040188" cy="304800"/>
          </a:xfrm>
        </p:spPr>
        <p:txBody>
          <a:bodyPr anchor="b">
            <a:normAutofit/>
          </a:bodyPr>
          <a:lstStyle>
            <a:lvl1pPr marL="0" indent="0">
              <a:buNone/>
              <a:defRPr sz="2000" b="1"/>
            </a:lvl1pPr>
            <a:lvl2pPr marL="457076" indent="0">
              <a:buNone/>
              <a:defRPr sz="2000" b="1"/>
            </a:lvl2pPr>
            <a:lvl3pPr marL="914152" indent="0">
              <a:buNone/>
              <a:defRPr sz="1800" b="1"/>
            </a:lvl3pPr>
            <a:lvl4pPr marL="1371228" indent="0">
              <a:buNone/>
              <a:defRPr sz="1600" b="1"/>
            </a:lvl4pPr>
            <a:lvl5pPr marL="1828304" indent="0">
              <a:buNone/>
              <a:defRPr sz="1600" b="1"/>
            </a:lvl5pPr>
            <a:lvl6pPr marL="2285380" indent="0">
              <a:buNone/>
              <a:defRPr sz="1600" b="1"/>
            </a:lvl6pPr>
            <a:lvl7pPr marL="2742456" indent="0">
              <a:buNone/>
              <a:defRPr sz="1600" b="1"/>
            </a:lvl7pPr>
            <a:lvl8pPr marL="3199531" indent="0">
              <a:buNone/>
              <a:defRPr sz="1600" b="1"/>
            </a:lvl8pPr>
            <a:lvl9pPr marL="3656608"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1066801"/>
            <a:ext cx="4040188" cy="3017308"/>
          </a:xfrm>
        </p:spPr>
        <p:txBody>
          <a:bodyPr/>
          <a:lstStyle>
            <a:lvl1pPr>
              <a:defRPr sz="2200"/>
            </a:lvl1pPr>
            <a:lvl2pPr>
              <a:defRPr sz="18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1" y="762001"/>
            <a:ext cx="4041775" cy="304800"/>
          </a:xfrm>
        </p:spPr>
        <p:txBody>
          <a:bodyPr anchor="b">
            <a:normAutofit/>
          </a:bodyPr>
          <a:lstStyle>
            <a:lvl1pPr marL="0" indent="0">
              <a:buNone/>
              <a:defRPr sz="2000" b="1"/>
            </a:lvl1pPr>
            <a:lvl2pPr marL="457076" indent="0">
              <a:buNone/>
              <a:defRPr sz="2000" b="1"/>
            </a:lvl2pPr>
            <a:lvl3pPr marL="914152" indent="0">
              <a:buNone/>
              <a:defRPr sz="1800" b="1"/>
            </a:lvl3pPr>
            <a:lvl4pPr marL="1371228" indent="0">
              <a:buNone/>
              <a:defRPr sz="1600" b="1"/>
            </a:lvl4pPr>
            <a:lvl5pPr marL="1828304" indent="0">
              <a:buNone/>
              <a:defRPr sz="1600" b="1"/>
            </a:lvl5pPr>
            <a:lvl6pPr marL="2285380" indent="0">
              <a:buNone/>
              <a:defRPr sz="1600" b="1"/>
            </a:lvl6pPr>
            <a:lvl7pPr marL="2742456" indent="0">
              <a:buNone/>
              <a:defRPr sz="1600" b="1"/>
            </a:lvl7pPr>
            <a:lvl8pPr marL="3199531" indent="0">
              <a:buNone/>
              <a:defRPr sz="1600" b="1"/>
            </a:lvl8pPr>
            <a:lvl9pPr marL="365660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31" y="1066801"/>
            <a:ext cx="4041775" cy="3017308"/>
          </a:xfrm>
        </p:spPr>
        <p:txBody>
          <a:bodyPr/>
          <a:lstStyle>
            <a:lvl1pPr>
              <a:defRPr sz="2200"/>
            </a:lvl1pPr>
            <a:lvl2pPr>
              <a:defRPr sz="18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ACFC6861-21D0-44B7-96DD-A10D1D6A67EF}" type="datetime1">
              <a:rPr lang="en-US" smtClean="0"/>
              <a:pPr/>
              <a:t>2/9/2018</a:t>
            </a:fld>
            <a:endParaRPr lang="en-US" dirty="0"/>
          </a:p>
        </p:txBody>
      </p:sp>
      <p:sp>
        <p:nvSpPr>
          <p:cNvPr id="8" name="Footer Placeholder 7"/>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22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2/9/2018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8" name="Table Placeholder 7"/>
          <p:cNvSpPr>
            <a:spLocks noGrp="1"/>
          </p:cNvSpPr>
          <p:nvPr>
            <p:ph type="tbl" sz="quarter" idx="12"/>
          </p:nvPr>
        </p:nvSpPr>
        <p:spPr>
          <a:xfrm>
            <a:off x="457200" y="762000"/>
            <a:ext cx="8153400" cy="3403600"/>
          </a:xfrm>
        </p:spPr>
        <p:txBody>
          <a:bodyPr/>
          <a:lstStyle/>
          <a:p>
            <a:endParaRPr lang="en-US" dirty="0"/>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rt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2/9/2018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p:txBody>
          <a:bodyPr/>
          <a:lstStyle/>
          <a:p>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Column Bri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2/9/2018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a:xfrm>
            <a:off x="2286000" y="1219200"/>
            <a:ext cx="6400800" cy="2489200"/>
          </a:xfrm>
        </p:spPr>
        <p:txBody>
          <a:bodyPr>
            <a:normAutofit/>
          </a:bodyPr>
          <a:lstStyle>
            <a:lvl1pPr>
              <a:defRPr sz="1800"/>
            </a:lvl1pPr>
          </a:lstStyle>
          <a:p>
            <a:endParaRPr lang="en-US" dirty="0"/>
          </a:p>
        </p:txBody>
      </p:sp>
      <p:sp>
        <p:nvSpPr>
          <p:cNvPr id="10" name="Text Placeholder 9"/>
          <p:cNvSpPr>
            <a:spLocks noGrp="1"/>
          </p:cNvSpPr>
          <p:nvPr>
            <p:ph type="body" sz="quarter" idx="13" hasCustomPrompt="1"/>
          </p:nvPr>
        </p:nvSpPr>
        <p:spPr>
          <a:xfrm>
            <a:off x="457200" y="1212379"/>
            <a:ext cx="1676400" cy="2502090"/>
          </a:xfrm>
        </p:spPr>
        <p:txBody>
          <a:bodyPr>
            <a:normAutofit/>
          </a:bodyPr>
          <a:lstStyle>
            <a:lvl1pPr marL="0" indent="0">
              <a:spcBef>
                <a:spcPts val="0"/>
              </a:spcBef>
              <a:buFontTx/>
              <a:buNone/>
              <a:defRPr sz="1400" baseline="0"/>
            </a:lvl1pPr>
          </a:lstStyle>
          <a:p>
            <a:pPr lvl="0"/>
            <a:r>
              <a:rPr lang="en-US" dirty="0" smtClean="0"/>
              <a:t>Enter a note related to the </a:t>
            </a:r>
            <a:r>
              <a:rPr lang="en-US" dirty="0" err="1" smtClean="0"/>
              <a:t>SmartArt</a:t>
            </a:r>
            <a:r>
              <a:rPr lang="en-US" dirty="0" smtClean="0"/>
              <a:t> or a callout, or any information that needs to be highlighted.</a:t>
            </a:r>
          </a:p>
        </p:txBody>
      </p:sp>
      <p:sp>
        <p:nvSpPr>
          <p:cNvPr id="11" name="Text Placeholder 9"/>
          <p:cNvSpPr>
            <a:spLocks noGrp="1"/>
          </p:cNvSpPr>
          <p:nvPr>
            <p:ph type="body" sz="quarter" idx="14" hasCustomPrompt="1"/>
          </p:nvPr>
        </p:nvSpPr>
        <p:spPr>
          <a:xfrm>
            <a:off x="457200" y="711200"/>
            <a:ext cx="8229600" cy="406400"/>
          </a:xfrm>
        </p:spPr>
        <p:txBody>
          <a:bodyPr>
            <a:normAutofit/>
          </a:bodyPr>
          <a:lstStyle>
            <a:lvl1pPr marL="0" indent="0">
              <a:spcBef>
                <a:spcPts val="0"/>
              </a:spcBef>
              <a:buFontTx/>
              <a:buNone/>
              <a:defRPr sz="1400" baseline="0"/>
            </a:lvl1pPr>
          </a:lstStyle>
          <a:p>
            <a:pPr lvl="0"/>
            <a:r>
              <a:rPr lang="en-US" dirty="0" smtClean="0"/>
              <a:t>Enter a brief description as the introduction.</a:t>
            </a:r>
          </a:p>
        </p:txBody>
      </p:sp>
      <p:sp>
        <p:nvSpPr>
          <p:cNvPr id="12" name="Text Placeholder 9"/>
          <p:cNvSpPr>
            <a:spLocks noGrp="1"/>
          </p:cNvSpPr>
          <p:nvPr>
            <p:ph type="body" sz="quarter" idx="15" hasCustomPrompt="1"/>
          </p:nvPr>
        </p:nvSpPr>
        <p:spPr>
          <a:xfrm>
            <a:off x="457200" y="3759200"/>
            <a:ext cx="8229600" cy="406400"/>
          </a:xfrm>
        </p:spPr>
        <p:txBody>
          <a:bodyPr>
            <a:normAutofit/>
          </a:bodyPr>
          <a:lstStyle>
            <a:lvl1pPr marL="0" indent="0">
              <a:spcBef>
                <a:spcPts val="0"/>
              </a:spcBef>
              <a:buFontTx/>
              <a:buNone/>
              <a:defRPr sz="1400" baseline="0"/>
            </a:lvl1pPr>
          </a:lstStyle>
          <a:p>
            <a:pPr lvl="0"/>
            <a:r>
              <a:rPr lang="en-US" dirty="0" smtClean="0"/>
              <a:t>Enter  the summary.</a:t>
            </a:r>
          </a:p>
        </p:txBody>
      </p:sp>
      <p:cxnSp>
        <p:nvCxnSpPr>
          <p:cNvPr id="13" name="Straight Connector 12"/>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Column Bri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2/9/2018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a:xfrm>
            <a:off x="457200" y="1219200"/>
            <a:ext cx="8229600" cy="2489200"/>
          </a:xfrm>
        </p:spPr>
        <p:txBody>
          <a:bodyPr>
            <a:normAutofit/>
          </a:bodyPr>
          <a:lstStyle>
            <a:lvl1pPr>
              <a:defRPr sz="1800"/>
            </a:lvl1pPr>
          </a:lstStyle>
          <a:p>
            <a:endParaRPr lang="en-US" dirty="0"/>
          </a:p>
        </p:txBody>
      </p:sp>
      <p:sp>
        <p:nvSpPr>
          <p:cNvPr id="11" name="Text Placeholder 9"/>
          <p:cNvSpPr>
            <a:spLocks noGrp="1"/>
          </p:cNvSpPr>
          <p:nvPr>
            <p:ph type="body" sz="quarter" idx="14" hasCustomPrompt="1"/>
          </p:nvPr>
        </p:nvSpPr>
        <p:spPr>
          <a:xfrm>
            <a:off x="457200" y="711200"/>
            <a:ext cx="8229600" cy="406400"/>
          </a:xfrm>
        </p:spPr>
        <p:txBody>
          <a:bodyPr>
            <a:normAutofit/>
          </a:bodyPr>
          <a:lstStyle>
            <a:lvl1pPr marL="0" indent="0">
              <a:spcBef>
                <a:spcPts val="0"/>
              </a:spcBef>
              <a:buFontTx/>
              <a:buNone/>
              <a:defRPr sz="1400" baseline="0"/>
            </a:lvl1pPr>
          </a:lstStyle>
          <a:p>
            <a:pPr lvl="0"/>
            <a:r>
              <a:rPr lang="en-US" dirty="0" smtClean="0"/>
              <a:t>Enter a brief description as the introduction.</a:t>
            </a:r>
          </a:p>
        </p:txBody>
      </p:sp>
      <p:sp>
        <p:nvSpPr>
          <p:cNvPr id="12" name="Text Placeholder 9"/>
          <p:cNvSpPr>
            <a:spLocks noGrp="1"/>
          </p:cNvSpPr>
          <p:nvPr>
            <p:ph type="body" sz="quarter" idx="15" hasCustomPrompt="1"/>
          </p:nvPr>
        </p:nvSpPr>
        <p:spPr>
          <a:xfrm>
            <a:off x="457200" y="3759200"/>
            <a:ext cx="8229600" cy="406400"/>
          </a:xfrm>
        </p:spPr>
        <p:txBody>
          <a:bodyPr>
            <a:normAutofit/>
          </a:bodyPr>
          <a:lstStyle>
            <a:lvl1pPr marL="0" indent="0">
              <a:spcBef>
                <a:spcPts val="0"/>
              </a:spcBef>
              <a:buFontTx/>
              <a:buNone/>
              <a:defRPr sz="1400" baseline="0"/>
            </a:lvl1pPr>
          </a:lstStyle>
          <a:p>
            <a:pPr lvl="0"/>
            <a:r>
              <a:rPr lang="en-US" dirty="0" smtClean="0"/>
              <a:t>Enter  the summary.</a:t>
            </a:r>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ith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2/9/2018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182036"/>
            <a:ext cx="3008313" cy="579967"/>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182037"/>
            <a:ext cx="5111750" cy="3902076"/>
          </a:xfrm>
        </p:spPr>
        <p:txBody>
          <a:bodyP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6" y="762001"/>
            <a:ext cx="3008313" cy="3322108"/>
          </a:xfrm>
        </p:spPr>
        <p:txBody>
          <a:bodyPr/>
          <a:lstStyle>
            <a:lvl1pPr marL="0" indent="0">
              <a:buNone/>
              <a:defRPr sz="1400"/>
            </a:lvl1pPr>
            <a:lvl2pPr marL="457076" indent="0">
              <a:buNone/>
              <a:defRPr sz="1200"/>
            </a:lvl2pPr>
            <a:lvl3pPr marL="914152" indent="0">
              <a:buNone/>
              <a:defRPr sz="1000"/>
            </a:lvl3pPr>
            <a:lvl4pPr marL="1371228" indent="0">
              <a:buNone/>
              <a:defRPr sz="900"/>
            </a:lvl4pPr>
            <a:lvl5pPr marL="1828304" indent="0">
              <a:buNone/>
              <a:defRPr sz="900"/>
            </a:lvl5pPr>
            <a:lvl6pPr marL="2285380" indent="0">
              <a:buNone/>
              <a:defRPr sz="900"/>
            </a:lvl6pPr>
            <a:lvl7pPr marL="2742456" indent="0">
              <a:buNone/>
              <a:defRPr sz="900"/>
            </a:lvl7pPr>
            <a:lvl8pPr marL="3199531" indent="0">
              <a:buNone/>
              <a:defRPr sz="900"/>
            </a:lvl8pPr>
            <a:lvl9pPr marL="3656608"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882F81C8-5564-41A6-A173-012DA70D0966}" type="datetime1">
              <a:rPr lang="en-US" smtClean="0"/>
              <a:pPr/>
              <a:t>2/9/2018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2032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796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1"/>
            <a:ext cx="5486400" cy="377826"/>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408516"/>
            <a:ext cx="5486400" cy="2743200"/>
          </a:xfrm>
        </p:spPr>
        <p:txBody>
          <a:bodyPr/>
          <a:lstStyle>
            <a:lvl1pPr marL="0" indent="0">
              <a:buNone/>
              <a:defRPr sz="3200"/>
            </a:lvl1pPr>
            <a:lvl2pPr marL="457076" indent="0">
              <a:buNone/>
              <a:defRPr sz="2800"/>
            </a:lvl2pPr>
            <a:lvl3pPr marL="914152" indent="0">
              <a:buNone/>
              <a:defRPr sz="2400"/>
            </a:lvl3pPr>
            <a:lvl4pPr marL="1371228" indent="0">
              <a:buNone/>
              <a:defRPr sz="2000"/>
            </a:lvl4pPr>
            <a:lvl5pPr marL="1828304" indent="0">
              <a:buNone/>
              <a:defRPr sz="2000"/>
            </a:lvl5pPr>
            <a:lvl6pPr marL="2285380" indent="0">
              <a:buNone/>
              <a:defRPr sz="2000"/>
            </a:lvl6pPr>
            <a:lvl7pPr marL="2742456" indent="0">
              <a:buNone/>
              <a:defRPr sz="2000"/>
            </a:lvl7pPr>
            <a:lvl8pPr marL="3199531" indent="0">
              <a:buNone/>
              <a:defRPr sz="2000"/>
            </a:lvl8pPr>
            <a:lvl9pPr marL="3656608" indent="0">
              <a:buNone/>
              <a:defRPr sz="2000"/>
            </a:lvl9pPr>
          </a:lstStyle>
          <a:p>
            <a:endParaRPr lang="en-US" dirty="0"/>
          </a:p>
        </p:txBody>
      </p:sp>
      <p:sp>
        <p:nvSpPr>
          <p:cNvPr id="4" name="Text Placeholder 3"/>
          <p:cNvSpPr>
            <a:spLocks noGrp="1"/>
          </p:cNvSpPr>
          <p:nvPr>
            <p:ph type="body" sz="half" idx="2"/>
          </p:nvPr>
        </p:nvSpPr>
        <p:spPr>
          <a:xfrm>
            <a:off x="1792288" y="3578228"/>
            <a:ext cx="5486400" cy="536575"/>
          </a:xfrm>
        </p:spPr>
        <p:txBody>
          <a:bodyPr/>
          <a:lstStyle>
            <a:lvl1pPr marL="0" indent="0">
              <a:buNone/>
              <a:defRPr sz="1400"/>
            </a:lvl1pPr>
            <a:lvl2pPr marL="457076" indent="0">
              <a:buNone/>
              <a:defRPr sz="1200"/>
            </a:lvl2pPr>
            <a:lvl3pPr marL="914152" indent="0">
              <a:buNone/>
              <a:defRPr sz="1000"/>
            </a:lvl3pPr>
            <a:lvl4pPr marL="1371228" indent="0">
              <a:buNone/>
              <a:defRPr sz="900"/>
            </a:lvl4pPr>
            <a:lvl5pPr marL="1828304" indent="0">
              <a:buNone/>
              <a:defRPr sz="900"/>
            </a:lvl5pPr>
            <a:lvl6pPr marL="2285380" indent="0">
              <a:buNone/>
              <a:defRPr sz="900"/>
            </a:lvl6pPr>
            <a:lvl7pPr marL="2742456" indent="0">
              <a:buNone/>
              <a:defRPr sz="900"/>
            </a:lvl7pPr>
            <a:lvl8pPr marL="3199531" indent="0">
              <a:buNone/>
              <a:defRPr sz="900"/>
            </a:lvl8pPr>
            <a:lvl9pPr marL="3656608"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560383CF-3FCF-461D-8614-B40C0FE1F3F7}" type="datetime1">
              <a:rPr lang="en-US" smtClean="0"/>
              <a:pPr/>
              <a:t>2/9/2018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3182980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BA2B7E77-214E-47AE-AE53-CB96E2D28A02}" type="datetime1">
              <a:rPr lang="en-US" smtClean="0"/>
              <a:pPr/>
              <a:t>2/9/2018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6" name="Straight Connector 5"/>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217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83093"/>
            <a:ext cx="2057400" cy="3901017"/>
          </a:xfrm>
        </p:spPr>
        <p:txBody>
          <a:bodyPr vert="eaVert"/>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183093"/>
            <a:ext cx="60198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FE7284-0B0F-490B-B086-6A2F3ADDFF0D}" type="datetime1">
              <a:rPr lang="en-US" smtClean="0"/>
              <a:pPr/>
              <a:t>2/9/2018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291167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063" descr="PPT Template"/>
          <p:cNvPicPr>
            <a:picLocks noChangeAspect="1" noChangeArrowheads="1"/>
          </p:cNvPicPr>
          <p:nvPr/>
        </p:nvPicPr>
        <p:blipFill>
          <a:blip r:embed="rId2" cstate="print"/>
          <a:srcRect/>
          <a:stretch>
            <a:fillRect/>
          </a:stretch>
        </p:blipFill>
        <p:spPr bwMode="auto">
          <a:xfrm>
            <a:off x="0" y="2"/>
            <a:ext cx="9144000" cy="2524125"/>
          </a:xfrm>
          <a:prstGeom prst="rect">
            <a:avLst/>
          </a:prstGeom>
          <a:noFill/>
          <a:ln w="9525">
            <a:noFill/>
            <a:miter lim="800000"/>
            <a:headEnd/>
            <a:tailEnd/>
          </a:ln>
        </p:spPr>
      </p:pic>
      <p:pic>
        <p:nvPicPr>
          <p:cNvPr id="5" name="Picture 2060" descr="HCL Logo"/>
          <p:cNvPicPr>
            <a:picLocks noChangeAspect="1" noChangeArrowheads="1"/>
          </p:cNvPicPr>
          <p:nvPr/>
        </p:nvPicPr>
        <p:blipFill>
          <a:blip r:embed="rId3" cstate="print"/>
          <a:srcRect l="8115" t="31725" r="8223" b="28896"/>
          <a:stretch>
            <a:fillRect/>
          </a:stretch>
        </p:blipFill>
        <p:spPr bwMode="auto">
          <a:xfrm>
            <a:off x="8001002" y="4368802"/>
            <a:ext cx="987425" cy="110067"/>
          </a:xfrm>
          <a:prstGeom prst="rect">
            <a:avLst/>
          </a:prstGeom>
          <a:noFill/>
          <a:ln w="9525">
            <a:noFill/>
            <a:miter lim="800000"/>
            <a:headEnd/>
            <a:tailEnd/>
          </a:ln>
        </p:spPr>
      </p:pic>
      <p:sp>
        <p:nvSpPr>
          <p:cNvPr id="6" name="Rectangle 5"/>
          <p:cNvSpPr/>
          <p:nvPr/>
        </p:nvSpPr>
        <p:spPr bwMode="auto">
          <a:xfrm>
            <a:off x="4724402" y="1778000"/>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63" tIns="34331" rIns="68663" bIns="34331"/>
          <a:lstStyle/>
          <a:p>
            <a:pPr defTabSz="686620">
              <a:defRPr/>
            </a:pPr>
            <a:endParaRPr lang="en-US" sz="1400" dirty="0">
              <a:solidFill>
                <a:prstClr val="black"/>
              </a:solidFill>
            </a:endParaRPr>
          </a:p>
        </p:txBody>
      </p:sp>
      <p:pic>
        <p:nvPicPr>
          <p:cNvPr id="7" name="Picture 2060" descr="HCL Logo"/>
          <p:cNvPicPr>
            <a:picLocks noChangeAspect="1" noChangeArrowheads="1"/>
          </p:cNvPicPr>
          <p:nvPr/>
        </p:nvPicPr>
        <p:blipFill>
          <a:blip r:embed="rId4" cstate="print"/>
          <a:srcRect l="8115" t="31725" r="8223" b="28896"/>
          <a:stretch>
            <a:fillRect/>
          </a:stretch>
        </p:blipFill>
        <p:spPr bwMode="auto">
          <a:xfrm>
            <a:off x="8001002" y="4368802"/>
            <a:ext cx="987425" cy="110067"/>
          </a:xfrm>
          <a:prstGeom prst="rect">
            <a:avLst/>
          </a:prstGeom>
          <a:noFill/>
          <a:ln w="9525">
            <a:noFill/>
            <a:miter lim="800000"/>
            <a:headEnd/>
            <a:tailEnd/>
          </a:ln>
        </p:spPr>
      </p:pic>
      <p:sp>
        <p:nvSpPr>
          <p:cNvPr id="9" name="Rectangle 8"/>
          <p:cNvSpPr/>
          <p:nvPr/>
        </p:nvSpPr>
        <p:spPr bwMode="auto">
          <a:xfrm>
            <a:off x="4781551" y="1785409"/>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63" tIns="34331" rIns="68663" bIns="34331"/>
          <a:lstStyle/>
          <a:p>
            <a:pPr defTabSz="686620">
              <a:defRPr/>
            </a:pPr>
            <a:endParaRPr lang="en-US" sz="1400" dirty="0">
              <a:solidFill>
                <a:prstClr val="black"/>
              </a:solidFill>
            </a:endParaRPr>
          </a:p>
        </p:txBody>
      </p:sp>
      <p:sp>
        <p:nvSpPr>
          <p:cNvPr id="1242115" name="Rectangle 2051"/>
          <p:cNvSpPr>
            <a:spLocks noGrp="1" noChangeArrowheads="1"/>
          </p:cNvSpPr>
          <p:nvPr>
            <p:ph type="ctrTitle"/>
          </p:nvPr>
        </p:nvSpPr>
        <p:spPr>
          <a:xfrm>
            <a:off x="304800" y="2641603"/>
            <a:ext cx="7772400" cy="980017"/>
          </a:xfrm>
        </p:spPr>
        <p:txBody>
          <a:bodyPr/>
          <a:lstStyle>
            <a:lvl1pPr>
              <a:lnSpc>
                <a:spcPct val="125000"/>
              </a:lnSpc>
              <a:defRPr sz="2400">
                <a:solidFill>
                  <a:srgbClr val="5F5F5F"/>
                </a:solidFill>
              </a:defRPr>
            </a:lvl1pPr>
          </a:lstStyle>
          <a:p>
            <a:r>
              <a:rPr lang="en-US" smtClean="0"/>
              <a:t>Click to edit Master title style</a:t>
            </a:r>
            <a:endParaRPr lang="en-US"/>
          </a:p>
        </p:txBody>
      </p:sp>
      <p:sp>
        <p:nvSpPr>
          <p:cNvPr id="1242125" name="Rectangle 2061"/>
          <p:cNvSpPr>
            <a:spLocks noGrp="1" noChangeArrowheads="1"/>
          </p:cNvSpPr>
          <p:nvPr>
            <p:ph type="subTitle" sz="quarter" idx="1" hasCustomPrompt="1"/>
          </p:nvPr>
        </p:nvSpPr>
        <p:spPr>
          <a:xfrm>
            <a:off x="304800" y="3721100"/>
            <a:ext cx="6400800" cy="508000"/>
          </a:xfrm>
        </p:spPr>
        <p:txBody>
          <a:bodyPr/>
          <a:lstStyle>
            <a:lvl1pPr marL="0" indent="0">
              <a:buFont typeface="Wingdings 2" pitchFamily="18" charset="2"/>
              <a:buNone/>
              <a:defRPr sz="1500" b="1">
                <a:solidFill>
                  <a:srgbClr val="5F5F5F"/>
                </a:solidFill>
              </a:defRPr>
            </a:lvl1pPr>
          </a:lstStyle>
          <a:p>
            <a:r>
              <a:rPr lang="en-US" dirty="0" smtClean="0"/>
              <a:t>19 January 2011</a:t>
            </a:r>
            <a:endParaRPr lang="en-US" dirty="0"/>
          </a:p>
        </p:txBody>
      </p:sp>
    </p:spTree>
    <p:extLst>
      <p:ext uri="{BB962C8B-B14F-4D97-AF65-F5344CB8AC3E}">
        <p14:creationId xmlns:p14="http://schemas.microsoft.com/office/powerpoint/2010/main" val="10071952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
          <p:cNvSpPr txBox="1">
            <a:spLocks noChangeArrowheads="1"/>
          </p:cNvSpPr>
          <p:nvPr/>
        </p:nvSpPr>
        <p:spPr bwMode="auto">
          <a:xfrm>
            <a:off x="0" y="4348480"/>
            <a:ext cx="426720" cy="213360"/>
          </a:xfrm>
          <a:prstGeom prst="rect">
            <a:avLst/>
          </a:prstGeom>
          <a:noFill/>
          <a:ln w="9525">
            <a:noFill/>
            <a:miter lim="800000"/>
            <a:headEnd/>
            <a:tailEnd/>
          </a:ln>
          <a:effectLst/>
        </p:spPr>
        <p:txBody>
          <a:bodyPr vert="horz" wrap="square" lIns="68663" tIns="34331" rIns="68663" bIns="34331" numCol="1" anchor="ctr" anchorCtr="0" compatLnSpc="1">
            <a:prstTxWarp prst="textNoShape">
              <a:avLst/>
            </a:prstTxWarp>
          </a:bodyPr>
          <a:lstStyle>
            <a:lvl1pPr algn="ctr">
              <a:defRPr sz="800" smtClean="0">
                <a:cs typeface="+mn-cs"/>
              </a:defRPr>
            </a:lvl1pPr>
          </a:lstStyle>
          <a:p>
            <a:pPr defTabSz="686620" fontAlgn="base">
              <a:spcBef>
                <a:spcPct val="0"/>
              </a:spcBef>
              <a:spcAft>
                <a:spcPct val="0"/>
              </a:spcAft>
              <a:defRPr/>
            </a:pPr>
            <a:fld id="{1D424B91-7E39-4279-B2B2-1148731102EF}" type="slidenum">
              <a:rPr lang="en-US" sz="600">
                <a:solidFill>
                  <a:prstClr val="black"/>
                </a:solidFill>
              </a:rPr>
              <a:pPr defTabSz="686620" fontAlgn="base">
                <a:spcBef>
                  <a:spcPct val="0"/>
                </a:spcBef>
                <a:spcAft>
                  <a:spcPct val="0"/>
                </a:spcAft>
                <a:defRPr/>
              </a:pPr>
              <a:t>‹#›</a:t>
            </a:fld>
            <a:endParaRPr lang="en-US" sz="600" dirty="0">
              <a:solidFill>
                <a:prstClr val="black"/>
              </a:solidFill>
            </a:endParaRPr>
          </a:p>
        </p:txBody>
      </p:sp>
    </p:spTree>
    <p:extLst>
      <p:ext uri="{BB962C8B-B14F-4D97-AF65-F5344CB8AC3E}">
        <p14:creationId xmlns:p14="http://schemas.microsoft.com/office/powerpoint/2010/main" val="170108717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37934"/>
            <a:ext cx="7772400" cy="908050"/>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937809"/>
            <a:ext cx="7772400" cy="1000124"/>
          </a:xfrm>
        </p:spPr>
        <p:txBody>
          <a:bodyPr anchor="b"/>
          <a:lstStyle>
            <a:lvl1pPr marL="0" indent="0">
              <a:buNone/>
              <a:defRPr sz="1500"/>
            </a:lvl1pPr>
            <a:lvl2pPr marL="343310" indent="0">
              <a:buNone/>
              <a:defRPr sz="1400"/>
            </a:lvl2pPr>
            <a:lvl3pPr marL="686620" indent="0">
              <a:buNone/>
              <a:defRPr sz="1200"/>
            </a:lvl3pPr>
            <a:lvl4pPr marL="1029929" indent="0">
              <a:buNone/>
              <a:defRPr sz="1100"/>
            </a:lvl4pPr>
            <a:lvl5pPr marL="1373238" indent="0">
              <a:buNone/>
              <a:defRPr sz="1100"/>
            </a:lvl5pPr>
            <a:lvl6pPr marL="1716549" indent="0">
              <a:buNone/>
              <a:defRPr sz="1100"/>
            </a:lvl6pPr>
            <a:lvl7pPr marL="2059859" indent="0">
              <a:buNone/>
              <a:defRPr sz="1100"/>
            </a:lvl7pPr>
            <a:lvl8pPr marL="2403168" indent="0">
              <a:buNone/>
              <a:defRPr sz="1100"/>
            </a:lvl8pPr>
            <a:lvl9pPr marL="2746478" indent="0">
              <a:buNone/>
              <a:defRPr sz="11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5057434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86656531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3092"/>
            <a:ext cx="8229600"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023409"/>
            <a:ext cx="4040188" cy="426508"/>
          </a:xfrm>
        </p:spPr>
        <p:txBody>
          <a:bodyPr anchor="b"/>
          <a:lstStyle>
            <a:lvl1pPr marL="0" indent="0">
              <a:buNone/>
              <a:defRPr sz="1800" b="1"/>
            </a:lvl1pPr>
            <a:lvl2pPr marL="343310" indent="0">
              <a:buNone/>
              <a:defRPr sz="1500" b="1"/>
            </a:lvl2pPr>
            <a:lvl3pPr marL="686620" indent="0">
              <a:buNone/>
              <a:defRPr sz="1400" b="1"/>
            </a:lvl3pPr>
            <a:lvl4pPr marL="1029929" indent="0">
              <a:buNone/>
              <a:defRPr sz="1200" b="1"/>
            </a:lvl4pPr>
            <a:lvl5pPr marL="1373238" indent="0">
              <a:buNone/>
              <a:defRPr sz="1200" b="1"/>
            </a:lvl5pPr>
            <a:lvl6pPr marL="1716549" indent="0">
              <a:buNone/>
              <a:defRPr sz="1200" b="1"/>
            </a:lvl6pPr>
            <a:lvl7pPr marL="2059859" indent="0">
              <a:buNone/>
              <a:defRPr sz="1200" b="1"/>
            </a:lvl7pPr>
            <a:lvl8pPr marL="2403168" indent="0">
              <a:buNone/>
              <a:defRPr sz="1200" b="1"/>
            </a:lvl8pPr>
            <a:lvl9pPr marL="2746478"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1" y="1449916"/>
            <a:ext cx="4040188"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9" y="1023409"/>
            <a:ext cx="4041775" cy="426508"/>
          </a:xfrm>
        </p:spPr>
        <p:txBody>
          <a:bodyPr anchor="b"/>
          <a:lstStyle>
            <a:lvl1pPr marL="0" indent="0">
              <a:buNone/>
              <a:defRPr sz="1800" b="1"/>
            </a:lvl1pPr>
            <a:lvl2pPr marL="343310" indent="0">
              <a:buNone/>
              <a:defRPr sz="1500" b="1"/>
            </a:lvl2pPr>
            <a:lvl3pPr marL="686620" indent="0">
              <a:buNone/>
              <a:defRPr sz="1400" b="1"/>
            </a:lvl3pPr>
            <a:lvl4pPr marL="1029929" indent="0">
              <a:buNone/>
              <a:defRPr sz="1200" b="1"/>
            </a:lvl4pPr>
            <a:lvl5pPr marL="1373238" indent="0">
              <a:buNone/>
              <a:defRPr sz="1200" b="1"/>
            </a:lvl5pPr>
            <a:lvl6pPr marL="1716549" indent="0">
              <a:buNone/>
              <a:defRPr sz="1200" b="1"/>
            </a:lvl6pPr>
            <a:lvl7pPr marL="2059859" indent="0">
              <a:buNone/>
              <a:defRPr sz="1200" b="1"/>
            </a:lvl7pPr>
            <a:lvl8pPr marL="2403168" indent="0">
              <a:buNone/>
              <a:defRPr sz="1200" b="1"/>
            </a:lvl8pPr>
            <a:lvl9pPr marL="2746478"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9" y="1449916"/>
            <a:ext cx="4041775"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05975862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211158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1310462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182033"/>
            <a:ext cx="3008313" cy="77470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182037"/>
            <a:ext cx="5111750" cy="390207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4" y="956737"/>
            <a:ext cx="3008313" cy="3127375"/>
          </a:xfrm>
        </p:spPr>
        <p:txBody>
          <a:bodyPr/>
          <a:lstStyle>
            <a:lvl1pPr marL="0" indent="0">
              <a:buNone/>
              <a:defRPr sz="1100"/>
            </a:lvl1pPr>
            <a:lvl2pPr marL="343310" indent="0">
              <a:buNone/>
              <a:defRPr sz="900"/>
            </a:lvl2pPr>
            <a:lvl3pPr marL="686620" indent="0">
              <a:buNone/>
              <a:defRPr sz="800"/>
            </a:lvl3pPr>
            <a:lvl4pPr marL="1029929" indent="0">
              <a:buNone/>
              <a:defRPr sz="700"/>
            </a:lvl4pPr>
            <a:lvl5pPr marL="1373238" indent="0">
              <a:buNone/>
              <a:defRPr sz="700"/>
            </a:lvl5pPr>
            <a:lvl6pPr marL="1716549" indent="0">
              <a:buNone/>
              <a:defRPr sz="700"/>
            </a:lvl6pPr>
            <a:lvl7pPr marL="2059859" indent="0">
              <a:buNone/>
              <a:defRPr sz="700"/>
            </a:lvl7pPr>
            <a:lvl8pPr marL="2403168" indent="0">
              <a:buNone/>
              <a:defRPr sz="700"/>
            </a:lvl8pPr>
            <a:lvl9pPr marL="2746478"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33686672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1"/>
            <a:ext cx="5486400" cy="377826"/>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08516"/>
            <a:ext cx="5486400" cy="2743200"/>
          </a:xfrm>
        </p:spPr>
        <p:txBody>
          <a:bodyPr/>
          <a:lstStyle>
            <a:lvl1pPr marL="0" indent="0">
              <a:buNone/>
              <a:defRPr sz="2400"/>
            </a:lvl1pPr>
            <a:lvl2pPr marL="343310" indent="0">
              <a:buNone/>
              <a:defRPr sz="2100"/>
            </a:lvl2pPr>
            <a:lvl3pPr marL="686620" indent="0">
              <a:buNone/>
              <a:defRPr sz="1800"/>
            </a:lvl3pPr>
            <a:lvl4pPr marL="1029929" indent="0">
              <a:buNone/>
              <a:defRPr sz="1500"/>
            </a:lvl4pPr>
            <a:lvl5pPr marL="1373238" indent="0">
              <a:buNone/>
              <a:defRPr sz="1500"/>
            </a:lvl5pPr>
            <a:lvl6pPr marL="1716549" indent="0">
              <a:buNone/>
              <a:defRPr sz="1500"/>
            </a:lvl6pPr>
            <a:lvl7pPr marL="2059859" indent="0">
              <a:buNone/>
              <a:defRPr sz="1500"/>
            </a:lvl7pPr>
            <a:lvl8pPr marL="2403168" indent="0">
              <a:buNone/>
              <a:defRPr sz="1500"/>
            </a:lvl8pPr>
            <a:lvl9pPr marL="2746478" indent="0">
              <a:buNone/>
              <a:defRPr sz="15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3578227"/>
            <a:ext cx="5486400" cy="536575"/>
          </a:xfrm>
        </p:spPr>
        <p:txBody>
          <a:bodyPr/>
          <a:lstStyle>
            <a:lvl1pPr marL="0" indent="0">
              <a:buNone/>
              <a:defRPr sz="1100"/>
            </a:lvl1pPr>
            <a:lvl2pPr marL="343310" indent="0">
              <a:buNone/>
              <a:defRPr sz="900"/>
            </a:lvl2pPr>
            <a:lvl3pPr marL="686620" indent="0">
              <a:buNone/>
              <a:defRPr sz="800"/>
            </a:lvl3pPr>
            <a:lvl4pPr marL="1029929" indent="0">
              <a:buNone/>
              <a:defRPr sz="700"/>
            </a:lvl4pPr>
            <a:lvl5pPr marL="1373238" indent="0">
              <a:buNone/>
              <a:defRPr sz="700"/>
            </a:lvl5pPr>
            <a:lvl6pPr marL="1716549" indent="0">
              <a:buNone/>
              <a:defRPr sz="700"/>
            </a:lvl6pPr>
            <a:lvl7pPr marL="2059859" indent="0">
              <a:buNone/>
              <a:defRPr sz="700"/>
            </a:lvl7pPr>
            <a:lvl8pPr marL="2403168" indent="0">
              <a:buNone/>
              <a:defRPr sz="700"/>
            </a:lvl8pPr>
            <a:lvl9pPr marL="2746478"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23327095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946068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0584"/>
            <a:ext cx="2133600" cy="43074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1" y="10584"/>
            <a:ext cx="6248400" cy="43074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7248153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063" descr="PPT Template"/>
          <p:cNvPicPr>
            <a:picLocks noChangeAspect="1" noChangeArrowheads="1"/>
          </p:cNvPicPr>
          <p:nvPr/>
        </p:nvPicPr>
        <p:blipFill>
          <a:blip r:embed="rId2" cstate="print"/>
          <a:srcRect/>
          <a:stretch>
            <a:fillRect/>
          </a:stretch>
        </p:blipFill>
        <p:spPr bwMode="auto">
          <a:xfrm>
            <a:off x="0" y="1"/>
            <a:ext cx="9144000" cy="2524125"/>
          </a:xfrm>
          <a:prstGeom prst="rect">
            <a:avLst/>
          </a:prstGeom>
          <a:noFill/>
          <a:ln w="9525">
            <a:noFill/>
            <a:miter lim="800000"/>
            <a:headEnd/>
            <a:tailEnd/>
          </a:ln>
        </p:spPr>
      </p:pic>
      <p:pic>
        <p:nvPicPr>
          <p:cNvPr id="5" name="Picture 2060" descr="HCL Logo"/>
          <p:cNvPicPr>
            <a:picLocks noChangeAspect="1" noChangeArrowheads="1"/>
          </p:cNvPicPr>
          <p:nvPr/>
        </p:nvPicPr>
        <p:blipFill>
          <a:blip r:embed="rId3" cstate="print"/>
          <a:srcRect l="8115" t="31725" r="8223" b="28896"/>
          <a:stretch>
            <a:fillRect/>
          </a:stretch>
        </p:blipFill>
        <p:spPr bwMode="auto">
          <a:xfrm>
            <a:off x="8001002" y="4368800"/>
            <a:ext cx="987425" cy="110067"/>
          </a:xfrm>
          <a:prstGeom prst="rect">
            <a:avLst/>
          </a:prstGeom>
          <a:noFill/>
          <a:ln w="9525">
            <a:noFill/>
            <a:miter lim="800000"/>
            <a:headEnd/>
            <a:tailEnd/>
          </a:ln>
        </p:spPr>
      </p:pic>
      <p:sp>
        <p:nvSpPr>
          <p:cNvPr id="6" name="Rectangle 5"/>
          <p:cNvSpPr/>
          <p:nvPr/>
        </p:nvSpPr>
        <p:spPr bwMode="auto">
          <a:xfrm>
            <a:off x="4724402" y="1778000"/>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81" tIns="34340" rIns="68681" bIns="34340"/>
          <a:lstStyle/>
          <a:p>
            <a:pPr defTabSz="686806">
              <a:defRPr/>
            </a:pPr>
            <a:endParaRPr lang="en-US" sz="1400" dirty="0">
              <a:solidFill>
                <a:prstClr val="black"/>
              </a:solidFill>
            </a:endParaRPr>
          </a:p>
        </p:txBody>
      </p:sp>
      <p:pic>
        <p:nvPicPr>
          <p:cNvPr id="7" name="Picture 2060" descr="HCL Logo"/>
          <p:cNvPicPr>
            <a:picLocks noChangeAspect="1" noChangeArrowheads="1"/>
          </p:cNvPicPr>
          <p:nvPr/>
        </p:nvPicPr>
        <p:blipFill>
          <a:blip r:embed="rId4" cstate="print"/>
          <a:srcRect l="8115" t="31725" r="8223" b="28896"/>
          <a:stretch>
            <a:fillRect/>
          </a:stretch>
        </p:blipFill>
        <p:spPr bwMode="auto">
          <a:xfrm>
            <a:off x="8001002" y="4368800"/>
            <a:ext cx="987425" cy="110067"/>
          </a:xfrm>
          <a:prstGeom prst="rect">
            <a:avLst/>
          </a:prstGeom>
          <a:noFill/>
          <a:ln w="9525">
            <a:noFill/>
            <a:miter lim="800000"/>
            <a:headEnd/>
            <a:tailEnd/>
          </a:ln>
        </p:spPr>
      </p:pic>
      <p:sp>
        <p:nvSpPr>
          <p:cNvPr id="9" name="Rectangle 8"/>
          <p:cNvSpPr/>
          <p:nvPr/>
        </p:nvSpPr>
        <p:spPr bwMode="auto">
          <a:xfrm>
            <a:off x="4781551" y="1785409"/>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81" tIns="34340" rIns="68681" bIns="34340"/>
          <a:lstStyle/>
          <a:p>
            <a:pPr defTabSz="686806">
              <a:defRPr/>
            </a:pPr>
            <a:endParaRPr lang="en-US" sz="1400" dirty="0">
              <a:solidFill>
                <a:prstClr val="black"/>
              </a:solidFill>
            </a:endParaRPr>
          </a:p>
        </p:txBody>
      </p:sp>
      <p:sp>
        <p:nvSpPr>
          <p:cNvPr id="1242115" name="Rectangle 2051"/>
          <p:cNvSpPr>
            <a:spLocks noGrp="1" noChangeArrowheads="1"/>
          </p:cNvSpPr>
          <p:nvPr>
            <p:ph type="ctrTitle"/>
          </p:nvPr>
        </p:nvSpPr>
        <p:spPr>
          <a:xfrm>
            <a:off x="304800" y="2641601"/>
            <a:ext cx="7772400" cy="980017"/>
          </a:xfrm>
        </p:spPr>
        <p:txBody>
          <a:bodyPr/>
          <a:lstStyle>
            <a:lvl1pPr>
              <a:lnSpc>
                <a:spcPct val="125000"/>
              </a:lnSpc>
              <a:defRPr sz="2400">
                <a:solidFill>
                  <a:srgbClr val="5F5F5F"/>
                </a:solidFill>
              </a:defRPr>
            </a:lvl1pPr>
          </a:lstStyle>
          <a:p>
            <a:r>
              <a:rPr lang="en-US" smtClean="0"/>
              <a:t>Click to edit Master title style</a:t>
            </a:r>
            <a:endParaRPr lang="en-US"/>
          </a:p>
        </p:txBody>
      </p:sp>
      <p:sp>
        <p:nvSpPr>
          <p:cNvPr id="1242125" name="Rectangle 2061"/>
          <p:cNvSpPr>
            <a:spLocks noGrp="1" noChangeArrowheads="1"/>
          </p:cNvSpPr>
          <p:nvPr>
            <p:ph type="subTitle" sz="quarter" idx="1" hasCustomPrompt="1"/>
          </p:nvPr>
        </p:nvSpPr>
        <p:spPr>
          <a:xfrm>
            <a:off x="304800" y="3721100"/>
            <a:ext cx="6400800" cy="508000"/>
          </a:xfrm>
        </p:spPr>
        <p:txBody>
          <a:bodyPr/>
          <a:lstStyle>
            <a:lvl1pPr marL="0" indent="0">
              <a:buFont typeface="Wingdings 2" pitchFamily="18" charset="2"/>
              <a:buNone/>
              <a:defRPr sz="1500" b="1">
                <a:solidFill>
                  <a:srgbClr val="5F5F5F"/>
                </a:solidFill>
              </a:defRPr>
            </a:lvl1pPr>
          </a:lstStyle>
          <a:p>
            <a:r>
              <a:rPr lang="en-US" dirty="0" smtClean="0"/>
              <a:t>19 January 2011</a:t>
            </a:r>
            <a:endParaRPr lang="en-US" dirty="0"/>
          </a:p>
        </p:txBody>
      </p:sp>
    </p:spTree>
    <p:extLst>
      <p:ext uri="{BB962C8B-B14F-4D97-AF65-F5344CB8AC3E}">
        <p14:creationId xmlns:p14="http://schemas.microsoft.com/office/powerpoint/2010/main" val="413983695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
          <p:cNvSpPr txBox="1">
            <a:spLocks noChangeArrowheads="1"/>
          </p:cNvSpPr>
          <p:nvPr/>
        </p:nvSpPr>
        <p:spPr bwMode="auto">
          <a:xfrm>
            <a:off x="0" y="4348480"/>
            <a:ext cx="426720" cy="213360"/>
          </a:xfrm>
          <a:prstGeom prst="rect">
            <a:avLst/>
          </a:prstGeom>
          <a:noFill/>
          <a:ln w="9525">
            <a:noFill/>
            <a:miter lim="800000"/>
            <a:headEnd/>
            <a:tailEnd/>
          </a:ln>
          <a:effectLst/>
        </p:spPr>
        <p:txBody>
          <a:bodyPr vert="horz" wrap="square" lIns="68681" tIns="34340" rIns="68681" bIns="34340" numCol="1" anchor="ctr" anchorCtr="0" compatLnSpc="1">
            <a:prstTxWarp prst="textNoShape">
              <a:avLst/>
            </a:prstTxWarp>
          </a:bodyPr>
          <a:lstStyle>
            <a:lvl1pPr algn="ctr">
              <a:defRPr sz="800" smtClean="0">
                <a:cs typeface="+mn-cs"/>
              </a:defRPr>
            </a:lvl1pPr>
          </a:lstStyle>
          <a:p>
            <a:pPr defTabSz="686806" fontAlgn="base">
              <a:spcBef>
                <a:spcPct val="0"/>
              </a:spcBef>
              <a:spcAft>
                <a:spcPct val="0"/>
              </a:spcAft>
              <a:defRPr/>
            </a:pPr>
            <a:fld id="{1D424B91-7E39-4279-B2B2-1148731102EF}" type="slidenum">
              <a:rPr lang="en-US" sz="600">
                <a:solidFill>
                  <a:prstClr val="black"/>
                </a:solidFill>
              </a:rPr>
              <a:pPr defTabSz="686806" fontAlgn="base">
                <a:spcBef>
                  <a:spcPct val="0"/>
                </a:spcBef>
                <a:spcAft>
                  <a:spcPct val="0"/>
                </a:spcAft>
                <a:defRPr/>
              </a:pPr>
              <a:t>‹#›</a:t>
            </a:fld>
            <a:endParaRPr lang="en-US" sz="600" dirty="0">
              <a:solidFill>
                <a:prstClr val="black"/>
              </a:solidFill>
            </a:endParaRPr>
          </a:p>
        </p:txBody>
      </p:sp>
    </p:spTree>
    <p:extLst>
      <p:ext uri="{BB962C8B-B14F-4D97-AF65-F5344CB8AC3E}">
        <p14:creationId xmlns:p14="http://schemas.microsoft.com/office/powerpoint/2010/main" val="187336861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37934"/>
            <a:ext cx="7772400" cy="908050"/>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937809"/>
            <a:ext cx="7772400" cy="1000124"/>
          </a:xfrm>
        </p:spPr>
        <p:txBody>
          <a:bodyPr anchor="b"/>
          <a:lstStyle>
            <a:lvl1pPr marL="0" indent="0">
              <a:buNone/>
              <a:defRPr sz="1500"/>
            </a:lvl1pPr>
            <a:lvl2pPr marL="343403" indent="0">
              <a:buNone/>
              <a:defRPr sz="1400"/>
            </a:lvl2pPr>
            <a:lvl3pPr marL="686806" indent="0">
              <a:buNone/>
              <a:defRPr sz="1200"/>
            </a:lvl3pPr>
            <a:lvl4pPr marL="1030209" indent="0">
              <a:buNone/>
              <a:defRPr sz="1100"/>
            </a:lvl4pPr>
            <a:lvl5pPr marL="1373612" indent="0">
              <a:buNone/>
              <a:defRPr sz="1100"/>
            </a:lvl5pPr>
            <a:lvl6pPr marL="1717015" indent="0">
              <a:buNone/>
              <a:defRPr sz="1100"/>
            </a:lvl6pPr>
            <a:lvl7pPr marL="2060418" indent="0">
              <a:buNone/>
              <a:defRPr sz="1100"/>
            </a:lvl7pPr>
            <a:lvl8pPr marL="2403820" indent="0">
              <a:buNone/>
              <a:defRPr sz="1100"/>
            </a:lvl8pPr>
            <a:lvl9pPr marL="2747223" indent="0">
              <a:buNone/>
              <a:defRPr sz="11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186150993"/>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8975071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3092"/>
            <a:ext cx="8229600"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023409"/>
            <a:ext cx="4040188" cy="426508"/>
          </a:xfrm>
        </p:spPr>
        <p:txBody>
          <a:bodyPr anchor="b"/>
          <a:lstStyle>
            <a:lvl1pPr marL="0" indent="0">
              <a:buNone/>
              <a:defRPr sz="1800" b="1"/>
            </a:lvl1pPr>
            <a:lvl2pPr marL="343403" indent="0">
              <a:buNone/>
              <a:defRPr sz="1500" b="1"/>
            </a:lvl2pPr>
            <a:lvl3pPr marL="686806" indent="0">
              <a:buNone/>
              <a:defRPr sz="1400" b="1"/>
            </a:lvl3pPr>
            <a:lvl4pPr marL="1030209" indent="0">
              <a:buNone/>
              <a:defRPr sz="1200" b="1"/>
            </a:lvl4pPr>
            <a:lvl5pPr marL="1373612" indent="0">
              <a:buNone/>
              <a:defRPr sz="1200" b="1"/>
            </a:lvl5pPr>
            <a:lvl6pPr marL="1717015" indent="0">
              <a:buNone/>
              <a:defRPr sz="1200" b="1"/>
            </a:lvl6pPr>
            <a:lvl7pPr marL="2060418" indent="0">
              <a:buNone/>
              <a:defRPr sz="1200" b="1"/>
            </a:lvl7pPr>
            <a:lvl8pPr marL="2403820" indent="0">
              <a:buNone/>
              <a:defRPr sz="1200" b="1"/>
            </a:lvl8pPr>
            <a:lvl9pPr marL="2747223"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1" y="1449916"/>
            <a:ext cx="4040188"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023409"/>
            <a:ext cx="4041775" cy="426508"/>
          </a:xfrm>
        </p:spPr>
        <p:txBody>
          <a:bodyPr anchor="b"/>
          <a:lstStyle>
            <a:lvl1pPr marL="0" indent="0">
              <a:buNone/>
              <a:defRPr sz="1800" b="1"/>
            </a:lvl1pPr>
            <a:lvl2pPr marL="343403" indent="0">
              <a:buNone/>
              <a:defRPr sz="1500" b="1"/>
            </a:lvl2pPr>
            <a:lvl3pPr marL="686806" indent="0">
              <a:buNone/>
              <a:defRPr sz="1400" b="1"/>
            </a:lvl3pPr>
            <a:lvl4pPr marL="1030209" indent="0">
              <a:buNone/>
              <a:defRPr sz="1200" b="1"/>
            </a:lvl4pPr>
            <a:lvl5pPr marL="1373612" indent="0">
              <a:buNone/>
              <a:defRPr sz="1200" b="1"/>
            </a:lvl5pPr>
            <a:lvl6pPr marL="1717015" indent="0">
              <a:buNone/>
              <a:defRPr sz="1200" b="1"/>
            </a:lvl6pPr>
            <a:lvl7pPr marL="2060418" indent="0">
              <a:buNone/>
              <a:defRPr sz="1200" b="1"/>
            </a:lvl7pPr>
            <a:lvl8pPr marL="2403820" indent="0">
              <a:buNone/>
              <a:defRPr sz="1200" b="1"/>
            </a:lvl8pPr>
            <a:lvl9pPr marL="2747223"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7" y="1449916"/>
            <a:ext cx="4041775"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2358248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1185105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69250979"/>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182033"/>
            <a:ext cx="3008313" cy="77470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182035"/>
            <a:ext cx="5111750" cy="390207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956735"/>
            <a:ext cx="3008313" cy="3127375"/>
          </a:xfrm>
        </p:spPr>
        <p:txBody>
          <a:bodyPr/>
          <a:lstStyle>
            <a:lvl1pPr marL="0" indent="0">
              <a:buNone/>
              <a:defRPr sz="1100"/>
            </a:lvl1pPr>
            <a:lvl2pPr marL="343403" indent="0">
              <a:buNone/>
              <a:defRPr sz="900"/>
            </a:lvl2pPr>
            <a:lvl3pPr marL="686806" indent="0">
              <a:buNone/>
              <a:defRPr sz="800"/>
            </a:lvl3pPr>
            <a:lvl4pPr marL="1030209" indent="0">
              <a:buNone/>
              <a:defRPr sz="700"/>
            </a:lvl4pPr>
            <a:lvl5pPr marL="1373612" indent="0">
              <a:buNone/>
              <a:defRPr sz="700"/>
            </a:lvl5pPr>
            <a:lvl6pPr marL="1717015" indent="0">
              <a:buNone/>
              <a:defRPr sz="700"/>
            </a:lvl6pPr>
            <a:lvl7pPr marL="2060418" indent="0">
              <a:buNone/>
              <a:defRPr sz="700"/>
            </a:lvl7pPr>
            <a:lvl8pPr marL="2403820" indent="0">
              <a:buNone/>
              <a:defRPr sz="700"/>
            </a:lvl8pPr>
            <a:lvl9pPr marL="2747223"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67175082"/>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0"/>
            <a:ext cx="5486400" cy="377826"/>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08516"/>
            <a:ext cx="5486400" cy="2743200"/>
          </a:xfrm>
        </p:spPr>
        <p:txBody>
          <a:bodyPr/>
          <a:lstStyle>
            <a:lvl1pPr marL="0" indent="0">
              <a:buNone/>
              <a:defRPr sz="2400"/>
            </a:lvl1pPr>
            <a:lvl2pPr marL="343403" indent="0">
              <a:buNone/>
              <a:defRPr sz="2100"/>
            </a:lvl2pPr>
            <a:lvl3pPr marL="686806" indent="0">
              <a:buNone/>
              <a:defRPr sz="1800"/>
            </a:lvl3pPr>
            <a:lvl4pPr marL="1030209" indent="0">
              <a:buNone/>
              <a:defRPr sz="1500"/>
            </a:lvl4pPr>
            <a:lvl5pPr marL="1373612" indent="0">
              <a:buNone/>
              <a:defRPr sz="1500"/>
            </a:lvl5pPr>
            <a:lvl6pPr marL="1717015" indent="0">
              <a:buNone/>
              <a:defRPr sz="1500"/>
            </a:lvl6pPr>
            <a:lvl7pPr marL="2060418" indent="0">
              <a:buNone/>
              <a:defRPr sz="1500"/>
            </a:lvl7pPr>
            <a:lvl8pPr marL="2403820" indent="0">
              <a:buNone/>
              <a:defRPr sz="1500"/>
            </a:lvl8pPr>
            <a:lvl9pPr marL="2747223" indent="0">
              <a:buNone/>
              <a:defRPr sz="15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3578225"/>
            <a:ext cx="5486400" cy="536575"/>
          </a:xfrm>
        </p:spPr>
        <p:txBody>
          <a:bodyPr/>
          <a:lstStyle>
            <a:lvl1pPr marL="0" indent="0">
              <a:buNone/>
              <a:defRPr sz="1100"/>
            </a:lvl1pPr>
            <a:lvl2pPr marL="343403" indent="0">
              <a:buNone/>
              <a:defRPr sz="900"/>
            </a:lvl2pPr>
            <a:lvl3pPr marL="686806" indent="0">
              <a:buNone/>
              <a:defRPr sz="800"/>
            </a:lvl3pPr>
            <a:lvl4pPr marL="1030209" indent="0">
              <a:buNone/>
              <a:defRPr sz="700"/>
            </a:lvl4pPr>
            <a:lvl5pPr marL="1373612" indent="0">
              <a:buNone/>
              <a:defRPr sz="700"/>
            </a:lvl5pPr>
            <a:lvl6pPr marL="1717015" indent="0">
              <a:buNone/>
              <a:defRPr sz="700"/>
            </a:lvl6pPr>
            <a:lvl7pPr marL="2060418" indent="0">
              <a:buNone/>
              <a:defRPr sz="700"/>
            </a:lvl7pPr>
            <a:lvl8pPr marL="2403820" indent="0">
              <a:buNone/>
              <a:defRPr sz="700"/>
            </a:lvl8pPr>
            <a:lvl9pPr marL="2747223"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50184500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7783808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0584"/>
            <a:ext cx="2133600" cy="43074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1" y="10584"/>
            <a:ext cx="6248400" cy="43074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2623564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3.jpe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jpe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3.jpe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83092"/>
            <a:ext cx="8229600" cy="477308"/>
          </a:xfrm>
          <a:prstGeom prst="rect">
            <a:avLst/>
          </a:prstGeom>
        </p:spPr>
        <p:txBody>
          <a:bodyPr vert="horz" lIns="91416" tIns="45707" rIns="91416" bIns="45707"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762000"/>
            <a:ext cx="8229600" cy="3403600"/>
          </a:xfrm>
          <a:prstGeom prst="rect">
            <a:avLst/>
          </a:prstGeom>
        </p:spPr>
        <p:txBody>
          <a:bodyPr vert="horz" lIns="91416" tIns="45707" rIns="91416" bIns="45707"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4237568"/>
            <a:ext cx="2133600" cy="243417"/>
          </a:xfrm>
          <a:prstGeom prst="rect">
            <a:avLst/>
          </a:prstGeom>
        </p:spPr>
        <p:txBody>
          <a:bodyPr vert="horz" lIns="91416" tIns="45707" rIns="91416" bIns="45707" rtlCol="0" anchor="ctr"/>
          <a:lstStyle>
            <a:lvl1pPr algn="l">
              <a:defRPr sz="1200">
                <a:solidFill>
                  <a:schemeClr val="tx1">
                    <a:tint val="75000"/>
                  </a:schemeClr>
                </a:solidFill>
              </a:defRPr>
            </a:lvl1pPr>
          </a:lstStyle>
          <a:p>
            <a:fld id="{B8243C20-CCA1-42AC-B489-4AB708C4F124}" type="datetime1">
              <a:rPr lang="en-US" smtClean="0"/>
              <a:pPr/>
              <a:t>2/9/2018</a:t>
            </a:fld>
            <a:endParaRPr lang="en-US" dirty="0"/>
          </a:p>
        </p:txBody>
      </p:sp>
      <p:sp>
        <p:nvSpPr>
          <p:cNvPr id="5" name="Footer Placeholder 4"/>
          <p:cNvSpPr>
            <a:spLocks noGrp="1"/>
          </p:cNvSpPr>
          <p:nvPr>
            <p:ph type="ftr" sz="quarter" idx="3"/>
          </p:nvPr>
        </p:nvSpPr>
        <p:spPr>
          <a:xfrm>
            <a:off x="3124202" y="4237568"/>
            <a:ext cx="2895600" cy="243417"/>
          </a:xfrm>
          <a:prstGeom prst="rect">
            <a:avLst/>
          </a:prstGeom>
        </p:spPr>
        <p:txBody>
          <a:bodyPr vert="horz" lIns="91416" tIns="45707" rIns="91416" bIns="45707" rtlCol="0" anchor="ctr"/>
          <a:lstStyle>
            <a:lvl1pPr algn="ctr">
              <a:defRPr sz="900">
                <a:solidFill>
                  <a:schemeClr val="tx1">
                    <a:tint val="75000"/>
                  </a:schemeClr>
                </a:solidFill>
              </a:defRPr>
            </a:lvl1pPr>
          </a:lstStyle>
          <a:p>
            <a:fld id="{0B491FB4-905F-488C-AD01-09867DFAF172}" type="slidenum">
              <a:rPr lang="en-US" smtClean="0"/>
              <a:pPr/>
              <a:t>‹#›</a:t>
            </a:fld>
            <a:endParaRPr lang="en-US" dirty="0" smtClean="0"/>
          </a:p>
        </p:txBody>
      </p:sp>
    </p:spTree>
    <p:extLst>
      <p:ext uri="{BB962C8B-B14F-4D97-AF65-F5344CB8AC3E}">
        <p14:creationId xmlns:p14="http://schemas.microsoft.com/office/powerpoint/2010/main" val="583792667"/>
      </p:ext>
    </p:extLst>
  </p:cSld>
  <p:clrMap bg1="lt1" tx1="dk1" bg2="lt2" tx2="dk2" accent1="accent1" accent2="accent2" accent3="accent3" accent4="accent4" accent5="accent5" accent6="accent6" hlink="hlink" folHlink="folHlink"/>
  <p:sldLayoutIdLst>
    <p:sldLayoutId id="2147483649" r:id="rId1"/>
    <p:sldLayoutId id="2147483689" r:id="rId2"/>
    <p:sldLayoutId id="2147483688" r:id="rId3"/>
    <p:sldLayoutId id="2147483650" r:id="rId4"/>
    <p:sldLayoutId id="2147483651" r:id="rId5"/>
    <p:sldLayoutId id="2147483652" r:id="rId6"/>
    <p:sldLayoutId id="2147483653" r:id="rId7"/>
    <p:sldLayoutId id="2147483654" r:id="rId8"/>
    <p:sldLayoutId id="2147483660" r:id="rId9"/>
    <p:sldLayoutId id="2147483662" r:id="rId10"/>
    <p:sldLayoutId id="2147483663" r:id="rId11"/>
    <p:sldLayoutId id="2147483661" r:id="rId12"/>
    <p:sldLayoutId id="2147483656" r:id="rId13"/>
    <p:sldLayoutId id="2147483657" r:id="rId14"/>
    <p:sldLayoutId id="2147483658" r:id="rId15"/>
    <p:sldLayoutId id="2147483659" r:id="rId16"/>
  </p:sldLayoutIdLst>
  <p:timing>
    <p:tnLst>
      <p:par>
        <p:cTn id="1" dur="indefinite" restart="never" nodeType="tmRoot"/>
      </p:par>
    </p:tnLst>
  </p:timing>
  <p:hf hdr="0" dt="0"/>
  <p:txStyles>
    <p:titleStyle>
      <a:lvl1pPr algn="l" defTabSz="914152" rtl="0" eaLnBrk="1" latinLnBrk="0" hangingPunct="1">
        <a:spcBef>
          <a:spcPct val="0"/>
        </a:spcBef>
        <a:buNone/>
        <a:defRPr sz="2400" kern="1200">
          <a:solidFill>
            <a:schemeClr val="tx1">
              <a:lumMod val="85000"/>
              <a:lumOff val="15000"/>
            </a:schemeClr>
          </a:solidFill>
          <a:latin typeface="+mj-lt"/>
          <a:ea typeface="+mj-ea"/>
          <a:cs typeface="+mj-cs"/>
        </a:defRPr>
      </a:lvl1pPr>
    </p:titleStyle>
    <p:bodyStyle>
      <a:lvl1pPr marL="342807" indent="-342807" algn="l" defTabSz="914152"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1pPr>
      <a:lvl2pPr marL="742749" indent="-285672" algn="l" defTabSz="914152"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2pPr>
      <a:lvl3pPr marL="1142690" indent="-228538" algn="l" defTabSz="914152"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3pPr>
      <a:lvl4pPr marL="1599766" indent="-228538" algn="l" defTabSz="914152"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4pPr>
      <a:lvl5pPr marL="2056842" indent="-228538" algn="l" defTabSz="914152"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3918"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94"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70"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45"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52" rtl="0" eaLnBrk="1" latinLnBrk="0" hangingPunct="1">
        <a:defRPr sz="1800" kern="1200">
          <a:solidFill>
            <a:schemeClr val="tx1"/>
          </a:solidFill>
          <a:latin typeface="+mn-lt"/>
          <a:ea typeface="+mn-ea"/>
          <a:cs typeface="+mn-cs"/>
        </a:defRPr>
      </a:lvl1pPr>
      <a:lvl2pPr marL="457076" algn="l" defTabSz="914152" rtl="0" eaLnBrk="1" latinLnBrk="0" hangingPunct="1">
        <a:defRPr sz="1800" kern="1200">
          <a:solidFill>
            <a:schemeClr val="tx1"/>
          </a:solidFill>
          <a:latin typeface="+mn-lt"/>
          <a:ea typeface="+mn-ea"/>
          <a:cs typeface="+mn-cs"/>
        </a:defRPr>
      </a:lvl2pPr>
      <a:lvl3pPr marL="914152" algn="l" defTabSz="914152" rtl="0" eaLnBrk="1" latinLnBrk="0" hangingPunct="1">
        <a:defRPr sz="1800" kern="1200">
          <a:solidFill>
            <a:schemeClr val="tx1"/>
          </a:solidFill>
          <a:latin typeface="+mn-lt"/>
          <a:ea typeface="+mn-ea"/>
          <a:cs typeface="+mn-cs"/>
        </a:defRPr>
      </a:lvl3pPr>
      <a:lvl4pPr marL="1371228" algn="l" defTabSz="914152" rtl="0" eaLnBrk="1" latinLnBrk="0" hangingPunct="1">
        <a:defRPr sz="1800" kern="1200">
          <a:solidFill>
            <a:schemeClr val="tx1"/>
          </a:solidFill>
          <a:latin typeface="+mn-lt"/>
          <a:ea typeface="+mn-ea"/>
          <a:cs typeface="+mn-cs"/>
        </a:defRPr>
      </a:lvl4pPr>
      <a:lvl5pPr marL="1828304" algn="l" defTabSz="914152" rtl="0" eaLnBrk="1" latinLnBrk="0" hangingPunct="1">
        <a:defRPr sz="1800" kern="1200">
          <a:solidFill>
            <a:schemeClr val="tx1"/>
          </a:solidFill>
          <a:latin typeface="+mn-lt"/>
          <a:ea typeface="+mn-ea"/>
          <a:cs typeface="+mn-cs"/>
        </a:defRPr>
      </a:lvl5pPr>
      <a:lvl6pPr marL="2285380" algn="l" defTabSz="914152" rtl="0" eaLnBrk="1" latinLnBrk="0" hangingPunct="1">
        <a:defRPr sz="1800" kern="1200">
          <a:solidFill>
            <a:schemeClr val="tx1"/>
          </a:solidFill>
          <a:latin typeface="+mn-lt"/>
          <a:ea typeface="+mn-ea"/>
          <a:cs typeface="+mn-cs"/>
        </a:defRPr>
      </a:lvl6pPr>
      <a:lvl7pPr marL="2742456" algn="l" defTabSz="914152" rtl="0" eaLnBrk="1" latinLnBrk="0" hangingPunct="1">
        <a:defRPr sz="1800" kern="1200">
          <a:solidFill>
            <a:schemeClr val="tx1"/>
          </a:solidFill>
          <a:latin typeface="+mn-lt"/>
          <a:ea typeface="+mn-ea"/>
          <a:cs typeface="+mn-cs"/>
        </a:defRPr>
      </a:lvl7pPr>
      <a:lvl8pPr marL="3199531" algn="l" defTabSz="914152" rtl="0" eaLnBrk="1" latinLnBrk="0" hangingPunct="1">
        <a:defRPr sz="1800" kern="1200">
          <a:solidFill>
            <a:schemeClr val="tx1"/>
          </a:solidFill>
          <a:latin typeface="+mn-lt"/>
          <a:ea typeface="+mn-ea"/>
          <a:cs typeface="+mn-cs"/>
        </a:defRPr>
      </a:lvl8pPr>
      <a:lvl9pPr marL="3656608" algn="l" defTabSz="91415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5" descr="inner copy copy"/>
          <p:cNvPicPr>
            <a:picLocks noChangeAspect="1" noChangeArrowheads="1"/>
          </p:cNvPicPr>
          <p:nvPr/>
        </p:nvPicPr>
        <p:blipFill>
          <a:blip r:embed="rId13" cstate="print"/>
          <a:srcRect/>
          <a:stretch>
            <a:fillRect/>
          </a:stretch>
        </p:blipFill>
        <p:spPr bwMode="auto">
          <a:xfrm>
            <a:off x="0" y="2"/>
            <a:ext cx="9144000" cy="764116"/>
          </a:xfrm>
          <a:prstGeom prst="rect">
            <a:avLst/>
          </a:prstGeom>
          <a:noFill/>
          <a:ln w="9525">
            <a:noFill/>
            <a:miter lim="800000"/>
            <a:headEnd/>
            <a:tailEnd/>
          </a:ln>
        </p:spPr>
      </p:pic>
      <p:sp>
        <p:nvSpPr>
          <p:cNvPr id="2051" name="Rectangle 2"/>
          <p:cNvSpPr>
            <a:spLocks noGrp="1" noChangeArrowheads="1"/>
          </p:cNvSpPr>
          <p:nvPr>
            <p:ph type="body" idx="1"/>
          </p:nvPr>
        </p:nvSpPr>
        <p:spPr bwMode="auto">
          <a:xfrm>
            <a:off x="304802" y="863600"/>
            <a:ext cx="8534400" cy="3454400"/>
          </a:xfrm>
          <a:prstGeom prst="rect">
            <a:avLst/>
          </a:prstGeom>
          <a:noFill/>
          <a:ln w="9525">
            <a:noFill/>
            <a:miter lim="800000"/>
            <a:headEnd/>
            <a:tailEnd/>
          </a:ln>
        </p:spPr>
        <p:txBody>
          <a:bodyPr vert="horz" wrap="square" lIns="68663" tIns="34331" rIns="68663" bIns="3433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2" name="Rectangle 5"/>
          <p:cNvSpPr>
            <a:spLocks noGrp="1" noChangeArrowheads="1"/>
          </p:cNvSpPr>
          <p:nvPr>
            <p:ph type="title"/>
          </p:nvPr>
        </p:nvSpPr>
        <p:spPr bwMode="auto">
          <a:xfrm>
            <a:off x="304801" y="10583"/>
            <a:ext cx="7162800" cy="491067"/>
          </a:xfrm>
          <a:prstGeom prst="rect">
            <a:avLst/>
          </a:prstGeom>
          <a:noFill/>
          <a:ln w="9525">
            <a:noFill/>
            <a:miter lim="800000"/>
            <a:headEnd/>
            <a:tailEnd/>
          </a:ln>
        </p:spPr>
        <p:txBody>
          <a:bodyPr vert="horz" wrap="square" lIns="68663" tIns="34331" rIns="68663" bIns="34331" numCol="1" anchor="ctr" anchorCtr="0" compatLnSpc="1">
            <a:prstTxWarp prst="textNoShape">
              <a:avLst/>
            </a:prstTxWarp>
          </a:bodyPr>
          <a:lstStyle/>
          <a:p>
            <a:pPr lvl="0"/>
            <a:r>
              <a:rPr lang="en-US" smtClean="0"/>
              <a:t>Click to edit Master title style</a:t>
            </a:r>
          </a:p>
        </p:txBody>
      </p:sp>
      <p:sp>
        <p:nvSpPr>
          <p:cNvPr id="1241094" name="Rectangle 6"/>
          <p:cNvSpPr>
            <a:spLocks noGrp="1" noChangeArrowheads="1"/>
          </p:cNvSpPr>
          <p:nvPr>
            <p:ph type="sldNum" sz="quarter" idx="4"/>
          </p:nvPr>
        </p:nvSpPr>
        <p:spPr bwMode="auto">
          <a:xfrm>
            <a:off x="0" y="4348480"/>
            <a:ext cx="426720" cy="213360"/>
          </a:xfrm>
          <a:prstGeom prst="rect">
            <a:avLst/>
          </a:prstGeom>
          <a:noFill/>
          <a:ln w="9525">
            <a:noFill/>
            <a:miter lim="800000"/>
            <a:headEnd/>
            <a:tailEnd/>
          </a:ln>
          <a:effectLst/>
        </p:spPr>
        <p:txBody>
          <a:bodyPr vert="horz" wrap="square" lIns="68663" tIns="34331" rIns="68663" bIns="34331" numCol="1" anchor="ctr" anchorCtr="0" compatLnSpc="1">
            <a:prstTxWarp prst="textNoShape">
              <a:avLst/>
            </a:prstTxWarp>
          </a:bodyPr>
          <a:lstStyle>
            <a:lvl1pPr algn="ctr">
              <a:defRPr sz="600" smtClean="0">
                <a:cs typeface="+mn-cs"/>
              </a:defRPr>
            </a:lvl1pPr>
          </a:lstStyle>
          <a:p>
            <a:pPr defTabSz="686620"/>
            <a:fld id="{FBE3A6FE-5149-45DB-A42F-E73E140876C2}" type="slidenum">
              <a:rPr lang="en-US" smtClean="0">
                <a:solidFill>
                  <a:prstClr val="black"/>
                </a:solidFill>
              </a:rPr>
              <a:pPr defTabSz="686620"/>
              <a:t>‹#›</a:t>
            </a:fld>
            <a:endParaRPr lang="en-US" dirty="0">
              <a:solidFill>
                <a:prstClr val="black"/>
              </a:solidFill>
            </a:endParaRPr>
          </a:p>
        </p:txBody>
      </p:sp>
      <p:pic>
        <p:nvPicPr>
          <p:cNvPr id="2054" name="Picture 7" descr="HCL Logo"/>
          <p:cNvPicPr>
            <a:picLocks noChangeAspect="1" noChangeArrowheads="1"/>
          </p:cNvPicPr>
          <p:nvPr/>
        </p:nvPicPr>
        <p:blipFill>
          <a:blip r:embed="rId14" cstate="print"/>
          <a:srcRect l="8115" t="31725" r="8223" b="28896"/>
          <a:stretch>
            <a:fillRect/>
          </a:stretch>
        </p:blipFill>
        <p:spPr bwMode="auto">
          <a:xfrm>
            <a:off x="8001002" y="4368802"/>
            <a:ext cx="987425" cy="110067"/>
          </a:xfrm>
          <a:prstGeom prst="rect">
            <a:avLst/>
          </a:prstGeom>
          <a:noFill/>
          <a:ln w="9525">
            <a:noFill/>
            <a:miter lim="800000"/>
            <a:headEnd/>
            <a:tailEnd/>
          </a:ln>
        </p:spPr>
      </p:pic>
      <p:pic>
        <p:nvPicPr>
          <p:cNvPr id="2055" name="Picture 15" descr="inner copy copy"/>
          <p:cNvPicPr>
            <a:picLocks noChangeAspect="1" noChangeArrowheads="1"/>
          </p:cNvPicPr>
          <p:nvPr/>
        </p:nvPicPr>
        <p:blipFill>
          <a:blip r:embed="rId13" cstate="print"/>
          <a:srcRect/>
          <a:stretch>
            <a:fillRect/>
          </a:stretch>
        </p:blipFill>
        <p:spPr bwMode="auto">
          <a:xfrm>
            <a:off x="0" y="2"/>
            <a:ext cx="9144000" cy="764116"/>
          </a:xfrm>
          <a:prstGeom prst="rect">
            <a:avLst/>
          </a:prstGeom>
          <a:noFill/>
          <a:ln w="9525">
            <a:noFill/>
            <a:miter lim="800000"/>
            <a:headEnd/>
            <a:tailEnd/>
          </a:ln>
        </p:spPr>
      </p:pic>
      <p:pic>
        <p:nvPicPr>
          <p:cNvPr id="2056" name="Picture 7" descr="HCL Logo"/>
          <p:cNvPicPr>
            <a:picLocks noChangeAspect="1" noChangeArrowheads="1"/>
          </p:cNvPicPr>
          <p:nvPr/>
        </p:nvPicPr>
        <p:blipFill>
          <a:blip r:embed="rId15" cstate="print"/>
          <a:srcRect l="8115" t="31725" r="8223" b="28896"/>
          <a:stretch>
            <a:fillRect/>
          </a:stretch>
        </p:blipFill>
        <p:spPr bwMode="auto">
          <a:xfrm>
            <a:off x="8001002" y="4368802"/>
            <a:ext cx="987425" cy="110067"/>
          </a:xfrm>
          <a:prstGeom prst="rect">
            <a:avLst/>
          </a:prstGeom>
          <a:noFill/>
          <a:ln w="9525">
            <a:noFill/>
            <a:miter lim="800000"/>
            <a:headEnd/>
            <a:tailEnd/>
          </a:ln>
        </p:spPr>
      </p:pic>
    </p:spTree>
    <p:extLst>
      <p:ext uri="{BB962C8B-B14F-4D97-AF65-F5344CB8AC3E}">
        <p14:creationId xmlns:p14="http://schemas.microsoft.com/office/powerpoint/2010/main" val="95153866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hf hdr="0" ftr="0" dt="0"/>
  <p:txStyles>
    <p:titleStyle>
      <a:lvl1pPr algn="l" rtl="0" eaLnBrk="1" fontAlgn="base" hangingPunct="1">
        <a:spcBef>
          <a:spcPct val="0"/>
        </a:spcBef>
        <a:spcAft>
          <a:spcPct val="0"/>
        </a:spcAft>
        <a:defRPr sz="1800" b="1">
          <a:solidFill>
            <a:schemeClr val="tx1"/>
          </a:solidFill>
          <a:latin typeface="+mj-lt"/>
          <a:ea typeface="+mj-ea"/>
          <a:cs typeface="+mj-cs"/>
        </a:defRPr>
      </a:lvl1pPr>
      <a:lvl2pPr algn="l" rtl="0" eaLnBrk="1" fontAlgn="base" hangingPunct="1">
        <a:spcBef>
          <a:spcPct val="0"/>
        </a:spcBef>
        <a:spcAft>
          <a:spcPct val="0"/>
        </a:spcAft>
        <a:defRPr sz="1800" b="1">
          <a:solidFill>
            <a:schemeClr val="tx1"/>
          </a:solidFill>
          <a:latin typeface="Arial" pitchFamily="34" charset="0"/>
        </a:defRPr>
      </a:lvl2pPr>
      <a:lvl3pPr algn="l" rtl="0" eaLnBrk="1" fontAlgn="base" hangingPunct="1">
        <a:spcBef>
          <a:spcPct val="0"/>
        </a:spcBef>
        <a:spcAft>
          <a:spcPct val="0"/>
        </a:spcAft>
        <a:defRPr sz="1800" b="1">
          <a:solidFill>
            <a:schemeClr val="tx1"/>
          </a:solidFill>
          <a:latin typeface="Arial" pitchFamily="34" charset="0"/>
        </a:defRPr>
      </a:lvl3pPr>
      <a:lvl4pPr algn="l" rtl="0" eaLnBrk="1" fontAlgn="base" hangingPunct="1">
        <a:spcBef>
          <a:spcPct val="0"/>
        </a:spcBef>
        <a:spcAft>
          <a:spcPct val="0"/>
        </a:spcAft>
        <a:defRPr sz="1800" b="1">
          <a:solidFill>
            <a:schemeClr val="tx1"/>
          </a:solidFill>
          <a:latin typeface="Arial" pitchFamily="34" charset="0"/>
        </a:defRPr>
      </a:lvl4pPr>
      <a:lvl5pPr algn="l" rtl="0" eaLnBrk="1" fontAlgn="base" hangingPunct="1">
        <a:spcBef>
          <a:spcPct val="0"/>
        </a:spcBef>
        <a:spcAft>
          <a:spcPct val="0"/>
        </a:spcAft>
        <a:defRPr sz="1800" b="1">
          <a:solidFill>
            <a:schemeClr val="tx1"/>
          </a:solidFill>
          <a:latin typeface="Arial" pitchFamily="34" charset="0"/>
        </a:defRPr>
      </a:lvl5pPr>
      <a:lvl6pPr marL="343310" algn="l" rtl="0" eaLnBrk="1" fontAlgn="base" hangingPunct="1">
        <a:spcBef>
          <a:spcPct val="0"/>
        </a:spcBef>
        <a:spcAft>
          <a:spcPct val="0"/>
        </a:spcAft>
        <a:defRPr sz="1800" b="1">
          <a:solidFill>
            <a:schemeClr val="tx1"/>
          </a:solidFill>
          <a:latin typeface="Arial" pitchFamily="34" charset="0"/>
        </a:defRPr>
      </a:lvl6pPr>
      <a:lvl7pPr marL="686620" algn="l" rtl="0" eaLnBrk="1" fontAlgn="base" hangingPunct="1">
        <a:spcBef>
          <a:spcPct val="0"/>
        </a:spcBef>
        <a:spcAft>
          <a:spcPct val="0"/>
        </a:spcAft>
        <a:defRPr sz="1800" b="1">
          <a:solidFill>
            <a:schemeClr val="tx1"/>
          </a:solidFill>
          <a:latin typeface="Arial" pitchFamily="34" charset="0"/>
        </a:defRPr>
      </a:lvl7pPr>
      <a:lvl8pPr marL="1029929" algn="l" rtl="0" eaLnBrk="1" fontAlgn="base" hangingPunct="1">
        <a:spcBef>
          <a:spcPct val="0"/>
        </a:spcBef>
        <a:spcAft>
          <a:spcPct val="0"/>
        </a:spcAft>
        <a:defRPr sz="1800" b="1">
          <a:solidFill>
            <a:schemeClr val="tx1"/>
          </a:solidFill>
          <a:latin typeface="Arial" pitchFamily="34" charset="0"/>
        </a:defRPr>
      </a:lvl8pPr>
      <a:lvl9pPr marL="1373238" algn="l" rtl="0" eaLnBrk="1" fontAlgn="base" hangingPunct="1">
        <a:spcBef>
          <a:spcPct val="0"/>
        </a:spcBef>
        <a:spcAft>
          <a:spcPct val="0"/>
        </a:spcAft>
        <a:defRPr sz="1800" b="1">
          <a:solidFill>
            <a:schemeClr val="tx1"/>
          </a:solidFill>
          <a:latin typeface="Arial" pitchFamily="34" charset="0"/>
        </a:defRPr>
      </a:lvl9pPr>
    </p:titleStyle>
    <p:bodyStyle>
      <a:lvl1pPr marL="178808" indent="-178808" algn="l" rtl="0" eaLnBrk="1" fontAlgn="base" hangingPunct="1">
        <a:spcBef>
          <a:spcPct val="100000"/>
        </a:spcBef>
        <a:spcAft>
          <a:spcPct val="0"/>
        </a:spcAft>
        <a:buClr>
          <a:schemeClr val="tx1"/>
        </a:buClr>
        <a:buFont typeface="Wingdings 2" pitchFamily="18" charset="2"/>
        <a:buChar char="¡"/>
        <a:defRPr sz="1200">
          <a:solidFill>
            <a:schemeClr val="tx1"/>
          </a:solidFill>
          <a:latin typeface="+mn-lt"/>
          <a:ea typeface="+mn-ea"/>
          <a:cs typeface="+mn-cs"/>
        </a:defRPr>
      </a:lvl1pPr>
      <a:lvl2pPr marL="343310" indent="-163311"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2pPr>
      <a:lvl3pPr marL="507812" indent="-157351"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3pPr>
      <a:lvl4pPr marL="679468"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4pPr>
      <a:lvl5pPr marL="851122"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5pPr>
      <a:lvl6pPr marL="1194432"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6pPr>
      <a:lvl7pPr marL="153774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7pPr>
      <a:lvl8pPr marL="188105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8pPr>
      <a:lvl9pPr marL="222436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9pPr>
    </p:bodyStyle>
    <p:otherStyle>
      <a:defPPr>
        <a:defRPr lang="en-US"/>
      </a:defPPr>
      <a:lvl1pPr marL="0" algn="l" defTabSz="686620" rtl="0" eaLnBrk="1" latinLnBrk="0" hangingPunct="1">
        <a:defRPr sz="1400" kern="1200">
          <a:solidFill>
            <a:schemeClr val="tx1"/>
          </a:solidFill>
          <a:latin typeface="+mn-lt"/>
          <a:ea typeface="+mn-ea"/>
          <a:cs typeface="+mn-cs"/>
        </a:defRPr>
      </a:lvl1pPr>
      <a:lvl2pPr marL="343310" algn="l" defTabSz="686620" rtl="0" eaLnBrk="1" latinLnBrk="0" hangingPunct="1">
        <a:defRPr sz="1400" kern="1200">
          <a:solidFill>
            <a:schemeClr val="tx1"/>
          </a:solidFill>
          <a:latin typeface="+mn-lt"/>
          <a:ea typeface="+mn-ea"/>
          <a:cs typeface="+mn-cs"/>
        </a:defRPr>
      </a:lvl2pPr>
      <a:lvl3pPr marL="686620" algn="l" defTabSz="686620" rtl="0" eaLnBrk="1" latinLnBrk="0" hangingPunct="1">
        <a:defRPr sz="1400" kern="1200">
          <a:solidFill>
            <a:schemeClr val="tx1"/>
          </a:solidFill>
          <a:latin typeface="+mn-lt"/>
          <a:ea typeface="+mn-ea"/>
          <a:cs typeface="+mn-cs"/>
        </a:defRPr>
      </a:lvl3pPr>
      <a:lvl4pPr marL="1029929" algn="l" defTabSz="686620" rtl="0" eaLnBrk="1" latinLnBrk="0" hangingPunct="1">
        <a:defRPr sz="1400" kern="1200">
          <a:solidFill>
            <a:schemeClr val="tx1"/>
          </a:solidFill>
          <a:latin typeface="+mn-lt"/>
          <a:ea typeface="+mn-ea"/>
          <a:cs typeface="+mn-cs"/>
        </a:defRPr>
      </a:lvl4pPr>
      <a:lvl5pPr marL="1373238" algn="l" defTabSz="686620" rtl="0" eaLnBrk="1" latinLnBrk="0" hangingPunct="1">
        <a:defRPr sz="1400" kern="1200">
          <a:solidFill>
            <a:schemeClr val="tx1"/>
          </a:solidFill>
          <a:latin typeface="+mn-lt"/>
          <a:ea typeface="+mn-ea"/>
          <a:cs typeface="+mn-cs"/>
        </a:defRPr>
      </a:lvl5pPr>
      <a:lvl6pPr marL="1716549" algn="l" defTabSz="686620" rtl="0" eaLnBrk="1" latinLnBrk="0" hangingPunct="1">
        <a:defRPr sz="1400" kern="1200">
          <a:solidFill>
            <a:schemeClr val="tx1"/>
          </a:solidFill>
          <a:latin typeface="+mn-lt"/>
          <a:ea typeface="+mn-ea"/>
          <a:cs typeface="+mn-cs"/>
        </a:defRPr>
      </a:lvl6pPr>
      <a:lvl7pPr marL="2059859" algn="l" defTabSz="686620" rtl="0" eaLnBrk="1" latinLnBrk="0" hangingPunct="1">
        <a:defRPr sz="1400" kern="1200">
          <a:solidFill>
            <a:schemeClr val="tx1"/>
          </a:solidFill>
          <a:latin typeface="+mn-lt"/>
          <a:ea typeface="+mn-ea"/>
          <a:cs typeface="+mn-cs"/>
        </a:defRPr>
      </a:lvl7pPr>
      <a:lvl8pPr marL="2403168" algn="l" defTabSz="686620" rtl="0" eaLnBrk="1" latinLnBrk="0" hangingPunct="1">
        <a:defRPr sz="1400" kern="1200">
          <a:solidFill>
            <a:schemeClr val="tx1"/>
          </a:solidFill>
          <a:latin typeface="+mn-lt"/>
          <a:ea typeface="+mn-ea"/>
          <a:cs typeface="+mn-cs"/>
        </a:defRPr>
      </a:lvl8pPr>
      <a:lvl9pPr marL="2746478" algn="l" defTabSz="68662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5" descr="inner copy copy"/>
          <p:cNvPicPr>
            <a:picLocks noChangeAspect="1" noChangeArrowheads="1"/>
          </p:cNvPicPr>
          <p:nvPr/>
        </p:nvPicPr>
        <p:blipFill>
          <a:blip r:embed="rId13" cstate="print"/>
          <a:srcRect/>
          <a:stretch>
            <a:fillRect/>
          </a:stretch>
        </p:blipFill>
        <p:spPr bwMode="auto">
          <a:xfrm>
            <a:off x="0" y="1"/>
            <a:ext cx="9144000" cy="764116"/>
          </a:xfrm>
          <a:prstGeom prst="rect">
            <a:avLst/>
          </a:prstGeom>
          <a:noFill/>
          <a:ln w="9525">
            <a:noFill/>
            <a:miter lim="800000"/>
            <a:headEnd/>
            <a:tailEnd/>
          </a:ln>
        </p:spPr>
      </p:pic>
      <p:sp>
        <p:nvSpPr>
          <p:cNvPr id="2051" name="Rectangle 2"/>
          <p:cNvSpPr>
            <a:spLocks noGrp="1" noChangeArrowheads="1"/>
          </p:cNvSpPr>
          <p:nvPr>
            <p:ph type="body" idx="1"/>
          </p:nvPr>
        </p:nvSpPr>
        <p:spPr bwMode="auto">
          <a:xfrm>
            <a:off x="304801" y="863600"/>
            <a:ext cx="8534400" cy="3454400"/>
          </a:xfrm>
          <a:prstGeom prst="rect">
            <a:avLst/>
          </a:prstGeom>
          <a:noFill/>
          <a:ln w="9525">
            <a:noFill/>
            <a:miter lim="800000"/>
            <a:headEnd/>
            <a:tailEnd/>
          </a:ln>
        </p:spPr>
        <p:txBody>
          <a:bodyPr vert="horz" wrap="square" lIns="68681" tIns="34340" rIns="68681" bIns="3434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2" name="Rectangle 5"/>
          <p:cNvSpPr>
            <a:spLocks noGrp="1" noChangeArrowheads="1"/>
          </p:cNvSpPr>
          <p:nvPr>
            <p:ph type="title"/>
          </p:nvPr>
        </p:nvSpPr>
        <p:spPr bwMode="auto">
          <a:xfrm>
            <a:off x="304801" y="10583"/>
            <a:ext cx="7162800" cy="491067"/>
          </a:xfrm>
          <a:prstGeom prst="rect">
            <a:avLst/>
          </a:prstGeom>
          <a:noFill/>
          <a:ln w="9525">
            <a:noFill/>
            <a:miter lim="800000"/>
            <a:headEnd/>
            <a:tailEnd/>
          </a:ln>
        </p:spPr>
        <p:txBody>
          <a:bodyPr vert="horz" wrap="square" lIns="68681" tIns="34340" rIns="68681" bIns="34340" numCol="1" anchor="ctr" anchorCtr="0" compatLnSpc="1">
            <a:prstTxWarp prst="textNoShape">
              <a:avLst/>
            </a:prstTxWarp>
          </a:bodyPr>
          <a:lstStyle/>
          <a:p>
            <a:pPr lvl="0"/>
            <a:r>
              <a:rPr lang="en-US" smtClean="0"/>
              <a:t>Click to edit Master title style</a:t>
            </a:r>
          </a:p>
        </p:txBody>
      </p:sp>
      <p:sp>
        <p:nvSpPr>
          <p:cNvPr id="1241094" name="Rectangle 6"/>
          <p:cNvSpPr>
            <a:spLocks noGrp="1" noChangeArrowheads="1"/>
          </p:cNvSpPr>
          <p:nvPr>
            <p:ph type="sldNum" sz="quarter" idx="4"/>
          </p:nvPr>
        </p:nvSpPr>
        <p:spPr bwMode="auto">
          <a:xfrm>
            <a:off x="0" y="4348480"/>
            <a:ext cx="426720" cy="213360"/>
          </a:xfrm>
          <a:prstGeom prst="rect">
            <a:avLst/>
          </a:prstGeom>
          <a:noFill/>
          <a:ln w="9525">
            <a:noFill/>
            <a:miter lim="800000"/>
            <a:headEnd/>
            <a:tailEnd/>
          </a:ln>
          <a:effectLst/>
        </p:spPr>
        <p:txBody>
          <a:bodyPr vert="horz" wrap="square" lIns="68681" tIns="34340" rIns="68681" bIns="34340" numCol="1" anchor="ctr" anchorCtr="0" compatLnSpc="1">
            <a:prstTxWarp prst="textNoShape">
              <a:avLst/>
            </a:prstTxWarp>
          </a:bodyPr>
          <a:lstStyle>
            <a:lvl1pPr algn="ctr">
              <a:defRPr sz="600" smtClean="0">
                <a:cs typeface="+mn-cs"/>
              </a:defRPr>
            </a:lvl1pPr>
          </a:lstStyle>
          <a:p>
            <a:pPr defTabSz="686806"/>
            <a:fld id="{FBE3A6FE-5149-45DB-A42F-E73E140876C2}" type="slidenum">
              <a:rPr lang="en-US" smtClean="0">
                <a:solidFill>
                  <a:prstClr val="black"/>
                </a:solidFill>
              </a:rPr>
              <a:pPr defTabSz="686806"/>
              <a:t>‹#›</a:t>
            </a:fld>
            <a:endParaRPr lang="en-US" dirty="0">
              <a:solidFill>
                <a:prstClr val="black"/>
              </a:solidFill>
            </a:endParaRPr>
          </a:p>
        </p:txBody>
      </p:sp>
      <p:pic>
        <p:nvPicPr>
          <p:cNvPr id="2054" name="Picture 7" descr="HCL Logo"/>
          <p:cNvPicPr>
            <a:picLocks noChangeAspect="1" noChangeArrowheads="1"/>
          </p:cNvPicPr>
          <p:nvPr/>
        </p:nvPicPr>
        <p:blipFill>
          <a:blip r:embed="rId14" cstate="print"/>
          <a:srcRect l="8115" t="31725" r="8223" b="28896"/>
          <a:stretch>
            <a:fillRect/>
          </a:stretch>
        </p:blipFill>
        <p:spPr bwMode="auto">
          <a:xfrm>
            <a:off x="8001002" y="4368800"/>
            <a:ext cx="987425" cy="110067"/>
          </a:xfrm>
          <a:prstGeom prst="rect">
            <a:avLst/>
          </a:prstGeom>
          <a:noFill/>
          <a:ln w="9525">
            <a:noFill/>
            <a:miter lim="800000"/>
            <a:headEnd/>
            <a:tailEnd/>
          </a:ln>
        </p:spPr>
      </p:pic>
      <p:pic>
        <p:nvPicPr>
          <p:cNvPr id="2055" name="Picture 15" descr="inner copy copy"/>
          <p:cNvPicPr>
            <a:picLocks noChangeAspect="1" noChangeArrowheads="1"/>
          </p:cNvPicPr>
          <p:nvPr/>
        </p:nvPicPr>
        <p:blipFill>
          <a:blip r:embed="rId13" cstate="print"/>
          <a:srcRect/>
          <a:stretch>
            <a:fillRect/>
          </a:stretch>
        </p:blipFill>
        <p:spPr bwMode="auto">
          <a:xfrm>
            <a:off x="0" y="1"/>
            <a:ext cx="9144000" cy="764116"/>
          </a:xfrm>
          <a:prstGeom prst="rect">
            <a:avLst/>
          </a:prstGeom>
          <a:noFill/>
          <a:ln w="9525">
            <a:noFill/>
            <a:miter lim="800000"/>
            <a:headEnd/>
            <a:tailEnd/>
          </a:ln>
        </p:spPr>
      </p:pic>
      <p:pic>
        <p:nvPicPr>
          <p:cNvPr id="2056" name="Picture 7" descr="HCL Logo"/>
          <p:cNvPicPr>
            <a:picLocks noChangeAspect="1" noChangeArrowheads="1"/>
          </p:cNvPicPr>
          <p:nvPr/>
        </p:nvPicPr>
        <p:blipFill>
          <a:blip r:embed="rId15" cstate="print"/>
          <a:srcRect l="8115" t="31725" r="8223" b="28896"/>
          <a:stretch>
            <a:fillRect/>
          </a:stretch>
        </p:blipFill>
        <p:spPr bwMode="auto">
          <a:xfrm>
            <a:off x="8001002" y="4368800"/>
            <a:ext cx="987425" cy="110067"/>
          </a:xfrm>
          <a:prstGeom prst="rect">
            <a:avLst/>
          </a:prstGeom>
          <a:noFill/>
          <a:ln w="9525">
            <a:noFill/>
            <a:miter lim="800000"/>
            <a:headEnd/>
            <a:tailEnd/>
          </a:ln>
        </p:spPr>
      </p:pic>
    </p:spTree>
    <p:extLst>
      <p:ext uri="{BB962C8B-B14F-4D97-AF65-F5344CB8AC3E}">
        <p14:creationId xmlns:p14="http://schemas.microsoft.com/office/powerpoint/2010/main" val="370491915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p:hf hdr="0" ftr="0" dt="0"/>
  <p:txStyles>
    <p:titleStyle>
      <a:lvl1pPr algn="l" rtl="0" eaLnBrk="1" fontAlgn="base" hangingPunct="1">
        <a:spcBef>
          <a:spcPct val="0"/>
        </a:spcBef>
        <a:spcAft>
          <a:spcPct val="0"/>
        </a:spcAft>
        <a:defRPr sz="1800" b="1">
          <a:solidFill>
            <a:schemeClr val="tx1"/>
          </a:solidFill>
          <a:latin typeface="+mj-lt"/>
          <a:ea typeface="+mj-ea"/>
          <a:cs typeface="+mj-cs"/>
        </a:defRPr>
      </a:lvl1pPr>
      <a:lvl2pPr algn="l" rtl="0" eaLnBrk="1" fontAlgn="base" hangingPunct="1">
        <a:spcBef>
          <a:spcPct val="0"/>
        </a:spcBef>
        <a:spcAft>
          <a:spcPct val="0"/>
        </a:spcAft>
        <a:defRPr sz="1800" b="1">
          <a:solidFill>
            <a:schemeClr val="tx1"/>
          </a:solidFill>
          <a:latin typeface="Arial" pitchFamily="34" charset="0"/>
        </a:defRPr>
      </a:lvl2pPr>
      <a:lvl3pPr algn="l" rtl="0" eaLnBrk="1" fontAlgn="base" hangingPunct="1">
        <a:spcBef>
          <a:spcPct val="0"/>
        </a:spcBef>
        <a:spcAft>
          <a:spcPct val="0"/>
        </a:spcAft>
        <a:defRPr sz="1800" b="1">
          <a:solidFill>
            <a:schemeClr val="tx1"/>
          </a:solidFill>
          <a:latin typeface="Arial" pitchFamily="34" charset="0"/>
        </a:defRPr>
      </a:lvl3pPr>
      <a:lvl4pPr algn="l" rtl="0" eaLnBrk="1" fontAlgn="base" hangingPunct="1">
        <a:spcBef>
          <a:spcPct val="0"/>
        </a:spcBef>
        <a:spcAft>
          <a:spcPct val="0"/>
        </a:spcAft>
        <a:defRPr sz="1800" b="1">
          <a:solidFill>
            <a:schemeClr val="tx1"/>
          </a:solidFill>
          <a:latin typeface="Arial" pitchFamily="34" charset="0"/>
        </a:defRPr>
      </a:lvl4pPr>
      <a:lvl5pPr algn="l" rtl="0" eaLnBrk="1" fontAlgn="base" hangingPunct="1">
        <a:spcBef>
          <a:spcPct val="0"/>
        </a:spcBef>
        <a:spcAft>
          <a:spcPct val="0"/>
        </a:spcAft>
        <a:defRPr sz="1800" b="1">
          <a:solidFill>
            <a:schemeClr val="tx1"/>
          </a:solidFill>
          <a:latin typeface="Arial" pitchFamily="34" charset="0"/>
        </a:defRPr>
      </a:lvl5pPr>
      <a:lvl6pPr marL="343403" algn="l" rtl="0" eaLnBrk="1" fontAlgn="base" hangingPunct="1">
        <a:spcBef>
          <a:spcPct val="0"/>
        </a:spcBef>
        <a:spcAft>
          <a:spcPct val="0"/>
        </a:spcAft>
        <a:defRPr sz="1800" b="1">
          <a:solidFill>
            <a:schemeClr val="tx1"/>
          </a:solidFill>
          <a:latin typeface="Arial" pitchFamily="34" charset="0"/>
        </a:defRPr>
      </a:lvl6pPr>
      <a:lvl7pPr marL="686806" algn="l" rtl="0" eaLnBrk="1" fontAlgn="base" hangingPunct="1">
        <a:spcBef>
          <a:spcPct val="0"/>
        </a:spcBef>
        <a:spcAft>
          <a:spcPct val="0"/>
        </a:spcAft>
        <a:defRPr sz="1800" b="1">
          <a:solidFill>
            <a:schemeClr val="tx1"/>
          </a:solidFill>
          <a:latin typeface="Arial" pitchFamily="34" charset="0"/>
        </a:defRPr>
      </a:lvl7pPr>
      <a:lvl8pPr marL="1030209" algn="l" rtl="0" eaLnBrk="1" fontAlgn="base" hangingPunct="1">
        <a:spcBef>
          <a:spcPct val="0"/>
        </a:spcBef>
        <a:spcAft>
          <a:spcPct val="0"/>
        </a:spcAft>
        <a:defRPr sz="1800" b="1">
          <a:solidFill>
            <a:schemeClr val="tx1"/>
          </a:solidFill>
          <a:latin typeface="Arial" pitchFamily="34" charset="0"/>
        </a:defRPr>
      </a:lvl8pPr>
      <a:lvl9pPr marL="1373612" algn="l" rtl="0" eaLnBrk="1" fontAlgn="base" hangingPunct="1">
        <a:spcBef>
          <a:spcPct val="0"/>
        </a:spcBef>
        <a:spcAft>
          <a:spcPct val="0"/>
        </a:spcAft>
        <a:defRPr sz="1800" b="1">
          <a:solidFill>
            <a:schemeClr val="tx1"/>
          </a:solidFill>
          <a:latin typeface="Arial" pitchFamily="34" charset="0"/>
        </a:defRPr>
      </a:lvl9pPr>
    </p:titleStyle>
    <p:bodyStyle>
      <a:lvl1pPr marL="178856" indent="-178856" algn="l" rtl="0" eaLnBrk="1" fontAlgn="base" hangingPunct="1">
        <a:spcBef>
          <a:spcPct val="100000"/>
        </a:spcBef>
        <a:spcAft>
          <a:spcPct val="0"/>
        </a:spcAft>
        <a:buClr>
          <a:schemeClr val="tx1"/>
        </a:buClr>
        <a:buFont typeface="Wingdings 2" pitchFamily="18" charset="2"/>
        <a:buChar char="¡"/>
        <a:defRPr sz="1200">
          <a:solidFill>
            <a:schemeClr val="tx1"/>
          </a:solidFill>
          <a:latin typeface="+mn-lt"/>
          <a:ea typeface="+mn-ea"/>
          <a:cs typeface="+mn-cs"/>
        </a:defRPr>
      </a:lvl1pPr>
      <a:lvl2pPr marL="343403" indent="-163355"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2pPr>
      <a:lvl3pPr marL="507950" indent="-15739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3pPr>
      <a:lvl4pPr marL="679652"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4pPr>
      <a:lvl5pPr marL="851353"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5pPr>
      <a:lvl6pPr marL="1194756"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6pPr>
      <a:lvl7pPr marL="1538159"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7pPr>
      <a:lvl8pPr marL="1881562"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8pPr>
      <a:lvl9pPr marL="2224965"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9pPr>
    </p:bodyStyle>
    <p:otherStyle>
      <a:defPPr>
        <a:defRPr lang="en-US"/>
      </a:defPPr>
      <a:lvl1pPr marL="0" algn="l" defTabSz="686806" rtl="0" eaLnBrk="1" latinLnBrk="0" hangingPunct="1">
        <a:defRPr sz="1400" kern="1200">
          <a:solidFill>
            <a:schemeClr val="tx1"/>
          </a:solidFill>
          <a:latin typeface="+mn-lt"/>
          <a:ea typeface="+mn-ea"/>
          <a:cs typeface="+mn-cs"/>
        </a:defRPr>
      </a:lvl1pPr>
      <a:lvl2pPr marL="343403" algn="l" defTabSz="686806" rtl="0" eaLnBrk="1" latinLnBrk="0" hangingPunct="1">
        <a:defRPr sz="1400" kern="1200">
          <a:solidFill>
            <a:schemeClr val="tx1"/>
          </a:solidFill>
          <a:latin typeface="+mn-lt"/>
          <a:ea typeface="+mn-ea"/>
          <a:cs typeface="+mn-cs"/>
        </a:defRPr>
      </a:lvl2pPr>
      <a:lvl3pPr marL="686806" algn="l" defTabSz="686806" rtl="0" eaLnBrk="1" latinLnBrk="0" hangingPunct="1">
        <a:defRPr sz="1400" kern="1200">
          <a:solidFill>
            <a:schemeClr val="tx1"/>
          </a:solidFill>
          <a:latin typeface="+mn-lt"/>
          <a:ea typeface="+mn-ea"/>
          <a:cs typeface="+mn-cs"/>
        </a:defRPr>
      </a:lvl3pPr>
      <a:lvl4pPr marL="1030209" algn="l" defTabSz="686806" rtl="0" eaLnBrk="1" latinLnBrk="0" hangingPunct="1">
        <a:defRPr sz="1400" kern="1200">
          <a:solidFill>
            <a:schemeClr val="tx1"/>
          </a:solidFill>
          <a:latin typeface="+mn-lt"/>
          <a:ea typeface="+mn-ea"/>
          <a:cs typeface="+mn-cs"/>
        </a:defRPr>
      </a:lvl4pPr>
      <a:lvl5pPr marL="1373612" algn="l" defTabSz="686806" rtl="0" eaLnBrk="1" latinLnBrk="0" hangingPunct="1">
        <a:defRPr sz="1400" kern="1200">
          <a:solidFill>
            <a:schemeClr val="tx1"/>
          </a:solidFill>
          <a:latin typeface="+mn-lt"/>
          <a:ea typeface="+mn-ea"/>
          <a:cs typeface="+mn-cs"/>
        </a:defRPr>
      </a:lvl5pPr>
      <a:lvl6pPr marL="1717015" algn="l" defTabSz="686806" rtl="0" eaLnBrk="1" latinLnBrk="0" hangingPunct="1">
        <a:defRPr sz="1400" kern="1200">
          <a:solidFill>
            <a:schemeClr val="tx1"/>
          </a:solidFill>
          <a:latin typeface="+mn-lt"/>
          <a:ea typeface="+mn-ea"/>
          <a:cs typeface="+mn-cs"/>
        </a:defRPr>
      </a:lvl6pPr>
      <a:lvl7pPr marL="2060418" algn="l" defTabSz="686806" rtl="0" eaLnBrk="1" latinLnBrk="0" hangingPunct="1">
        <a:defRPr sz="1400" kern="1200">
          <a:solidFill>
            <a:schemeClr val="tx1"/>
          </a:solidFill>
          <a:latin typeface="+mn-lt"/>
          <a:ea typeface="+mn-ea"/>
          <a:cs typeface="+mn-cs"/>
        </a:defRPr>
      </a:lvl7pPr>
      <a:lvl8pPr marL="2403820" algn="l" defTabSz="686806" rtl="0" eaLnBrk="1" latinLnBrk="0" hangingPunct="1">
        <a:defRPr sz="1400" kern="1200">
          <a:solidFill>
            <a:schemeClr val="tx1"/>
          </a:solidFill>
          <a:latin typeface="+mn-lt"/>
          <a:ea typeface="+mn-ea"/>
          <a:cs typeface="+mn-cs"/>
        </a:defRPr>
      </a:lvl8pPr>
      <a:lvl9pPr marL="2747223" algn="l" defTabSz="68680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9LSnINglkQA" TargetMode="External"/><Relationship Id="rId2" Type="http://schemas.openxmlformats.org/officeDocument/2006/relationships/hyperlink" Target="https://www.cebglobal.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237744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0" y="4038600"/>
            <a:ext cx="9144000" cy="5334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1783080" y="106672"/>
            <a:ext cx="5593079" cy="2164080"/>
          </a:xfrm>
          <a:prstGeom prst="rect">
            <a:avLst/>
          </a:prstGeom>
        </p:spPr>
      </p:pic>
      <p:pic>
        <p:nvPicPr>
          <p:cNvPr id="9" name="Picture 4" descr="http://www.managementparadise.com/dev/uploads_user/389000/388161/image/10-26-2015/Education/Shiv%20Nadar%20Universit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1" t="17113" r="3333" b="14438"/>
          <a:stretch/>
        </p:blipFill>
        <p:spPr bwMode="auto">
          <a:xfrm>
            <a:off x="160020" y="2536499"/>
            <a:ext cx="2095505" cy="457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ttp://www.rednewswire.com/wp-content/uploads/2015/10/HCL-Technologies.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280" t="26046" r="16646" b="29302"/>
          <a:stretch/>
        </p:blipFill>
        <p:spPr bwMode="auto">
          <a:xfrm>
            <a:off x="327660" y="3591042"/>
            <a:ext cx="1676400" cy="3094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ttp://globalchange.mit.edu/images/JP.diagram.arrows.png"/>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1732" y="3061992"/>
            <a:ext cx="712080" cy="4607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6"/>
          <a:srcRect b="2439"/>
          <a:stretch/>
        </p:blipFill>
        <p:spPr>
          <a:xfrm>
            <a:off x="137160" y="106672"/>
            <a:ext cx="1645920" cy="2167794"/>
          </a:xfrm>
          <a:prstGeom prst="rect">
            <a:avLst/>
          </a:prstGeom>
        </p:spPr>
      </p:pic>
      <p:pic>
        <p:nvPicPr>
          <p:cNvPr id="12" name="Picture 11"/>
          <p:cNvPicPr>
            <a:picLocks noChangeAspect="1"/>
          </p:cNvPicPr>
          <p:nvPr/>
        </p:nvPicPr>
        <p:blipFill>
          <a:blip r:embed="rId7"/>
          <a:stretch>
            <a:fillRect/>
          </a:stretch>
        </p:blipFill>
        <p:spPr>
          <a:xfrm>
            <a:off x="7376160" y="106672"/>
            <a:ext cx="1645920" cy="2164080"/>
          </a:xfrm>
          <a:prstGeom prst="rect">
            <a:avLst/>
          </a:prstGeom>
        </p:spPr>
      </p:pic>
      <p:sp>
        <p:nvSpPr>
          <p:cNvPr id="14" name="TextBox 13"/>
          <p:cNvSpPr txBox="1"/>
          <p:nvPr/>
        </p:nvSpPr>
        <p:spPr>
          <a:xfrm>
            <a:off x="4343400" y="2514600"/>
            <a:ext cx="4572000" cy="738664"/>
          </a:xfrm>
          <a:prstGeom prst="rect">
            <a:avLst/>
          </a:prstGeom>
          <a:noFill/>
        </p:spPr>
        <p:txBody>
          <a:bodyPr wrap="square" rtlCol="0" anchor="ctr" anchorCtr="0">
            <a:noAutofit/>
          </a:bodyPr>
          <a:lstStyle/>
          <a:p>
            <a:pPr algn="ctr"/>
            <a:r>
              <a:rPr lang="en-IN" sz="2400" b="1" dirty="0">
                <a:latin typeface="Arial Rounded MT Bold" panose="020F0704030504030204" pitchFamily="34" charset="0"/>
              </a:rPr>
              <a:t>Modern Software Development </a:t>
            </a:r>
            <a:r>
              <a:rPr lang="en-IN" sz="2400" b="1" dirty="0" smtClean="0">
                <a:latin typeface="Arial Rounded MT Bold" panose="020F0704030504030204" pitchFamily="34" charset="0"/>
              </a:rPr>
              <a:t>Practices</a:t>
            </a:r>
            <a:endParaRPr lang="en-IN" sz="2400" b="1" dirty="0">
              <a:latin typeface="Arial Rounded MT Bold" panose="020F0704030504030204" pitchFamily="34" charset="0"/>
            </a:endParaRPr>
          </a:p>
        </p:txBody>
      </p:sp>
      <p:sp>
        <p:nvSpPr>
          <p:cNvPr id="13" name="Rectangle 12"/>
          <p:cNvSpPr/>
          <p:nvPr/>
        </p:nvSpPr>
        <p:spPr>
          <a:xfrm>
            <a:off x="4953000" y="3242846"/>
            <a:ext cx="3352800" cy="338554"/>
          </a:xfrm>
          <a:prstGeom prst="rect">
            <a:avLst/>
          </a:prstGeom>
        </p:spPr>
        <p:txBody>
          <a:bodyPr wrap="square">
            <a:spAutoFit/>
          </a:bodyPr>
          <a:lstStyle/>
          <a:p>
            <a:pPr algn="ctr"/>
            <a:r>
              <a:rPr lang="en-US" sz="1600" dirty="0" smtClean="0">
                <a:latin typeface="Garamond" panose="02020404030301010803" pitchFamily="18" charset="0"/>
              </a:rPr>
              <a:t>Project Management Module</a:t>
            </a:r>
            <a:endParaRPr lang="en-US" sz="1600" dirty="0">
              <a:latin typeface="Garamond" panose="02020404030301010803" pitchFamily="18" charset="0"/>
            </a:endParaRPr>
          </a:p>
        </p:txBody>
      </p:sp>
      <p:sp>
        <p:nvSpPr>
          <p:cNvPr id="15" name="Rectangle 14"/>
          <p:cNvSpPr/>
          <p:nvPr/>
        </p:nvSpPr>
        <p:spPr>
          <a:xfrm>
            <a:off x="6315812" y="3581400"/>
            <a:ext cx="808235" cy="253916"/>
          </a:xfrm>
          <a:prstGeom prst="rect">
            <a:avLst/>
          </a:prstGeom>
        </p:spPr>
        <p:txBody>
          <a:bodyPr wrap="none">
            <a:spAutoFit/>
          </a:bodyPr>
          <a:lstStyle/>
          <a:p>
            <a:pPr algn="ctr"/>
            <a:r>
              <a:rPr lang="en-US" sz="1050" b="1" smtClean="0">
                <a:solidFill>
                  <a:schemeClr val="accent6">
                    <a:lumMod val="50000"/>
                  </a:schemeClr>
                </a:solidFill>
                <a:latin typeface="Trebuchet MS" panose="020B0603020202020204" pitchFamily="34" charset="0"/>
              </a:rPr>
              <a:t>SESSION 3</a:t>
            </a:r>
            <a:endParaRPr lang="en-US" sz="1050" b="1" dirty="0">
              <a:solidFill>
                <a:schemeClr val="accent6">
                  <a:lumMod val="50000"/>
                </a:schemeClr>
              </a:solidFill>
              <a:latin typeface="Trebuchet MS" panose="020B0603020202020204" pitchFamily="34" charset="0"/>
            </a:endParaRPr>
          </a:p>
        </p:txBody>
      </p:sp>
    </p:spTree>
    <p:extLst>
      <p:ext uri="{BB962C8B-B14F-4D97-AF65-F5344CB8AC3E}">
        <p14:creationId xmlns:p14="http://schemas.microsoft.com/office/powerpoint/2010/main" val="17242341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Agenda</a:t>
            </a:r>
            <a:endParaRPr lang="en-US" b="1" dirty="0"/>
          </a:p>
        </p:txBody>
      </p:sp>
      <p:sp>
        <p:nvSpPr>
          <p:cNvPr id="3" name="Footer Placeholder 2"/>
          <p:cNvSpPr>
            <a:spLocks noGrp="1"/>
          </p:cNvSpPr>
          <p:nvPr>
            <p:ph type="ftr" sz="quarter" idx="11"/>
          </p:nvPr>
        </p:nvSpPr>
        <p:spPr/>
        <p:txBody>
          <a:bodyPr/>
          <a:lstStyle/>
          <a:p>
            <a:fld id="{0B491FB4-905F-488C-AD01-09867DFAF172}" type="slidenum">
              <a:rPr lang="en-US" smtClean="0"/>
              <a:pPr/>
              <a:t>2</a:t>
            </a:fld>
            <a:endParaRPr lang="en-US" dirty="0"/>
          </a:p>
        </p:txBody>
      </p:sp>
      <p:graphicFrame>
        <p:nvGraphicFramePr>
          <p:cNvPr id="4" name="Diagram 3"/>
          <p:cNvGraphicFramePr/>
          <p:nvPr>
            <p:extLst>
              <p:ext uri="{D42A27DB-BD31-4B8C-83A1-F6EECF244321}">
                <p14:modId xmlns:p14="http://schemas.microsoft.com/office/powerpoint/2010/main" val="2988520061"/>
              </p:ext>
            </p:extLst>
          </p:nvPr>
        </p:nvGraphicFramePr>
        <p:xfrm>
          <a:off x="533400" y="787400"/>
          <a:ext cx="8229600" cy="325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18978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Recap of Previous Session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a:t>
            </a:fld>
            <a:endParaRPr lang="en-US" dirty="0"/>
          </a:p>
        </p:txBody>
      </p:sp>
      <p:sp>
        <p:nvSpPr>
          <p:cNvPr id="5" name="Rectangle 4"/>
          <p:cNvSpPr/>
          <p:nvPr/>
        </p:nvSpPr>
        <p:spPr>
          <a:xfrm>
            <a:off x="457200" y="392097"/>
            <a:ext cx="7467600" cy="954107"/>
          </a:xfrm>
          <a:prstGeom prst="rect">
            <a:avLst/>
          </a:prstGeom>
        </p:spPr>
        <p:txBody>
          <a:bodyPr wrap="square">
            <a:spAutoFit/>
          </a:bodyPr>
          <a:lstStyle/>
          <a:p>
            <a:r>
              <a:rPr lang="en-US" sz="2800" i="1" dirty="0"/>
              <a:t/>
            </a:r>
            <a:br>
              <a:rPr lang="en-US" sz="2800" i="1" dirty="0"/>
            </a:br>
            <a:endParaRPr lang="en-IN" sz="2800" dirty="0"/>
          </a:p>
        </p:txBody>
      </p:sp>
    </p:spTree>
    <p:extLst>
      <p:ext uri="{BB962C8B-B14F-4D97-AF65-F5344CB8AC3E}">
        <p14:creationId xmlns:p14="http://schemas.microsoft.com/office/powerpoint/2010/main" val="3598372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Phases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4</a:t>
            </a:fld>
            <a:endParaRPr lang="en-US" dirty="0"/>
          </a:p>
        </p:txBody>
      </p:sp>
      <p:graphicFrame>
        <p:nvGraphicFramePr>
          <p:cNvPr id="4" name="Diagram 3"/>
          <p:cNvGraphicFramePr/>
          <p:nvPr>
            <p:extLst>
              <p:ext uri="{D42A27DB-BD31-4B8C-83A1-F6EECF244321}">
                <p14:modId xmlns:p14="http://schemas.microsoft.com/office/powerpoint/2010/main" val="2078953967"/>
              </p:ext>
            </p:extLst>
          </p:nvPr>
        </p:nvGraphicFramePr>
        <p:xfrm>
          <a:off x="828676" y="437415"/>
          <a:ext cx="7629524" cy="713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6265048"/>
              </p:ext>
            </p:extLst>
          </p:nvPr>
        </p:nvGraphicFramePr>
        <p:xfrm>
          <a:off x="828676" y="1130299"/>
          <a:ext cx="7629525" cy="3230880"/>
        </p:xfrm>
        <a:graphic>
          <a:graphicData uri="http://schemas.openxmlformats.org/drawingml/2006/table">
            <a:tbl>
              <a:tblPr firstRow="1" bandRow="1">
                <a:tableStyleId>{5C22544A-7EE6-4342-B048-85BDC9FD1C3A}</a:tableStyleId>
              </a:tblPr>
              <a:tblGrid>
                <a:gridCol w="1525905">
                  <a:extLst>
                    <a:ext uri="{9D8B030D-6E8A-4147-A177-3AD203B41FA5}">
                      <a16:colId xmlns:a16="http://schemas.microsoft.com/office/drawing/2014/main" val="1385679927"/>
                    </a:ext>
                  </a:extLst>
                </a:gridCol>
                <a:gridCol w="1525905">
                  <a:extLst>
                    <a:ext uri="{9D8B030D-6E8A-4147-A177-3AD203B41FA5}">
                      <a16:colId xmlns:a16="http://schemas.microsoft.com/office/drawing/2014/main" val="253220989"/>
                    </a:ext>
                  </a:extLst>
                </a:gridCol>
                <a:gridCol w="1525905">
                  <a:extLst>
                    <a:ext uri="{9D8B030D-6E8A-4147-A177-3AD203B41FA5}">
                      <a16:colId xmlns:a16="http://schemas.microsoft.com/office/drawing/2014/main" val="4218354868"/>
                    </a:ext>
                  </a:extLst>
                </a:gridCol>
                <a:gridCol w="1525905">
                  <a:extLst>
                    <a:ext uri="{9D8B030D-6E8A-4147-A177-3AD203B41FA5}">
                      <a16:colId xmlns:a16="http://schemas.microsoft.com/office/drawing/2014/main" val="2674943589"/>
                    </a:ext>
                  </a:extLst>
                </a:gridCol>
                <a:gridCol w="1525905">
                  <a:extLst>
                    <a:ext uri="{9D8B030D-6E8A-4147-A177-3AD203B41FA5}">
                      <a16:colId xmlns:a16="http://schemas.microsoft.com/office/drawing/2014/main" val="643686547"/>
                    </a:ext>
                  </a:extLst>
                </a:gridCol>
              </a:tblGrid>
              <a:tr h="999378">
                <a:tc>
                  <a:txBody>
                    <a:bodyPr/>
                    <a:lstStyle/>
                    <a:p>
                      <a:pPr algn="l"/>
                      <a:r>
                        <a:rPr lang="en-US" sz="1000" b="0" dirty="0" smtClean="0"/>
                        <a:t>Define a new project or new phase, identify stakeholders, and obtain authorization</a:t>
                      </a:r>
                    </a:p>
                    <a:p>
                      <a:pPr algn="l"/>
                      <a:endParaRPr lang="en-US" sz="1000" b="0" dirty="0" smtClean="0"/>
                    </a:p>
                    <a:p>
                      <a:pPr algn="just"/>
                      <a:r>
                        <a:rPr lang="en-US" sz="1000" b="0" dirty="0" smtClean="0"/>
                        <a:t>“Authorize the Work”</a:t>
                      </a:r>
                      <a:endParaRPr lang="en-IN" sz="1000" b="0" dirty="0"/>
                    </a:p>
                  </a:txBody>
                  <a:tcPr/>
                </a:tc>
                <a:tc>
                  <a:txBody>
                    <a:bodyPr/>
                    <a:lstStyle/>
                    <a:p>
                      <a:r>
                        <a:rPr lang="en-US" sz="1000" b="0" kern="1200" dirty="0" smtClean="0">
                          <a:solidFill>
                            <a:schemeClr val="lt1"/>
                          </a:solidFill>
                          <a:latin typeface="+mn-lt"/>
                          <a:ea typeface="+mn-ea"/>
                          <a:cs typeface="+mn-cs"/>
                        </a:rPr>
                        <a:t>Develop an integrated project management plan to attain project objectives</a:t>
                      </a: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“Plan the Work”</a:t>
                      </a:r>
                      <a:endParaRPr lang="en-IN" sz="1000" b="0" kern="1200" dirty="0">
                        <a:solidFill>
                          <a:schemeClr val="lt1"/>
                        </a:solidFill>
                        <a:latin typeface="+mn-lt"/>
                        <a:ea typeface="+mn-ea"/>
                        <a:cs typeface="+mn-cs"/>
                      </a:endParaRPr>
                    </a:p>
                  </a:txBody>
                  <a:tcPr/>
                </a:tc>
                <a:tc>
                  <a:txBody>
                    <a:bodyPr/>
                    <a:lstStyle/>
                    <a:p>
                      <a:r>
                        <a:rPr lang="en-IN" sz="1000" b="0" kern="1200" dirty="0" smtClean="0">
                          <a:solidFill>
                            <a:schemeClr val="lt1"/>
                          </a:solidFill>
                          <a:latin typeface="+mn-lt"/>
                          <a:ea typeface="+mn-ea"/>
                          <a:cs typeface="+mn-cs"/>
                        </a:rPr>
                        <a:t>Complete the work and satisfy project</a:t>
                      </a:r>
                      <a:r>
                        <a:rPr lang="en-IN" sz="1000" b="0" kern="1200" baseline="0" dirty="0" smtClean="0">
                          <a:solidFill>
                            <a:schemeClr val="lt1"/>
                          </a:solidFill>
                          <a:latin typeface="+mn-lt"/>
                          <a:ea typeface="+mn-ea"/>
                          <a:cs typeface="+mn-cs"/>
                        </a:rPr>
                        <a:t> Objectives</a:t>
                      </a: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“Work the Plan</a:t>
                      </a:r>
                      <a:endParaRPr lang="en-IN" sz="1000" b="0" kern="1200" dirty="0">
                        <a:solidFill>
                          <a:schemeClr val="lt1"/>
                        </a:solidFill>
                        <a:latin typeface="+mn-lt"/>
                        <a:ea typeface="+mn-ea"/>
                        <a:cs typeface="+mn-cs"/>
                      </a:endParaRPr>
                    </a:p>
                  </a:txBody>
                  <a:tcPr/>
                </a:tc>
                <a:tc>
                  <a:txBody>
                    <a:bodyPr/>
                    <a:lstStyle/>
                    <a:p>
                      <a:r>
                        <a:rPr lang="en-US" sz="1000" b="0" kern="1200" dirty="0" smtClean="0">
                          <a:solidFill>
                            <a:schemeClr val="lt1"/>
                          </a:solidFill>
                          <a:latin typeface="+mn-lt"/>
                          <a:ea typeface="+mn-ea"/>
                          <a:cs typeface="+mn-cs"/>
                        </a:rPr>
                        <a:t>Track and review project progress and performance; manage variance and change</a:t>
                      </a: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“Control the Plan</a:t>
                      </a:r>
                      <a:endParaRPr lang="en-IN" sz="1000" b="0" kern="1200" dirty="0">
                        <a:solidFill>
                          <a:schemeClr val="lt1"/>
                        </a:solidFill>
                        <a:latin typeface="+mn-lt"/>
                        <a:ea typeface="+mn-ea"/>
                        <a:cs typeface="+mn-cs"/>
                      </a:endParaRPr>
                    </a:p>
                  </a:txBody>
                  <a:tcPr/>
                </a:tc>
                <a:tc>
                  <a:txBody>
                    <a:bodyPr/>
                    <a:lstStyle/>
                    <a:p>
                      <a:r>
                        <a:rPr lang="en-US" sz="1000" b="0" kern="1200" dirty="0" smtClean="0">
                          <a:solidFill>
                            <a:schemeClr val="lt1"/>
                          </a:solidFill>
                          <a:latin typeface="+mn-lt"/>
                          <a:ea typeface="+mn-ea"/>
                          <a:cs typeface="+mn-cs"/>
                        </a:rPr>
                        <a:t>Finalize all activities and formally close the project or phase</a:t>
                      </a: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“End the Work”</a:t>
                      </a:r>
                      <a:endParaRPr lang="en-IN" sz="1000" b="0" kern="1200" dirty="0">
                        <a:solidFill>
                          <a:schemeClr val="lt1"/>
                        </a:solidFill>
                        <a:latin typeface="+mn-lt"/>
                        <a:ea typeface="+mn-ea"/>
                        <a:cs typeface="+mn-cs"/>
                      </a:endParaRPr>
                    </a:p>
                  </a:txBody>
                  <a:tcPr/>
                </a:tc>
                <a:extLst>
                  <a:ext uri="{0D108BD9-81ED-4DB2-BD59-A6C34878D82A}">
                    <a16:rowId xmlns:a16="http://schemas.microsoft.com/office/drawing/2014/main" val="91129113"/>
                  </a:ext>
                </a:extLst>
              </a:tr>
              <a:tr h="2210745">
                <a:tc>
                  <a:txBody>
                    <a:bodyPr/>
                    <a:lstStyle/>
                    <a:p>
                      <a:r>
                        <a:rPr lang="en-IN" sz="1000" b="0" kern="1200" dirty="0" smtClean="0">
                          <a:solidFill>
                            <a:schemeClr val="lt1"/>
                          </a:solidFill>
                          <a:latin typeface="+mn-lt"/>
                          <a:ea typeface="+mn-ea"/>
                          <a:cs typeface="+mn-cs"/>
                        </a:rPr>
                        <a:t>• Project Charter</a:t>
                      </a:r>
                    </a:p>
                    <a:p>
                      <a:r>
                        <a:rPr lang="en-IN" sz="1000" b="0" kern="1200" dirty="0" smtClean="0">
                          <a:solidFill>
                            <a:schemeClr val="lt1"/>
                          </a:solidFill>
                          <a:latin typeface="+mn-lt"/>
                          <a:ea typeface="+mn-ea"/>
                          <a:cs typeface="+mn-cs"/>
                        </a:rPr>
                        <a:t>• Stakeholder Register</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IN" sz="1000" b="0" kern="1200" dirty="0" smtClean="0">
                          <a:solidFill>
                            <a:schemeClr val="lt1"/>
                          </a:solidFill>
                          <a:latin typeface="+mn-lt"/>
                          <a:ea typeface="+mn-ea"/>
                          <a:cs typeface="+mn-cs"/>
                        </a:rPr>
                        <a:t>•</a:t>
                      </a:r>
                      <a:r>
                        <a:rPr lang="en-US" sz="1000" b="0" kern="1200" dirty="0" smtClean="0">
                          <a:solidFill>
                            <a:schemeClr val="lt1"/>
                          </a:solidFill>
                          <a:latin typeface="+mn-lt"/>
                          <a:ea typeface="+mn-ea"/>
                          <a:cs typeface="+mn-cs"/>
                        </a:rPr>
                        <a:t>Project Mgt. Plans &amp; Related Documents</a:t>
                      </a:r>
                    </a:p>
                    <a:p>
                      <a:r>
                        <a:rPr lang="en-US" sz="1000" b="0" kern="1200" dirty="0" smtClean="0">
                          <a:solidFill>
                            <a:schemeClr val="lt1"/>
                          </a:solidFill>
                          <a:latin typeface="+mn-lt"/>
                          <a:ea typeface="+mn-ea"/>
                          <a:cs typeface="+mn-cs"/>
                        </a:rPr>
                        <a:t> - Scope</a:t>
                      </a:r>
                    </a:p>
                    <a:p>
                      <a:r>
                        <a:rPr lang="en-US" sz="1000" b="0" kern="1200" dirty="0" smtClean="0">
                          <a:solidFill>
                            <a:schemeClr val="lt1"/>
                          </a:solidFill>
                          <a:latin typeface="+mn-lt"/>
                          <a:ea typeface="+mn-ea"/>
                          <a:cs typeface="+mn-cs"/>
                        </a:rPr>
                        <a:t> - Requirements </a:t>
                      </a:r>
                    </a:p>
                    <a:p>
                      <a:pPr marL="171450" indent="-171450">
                        <a:buFontTx/>
                        <a:buChar char="-"/>
                      </a:pPr>
                      <a:r>
                        <a:rPr lang="en-US" sz="1000" b="0" kern="1200" dirty="0" smtClean="0">
                          <a:solidFill>
                            <a:schemeClr val="lt1"/>
                          </a:solidFill>
                          <a:latin typeface="+mn-lt"/>
                          <a:ea typeface="+mn-ea"/>
                          <a:cs typeface="+mn-cs"/>
                        </a:rPr>
                        <a:t>Schedule </a:t>
                      </a:r>
                    </a:p>
                    <a:p>
                      <a:pPr marL="171450" indent="-171450">
                        <a:buFontTx/>
                        <a:buChar char="-"/>
                      </a:pPr>
                      <a:r>
                        <a:rPr lang="en-US" sz="1000" b="0" kern="1200" dirty="0" smtClean="0">
                          <a:solidFill>
                            <a:schemeClr val="lt1"/>
                          </a:solidFill>
                          <a:latin typeface="+mn-lt"/>
                          <a:ea typeface="+mn-ea"/>
                          <a:cs typeface="+mn-cs"/>
                        </a:rPr>
                        <a:t>Cost</a:t>
                      </a:r>
                    </a:p>
                    <a:p>
                      <a:pPr marL="171450" indent="-171450">
                        <a:buFontTx/>
                        <a:buChar char="-"/>
                      </a:pPr>
                      <a:r>
                        <a:rPr lang="en-US" sz="1000" b="0" kern="1200" dirty="0" smtClean="0">
                          <a:solidFill>
                            <a:schemeClr val="lt1"/>
                          </a:solidFill>
                          <a:latin typeface="+mn-lt"/>
                          <a:ea typeface="+mn-ea"/>
                          <a:cs typeface="+mn-cs"/>
                        </a:rPr>
                        <a:t>Quality </a:t>
                      </a:r>
                    </a:p>
                    <a:p>
                      <a:pPr marL="171450" indent="-171450">
                        <a:buFontTx/>
                        <a:buChar char="-"/>
                      </a:pPr>
                      <a:r>
                        <a:rPr lang="en-US" sz="1000" b="0" kern="1200" dirty="0" smtClean="0">
                          <a:solidFill>
                            <a:schemeClr val="lt1"/>
                          </a:solidFill>
                          <a:latin typeface="+mn-lt"/>
                          <a:ea typeface="+mn-ea"/>
                          <a:cs typeface="+mn-cs"/>
                        </a:rPr>
                        <a:t>Human Resources</a:t>
                      </a:r>
                    </a:p>
                    <a:p>
                      <a:pPr marL="171450" indent="-171450">
                        <a:buFontTx/>
                        <a:buChar char="-"/>
                      </a:pPr>
                      <a:r>
                        <a:rPr lang="en-US" sz="1000" b="0" kern="1200" dirty="0" smtClean="0">
                          <a:solidFill>
                            <a:schemeClr val="lt1"/>
                          </a:solidFill>
                          <a:latin typeface="+mn-lt"/>
                          <a:ea typeface="+mn-ea"/>
                          <a:cs typeface="+mn-cs"/>
                        </a:rPr>
                        <a:t>Communication </a:t>
                      </a:r>
                    </a:p>
                    <a:p>
                      <a:pPr marL="171450" indent="-171450">
                        <a:buFontTx/>
                        <a:buChar char="-"/>
                      </a:pPr>
                      <a:r>
                        <a:rPr lang="en-US" sz="1000" b="0" kern="1200" dirty="0" smtClean="0">
                          <a:solidFill>
                            <a:schemeClr val="lt1"/>
                          </a:solidFill>
                          <a:latin typeface="+mn-lt"/>
                          <a:ea typeface="+mn-ea"/>
                          <a:cs typeface="+mn-cs"/>
                        </a:rPr>
                        <a:t>Risk </a:t>
                      </a:r>
                    </a:p>
                    <a:p>
                      <a:pPr marL="171450" indent="-171450">
                        <a:buFontTx/>
                        <a:buChar char="-"/>
                      </a:pPr>
                      <a:r>
                        <a:rPr lang="en-US" sz="1000" b="0" kern="1200" dirty="0" smtClean="0">
                          <a:solidFill>
                            <a:schemeClr val="lt1"/>
                          </a:solidFill>
                          <a:latin typeface="+mn-lt"/>
                          <a:ea typeface="+mn-ea"/>
                          <a:cs typeface="+mn-cs"/>
                        </a:rPr>
                        <a:t>Procurement</a:t>
                      </a:r>
                    </a:p>
                    <a:p>
                      <a:pPr marL="171450" indent="-171450">
                        <a:buFontTx/>
                        <a:buChar char="-"/>
                      </a:pPr>
                      <a:r>
                        <a:rPr lang="en-US" sz="1000" b="0" kern="1200" dirty="0" smtClean="0">
                          <a:solidFill>
                            <a:schemeClr val="lt1"/>
                          </a:solidFill>
                          <a:latin typeface="+mn-lt"/>
                          <a:ea typeface="+mn-ea"/>
                          <a:cs typeface="+mn-cs"/>
                        </a:rPr>
                        <a:t>Change</a:t>
                      </a:r>
                    </a:p>
                    <a:p>
                      <a:pPr marL="171450" indent="-171450">
                        <a:buFontTx/>
                        <a:buChar char="-"/>
                      </a:pPr>
                      <a:r>
                        <a:rPr lang="en-US" sz="1000" b="0" kern="1200" dirty="0" smtClean="0">
                          <a:solidFill>
                            <a:schemeClr val="lt1"/>
                          </a:solidFill>
                          <a:latin typeface="+mn-lt"/>
                          <a:ea typeface="+mn-ea"/>
                          <a:cs typeface="+mn-cs"/>
                        </a:rPr>
                        <a:t>Stakeholders</a:t>
                      </a:r>
                    </a:p>
                    <a:p>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Project Deliverables</a:t>
                      </a:r>
                    </a:p>
                    <a:p>
                      <a:r>
                        <a:rPr lang="en-US" sz="1000" b="0" kern="1200" dirty="0" smtClean="0">
                          <a:solidFill>
                            <a:schemeClr val="lt1"/>
                          </a:solidFill>
                          <a:latin typeface="+mn-lt"/>
                          <a:ea typeface="+mn-ea"/>
                          <a:cs typeface="+mn-cs"/>
                        </a:rPr>
                        <a:t>• Work Performance Data • Team Performance Assessments </a:t>
                      </a:r>
                    </a:p>
                    <a:p>
                      <a:r>
                        <a:rPr lang="en-US" sz="1000" b="0" kern="1200" dirty="0" smtClean="0">
                          <a:solidFill>
                            <a:schemeClr val="lt1"/>
                          </a:solidFill>
                          <a:latin typeface="+mn-lt"/>
                          <a:ea typeface="+mn-ea"/>
                          <a:cs typeface="+mn-cs"/>
                        </a:rPr>
                        <a:t>• Project Communications (e.g. status reports)</a:t>
                      </a:r>
                    </a:p>
                    <a:p>
                      <a:r>
                        <a:rPr lang="en-US" sz="1000" b="0" kern="1200" dirty="0" smtClean="0">
                          <a:solidFill>
                            <a:schemeClr val="lt1"/>
                          </a:solidFill>
                          <a:latin typeface="+mn-lt"/>
                          <a:ea typeface="+mn-ea"/>
                          <a:cs typeface="+mn-cs"/>
                        </a:rPr>
                        <a:t>• Selected Suppliers &amp; Agreements</a:t>
                      </a:r>
                    </a:p>
                    <a:p>
                      <a:r>
                        <a:rPr lang="en-US" sz="1000" b="0" kern="1200" dirty="0" smtClean="0">
                          <a:solidFill>
                            <a:schemeClr val="lt1"/>
                          </a:solidFill>
                          <a:latin typeface="+mn-lt"/>
                          <a:ea typeface="+mn-ea"/>
                          <a:cs typeface="+mn-cs"/>
                        </a:rPr>
                        <a:t>• Change Requests </a:t>
                      </a:r>
                    </a:p>
                    <a:p>
                      <a:r>
                        <a:rPr lang="en-US" sz="1000" b="0" kern="1200" dirty="0" smtClean="0">
                          <a:solidFill>
                            <a:schemeClr val="lt1"/>
                          </a:solidFill>
                          <a:latin typeface="+mn-lt"/>
                          <a:ea typeface="+mn-ea"/>
                          <a:cs typeface="+mn-cs"/>
                        </a:rPr>
                        <a:t>• Issue Log</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Change Logs</a:t>
                      </a:r>
                    </a:p>
                    <a:p>
                      <a:r>
                        <a:rPr lang="en-US" sz="1000" b="0" kern="1200" dirty="0" smtClean="0">
                          <a:solidFill>
                            <a:schemeClr val="lt1"/>
                          </a:solidFill>
                          <a:latin typeface="+mn-lt"/>
                          <a:ea typeface="+mn-ea"/>
                          <a:cs typeface="+mn-cs"/>
                        </a:rPr>
                        <a:t>• Approved Change Requests</a:t>
                      </a:r>
                    </a:p>
                    <a:p>
                      <a:r>
                        <a:rPr lang="en-US" sz="1000" b="0" kern="1200" dirty="0" smtClean="0">
                          <a:solidFill>
                            <a:schemeClr val="lt1"/>
                          </a:solidFill>
                          <a:latin typeface="+mn-lt"/>
                          <a:ea typeface="+mn-ea"/>
                          <a:cs typeface="+mn-cs"/>
                        </a:rPr>
                        <a:t>• Work Performance Information </a:t>
                      </a:r>
                    </a:p>
                    <a:p>
                      <a:r>
                        <a:rPr lang="en-US" sz="1000" b="0" kern="1200" dirty="0" smtClean="0">
                          <a:solidFill>
                            <a:schemeClr val="lt1"/>
                          </a:solidFill>
                          <a:latin typeface="+mn-lt"/>
                          <a:ea typeface="+mn-ea"/>
                          <a:cs typeface="+mn-cs"/>
                        </a:rPr>
                        <a:t>• Schedule Forecasts</a:t>
                      </a:r>
                    </a:p>
                    <a:p>
                      <a:r>
                        <a:rPr lang="en-US" sz="1000" b="0" kern="1200" dirty="0" smtClean="0">
                          <a:solidFill>
                            <a:schemeClr val="lt1"/>
                          </a:solidFill>
                          <a:latin typeface="+mn-lt"/>
                          <a:ea typeface="+mn-ea"/>
                          <a:cs typeface="+mn-cs"/>
                        </a:rPr>
                        <a:t>• Cost Forecasts</a:t>
                      </a:r>
                    </a:p>
                    <a:p>
                      <a:r>
                        <a:rPr lang="en-US" sz="1000" b="0" kern="1200" dirty="0" smtClean="0">
                          <a:solidFill>
                            <a:schemeClr val="lt1"/>
                          </a:solidFill>
                          <a:latin typeface="+mn-lt"/>
                          <a:ea typeface="+mn-ea"/>
                          <a:cs typeface="+mn-cs"/>
                        </a:rPr>
                        <a:t>• Updates to Project Plan • Quality Control Measurements</a:t>
                      </a:r>
                    </a:p>
                    <a:p>
                      <a:r>
                        <a:rPr lang="en-US" sz="1000" b="0" kern="1200" dirty="0" smtClean="0">
                          <a:solidFill>
                            <a:schemeClr val="lt1"/>
                          </a:solidFill>
                          <a:latin typeface="+mn-lt"/>
                          <a:ea typeface="+mn-ea"/>
                          <a:cs typeface="+mn-cs"/>
                        </a:rPr>
                        <a:t>• Verified Deliverable</a:t>
                      </a:r>
                    </a:p>
                    <a:p>
                      <a:r>
                        <a:rPr lang="en-US" sz="1000" b="0" kern="1200" dirty="0" smtClean="0">
                          <a:solidFill>
                            <a:schemeClr val="lt1"/>
                          </a:solidFill>
                          <a:latin typeface="+mn-lt"/>
                          <a:ea typeface="+mn-ea"/>
                          <a:cs typeface="+mn-cs"/>
                        </a:rPr>
                        <a:t>• Accepted Deliverable</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Final Product, Service, or Result (i.e. purpose of project) </a:t>
                      </a:r>
                    </a:p>
                    <a:p>
                      <a:r>
                        <a:rPr lang="en-US" sz="1000" b="0" kern="1200" dirty="0" smtClean="0">
                          <a:solidFill>
                            <a:schemeClr val="lt1"/>
                          </a:solidFill>
                          <a:latin typeface="+mn-lt"/>
                          <a:ea typeface="+mn-ea"/>
                          <a:cs typeface="+mn-cs"/>
                        </a:rPr>
                        <a:t>• Closed Procurement (e.g. formal signature of acceptance)</a:t>
                      </a:r>
                      <a:endParaRPr lang="en-IN" sz="1000" b="0" kern="1200" dirty="0">
                        <a:solidFill>
                          <a:schemeClr val="lt1"/>
                        </a:solidFill>
                        <a:latin typeface="+mn-lt"/>
                        <a:ea typeface="+mn-ea"/>
                        <a:cs typeface="+mn-cs"/>
                      </a:endParaRPr>
                    </a:p>
                  </a:txBody>
                  <a:tcPr>
                    <a:solidFill>
                      <a:schemeClr val="accent1">
                        <a:lumMod val="60000"/>
                        <a:lumOff val="40000"/>
                      </a:schemeClr>
                    </a:solidFill>
                  </a:tcPr>
                </a:tc>
                <a:extLst>
                  <a:ext uri="{0D108BD9-81ED-4DB2-BD59-A6C34878D82A}">
                    <a16:rowId xmlns:a16="http://schemas.microsoft.com/office/drawing/2014/main" val="3484851843"/>
                  </a:ext>
                </a:extLst>
              </a:tr>
            </a:tbl>
          </a:graphicData>
        </a:graphic>
      </p:graphicFrame>
      <p:sp>
        <p:nvSpPr>
          <p:cNvPr id="6" name="TextBox 5"/>
          <p:cNvSpPr txBox="1"/>
          <p:nvPr/>
        </p:nvSpPr>
        <p:spPr>
          <a:xfrm>
            <a:off x="381000" y="457200"/>
            <a:ext cx="507831" cy="567898"/>
          </a:xfrm>
          <a:prstGeom prst="rect">
            <a:avLst/>
          </a:prstGeom>
          <a:noFill/>
        </p:spPr>
        <p:txBody>
          <a:bodyPr vert="vert270" wrap="square" rtlCol="0">
            <a:spAutoFit/>
          </a:bodyPr>
          <a:lstStyle/>
          <a:p>
            <a:r>
              <a:rPr lang="en-IN" sz="1050" dirty="0" smtClean="0"/>
              <a:t>Process Groups</a:t>
            </a:r>
            <a:endParaRPr lang="en-IN" sz="1050" dirty="0"/>
          </a:p>
        </p:txBody>
      </p:sp>
      <p:sp>
        <p:nvSpPr>
          <p:cNvPr id="7" name="TextBox 6"/>
          <p:cNvSpPr txBox="1"/>
          <p:nvPr/>
        </p:nvSpPr>
        <p:spPr>
          <a:xfrm>
            <a:off x="380999" y="1170840"/>
            <a:ext cx="346249" cy="866240"/>
          </a:xfrm>
          <a:prstGeom prst="rect">
            <a:avLst/>
          </a:prstGeom>
          <a:noFill/>
        </p:spPr>
        <p:txBody>
          <a:bodyPr vert="vert270" wrap="square" rtlCol="0">
            <a:spAutoFit/>
          </a:bodyPr>
          <a:lstStyle/>
          <a:p>
            <a:pPr algn="ctr"/>
            <a:r>
              <a:rPr lang="en-IN" sz="1050" dirty="0" smtClean="0"/>
              <a:t>Activities</a:t>
            </a:r>
            <a:endParaRPr lang="en-IN" sz="1050" dirty="0"/>
          </a:p>
        </p:txBody>
      </p:sp>
      <p:sp>
        <p:nvSpPr>
          <p:cNvPr id="8" name="TextBox 7"/>
          <p:cNvSpPr txBox="1"/>
          <p:nvPr/>
        </p:nvSpPr>
        <p:spPr>
          <a:xfrm>
            <a:off x="380998" y="2312619"/>
            <a:ext cx="346249" cy="866240"/>
          </a:xfrm>
          <a:prstGeom prst="rect">
            <a:avLst/>
          </a:prstGeom>
          <a:noFill/>
        </p:spPr>
        <p:txBody>
          <a:bodyPr vert="vert270" wrap="square" rtlCol="0">
            <a:spAutoFit/>
          </a:bodyPr>
          <a:lstStyle/>
          <a:p>
            <a:pPr algn="ctr"/>
            <a:r>
              <a:rPr lang="en-IN" sz="1050" dirty="0" smtClean="0"/>
              <a:t>Key Outputs</a:t>
            </a:r>
            <a:endParaRPr lang="en-IN" sz="1050" dirty="0"/>
          </a:p>
        </p:txBody>
      </p:sp>
    </p:spTree>
    <p:extLst>
      <p:ext uri="{BB962C8B-B14F-4D97-AF65-F5344CB8AC3E}">
        <p14:creationId xmlns:p14="http://schemas.microsoft.com/office/powerpoint/2010/main" val="2872159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Quality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5</a:t>
            </a:fld>
            <a:endParaRPr lang="en-US" dirty="0"/>
          </a:p>
        </p:txBody>
      </p:sp>
      <p:sp>
        <p:nvSpPr>
          <p:cNvPr id="7" name="Rectangle 6"/>
          <p:cNvSpPr>
            <a:spLocks noChangeArrowheads="1"/>
          </p:cNvSpPr>
          <p:nvPr/>
        </p:nvSpPr>
        <p:spPr bwMode="auto">
          <a:xfrm>
            <a:off x="457200" y="403860"/>
            <a:ext cx="8229600" cy="2567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b="1" i="0" dirty="0" smtClean="0">
                <a:latin typeface="+mj-lt"/>
              </a:rPr>
              <a:t>Quality Management </a:t>
            </a:r>
            <a:r>
              <a:rPr lang="en-US" altLang="en-US" sz="1800" i="0" dirty="0" smtClean="0">
                <a:latin typeface="+mj-lt"/>
              </a:rPr>
              <a:t>is the process to ensure that the project will satisfy the needs of the beneficiaries. Quality is defined as a commitment to deliver the project outputs and meet the expectations of the beneficiaries which means that quality is ultimately defined by the beneficiary.</a:t>
            </a:r>
            <a:endParaRPr lang="en-GB" altLang="en-US" sz="2400" i="0" dirty="0"/>
          </a:p>
        </p:txBody>
      </p:sp>
      <p:pic>
        <p:nvPicPr>
          <p:cNvPr id="5" name="Picture 4"/>
          <p:cNvPicPr>
            <a:picLocks noChangeAspect="1"/>
          </p:cNvPicPr>
          <p:nvPr/>
        </p:nvPicPr>
        <p:blipFill>
          <a:blip r:embed="rId2"/>
          <a:stretch>
            <a:fillRect/>
          </a:stretch>
        </p:blipFill>
        <p:spPr>
          <a:xfrm>
            <a:off x="5486400" y="1828800"/>
            <a:ext cx="3381375" cy="1352550"/>
          </a:xfrm>
          <a:prstGeom prst="rect">
            <a:avLst/>
          </a:prstGeom>
        </p:spPr>
      </p:pic>
    </p:spTree>
    <p:extLst>
      <p:ext uri="{BB962C8B-B14F-4D97-AF65-F5344CB8AC3E}">
        <p14:creationId xmlns:p14="http://schemas.microsoft.com/office/powerpoint/2010/main" val="894730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Quality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6</a:t>
            </a:fld>
            <a:endParaRPr lang="en-US" dirty="0"/>
          </a:p>
        </p:txBody>
      </p:sp>
      <p:sp>
        <p:nvSpPr>
          <p:cNvPr id="8" name="Rectangle 7"/>
          <p:cNvSpPr>
            <a:spLocks noChangeArrowheads="1"/>
          </p:cNvSpPr>
          <p:nvPr/>
        </p:nvSpPr>
        <p:spPr bwMode="auto">
          <a:xfrm>
            <a:off x="457200" y="403860"/>
            <a:ext cx="8229600" cy="2872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i="0" dirty="0" smtClean="0">
                <a:latin typeface="+mj-lt"/>
              </a:rPr>
              <a:t>Project Quality Management ensures the project will satisfy NEEDS for which it was undertaken.</a:t>
            </a:r>
          </a:p>
          <a:p>
            <a:pPr marL="285750" indent="-285750" algn="just">
              <a:spcBef>
                <a:spcPct val="20000"/>
              </a:spcBef>
              <a:buFont typeface="Arial" panose="020B0604020202020204" pitchFamily="34" charset="0"/>
              <a:buChar char="•"/>
            </a:pPr>
            <a:r>
              <a:rPr lang="en-US" altLang="en-US" sz="1800" i="0" dirty="0" smtClean="0">
                <a:latin typeface="+mj-lt"/>
              </a:rPr>
              <a:t>Plan Quality </a:t>
            </a:r>
          </a:p>
          <a:p>
            <a:pPr marL="285750" indent="-285750" algn="just">
              <a:spcBef>
                <a:spcPct val="20000"/>
              </a:spcBef>
              <a:buFont typeface="Arial" panose="020B0604020202020204" pitchFamily="34" charset="0"/>
              <a:buChar char="•"/>
            </a:pPr>
            <a:r>
              <a:rPr lang="en-US" altLang="en-US" sz="1800" i="0" dirty="0" smtClean="0">
                <a:latin typeface="+mj-lt"/>
              </a:rPr>
              <a:t>Perform Quality Assurance</a:t>
            </a:r>
          </a:p>
          <a:p>
            <a:pPr marL="285750" indent="-285750" algn="just">
              <a:spcBef>
                <a:spcPct val="20000"/>
              </a:spcBef>
              <a:buFont typeface="Arial" panose="020B0604020202020204" pitchFamily="34" charset="0"/>
              <a:buChar char="•"/>
            </a:pPr>
            <a:r>
              <a:rPr lang="en-US" altLang="en-US" sz="1800" i="0" dirty="0" smtClean="0">
                <a:latin typeface="+mj-lt"/>
              </a:rPr>
              <a:t>Perform Quality control</a:t>
            </a:r>
          </a:p>
          <a:p>
            <a:pPr marL="285750" indent="-285750" algn="just">
              <a:spcBef>
                <a:spcPct val="20000"/>
              </a:spcBef>
              <a:buFont typeface="Arial" panose="020B0604020202020204" pitchFamily="34" charset="0"/>
              <a:buChar char="•"/>
            </a:pPr>
            <a:endParaRPr lang="en-US" altLang="en-US" sz="1800" i="0" dirty="0">
              <a:latin typeface="+mj-lt"/>
            </a:endParaRPr>
          </a:p>
          <a:p>
            <a:pPr algn="just">
              <a:spcBef>
                <a:spcPct val="20000"/>
              </a:spcBef>
            </a:pPr>
            <a:r>
              <a:rPr lang="en-US" altLang="en-US" sz="1800" i="0" dirty="0" smtClean="0">
                <a:latin typeface="+mj-lt"/>
              </a:rPr>
              <a:t>What is Quality ?</a:t>
            </a:r>
          </a:p>
          <a:p>
            <a:pPr marL="285750" indent="-285750" algn="just">
              <a:spcBef>
                <a:spcPct val="20000"/>
              </a:spcBef>
              <a:buFont typeface="Wingdings" panose="05000000000000000000" pitchFamily="2" charset="2"/>
              <a:buChar char="ü"/>
            </a:pPr>
            <a:r>
              <a:rPr lang="en-US" altLang="en-US" sz="1800" i="0" dirty="0" smtClean="0">
                <a:latin typeface="+mj-lt"/>
              </a:rPr>
              <a:t>Conformance to specifications</a:t>
            </a:r>
          </a:p>
          <a:p>
            <a:pPr marL="285750" indent="-285750" algn="just">
              <a:spcBef>
                <a:spcPct val="20000"/>
              </a:spcBef>
              <a:buFont typeface="Wingdings" panose="05000000000000000000" pitchFamily="2" charset="2"/>
              <a:buChar char="ü"/>
            </a:pPr>
            <a:r>
              <a:rPr lang="en-US" altLang="en-US" sz="1800" i="0" dirty="0" smtClean="0">
                <a:latin typeface="+mj-lt"/>
              </a:rPr>
              <a:t>Fitness for use.</a:t>
            </a:r>
          </a:p>
          <a:p>
            <a:pPr algn="just">
              <a:spcBef>
                <a:spcPct val="20000"/>
              </a:spcBef>
            </a:pPr>
            <a:endParaRPr lang="en-GB" altLang="en-US" sz="1800" i="0" dirty="0"/>
          </a:p>
        </p:txBody>
      </p:sp>
      <p:pic>
        <p:nvPicPr>
          <p:cNvPr id="4" name="Picture 3"/>
          <p:cNvPicPr>
            <a:picLocks noChangeAspect="1"/>
          </p:cNvPicPr>
          <p:nvPr/>
        </p:nvPicPr>
        <p:blipFill>
          <a:blip r:embed="rId2"/>
          <a:stretch>
            <a:fillRect/>
          </a:stretch>
        </p:blipFill>
        <p:spPr>
          <a:xfrm>
            <a:off x="6004560" y="922251"/>
            <a:ext cx="3048000" cy="1504950"/>
          </a:xfrm>
          <a:prstGeom prst="rect">
            <a:avLst/>
          </a:prstGeom>
        </p:spPr>
      </p:pic>
    </p:spTree>
    <p:extLst>
      <p:ext uri="{BB962C8B-B14F-4D97-AF65-F5344CB8AC3E}">
        <p14:creationId xmlns:p14="http://schemas.microsoft.com/office/powerpoint/2010/main" val="2149674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Quality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7</a:t>
            </a:fld>
            <a:endParaRPr lang="en-US" dirty="0"/>
          </a:p>
        </p:txBody>
      </p:sp>
      <p:sp>
        <p:nvSpPr>
          <p:cNvPr id="8" name="Rectangle 7"/>
          <p:cNvSpPr>
            <a:spLocks noChangeArrowheads="1"/>
          </p:cNvSpPr>
          <p:nvPr/>
        </p:nvSpPr>
        <p:spPr bwMode="auto">
          <a:xfrm>
            <a:off x="457200" y="403860"/>
            <a:ext cx="8229600" cy="3177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i="0" dirty="0" smtClean="0">
                <a:latin typeface="+mj-lt"/>
              </a:rPr>
              <a:t>There are four steps in Quality management:</a:t>
            </a:r>
          </a:p>
          <a:p>
            <a:pPr algn="just">
              <a:spcBef>
                <a:spcPct val="20000"/>
              </a:spcBef>
            </a:pPr>
            <a:endParaRPr lang="en-US" altLang="en-US" sz="1800" i="0" dirty="0">
              <a:latin typeface="+mj-lt"/>
            </a:endParaRPr>
          </a:p>
          <a:p>
            <a:pPr marL="285750" indent="-285750" algn="just">
              <a:spcBef>
                <a:spcPct val="20000"/>
              </a:spcBef>
              <a:buFont typeface="Wingdings" panose="05000000000000000000" pitchFamily="2" charset="2"/>
              <a:buChar char="q"/>
            </a:pPr>
            <a:r>
              <a:rPr lang="en-US" altLang="en-US" sz="1800" i="0" dirty="0" smtClean="0">
                <a:latin typeface="+mj-lt"/>
              </a:rPr>
              <a:t>Quality Definition</a:t>
            </a:r>
          </a:p>
          <a:p>
            <a:pPr marL="285750" indent="-285750" algn="just">
              <a:spcBef>
                <a:spcPct val="20000"/>
              </a:spcBef>
              <a:buFont typeface="Wingdings" panose="05000000000000000000" pitchFamily="2" charset="2"/>
              <a:buChar char="q"/>
            </a:pPr>
            <a:r>
              <a:rPr lang="en-US" altLang="en-US" sz="1800" i="0" dirty="0" smtClean="0">
                <a:latin typeface="+mj-lt"/>
              </a:rPr>
              <a:t>Quality Assurance</a:t>
            </a:r>
          </a:p>
          <a:p>
            <a:pPr marL="285750" indent="-285750" algn="just">
              <a:spcBef>
                <a:spcPct val="20000"/>
              </a:spcBef>
              <a:buFont typeface="Wingdings" panose="05000000000000000000" pitchFamily="2" charset="2"/>
              <a:buChar char="q"/>
            </a:pPr>
            <a:r>
              <a:rPr lang="en-US" altLang="en-US" sz="1800" i="0" dirty="0" smtClean="0">
                <a:latin typeface="+mj-lt"/>
              </a:rPr>
              <a:t>Quality Control</a:t>
            </a:r>
          </a:p>
          <a:p>
            <a:pPr marL="285750" indent="-285750" algn="just">
              <a:spcBef>
                <a:spcPct val="20000"/>
              </a:spcBef>
              <a:buFont typeface="Wingdings" panose="05000000000000000000" pitchFamily="2" charset="2"/>
              <a:buChar char="q"/>
            </a:pPr>
            <a:r>
              <a:rPr lang="en-US" altLang="en-US" sz="1800" i="0" dirty="0" smtClean="0">
                <a:latin typeface="+mj-lt"/>
              </a:rPr>
              <a:t>Quality improvements</a:t>
            </a:r>
          </a:p>
          <a:p>
            <a:pPr algn="just">
              <a:spcBef>
                <a:spcPct val="20000"/>
              </a:spcBef>
            </a:pPr>
            <a:endParaRPr lang="en-GB" altLang="en-US" sz="1800" i="0" dirty="0"/>
          </a:p>
        </p:txBody>
      </p:sp>
      <p:pic>
        <p:nvPicPr>
          <p:cNvPr id="4" name="Picture 3"/>
          <p:cNvPicPr>
            <a:picLocks noChangeAspect="1"/>
          </p:cNvPicPr>
          <p:nvPr/>
        </p:nvPicPr>
        <p:blipFill>
          <a:blip r:embed="rId2"/>
          <a:stretch>
            <a:fillRect/>
          </a:stretch>
        </p:blipFill>
        <p:spPr>
          <a:xfrm>
            <a:off x="5791200" y="1676400"/>
            <a:ext cx="3048000" cy="1504950"/>
          </a:xfrm>
          <a:prstGeom prst="rect">
            <a:avLst/>
          </a:prstGeom>
        </p:spPr>
      </p:pic>
    </p:spTree>
    <p:extLst>
      <p:ext uri="{BB962C8B-B14F-4D97-AF65-F5344CB8AC3E}">
        <p14:creationId xmlns:p14="http://schemas.microsoft.com/office/powerpoint/2010/main" val="723264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Quality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8</a:t>
            </a:fld>
            <a:endParaRPr lang="en-US" dirty="0"/>
          </a:p>
        </p:txBody>
      </p:sp>
      <p:sp>
        <p:nvSpPr>
          <p:cNvPr id="8" name="Rectangle 7"/>
          <p:cNvSpPr>
            <a:spLocks noChangeArrowheads="1"/>
          </p:cNvSpPr>
          <p:nvPr/>
        </p:nvSpPr>
        <p:spPr bwMode="auto">
          <a:xfrm>
            <a:off x="457200" y="403860"/>
            <a:ext cx="8153400" cy="3177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spcBef>
                <a:spcPct val="20000"/>
              </a:spcBef>
            </a:pPr>
            <a:r>
              <a:rPr lang="en-US" altLang="en-US" sz="1800" i="0" dirty="0" smtClean="0">
                <a:latin typeface="+mj-lt"/>
              </a:rPr>
              <a:t>The most popular tool used to determine quality assurance is the </a:t>
            </a:r>
            <a:r>
              <a:rPr lang="en-US" altLang="en-US" sz="1800" i="0" dirty="0" err="1" smtClean="0">
                <a:latin typeface="+mj-lt"/>
              </a:rPr>
              <a:t>Shewhart</a:t>
            </a:r>
            <a:r>
              <a:rPr lang="en-US" altLang="en-US" sz="1800" i="0" dirty="0" smtClean="0">
                <a:latin typeface="+mj-lt"/>
              </a:rPr>
              <a:t> Cycle. </a:t>
            </a:r>
          </a:p>
          <a:p>
            <a:pPr algn="just">
              <a:spcBef>
                <a:spcPct val="20000"/>
              </a:spcBef>
            </a:pPr>
            <a:r>
              <a:rPr lang="en-US" altLang="en-US" sz="1800" i="0" dirty="0" smtClean="0">
                <a:latin typeface="+mj-lt"/>
              </a:rPr>
              <a:t>This cycle  for quality assurance consists of four steps: Plan, Do, Check and Act. These steps are commonly abbreviated as PDCA.</a:t>
            </a:r>
          </a:p>
        </p:txBody>
      </p:sp>
      <p:pic>
        <p:nvPicPr>
          <p:cNvPr id="4" name="Picture 3"/>
          <p:cNvPicPr>
            <a:picLocks noChangeAspect="1"/>
          </p:cNvPicPr>
          <p:nvPr/>
        </p:nvPicPr>
        <p:blipFill>
          <a:blip r:embed="rId2"/>
          <a:stretch>
            <a:fillRect/>
          </a:stretch>
        </p:blipFill>
        <p:spPr>
          <a:xfrm>
            <a:off x="6248400" y="1600200"/>
            <a:ext cx="2667000" cy="1714500"/>
          </a:xfrm>
          <a:prstGeom prst="rect">
            <a:avLst/>
          </a:prstGeom>
        </p:spPr>
      </p:pic>
    </p:spTree>
    <p:extLst>
      <p:ext uri="{BB962C8B-B14F-4D97-AF65-F5344CB8AC3E}">
        <p14:creationId xmlns:p14="http://schemas.microsoft.com/office/powerpoint/2010/main" val="3751974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monitoring</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9</a:t>
            </a:fld>
            <a:endParaRPr lang="en-US" dirty="0"/>
          </a:p>
        </p:txBody>
      </p:sp>
      <p:sp>
        <p:nvSpPr>
          <p:cNvPr id="4" name="Rectangle 3"/>
          <p:cNvSpPr>
            <a:spLocks noChangeArrowheads="1"/>
          </p:cNvSpPr>
          <p:nvPr/>
        </p:nvSpPr>
        <p:spPr bwMode="auto">
          <a:xfrm>
            <a:off x="91440" y="533400"/>
            <a:ext cx="8686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marL="457200" indent="-457200" algn="just">
              <a:spcBef>
                <a:spcPct val="20000"/>
              </a:spcBef>
              <a:buFont typeface="Wingdings" panose="05000000000000000000" pitchFamily="2" charset="2"/>
              <a:buChar char="q"/>
            </a:pPr>
            <a:r>
              <a:rPr lang="en-US" altLang="en-US" sz="2000" i="0" dirty="0" smtClean="0">
                <a:latin typeface="+mn-lt"/>
              </a:rPr>
              <a:t>Regular </a:t>
            </a:r>
            <a:r>
              <a:rPr lang="en-US" altLang="en-US" sz="2000" i="0" dirty="0">
                <a:latin typeface="+mn-lt"/>
              </a:rPr>
              <a:t>reviews of progress against schedule using WBS as basis (Plan against Baseline)</a:t>
            </a:r>
          </a:p>
          <a:p>
            <a:pPr marL="457200" indent="-457200" algn="just">
              <a:spcBef>
                <a:spcPct val="20000"/>
              </a:spcBef>
              <a:buFont typeface="Wingdings" panose="05000000000000000000" pitchFamily="2" charset="2"/>
              <a:buChar char="q"/>
            </a:pPr>
            <a:r>
              <a:rPr lang="en-US" altLang="en-US" sz="2000" i="0" dirty="0" smtClean="0">
                <a:latin typeface="+mn-lt"/>
              </a:rPr>
              <a:t>Regular </a:t>
            </a:r>
            <a:r>
              <a:rPr lang="en-US" altLang="en-US" sz="2000" i="0" dirty="0">
                <a:latin typeface="+mn-lt"/>
              </a:rPr>
              <a:t>review of actual </a:t>
            </a:r>
            <a:r>
              <a:rPr lang="en-US" altLang="en-US" sz="2000" i="0" dirty="0" smtClean="0">
                <a:latin typeface="+mn-lt"/>
              </a:rPr>
              <a:t>costs</a:t>
            </a:r>
            <a:endParaRPr lang="en-US" altLang="en-US" sz="2000" i="0" dirty="0">
              <a:latin typeface="+mn-lt"/>
            </a:endParaRPr>
          </a:p>
          <a:p>
            <a:pPr marL="457200" indent="-457200" algn="just">
              <a:spcBef>
                <a:spcPct val="20000"/>
              </a:spcBef>
              <a:buFont typeface="Wingdings" panose="05000000000000000000" pitchFamily="2" charset="2"/>
              <a:buChar char="q"/>
            </a:pPr>
            <a:r>
              <a:rPr lang="en-US" altLang="en-US" sz="2000" i="0" dirty="0" smtClean="0">
                <a:latin typeface="+mn-lt"/>
              </a:rPr>
              <a:t>Regular </a:t>
            </a:r>
            <a:r>
              <a:rPr lang="en-US" altLang="en-US" sz="2000" i="0" dirty="0">
                <a:latin typeface="+mn-lt"/>
              </a:rPr>
              <a:t>review of resource loading</a:t>
            </a:r>
          </a:p>
          <a:p>
            <a:pPr marL="457200" indent="-457200" algn="just">
              <a:spcBef>
                <a:spcPct val="20000"/>
              </a:spcBef>
              <a:buFont typeface="Wingdings" panose="05000000000000000000" pitchFamily="2" charset="2"/>
              <a:buChar char="q"/>
            </a:pPr>
            <a:r>
              <a:rPr lang="en-US" altLang="en-US" sz="2000" i="0" dirty="0" smtClean="0">
                <a:latin typeface="+mn-lt"/>
              </a:rPr>
              <a:t>Regular </a:t>
            </a:r>
            <a:r>
              <a:rPr lang="en-US" altLang="en-US" sz="2000" i="0" dirty="0">
                <a:latin typeface="+mn-lt"/>
              </a:rPr>
              <a:t>progress meetings with project team</a:t>
            </a:r>
          </a:p>
          <a:p>
            <a:pPr marL="457200" indent="-457200" algn="just">
              <a:spcBef>
                <a:spcPct val="20000"/>
              </a:spcBef>
              <a:buFont typeface="Wingdings" panose="05000000000000000000" pitchFamily="2" charset="2"/>
              <a:buChar char="q"/>
            </a:pPr>
            <a:r>
              <a:rPr lang="en-US" altLang="en-US" sz="2000" i="0" dirty="0" smtClean="0">
                <a:latin typeface="+mn-lt"/>
              </a:rPr>
              <a:t>Regular </a:t>
            </a:r>
            <a:r>
              <a:rPr lang="en-US" altLang="en-US" sz="2000" i="0" dirty="0">
                <a:latin typeface="+mn-lt"/>
              </a:rPr>
              <a:t>meetings with contractors</a:t>
            </a:r>
          </a:p>
          <a:p>
            <a:pPr marL="457200" indent="-457200" algn="just">
              <a:spcBef>
                <a:spcPct val="20000"/>
              </a:spcBef>
              <a:buFont typeface="Wingdings" panose="05000000000000000000" pitchFamily="2" charset="2"/>
              <a:buChar char="q"/>
            </a:pPr>
            <a:r>
              <a:rPr lang="en-US" altLang="en-US" sz="2000" i="0" dirty="0" smtClean="0">
                <a:latin typeface="+mn-lt"/>
              </a:rPr>
              <a:t>Production </a:t>
            </a:r>
            <a:r>
              <a:rPr lang="en-US" altLang="en-US" sz="2000" i="0" dirty="0">
                <a:latin typeface="+mn-lt"/>
              </a:rPr>
              <a:t>of periodic progress reports</a:t>
            </a:r>
          </a:p>
          <a:p>
            <a:pPr marL="457200" indent="-457200" algn="just">
              <a:spcBef>
                <a:spcPct val="20000"/>
              </a:spcBef>
              <a:buFont typeface="Wingdings" panose="05000000000000000000" pitchFamily="2" charset="2"/>
              <a:buChar char="q"/>
            </a:pPr>
            <a:r>
              <a:rPr lang="en-US" altLang="en-US" sz="2000" i="0" dirty="0" smtClean="0">
                <a:latin typeface="+mn-lt"/>
              </a:rPr>
              <a:t>Risk </a:t>
            </a:r>
            <a:r>
              <a:rPr lang="en-US" altLang="en-US" sz="2000" i="0" dirty="0">
                <a:latin typeface="+mn-lt"/>
              </a:rPr>
              <a:t>reviews</a:t>
            </a:r>
          </a:p>
          <a:p>
            <a:pPr marL="457200" indent="-457200" algn="just">
              <a:spcBef>
                <a:spcPct val="20000"/>
              </a:spcBef>
              <a:buFont typeface="Wingdings" panose="05000000000000000000" pitchFamily="2" charset="2"/>
              <a:buChar char="q"/>
            </a:pPr>
            <a:r>
              <a:rPr lang="en-US" altLang="en-US" sz="2000" i="0" dirty="0" smtClean="0">
                <a:latin typeface="+mn-lt"/>
              </a:rPr>
              <a:t>Inspections</a:t>
            </a:r>
            <a:r>
              <a:rPr lang="en-US" altLang="en-US" sz="2000" i="0" dirty="0">
                <a:latin typeface="+mn-lt"/>
              </a:rPr>
              <a:t>/ audits</a:t>
            </a:r>
          </a:p>
          <a:p>
            <a:pPr algn="just">
              <a:spcBef>
                <a:spcPct val="20000"/>
              </a:spcBef>
            </a:pPr>
            <a:endParaRPr lang="en-GB" altLang="en-US" sz="2000" i="0" dirty="0">
              <a:latin typeface="+mn-lt"/>
            </a:endParaRPr>
          </a:p>
          <a:p>
            <a:pPr>
              <a:spcBef>
                <a:spcPct val="20000"/>
              </a:spcBef>
            </a:pPr>
            <a:endParaRPr lang="en-GB" altLang="en-US" sz="2400" i="0" dirty="0"/>
          </a:p>
        </p:txBody>
      </p:sp>
    </p:spTree>
    <p:extLst>
      <p:ext uri="{BB962C8B-B14F-4D97-AF65-F5344CB8AC3E}">
        <p14:creationId xmlns:p14="http://schemas.microsoft.com/office/powerpoint/2010/main" val="3700563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monitoring and control</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10</a:t>
            </a:fld>
            <a:endParaRPr lang="en-US" dirty="0"/>
          </a:p>
        </p:txBody>
      </p:sp>
      <p:sp>
        <p:nvSpPr>
          <p:cNvPr id="5" name="TextBox 4"/>
          <p:cNvSpPr txBox="1"/>
          <p:nvPr/>
        </p:nvSpPr>
        <p:spPr>
          <a:xfrm>
            <a:off x="533400" y="838200"/>
            <a:ext cx="6248400" cy="1477328"/>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Monitoring – collecting, recording and reporting information concerning project performance that project manager and others wish to know.</a:t>
            </a:r>
          </a:p>
          <a:p>
            <a:pPr marL="285750" indent="-285750">
              <a:buFont typeface="Wingdings" panose="05000000000000000000" pitchFamily="2" charset="2"/>
              <a:buChar char="Ø"/>
            </a:pPr>
            <a:r>
              <a:rPr lang="en-IN" dirty="0" smtClean="0"/>
              <a:t>Controlling – uses data from monitor activity to bring actual performance to planned performance</a:t>
            </a:r>
            <a:endParaRPr lang="en-IN" dirty="0"/>
          </a:p>
        </p:txBody>
      </p:sp>
    </p:spTree>
    <p:extLst>
      <p:ext uri="{BB962C8B-B14F-4D97-AF65-F5344CB8AC3E}">
        <p14:creationId xmlns:p14="http://schemas.microsoft.com/office/powerpoint/2010/main" val="4214347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monitoring and control</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11</a:t>
            </a:fld>
            <a:endParaRPr lang="en-US" dirty="0"/>
          </a:p>
        </p:txBody>
      </p:sp>
      <p:sp>
        <p:nvSpPr>
          <p:cNvPr id="5" name="TextBox 4"/>
          <p:cNvSpPr txBox="1"/>
          <p:nvPr/>
        </p:nvSpPr>
        <p:spPr>
          <a:xfrm>
            <a:off x="533400" y="838200"/>
            <a:ext cx="6248400" cy="1200329"/>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Why do we monitor?</a:t>
            </a:r>
          </a:p>
          <a:p>
            <a:pPr marL="285750" indent="-285750">
              <a:buFont typeface="Wingdings" panose="05000000000000000000" pitchFamily="2" charset="2"/>
              <a:buChar char="Ø"/>
            </a:pPr>
            <a:r>
              <a:rPr lang="en-IN" dirty="0" smtClean="0"/>
              <a:t>What do we monitor?</a:t>
            </a:r>
          </a:p>
          <a:p>
            <a:pPr marL="285750" indent="-285750">
              <a:buFont typeface="Wingdings" panose="05000000000000000000" pitchFamily="2" charset="2"/>
              <a:buChar char="Ø"/>
            </a:pPr>
            <a:r>
              <a:rPr lang="en-IN" dirty="0" smtClean="0"/>
              <a:t>When do we monitor?</a:t>
            </a:r>
          </a:p>
          <a:p>
            <a:pPr marL="285750" indent="-285750">
              <a:buFont typeface="Wingdings" panose="05000000000000000000" pitchFamily="2" charset="2"/>
              <a:buChar char="Ø"/>
            </a:pPr>
            <a:r>
              <a:rPr lang="en-IN" dirty="0" smtClean="0"/>
              <a:t>How do we monitor?</a:t>
            </a:r>
          </a:p>
        </p:txBody>
      </p:sp>
    </p:spTree>
    <p:extLst>
      <p:ext uri="{BB962C8B-B14F-4D97-AF65-F5344CB8AC3E}">
        <p14:creationId xmlns:p14="http://schemas.microsoft.com/office/powerpoint/2010/main" val="510577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monitor?</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12</a:t>
            </a:fld>
            <a:endParaRPr lang="en-US" dirty="0"/>
          </a:p>
        </p:txBody>
      </p:sp>
      <p:sp>
        <p:nvSpPr>
          <p:cNvPr id="5" name="TextBox 4"/>
          <p:cNvSpPr txBox="1"/>
          <p:nvPr/>
        </p:nvSpPr>
        <p:spPr>
          <a:xfrm>
            <a:off x="533400" y="838200"/>
            <a:ext cx="6248400" cy="1200329"/>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Simply because we know that things don’t always go according to plan (no matter how much we prepare)</a:t>
            </a:r>
          </a:p>
          <a:p>
            <a:pPr marL="285750" indent="-285750">
              <a:buFont typeface="Wingdings" panose="05000000000000000000" pitchFamily="2" charset="2"/>
              <a:buChar char="Ø"/>
            </a:pPr>
            <a:r>
              <a:rPr lang="en-IN" dirty="0" smtClean="0"/>
              <a:t>To detect and react appropriately to deviations and changes to plan.</a:t>
            </a:r>
          </a:p>
        </p:txBody>
      </p:sp>
    </p:spTree>
    <p:extLst>
      <p:ext uri="{BB962C8B-B14F-4D97-AF65-F5344CB8AC3E}">
        <p14:creationId xmlns:p14="http://schemas.microsoft.com/office/powerpoint/2010/main" val="1724770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do </a:t>
            </a:r>
            <a:r>
              <a:rPr lang="en-IN" smtClean="0"/>
              <a:t>we Monitor?</a:t>
            </a:r>
            <a:endParaRPr lang="en-IN"/>
          </a:p>
        </p:txBody>
      </p:sp>
      <p:sp>
        <p:nvSpPr>
          <p:cNvPr id="3" name="Footer Placeholder 2"/>
          <p:cNvSpPr>
            <a:spLocks noGrp="1"/>
          </p:cNvSpPr>
          <p:nvPr>
            <p:ph type="ftr" sz="quarter" idx="11"/>
          </p:nvPr>
        </p:nvSpPr>
        <p:spPr/>
        <p:txBody>
          <a:bodyPr/>
          <a:lstStyle/>
          <a:p>
            <a:fld id="{0B491FB4-905F-488C-AD01-09867DFAF172}" type="slidenum">
              <a:rPr lang="en-US" smtClean="0"/>
              <a:pPr/>
              <a:t>13</a:t>
            </a:fld>
            <a:endParaRPr lang="en-US" dirty="0"/>
          </a:p>
        </p:txBody>
      </p:sp>
      <p:sp>
        <p:nvSpPr>
          <p:cNvPr id="4" name="TextBox 3"/>
          <p:cNvSpPr txBox="1"/>
          <p:nvPr/>
        </p:nvSpPr>
        <p:spPr>
          <a:xfrm>
            <a:off x="609600" y="914400"/>
            <a:ext cx="6096000" cy="2308324"/>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Human Resources</a:t>
            </a:r>
            <a:endParaRPr lang="en-IN" dirty="0"/>
          </a:p>
          <a:p>
            <a:pPr marL="285750" indent="-285750">
              <a:buFont typeface="Wingdings" panose="05000000000000000000" pitchFamily="2" charset="2"/>
              <a:buChar char="Ø"/>
            </a:pPr>
            <a:r>
              <a:rPr lang="en-IN" dirty="0" smtClean="0"/>
              <a:t>Space</a:t>
            </a:r>
          </a:p>
          <a:p>
            <a:pPr marL="285750" indent="-285750">
              <a:buFont typeface="Wingdings" panose="05000000000000000000" pitchFamily="2" charset="2"/>
              <a:buChar char="Ø"/>
            </a:pPr>
            <a:r>
              <a:rPr lang="en-IN" dirty="0" smtClean="0"/>
              <a:t>Machines</a:t>
            </a:r>
          </a:p>
          <a:p>
            <a:pPr marL="285750" indent="-285750">
              <a:buFont typeface="Wingdings" panose="05000000000000000000" pitchFamily="2" charset="2"/>
              <a:buChar char="Ø"/>
            </a:pPr>
            <a:r>
              <a:rPr lang="en-IN" dirty="0" smtClean="0"/>
              <a:t>Materials</a:t>
            </a:r>
          </a:p>
          <a:p>
            <a:pPr marL="285750" indent="-285750">
              <a:buFont typeface="Wingdings" panose="05000000000000000000" pitchFamily="2" charset="2"/>
              <a:buChar char="Ø"/>
            </a:pPr>
            <a:r>
              <a:rPr lang="en-IN" dirty="0" smtClean="0"/>
              <a:t>Money</a:t>
            </a:r>
          </a:p>
          <a:p>
            <a:pPr marL="285750" indent="-285750">
              <a:buFont typeface="Wingdings" panose="05000000000000000000" pitchFamily="2" charset="2"/>
              <a:buChar char="Ø"/>
            </a:pPr>
            <a:r>
              <a:rPr lang="en-IN" dirty="0" smtClean="0"/>
              <a:t>Time</a:t>
            </a:r>
          </a:p>
          <a:p>
            <a:pPr marL="285750" indent="-285750">
              <a:buFont typeface="Wingdings" panose="05000000000000000000" pitchFamily="2" charset="2"/>
              <a:buChar char="Ø"/>
            </a:pPr>
            <a:r>
              <a:rPr lang="en-IN" dirty="0" smtClean="0"/>
              <a:t>Tasks</a:t>
            </a:r>
          </a:p>
          <a:p>
            <a:pPr marL="285750" indent="-285750">
              <a:buFont typeface="Wingdings" panose="05000000000000000000" pitchFamily="2" charset="2"/>
              <a:buChar char="Ø"/>
            </a:pPr>
            <a:r>
              <a:rPr lang="en-IN" dirty="0" smtClean="0"/>
              <a:t>Quality</a:t>
            </a:r>
            <a:endParaRPr lang="en-IN" dirty="0"/>
          </a:p>
        </p:txBody>
      </p:sp>
    </p:spTree>
    <p:extLst>
      <p:ext uri="{BB962C8B-B14F-4D97-AF65-F5344CB8AC3E}">
        <p14:creationId xmlns:p14="http://schemas.microsoft.com/office/powerpoint/2010/main" val="3786758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do </a:t>
            </a:r>
            <a:r>
              <a:rPr lang="en-IN" smtClean="0"/>
              <a:t>we Monitor?</a:t>
            </a:r>
            <a:endParaRPr lang="en-IN"/>
          </a:p>
        </p:txBody>
      </p:sp>
      <p:sp>
        <p:nvSpPr>
          <p:cNvPr id="3" name="Footer Placeholder 2"/>
          <p:cNvSpPr>
            <a:spLocks noGrp="1"/>
          </p:cNvSpPr>
          <p:nvPr>
            <p:ph type="ftr" sz="quarter" idx="11"/>
          </p:nvPr>
        </p:nvSpPr>
        <p:spPr/>
        <p:txBody>
          <a:bodyPr/>
          <a:lstStyle/>
          <a:p>
            <a:fld id="{0B491FB4-905F-488C-AD01-09867DFAF172}" type="slidenum">
              <a:rPr lang="en-US" smtClean="0"/>
              <a:pPr/>
              <a:t>14</a:t>
            </a:fld>
            <a:endParaRPr lang="en-US" dirty="0"/>
          </a:p>
        </p:txBody>
      </p:sp>
      <p:sp>
        <p:nvSpPr>
          <p:cNvPr id="4" name="TextBox 3"/>
          <p:cNvSpPr txBox="1"/>
          <p:nvPr/>
        </p:nvSpPr>
        <p:spPr>
          <a:xfrm>
            <a:off x="609600" y="914400"/>
            <a:ext cx="2209800" cy="1754326"/>
          </a:xfrm>
          <a:prstGeom prst="rect">
            <a:avLst/>
          </a:prstGeom>
          <a:noFill/>
        </p:spPr>
        <p:txBody>
          <a:bodyPr wrap="square" rtlCol="0">
            <a:spAutoFit/>
          </a:bodyPr>
          <a:lstStyle/>
          <a:p>
            <a:r>
              <a:rPr lang="en-IN" u="sng" dirty="0" smtClean="0"/>
              <a:t>Inputs</a:t>
            </a:r>
          </a:p>
          <a:p>
            <a:pPr marL="285750" indent="-285750">
              <a:buFont typeface="Wingdings" panose="05000000000000000000" pitchFamily="2" charset="2"/>
              <a:buChar char="Ø"/>
            </a:pPr>
            <a:r>
              <a:rPr lang="en-IN" dirty="0" smtClean="0"/>
              <a:t>Time</a:t>
            </a:r>
          </a:p>
          <a:p>
            <a:pPr marL="285750" indent="-285750">
              <a:buFont typeface="Wingdings" panose="05000000000000000000" pitchFamily="2" charset="2"/>
              <a:buChar char="Ø"/>
            </a:pPr>
            <a:r>
              <a:rPr lang="en-IN" dirty="0" smtClean="0"/>
              <a:t>Money</a:t>
            </a:r>
          </a:p>
          <a:p>
            <a:pPr marL="285750" indent="-285750">
              <a:buFont typeface="Wingdings" panose="05000000000000000000" pitchFamily="2" charset="2"/>
              <a:buChar char="Ø"/>
            </a:pPr>
            <a:r>
              <a:rPr lang="en-IN" dirty="0" smtClean="0"/>
              <a:t>Resources</a:t>
            </a:r>
          </a:p>
          <a:p>
            <a:pPr marL="285750" indent="-285750">
              <a:buFont typeface="Wingdings" panose="05000000000000000000" pitchFamily="2" charset="2"/>
              <a:buChar char="Ø"/>
            </a:pPr>
            <a:r>
              <a:rPr lang="en-IN" dirty="0" smtClean="0"/>
              <a:t>Tasks</a:t>
            </a:r>
          </a:p>
          <a:p>
            <a:pPr marL="285750" indent="-285750">
              <a:buFont typeface="Wingdings" panose="05000000000000000000" pitchFamily="2" charset="2"/>
              <a:buChar char="Ø"/>
            </a:pPr>
            <a:r>
              <a:rPr lang="en-IN" dirty="0" smtClean="0"/>
              <a:t>Quality</a:t>
            </a:r>
            <a:endParaRPr lang="en-IN" dirty="0"/>
          </a:p>
        </p:txBody>
      </p:sp>
      <p:sp>
        <p:nvSpPr>
          <p:cNvPr id="5" name="TextBox 4"/>
          <p:cNvSpPr txBox="1"/>
          <p:nvPr/>
        </p:nvSpPr>
        <p:spPr>
          <a:xfrm>
            <a:off x="5181600" y="990600"/>
            <a:ext cx="2209800" cy="2031325"/>
          </a:xfrm>
          <a:prstGeom prst="rect">
            <a:avLst/>
          </a:prstGeom>
          <a:noFill/>
        </p:spPr>
        <p:txBody>
          <a:bodyPr wrap="square" rtlCol="0">
            <a:spAutoFit/>
          </a:bodyPr>
          <a:lstStyle/>
          <a:p>
            <a:r>
              <a:rPr lang="en-IN" u="sng" dirty="0" smtClean="0"/>
              <a:t>Outputs</a:t>
            </a:r>
          </a:p>
          <a:p>
            <a:pPr marL="285750" indent="-285750">
              <a:buFont typeface="Wingdings" panose="05000000000000000000" pitchFamily="2" charset="2"/>
              <a:buChar char="§"/>
            </a:pPr>
            <a:r>
              <a:rPr lang="en-IN" dirty="0" smtClean="0"/>
              <a:t>Progress</a:t>
            </a:r>
          </a:p>
          <a:p>
            <a:pPr marL="285750" indent="-285750">
              <a:buFont typeface="Wingdings" panose="05000000000000000000" pitchFamily="2" charset="2"/>
              <a:buChar char="§"/>
            </a:pPr>
            <a:r>
              <a:rPr lang="en-IN" dirty="0" smtClean="0"/>
              <a:t>Cost</a:t>
            </a:r>
          </a:p>
          <a:p>
            <a:pPr marL="285750" indent="-285750">
              <a:buFont typeface="Wingdings" panose="05000000000000000000" pitchFamily="2" charset="2"/>
              <a:buChar char="§"/>
            </a:pPr>
            <a:r>
              <a:rPr lang="en-IN" dirty="0" smtClean="0"/>
              <a:t>Job Start</a:t>
            </a:r>
          </a:p>
          <a:p>
            <a:pPr marL="285750" indent="-285750">
              <a:buFont typeface="Wingdings" panose="05000000000000000000" pitchFamily="2" charset="2"/>
              <a:buChar char="§"/>
            </a:pPr>
            <a:r>
              <a:rPr lang="en-IN" dirty="0" smtClean="0"/>
              <a:t>Design changes</a:t>
            </a:r>
          </a:p>
          <a:p>
            <a:pPr marL="285750" indent="-285750">
              <a:buFont typeface="Wingdings" panose="05000000000000000000" pitchFamily="2" charset="2"/>
              <a:buChar char="§"/>
            </a:pPr>
            <a:r>
              <a:rPr lang="en-IN" dirty="0" smtClean="0"/>
              <a:t>Variation</a:t>
            </a:r>
          </a:p>
          <a:p>
            <a:pPr marL="285750" indent="-285750">
              <a:buFont typeface="Wingdings" panose="05000000000000000000" pitchFamily="2" charset="2"/>
              <a:buChar char="§"/>
            </a:pPr>
            <a:endParaRPr lang="en-IN" dirty="0" smtClean="0"/>
          </a:p>
        </p:txBody>
      </p:sp>
    </p:spTree>
    <p:extLst>
      <p:ext uri="{BB962C8B-B14F-4D97-AF65-F5344CB8AC3E}">
        <p14:creationId xmlns:p14="http://schemas.microsoft.com/office/powerpoint/2010/main" val="942581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When do we Monitor?</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15</a:t>
            </a:fld>
            <a:endParaRPr lang="en-US" dirty="0"/>
          </a:p>
        </p:txBody>
      </p:sp>
      <p:sp>
        <p:nvSpPr>
          <p:cNvPr id="5" name="TextBox 4"/>
          <p:cNvSpPr txBox="1"/>
          <p:nvPr/>
        </p:nvSpPr>
        <p:spPr>
          <a:xfrm>
            <a:off x="838200" y="838200"/>
            <a:ext cx="6400800" cy="2308324"/>
          </a:xfrm>
          <a:prstGeom prst="rect">
            <a:avLst/>
          </a:prstGeom>
          <a:noFill/>
        </p:spPr>
        <p:txBody>
          <a:bodyPr wrap="square" rtlCol="0">
            <a:spAutoFit/>
          </a:bodyPr>
          <a:lstStyle/>
          <a:p>
            <a:pPr marL="285750" indent="-285750">
              <a:buFont typeface="Wingdings" panose="05000000000000000000" pitchFamily="2" charset="2"/>
              <a:buChar char="§"/>
            </a:pPr>
            <a:r>
              <a:rPr lang="en-IN" dirty="0" smtClean="0"/>
              <a:t>End of Project</a:t>
            </a:r>
          </a:p>
          <a:p>
            <a:pPr marL="285750" indent="-285750">
              <a:buFont typeface="Wingdings" panose="05000000000000000000" pitchFamily="2" charset="2"/>
              <a:buChar char="§"/>
            </a:pPr>
            <a:r>
              <a:rPr lang="en-IN" dirty="0" smtClean="0"/>
              <a:t>Continuously </a:t>
            </a:r>
          </a:p>
          <a:p>
            <a:pPr marL="285750" indent="-285750">
              <a:buFont typeface="Wingdings" panose="05000000000000000000" pitchFamily="2" charset="2"/>
              <a:buChar char="§"/>
            </a:pPr>
            <a:r>
              <a:rPr lang="en-IN" dirty="0" smtClean="0"/>
              <a:t>Regularly</a:t>
            </a:r>
          </a:p>
          <a:p>
            <a:pPr marL="285750" indent="-285750">
              <a:buFont typeface="Wingdings" panose="05000000000000000000" pitchFamily="2" charset="2"/>
              <a:buChar char="§"/>
            </a:pPr>
            <a:r>
              <a:rPr lang="en-IN" dirty="0" smtClean="0"/>
              <a:t>Logically</a:t>
            </a:r>
          </a:p>
          <a:p>
            <a:pPr marL="285750" indent="-285750">
              <a:buFont typeface="Wingdings" panose="05000000000000000000" pitchFamily="2" charset="2"/>
              <a:buChar char="§"/>
            </a:pPr>
            <a:r>
              <a:rPr lang="en-IN" dirty="0" smtClean="0"/>
              <a:t>While there is still time to react</a:t>
            </a:r>
          </a:p>
          <a:p>
            <a:pPr marL="285750" indent="-285750">
              <a:buFont typeface="Wingdings" panose="05000000000000000000" pitchFamily="2" charset="2"/>
              <a:buChar char="§"/>
            </a:pPr>
            <a:r>
              <a:rPr lang="en-IN" dirty="0" smtClean="0"/>
              <a:t>As soon as possible</a:t>
            </a:r>
          </a:p>
          <a:p>
            <a:pPr marL="285750" indent="-285750">
              <a:buFont typeface="Wingdings" panose="05000000000000000000" pitchFamily="2" charset="2"/>
              <a:buChar char="§"/>
            </a:pPr>
            <a:r>
              <a:rPr lang="en-IN" dirty="0" smtClean="0"/>
              <a:t>At task completion</a:t>
            </a:r>
          </a:p>
          <a:p>
            <a:pPr marL="285750" indent="-285750">
              <a:buFont typeface="Wingdings" panose="05000000000000000000" pitchFamily="2" charset="2"/>
              <a:buChar char="§"/>
            </a:pPr>
            <a:r>
              <a:rPr lang="en-IN" dirty="0" smtClean="0"/>
              <a:t>At pre-planned decision points (Milestones)</a:t>
            </a:r>
          </a:p>
        </p:txBody>
      </p:sp>
    </p:spTree>
    <p:extLst>
      <p:ext uri="{BB962C8B-B14F-4D97-AF65-F5344CB8AC3E}">
        <p14:creationId xmlns:p14="http://schemas.microsoft.com/office/powerpoint/2010/main" val="51073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do we Monitor?</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16</a:t>
            </a:fld>
            <a:endParaRPr lang="en-US" dirty="0"/>
          </a:p>
        </p:txBody>
      </p:sp>
      <p:sp>
        <p:nvSpPr>
          <p:cNvPr id="5" name="TextBox 4"/>
          <p:cNvSpPr txBox="1"/>
          <p:nvPr/>
        </p:nvSpPr>
        <p:spPr>
          <a:xfrm>
            <a:off x="838200" y="838200"/>
            <a:ext cx="6400800" cy="2031325"/>
          </a:xfrm>
          <a:prstGeom prst="rect">
            <a:avLst/>
          </a:prstGeom>
          <a:noFill/>
        </p:spPr>
        <p:txBody>
          <a:bodyPr wrap="square" rtlCol="0">
            <a:spAutoFit/>
          </a:bodyPr>
          <a:lstStyle/>
          <a:p>
            <a:pPr marL="285750" indent="-285750">
              <a:buFont typeface="Wingdings" panose="05000000000000000000" pitchFamily="2" charset="2"/>
              <a:buChar char="§"/>
            </a:pPr>
            <a:r>
              <a:rPr lang="en-IN" dirty="0" smtClean="0"/>
              <a:t>Through meetings with client, parties involved in project</a:t>
            </a:r>
          </a:p>
          <a:p>
            <a:pPr marL="285750" indent="-285750">
              <a:buFont typeface="Wingdings" panose="05000000000000000000" pitchFamily="2" charset="2"/>
              <a:buChar char="§"/>
            </a:pPr>
            <a:r>
              <a:rPr lang="en-IN" dirty="0" smtClean="0"/>
              <a:t>For schedule – Update PERT charts, Gantt charts</a:t>
            </a:r>
          </a:p>
          <a:p>
            <a:pPr marL="285750" indent="-285750">
              <a:buFont typeface="Wingdings" panose="05000000000000000000" pitchFamily="2" charset="2"/>
              <a:buChar char="§"/>
            </a:pPr>
            <a:r>
              <a:rPr lang="en-IN" dirty="0" smtClean="0"/>
              <a:t>Milestones</a:t>
            </a:r>
          </a:p>
          <a:p>
            <a:pPr marL="285750" indent="-285750">
              <a:buFont typeface="Wingdings" panose="05000000000000000000" pitchFamily="2" charset="2"/>
              <a:buChar char="§"/>
            </a:pPr>
            <a:r>
              <a:rPr lang="en-IN" dirty="0" smtClean="0"/>
              <a:t>Reports</a:t>
            </a:r>
          </a:p>
          <a:p>
            <a:pPr marL="285750" indent="-285750">
              <a:buFont typeface="Wingdings" panose="05000000000000000000" pitchFamily="2" charset="2"/>
              <a:buChar char="§"/>
            </a:pPr>
            <a:r>
              <a:rPr lang="en-IN" dirty="0" smtClean="0"/>
              <a:t>Test and inspections</a:t>
            </a:r>
          </a:p>
          <a:p>
            <a:pPr marL="285750" indent="-285750">
              <a:buFont typeface="Wingdings" panose="05000000000000000000" pitchFamily="2" charset="2"/>
              <a:buChar char="§"/>
            </a:pPr>
            <a:r>
              <a:rPr lang="en-IN" dirty="0" smtClean="0"/>
              <a:t>Delivery or staggered delivery</a:t>
            </a:r>
          </a:p>
          <a:p>
            <a:endParaRPr lang="en-IN" dirty="0" smtClean="0"/>
          </a:p>
        </p:txBody>
      </p:sp>
    </p:spTree>
    <p:extLst>
      <p:ext uri="{BB962C8B-B14F-4D97-AF65-F5344CB8AC3E}">
        <p14:creationId xmlns:p14="http://schemas.microsoft.com/office/powerpoint/2010/main" val="3350235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Meetings – Some monitoring issues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17</a:t>
            </a:fld>
            <a:endParaRPr lang="en-US" dirty="0"/>
          </a:p>
        </p:txBody>
      </p:sp>
      <p:sp>
        <p:nvSpPr>
          <p:cNvPr id="4" name="TextBox 3"/>
          <p:cNvSpPr txBox="1"/>
          <p:nvPr/>
        </p:nvSpPr>
        <p:spPr>
          <a:xfrm>
            <a:off x="685800" y="914400"/>
            <a:ext cx="6934200" cy="2031325"/>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What problems do you have and what is being done to correct them?</a:t>
            </a:r>
          </a:p>
          <a:p>
            <a:pPr marL="285750" indent="-285750">
              <a:buFont typeface="Wingdings" panose="05000000000000000000" pitchFamily="2" charset="2"/>
              <a:buChar char="Ø"/>
            </a:pPr>
            <a:r>
              <a:rPr lang="en-IN" dirty="0" smtClean="0"/>
              <a:t>What problems do you anticipate in future?</a:t>
            </a:r>
          </a:p>
          <a:p>
            <a:pPr marL="285750" indent="-285750">
              <a:buFont typeface="Wingdings" panose="05000000000000000000" pitchFamily="2" charset="2"/>
              <a:buChar char="Ø"/>
            </a:pPr>
            <a:r>
              <a:rPr lang="en-IN" dirty="0" smtClean="0"/>
              <a:t>Do you need any resources you do not yet have?</a:t>
            </a:r>
          </a:p>
          <a:p>
            <a:pPr marL="285750" indent="-285750">
              <a:buFont typeface="Wingdings" panose="05000000000000000000" pitchFamily="2" charset="2"/>
              <a:buChar char="Ø"/>
            </a:pPr>
            <a:r>
              <a:rPr lang="en-IN" dirty="0" smtClean="0"/>
              <a:t>Do you need information you do not have yet?</a:t>
            </a:r>
          </a:p>
          <a:p>
            <a:pPr marL="285750" indent="-285750">
              <a:buFont typeface="Wingdings" panose="05000000000000000000" pitchFamily="2" charset="2"/>
              <a:buChar char="Ø"/>
            </a:pPr>
            <a:r>
              <a:rPr lang="en-IN" dirty="0" smtClean="0"/>
              <a:t>Do you know anything that will give you schedule difficulties?</a:t>
            </a:r>
          </a:p>
          <a:p>
            <a:pPr marL="285750" indent="-285750">
              <a:buFont typeface="Wingdings" panose="05000000000000000000" pitchFamily="2" charset="2"/>
              <a:buChar char="Ø"/>
            </a:pPr>
            <a:r>
              <a:rPr lang="en-IN" dirty="0" smtClean="0"/>
              <a:t>Any possibilities your task will finish early/late?</a:t>
            </a:r>
          </a:p>
          <a:p>
            <a:pPr marL="285750" indent="-285750">
              <a:buFont typeface="Wingdings" panose="05000000000000000000" pitchFamily="2" charset="2"/>
              <a:buChar char="Ø"/>
            </a:pPr>
            <a:r>
              <a:rPr lang="en-IN" dirty="0" smtClean="0"/>
              <a:t>Will your task be completed under/over/on budget.</a:t>
            </a:r>
            <a:endParaRPr lang="en-IN" dirty="0"/>
          </a:p>
        </p:txBody>
      </p:sp>
    </p:spTree>
    <p:extLst>
      <p:ext uri="{BB962C8B-B14F-4D97-AF65-F5344CB8AC3E}">
        <p14:creationId xmlns:p14="http://schemas.microsoft.com/office/powerpoint/2010/main" val="2557783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Control Cycle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18</a:t>
            </a:fld>
            <a:endParaRPr lang="en-US" dirty="0"/>
          </a:p>
        </p:txBody>
      </p:sp>
      <p:pic>
        <p:nvPicPr>
          <p:cNvPr id="7" name="Picture 6"/>
          <p:cNvPicPr>
            <a:picLocks noChangeAspect="1"/>
          </p:cNvPicPr>
          <p:nvPr/>
        </p:nvPicPr>
        <p:blipFill>
          <a:blip r:embed="rId2"/>
          <a:stretch>
            <a:fillRect/>
          </a:stretch>
        </p:blipFill>
        <p:spPr>
          <a:xfrm>
            <a:off x="1143000" y="609600"/>
            <a:ext cx="4272699" cy="3200400"/>
          </a:xfrm>
          <a:prstGeom prst="rect">
            <a:avLst/>
          </a:prstGeom>
        </p:spPr>
      </p:pic>
    </p:spTree>
    <p:extLst>
      <p:ext uri="{BB962C8B-B14F-4D97-AF65-F5344CB8AC3E}">
        <p14:creationId xmlns:p14="http://schemas.microsoft.com/office/powerpoint/2010/main" val="949439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Control</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19</a:t>
            </a:fld>
            <a:endParaRPr lang="en-US" dirty="0"/>
          </a:p>
        </p:txBody>
      </p:sp>
      <p:sp>
        <p:nvSpPr>
          <p:cNvPr id="4" name="TextBox 3"/>
          <p:cNvSpPr txBox="1"/>
          <p:nvPr/>
        </p:nvSpPr>
        <p:spPr>
          <a:xfrm>
            <a:off x="533400" y="762000"/>
            <a:ext cx="7239000" cy="1477328"/>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Control – process and activities needed to correct deviations from plan</a:t>
            </a:r>
          </a:p>
          <a:p>
            <a:pPr marL="285750" indent="-285750">
              <a:buFont typeface="Wingdings" panose="05000000000000000000" pitchFamily="2" charset="2"/>
              <a:buChar char="Ø"/>
            </a:pPr>
            <a:r>
              <a:rPr lang="en-IN" dirty="0" smtClean="0"/>
              <a:t>Control the triple constraints</a:t>
            </a:r>
          </a:p>
          <a:p>
            <a:pPr marL="742826" lvl="1" indent="-285750">
              <a:buFont typeface="Wingdings" panose="05000000000000000000" pitchFamily="2" charset="2"/>
              <a:buChar char="Ø"/>
            </a:pPr>
            <a:r>
              <a:rPr lang="en-IN" dirty="0" smtClean="0"/>
              <a:t>Time (schedule)</a:t>
            </a:r>
          </a:p>
          <a:p>
            <a:pPr marL="742826" lvl="1" indent="-285750">
              <a:buFont typeface="Wingdings" panose="05000000000000000000" pitchFamily="2" charset="2"/>
              <a:buChar char="Ø"/>
            </a:pPr>
            <a:r>
              <a:rPr lang="en-IN" dirty="0"/>
              <a:t>C</a:t>
            </a:r>
            <a:r>
              <a:rPr lang="en-IN" dirty="0" smtClean="0"/>
              <a:t>ost (budget, expenses </a:t>
            </a:r>
            <a:r>
              <a:rPr lang="en-IN" dirty="0" err="1" smtClean="0"/>
              <a:t>etc</a:t>
            </a:r>
            <a:r>
              <a:rPr lang="en-IN" dirty="0" smtClean="0"/>
              <a:t>)</a:t>
            </a:r>
          </a:p>
          <a:p>
            <a:pPr marL="742826" lvl="1" indent="-285750">
              <a:buFont typeface="Wingdings" panose="05000000000000000000" pitchFamily="2" charset="2"/>
              <a:buChar char="Ø"/>
            </a:pPr>
            <a:r>
              <a:rPr lang="en-IN" dirty="0" smtClean="0"/>
              <a:t>Performance (specifications, testing, results, </a:t>
            </a:r>
            <a:r>
              <a:rPr lang="en-IN" dirty="0" err="1" smtClean="0"/>
              <a:t>etc</a:t>
            </a:r>
            <a:r>
              <a:rPr lang="en-IN" dirty="0" smtClean="0"/>
              <a:t>)</a:t>
            </a:r>
            <a:endParaRPr lang="en-IN" dirty="0"/>
          </a:p>
        </p:txBody>
      </p:sp>
    </p:spTree>
    <p:extLst>
      <p:ext uri="{BB962C8B-B14F-4D97-AF65-F5344CB8AC3E}">
        <p14:creationId xmlns:p14="http://schemas.microsoft.com/office/powerpoint/2010/main" val="2014989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closure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20</a:t>
            </a:fld>
            <a:endParaRPr lang="en-US" dirty="0"/>
          </a:p>
        </p:txBody>
      </p:sp>
      <p:sp>
        <p:nvSpPr>
          <p:cNvPr id="4" name="Rectangle 3"/>
          <p:cNvSpPr>
            <a:spLocks noChangeArrowheads="1"/>
          </p:cNvSpPr>
          <p:nvPr/>
        </p:nvSpPr>
        <p:spPr bwMode="auto">
          <a:xfrm>
            <a:off x="91440" y="533400"/>
            <a:ext cx="8686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marL="457200" indent="-457200" algn="just">
              <a:spcBef>
                <a:spcPct val="20000"/>
              </a:spcBef>
              <a:buFont typeface="Wingdings" panose="05000000000000000000" pitchFamily="2" charset="2"/>
              <a:buChar char="q"/>
            </a:pPr>
            <a:r>
              <a:rPr lang="en-US" altLang="en-US" sz="2000" i="0" dirty="0" smtClean="0">
                <a:latin typeface="+mn-lt"/>
              </a:rPr>
              <a:t>Acceptance of deliverables</a:t>
            </a:r>
          </a:p>
          <a:p>
            <a:pPr marL="457200" indent="-457200" algn="just">
              <a:spcBef>
                <a:spcPct val="20000"/>
              </a:spcBef>
              <a:buFont typeface="Wingdings" panose="05000000000000000000" pitchFamily="2" charset="2"/>
              <a:buChar char="q"/>
            </a:pPr>
            <a:r>
              <a:rPr lang="en-US" altLang="en-US" sz="2000" i="0" dirty="0" smtClean="0">
                <a:latin typeface="+mn-lt"/>
              </a:rPr>
              <a:t>Lessons learnt</a:t>
            </a:r>
          </a:p>
          <a:p>
            <a:pPr marL="457200" indent="-457200" algn="just">
              <a:spcBef>
                <a:spcPct val="20000"/>
              </a:spcBef>
              <a:buFont typeface="Wingdings" panose="05000000000000000000" pitchFamily="2" charset="2"/>
              <a:buChar char="q"/>
            </a:pPr>
            <a:r>
              <a:rPr lang="en-US" altLang="en-US" sz="2000" i="0" dirty="0" smtClean="0">
                <a:latin typeface="+mn-lt"/>
              </a:rPr>
              <a:t>Release of resources</a:t>
            </a:r>
            <a:endParaRPr lang="en-US" altLang="en-US" sz="2000" i="0" dirty="0">
              <a:latin typeface="+mn-lt"/>
            </a:endParaRPr>
          </a:p>
          <a:p>
            <a:pPr>
              <a:spcBef>
                <a:spcPct val="20000"/>
              </a:spcBef>
            </a:pPr>
            <a:endParaRPr lang="en-GB" altLang="en-US" sz="2400" i="0" dirty="0"/>
          </a:p>
        </p:txBody>
      </p:sp>
    </p:spTree>
    <p:extLst>
      <p:ext uri="{BB962C8B-B14F-4D97-AF65-F5344CB8AC3E}">
        <p14:creationId xmlns:p14="http://schemas.microsoft.com/office/powerpoint/2010/main" val="2996505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management methodology - Agile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21</a:t>
            </a:fld>
            <a:endParaRPr lang="en-US" dirty="0"/>
          </a:p>
        </p:txBody>
      </p:sp>
      <p:sp>
        <p:nvSpPr>
          <p:cNvPr id="4" name="TextBox 3"/>
          <p:cNvSpPr txBox="1"/>
          <p:nvPr/>
        </p:nvSpPr>
        <p:spPr>
          <a:xfrm>
            <a:off x="91440" y="685800"/>
            <a:ext cx="8382000" cy="2862322"/>
          </a:xfrm>
          <a:prstGeom prst="rect">
            <a:avLst/>
          </a:prstGeom>
          <a:noFill/>
        </p:spPr>
        <p:txBody>
          <a:bodyPr wrap="square" rtlCol="0">
            <a:spAutoFit/>
          </a:bodyPr>
          <a:lstStyle/>
          <a:p>
            <a:pPr marL="342900" indent="-342900" algn="just">
              <a:buFont typeface="Wingdings" panose="05000000000000000000" pitchFamily="2" charset="2"/>
              <a:buChar char="q"/>
            </a:pPr>
            <a:r>
              <a:rPr lang="en-US" dirty="0" smtClean="0"/>
              <a:t>Waterfall </a:t>
            </a:r>
            <a:r>
              <a:rPr lang="en-US" dirty="0"/>
              <a:t>employs a sequential, top-down approach to project management, where project managers reduce risk and uncertainty by outlining all the steps in a project and defining its scope, budget, and schedule upfront. In Waterfall, one phase of a project must be 100% successfully completed before moving onto the next phase.</a:t>
            </a:r>
          </a:p>
          <a:p>
            <a:endParaRPr lang="en-US" dirty="0" smtClean="0"/>
          </a:p>
          <a:p>
            <a:endParaRPr lang="en-US" dirty="0"/>
          </a:p>
          <a:p>
            <a:pPr marL="342900" indent="-342900" algn="just">
              <a:buFont typeface="Wingdings" panose="05000000000000000000" pitchFamily="2" charset="2"/>
              <a:buChar char="q"/>
            </a:pPr>
            <a:r>
              <a:rPr lang="en-US" dirty="0"/>
              <a:t>The driving idea here is that you can save time and money by making sure everything is well-planned and all requirements are gathered at the outset of a project.</a:t>
            </a:r>
          </a:p>
          <a:p>
            <a:endParaRPr lang="en-IN" dirty="0"/>
          </a:p>
        </p:txBody>
      </p:sp>
    </p:spTree>
    <p:extLst>
      <p:ext uri="{BB962C8B-B14F-4D97-AF65-F5344CB8AC3E}">
        <p14:creationId xmlns:p14="http://schemas.microsoft.com/office/powerpoint/2010/main" val="1693186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management methodology - Agile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22</a:t>
            </a:fld>
            <a:endParaRPr lang="en-US" dirty="0"/>
          </a:p>
        </p:txBody>
      </p:sp>
      <p:sp>
        <p:nvSpPr>
          <p:cNvPr id="4" name="TextBox 3"/>
          <p:cNvSpPr txBox="1"/>
          <p:nvPr/>
        </p:nvSpPr>
        <p:spPr>
          <a:xfrm>
            <a:off x="91440" y="685800"/>
            <a:ext cx="8900160" cy="2585323"/>
          </a:xfrm>
          <a:prstGeom prst="rect">
            <a:avLst/>
          </a:prstGeom>
          <a:noFill/>
        </p:spPr>
        <p:txBody>
          <a:bodyPr wrap="square" rtlCol="0">
            <a:spAutoFit/>
          </a:bodyPr>
          <a:lstStyle/>
          <a:p>
            <a:pPr marL="342900" indent="-342900" algn="just">
              <a:buFont typeface="Wingdings" panose="05000000000000000000" pitchFamily="2" charset="2"/>
              <a:buChar char="q"/>
            </a:pPr>
            <a:r>
              <a:rPr lang="en-US" dirty="0" smtClean="0"/>
              <a:t>Agile </a:t>
            </a:r>
            <a:r>
              <a:rPr lang="en-US" dirty="0"/>
              <a:t>lends itself to faster turnaround and the ability to quickly adapt to needed changes or course corrections, based in ongoing feedback. It takes a more people-centric perspective, implementing short, iterative phases called ‘</a:t>
            </a:r>
            <a:r>
              <a:rPr lang="en-US" dirty="0" smtClean="0"/>
              <a:t>sprints</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dirty="0"/>
              <a:t>After its success in the software development realm, Agile has seen a rapid rise among marketing groups. Marketing and creative teams say Agile frees them from the endless development cycles that often occur with more traditional task management methodologies, while giving their creativity a major boost.</a:t>
            </a:r>
          </a:p>
          <a:p>
            <a:pPr algn="just"/>
            <a:endParaRPr lang="en-IN" dirty="0"/>
          </a:p>
        </p:txBody>
      </p:sp>
    </p:spTree>
    <p:extLst>
      <p:ext uri="{BB962C8B-B14F-4D97-AF65-F5344CB8AC3E}">
        <p14:creationId xmlns:p14="http://schemas.microsoft.com/office/powerpoint/2010/main" val="870931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estimation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23</a:t>
            </a:fld>
            <a:endParaRPr lang="en-US" dirty="0"/>
          </a:p>
        </p:txBody>
      </p:sp>
      <p:sp>
        <p:nvSpPr>
          <p:cNvPr id="4" name="TextBox 3"/>
          <p:cNvSpPr txBox="1"/>
          <p:nvPr/>
        </p:nvSpPr>
        <p:spPr>
          <a:xfrm>
            <a:off x="91440" y="685800"/>
            <a:ext cx="8900160" cy="2954655"/>
          </a:xfrm>
          <a:prstGeom prst="rect">
            <a:avLst/>
          </a:prstGeom>
          <a:noFill/>
        </p:spPr>
        <p:txBody>
          <a:bodyPr wrap="square" rtlCol="0">
            <a:spAutoFit/>
          </a:bodyPr>
          <a:lstStyle/>
          <a:p>
            <a:pPr marL="342900" indent="-342900" algn="just">
              <a:buFont typeface="Wingdings" panose="05000000000000000000" pitchFamily="2" charset="2"/>
              <a:buChar char="q"/>
            </a:pPr>
            <a:r>
              <a:rPr lang="en-US" b="1" dirty="0"/>
              <a:t>Estimation</a:t>
            </a:r>
            <a:r>
              <a:rPr lang="en-US" dirty="0"/>
              <a:t> is the process of finding an estimate, or approximation, which is a value that can be used for some purpose even if input data may be incomplete, uncertain, or unstable</a:t>
            </a:r>
            <a:r>
              <a:rPr lang="en-US" dirty="0" smtClean="0"/>
              <a:t>.</a:t>
            </a:r>
          </a:p>
          <a:p>
            <a:pPr algn="just"/>
            <a:endParaRPr lang="en-US" dirty="0"/>
          </a:p>
          <a:p>
            <a:pPr marL="342900" indent="-342900">
              <a:buFont typeface="Wingdings" panose="05000000000000000000" pitchFamily="2" charset="2"/>
              <a:buChar char="q"/>
            </a:pPr>
            <a:r>
              <a:rPr lang="en-US" dirty="0"/>
              <a:t>Estimation determines how much money, effort, resources, and time it will take to build a specific system or product. Estimation is based on −</a:t>
            </a:r>
          </a:p>
          <a:p>
            <a:pPr marL="799976" lvl="1" indent="-342900">
              <a:buFont typeface="Wingdings" panose="05000000000000000000" pitchFamily="2" charset="2"/>
              <a:buChar char="§"/>
            </a:pPr>
            <a:r>
              <a:rPr lang="en-US" sz="1600" dirty="0"/>
              <a:t>Past Data/Past Experience</a:t>
            </a:r>
          </a:p>
          <a:p>
            <a:pPr marL="799976" lvl="1" indent="-342900">
              <a:buFont typeface="Wingdings" panose="05000000000000000000" pitchFamily="2" charset="2"/>
              <a:buChar char="§"/>
            </a:pPr>
            <a:r>
              <a:rPr lang="en-US" sz="1600" dirty="0"/>
              <a:t>Available Documents/Knowledge</a:t>
            </a:r>
          </a:p>
          <a:p>
            <a:pPr marL="799976" lvl="1" indent="-342900">
              <a:buFont typeface="Wingdings" panose="05000000000000000000" pitchFamily="2" charset="2"/>
              <a:buChar char="§"/>
            </a:pPr>
            <a:r>
              <a:rPr lang="en-US" sz="1600" dirty="0"/>
              <a:t>Assumptions</a:t>
            </a:r>
          </a:p>
          <a:p>
            <a:pPr marL="799976" lvl="1" indent="-342900">
              <a:buFont typeface="Wingdings" panose="05000000000000000000" pitchFamily="2" charset="2"/>
              <a:buChar char="§"/>
            </a:pPr>
            <a:r>
              <a:rPr lang="en-US" sz="1600" dirty="0"/>
              <a:t>Identified Risks</a:t>
            </a:r>
          </a:p>
          <a:p>
            <a:pPr marL="1257052" lvl="2" indent="-342900" algn="just">
              <a:buFont typeface="Wingdings" panose="05000000000000000000" pitchFamily="2" charset="2"/>
              <a:buChar char="§"/>
            </a:pPr>
            <a:endParaRPr lang="en-IN" sz="1400" dirty="0"/>
          </a:p>
        </p:txBody>
      </p:sp>
    </p:spTree>
    <p:extLst>
      <p:ext uri="{BB962C8B-B14F-4D97-AF65-F5344CB8AC3E}">
        <p14:creationId xmlns:p14="http://schemas.microsoft.com/office/powerpoint/2010/main" val="781665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estimation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24</a:t>
            </a:fld>
            <a:endParaRPr lang="en-US" dirty="0"/>
          </a:p>
        </p:txBody>
      </p:sp>
      <p:sp>
        <p:nvSpPr>
          <p:cNvPr id="4" name="TextBox 3"/>
          <p:cNvSpPr txBox="1"/>
          <p:nvPr/>
        </p:nvSpPr>
        <p:spPr>
          <a:xfrm>
            <a:off x="91440" y="685800"/>
            <a:ext cx="8900160" cy="2862322"/>
          </a:xfrm>
          <a:prstGeom prst="rect">
            <a:avLst/>
          </a:prstGeom>
          <a:noFill/>
        </p:spPr>
        <p:txBody>
          <a:bodyPr wrap="square" rtlCol="0">
            <a:spAutoFit/>
          </a:bodyPr>
          <a:lstStyle/>
          <a:p>
            <a:pPr marL="342900" indent="-342900">
              <a:buFont typeface="Wingdings" panose="05000000000000000000" pitchFamily="2" charset="2"/>
              <a:buChar char="q"/>
            </a:pPr>
            <a:r>
              <a:rPr lang="en-US" dirty="0"/>
              <a:t>Estimation need not be a one-time task in a project. It can take place during −</a:t>
            </a:r>
          </a:p>
          <a:p>
            <a:pPr marL="742826" lvl="1" indent="-285750">
              <a:buFont typeface="Wingdings" panose="05000000000000000000" pitchFamily="2" charset="2"/>
              <a:buChar char="§"/>
            </a:pPr>
            <a:r>
              <a:rPr lang="en-US" sz="1600" dirty="0"/>
              <a:t>Acquiring a Project.</a:t>
            </a:r>
          </a:p>
          <a:p>
            <a:pPr marL="742826" lvl="1" indent="-285750">
              <a:buFont typeface="Wingdings" panose="05000000000000000000" pitchFamily="2" charset="2"/>
              <a:buChar char="§"/>
            </a:pPr>
            <a:r>
              <a:rPr lang="en-US" sz="1600" dirty="0"/>
              <a:t>Planning the Project.</a:t>
            </a:r>
          </a:p>
          <a:p>
            <a:pPr marL="742826" lvl="1" indent="-285750">
              <a:buFont typeface="Wingdings" panose="05000000000000000000" pitchFamily="2" charset="2"/>
              <a:buChar char="§"/>
            </a:pPr>
            <a:r>
              <a:rPr lang="en-US" sz="1600" dirty="0"/>
              <a:t>Execution of the Project as the need arises.</a:t>
            </a:r>
            <a:endParaRPr lang="en-US" dirty="0"/>
          </a:p>
          <a:p>
            <a:pPr algn="just"/>
            <a:endParaRPr lang="en-US" dirty="0" smtClean="0"/>
          </a:p>
          <a:p>
            <a:pPr marL="342900" indent="-342900" algn="just">
              <a:buFont typeface="Wingdings" panose="05000000000000000000" pitchFamily="2" charset="2"/>
              <a:buChar char="q"/>
            </a:pPr>
            <a:r>
              <a:rPr lang="en-US" dirty="0"/>
              <a:t>The</a:t>
            </a:r>
            <a:r>
              <a:rPr lang="en-US" dirty="0" smtClean="0"/>
              <a:t> </a:t>
            </a:r>
            <a:r>
              <a:rPr lang="en-US" dirty="0"/>
              <a:t>four basic steps in Software Project Estimation </a:t>
            </a:r>
            <a:r>
              <a:rPr lang="en-US" dirty="0" smtClean="0"/>
              <a:t>are</a:t>
            </a:r>
            <a:endParaRPr lang="en-US" dirty="0"/>
          </a:p>
          <a:p>
            <a:pPr marL="742826" lvl="1" indent="-285750">
              <a:buFont typeface="Wingdings" panose="05000000000000000000" pitchFamily="2" charset="2"/>
              <a:buChar char="§"/>
            </a:pPr>
            <a:r>
              <a:rPr lang="en-US" sz="1600" dirty="0"/>
              <a:t>Estimate the size of the development product.</a:t>
            </a:r>
          </a:p>
          <a:p>
            <a:pPr marL="742826" lvl="1" indent="-285750">
              <a:buFont typeface="Wingdings" panose="05000000000000000000" pitchFamily="2" charset="2"/>
              <a:buChar char="§"/>
            </a:pPr>
            <a:r>
              <a:rPr lang="en-US" sz="1600" dirty="0"/>
              <a:t>Estimate the effort in person-months or person-hours.</a:t>
            </a:r>
          </a:p>
          <a:p>
            <a:pPr marL="742826" lvl="1" indent="-285750">
              <a:buFont typeface="Wingdings" panose="05000000000000000000" pitchFamily="2" charset="2"/>
              <a:buChar char="§"/>
            </a:pPr>
            <a:r>
              <a:rPr lang="en-US" sz="1600" dirty="0"/>
              <a:t>Estimate the schedule in calendar months.</a:t>
            </a:r>
          </a:p>
          <a:p>
            <a:pPr marL="742826" lvl="1" indent="-285750">
              <a:buFont typeface="Wingdings" panose="05000000000000000000" pitchFamily="2" charset="2"/>
              <a:buChar char="§"/>
            </a:pPr>
            <a:r>
              <a:rPr lang="en-US" sz="1600" dirty="0"/>
              <a:t>Estimate the project cost in agreed currency.</a:t>
            </a:r>
          </a:p>
          <a:p>
            <a:pPr marL="1257052" lvl="2" indent="-342900" algn="just">
              <a:buFont typeface="Wingdings" panose="05000000000000000000" pitchFamily="2" charset="2"/>
              <a:buChar char="§"/>
            </a:pPr>
            <a:endParaRPr lang="en-IN" sz="1400" dirty="0"/>
          </a:p>
        </p:txBody>
      </p:sp>
    </p:spTree>
    <p:extLst>
      <p:ext uri="{BB962C8B-B14F-4D97-AF65-F5344CB8AC3E}">
        <p14:creationId xmlns:p14="http://schemas.microsoft.com/office/powerpoint/2010/main" val="556624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estimation - Accuracy</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25</a:t>
            </a:fld>
            <a:endParaRPr lang="en-US" dirty="0"/>
          </a:p>
        </p:txBody>
      </p:sp>
      <p:sp>
        <p:nvSpPr>
          <p:cNvPr id="4" name="TextBox 3"/>
          <p:cNvSpPr txBox="1"/>
          <p:nvPr/>
        </p:nvSpPr>
        <p:spPr>
          <a:xfrm>
            <a:off x="91440" y="685800"/>
            <a:ext cx="8900160" cy="3262432"/>
          </a:xfrm>
          <a:prstGeom prst="rect">
            <a:avLst/>
          </a:prstGeom>
          <a:noFill/>
        </p:spPr>
        <p:txBody>
          <a:bodyPr wrap="square" rtlCol="0">
            <a:spAutoFit/>
          </a:bodyPr>
          <a:lstStyle/>
          <a:p>
            <a:pPr marL="342900" indent="-342900" algn="just">
              <a:buFont typeface="Wingdings" panose="05000000000000000000" pitchFamily="2" charset="2"/>
              <a:buChar char="q"/>
            </a:pPr>
            <a:r>
              <a:rPr lang="en-US" dirty="0"/>
              <a:t>Accuracy is an indication of how close something is to reality. Whenever you generate an estimate, everyone wants to know how close the numbers are to reality. You will want every estimate to be as accurate as possible, given the data you have at the time you generate it. And of course you don’t want to present an estimate in a way that inspires a false sense of confidence in the numbers</a:t>
            </a:r>
            <a:r>
              <a:rPr lang="en-US" dirty="0" smtClean="0"/>
              <a:t>.</a:t>
            </a:r>
          </a:p>
          <a:p>
            <a:endParaRPr lang="en-US" dirty="0" smtClean="0"/>
          </a:p>
          <a:p>
            <a:pPr marL="342900" indent="-342900" algn="just">
              <a:buFont typeface="Wingdings" panose="05000000000000000000" pitchFamily="2" charset="2"/>
              <a:buChar char="q"/>
            </a:pPr>
            <a:r>
              <a:rPr lang="en-US" dirty="0"/>
              <a:t>Important factors that affect the accuracy of estimates are</a:t>
            </a:r>
            <a:endParaRPr lang="en-US" dirty="0" smtClean="0"/>
          </a:p>
          <a:p>
            <a:pPr marL="799976" lvl="1" indent="-342900">
              <a:buFont typeface="Wingdings" panose="05000000000000000000" pitchFamily="2" charset="2"/>
              <a:buChar char="§"/>
            </a:pPr>
            <a:r>
              <a:rPr lang="en-US" sz="1600" dirty="0" smtClean="0"/>
              <a:t>The </a:t>
            </a:r>
            <a:r>
              <a:rPr lang="en-US" sz="1600" dirty="0"/>
              <a:t>accuracy of all the estimate’s input data.</a:t>
            </a:r>
          </a:p>
          <a:p>
            <a:pPr marL="799976" lvl="1" indent="-342900">
              <a:buFont typeface="Wingdings" panose="05000000000000000000" pitchFamily="2" charset="2"/>
              <a:buChar char="§"/>
            </a:pPr>
            <a:r>
              <a:rPr lang="en-US" sz="1600" dirty="0"/>
              <a:t>The accuracy of any estimate calculation.</a:t>
            </a:r>
          </a:p>
          <a:p>
            <a:pPr marL="799976" lvl="1" indent="-342900">
              <a:buFont typeface="Wingdings" panose="05000000000000000000" pitchFamily="2" charset="2"/>
              <a:buChar char="§"/>
            </a:pPr>
            <a:r>
              <a:rPr lang="en-US" sz="1600" dirty="0"/>
              <a:t>How closely the historical data or industry data used to calibrate the model matches the project you are estimating.</a:t>
            </a:r>
          </a:p>
          <a:p>
            <a:pPr marL="799976" lvl="1" indent="-342900">
              <a:buFont typeface="Wingdings" panose="05000000000000000000" pitchFamily="2" charset="2"/>
              <a:buChar char="§"/>
            </a:pPr>
            <a:r>
              <a:rPr lang="en-US" sz="1600" dirty="0"/>
              <a:t>The predictability of your organization’s software development </a:t>
            </a:r>
            <a:r>
              <a:rPr lang="en-US" sz="1600" dirty="0" smtClean="0"/>
              <a:t>process</a:t>
            </a:r>
            <a:endParaRPr lang="en-US" sz="1600" dirty="0"/>
          </a:p>
        </p:txBody>
      </p:sp>
    </p:spTree>
    <p:extLst>
      <p:ext uri="{BB962C8B-B14F-4D97-AF65-F5344CB8AC3E}">
        <p14:creationId xmlns:p14="http://schemas.microsoft.com/office/powerpoint/2010/main" val="4261941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chemeClr val="accent1"/>
                </a:solidFill>
              </a:rPr>
              <a:t>Websites to look at as </a:t>
            </a:r>
            <a:r>
              <a:rPr lang="en-US" b="1" dirty="0" smtClean="0">
                <a:solidFill>
                  <a:schemeClr val="accent1"/>
                </a:solidFill>
              </a:rPr>
              <a:t>Project </a:t>
            </a:r>
            <a:r>
              <a:rPr lang="en-US" b="1" dirty="0">
                <a:solidFill>
                  <a:schemeClr val="accent1"/>
                </a:solidFill>
              </a:rPr>
              <a:t>Management</a:t>
            </a:r>
          </a:p>
        </p:txBody>
      </p:sp>
      <p:sp>
        <p:nvSpPr>
          <p:cNvPr id="5" name="Content Placeholder 1"/>
          <p:cNvSpPr txBox="1">
            <a:spLocks/>
          </p:cNvSpPr>
          <p:nvPr/>
        </p:nvSpPr>
        <p:spPr>
          <a:xfrm>
            <a:off x="711275" y="484011"/>
            <a:ext cx="7721451" cy="3382595"/>
          </a:xfrm>
          <a:prstGeom prst="rect">
            <a:avLst/>
          </a:prstGeom>
        </p:spPr>
        <p:txBody>
          <a:bodyPr vert="horz" lIns="60960" tIns="30480" rIns="60960" bIns="3048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t>https://www.pmi.org –  </a:t>
            </a:r>
            <a:r>
              <a:rPr lang="en-US" sz="1067" dirty="0" smtClean="0"/>
              <a:t>Project Management </a:t>
            </a:r>
            <a:endParaRPr lang="en-US" sz="1067" dirty="0"/>
          </a:p>
          <a:p>
            <a:pPr marL="0" indent="0">
              <a:buNone/>
            </a:pPr>
            <a:endParaRPr lang="en-US" sz="1067" dirty="0"/>
          </a:p>
          <a:p>
            <a:pPr marL="0" indent="0">
              <a:buNone/>
            </a:pPr>
            <a:r>
              <a:rPr lang="en-US" sz="1067" b="1" dirty="0">
                <a:hlinkClick r:id="rId2"/>
              </a:rPr>
              <a:t>https://www.cebglobal.com</a:t>
            </a:r>
            <a:r>
              <a:rPr lang="en-US" sz="1067" b="1" dirty="0" smtClean="0">
                <a:hlinkClick r:id="rId2"/>
              </a:rPr>
              <a:t>/</a:t>
            </a:r>
            <a:r>
              <a:rPr lang="en-US" sz="1067" b="1" dirty="0" smtClean="0"/>
              <a:t> -</a:t>
            </a:r>
            <a:r>
              <a:rPr lang="en-US" sz="1067" dirty="0" smtClean="0"/>
              <a:t>(PMO Leadership Council)</a:t>
            </a:r>
            <a:endParaRPr lang="en-US" sz="1067" dirty="0"/>
          </a:p>
          <a:p>
            <a:pPr marL="0" indent="0">
              <a:buNone/>
            </a:pPr>
            <a:endParaRPr lang="en-US" sz="1067" dirty="0"/>
          </a:p>
          <a:p>
            <a:pPr marL="0" indent="0">
              <a:buNone/>
            </a:pPr>
            <a:r>
              <a:rPr lang="en-US" sz="1067" dirty="0"/>
              <a:t>https://www.projectmanagement.com/- </a:t>
            </a:r>
            <a:r>
              <a:rPr lang="en-US" sz="1067" dirty="0" err="1" smtClean="0"/>
              <a:t>Webnairs</a:t>
            </a:r>
            <a:endParaRPr lang="en-US" sz="1067" dirty="0"/>
          </a:p>
          <a:p>
            <a:pPr marL="0" indent="0">
              <a:buNone/>
            </a:pPr>
            <a:endParaRPr lang="en-US" sz="1067" dirty="0"/>
          </a:p>
          <a:p>
            <a:pPr marL="0" indent="0">
              <a:buNone/>
            </a:pPr>
            <a:r>
              <a:rPr lang="en-US" sz="1067" dirty="0"/>
              <a:t>https://www.capterra.com/project-management-software/– </a:t>
            </a:r>
            <a:r>
              <a:rPr lang="en-US" sz="1067" dirty="0" smtClean="0"/>
              <a:t>Project Management Tools</a:t>
            </a:r>
            <a:endParaRPr lang="en-US" sz="1067" dirty="0"/>
          </a:p>
          <a:p>
            <a:pPr marL="0" indent="0">
              <a:buNone/>
            </a:pPr>
            <a:endParaRPr lang="en-US" sz="1067" dirty="0"/>
          </a:p>
          <a:p>
            <a:pPr marL="0" indent="0">
              <a:buNone/>
            </a:pPr>
            <a:r>
              <a:rPr lang="en-US" sz="1067" dirty="0"/>
              <a:t>https://www.slideshare.net/ostephens/project-management-tools-2014562- Project Management Tools</a:t>
            </a:r>
          </a:p>
          <a:p>
            <a:pPr marL="0" indent="0">
              <a:buNone/>
            </a:pPr>
            <a:r>
              <a:rPr lang="en-US" sz="1067" dirty="0" smtClean="0"/>
              <a:t>https</a:t>
            </a:r>
            <a:r>
              <a:rPr lang="en-US" sz="1067" dirty="0"/>
              <a:t>://www.pmbypm.com/difference-project-program-and-portfolio</a:t>
            </a:r>
            <a:r>
              <a:rPr lang="en-US" sz="1067" dirty="0" smtClean="0"/>
              <a:t>/</a:t>
            </a:r>
            <a:endParaRPr lang="en-US" sz="1067" dirty="0"/>
          </a:p>
          <a:p>
            <a:pPr marL="0" indent="0">
              <a:buNone/>
            </a:pPr>
            <a:r>
              <a:rPr lang="en-US" sz="1067" dirty="0">
                <a:hlinkClick r:id="rId3"/>
              </a:rPr>
              <a:t>https://</a:t>
            </a:r>
            <a:r>
              <a:rPr lang="en-US" sz="1067" dirty="0" smtClean="0">
                <a:hlinkClick r:id="rId3"/>
              </a:rPr>
              <a:t>www.youtube.com/watch?v=9LSnINglkQA</a:t>
            </a:r>
            <a:endParaRPr lang="en-US" sz="1067" dirty="0" smtClean="0"/>
          </a:p>
          <a:p>
            <a:pPr marL="0" indent="0">
              <a:buNone/>
            </a:pPr>
            <a:r>
              <a:rPr lang="en-US" sz="1067" dirty="0"/>
              <a:t>https://www.youtube.com/watch?v=6Or_9IRQHi4</a:t>
            </a:r>
          </a:p>
          <a:p>
            <a:pPr marL="0" indent="0">
              <a:buNone/>
            </a:pPr>
            <a:endParaRPr lang="en-US" sz="1067" dirty="0"/>
          </a:p>
        </p:txBody>
      </p:sp>
    </p:spTree>
    <p:extLst>
      <p:ext uri="{BB962C8B-B14F-4D97-AF65-F5344CB8AC3E}">
        <p14:creationId xmlns:p14="http://schemas.microsoft.com/office/powerpoint/2010/main" val="1511072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fld id="{0B491FB4-905F-488C-AD01-09867DFAF172}" type="slidenum">
              <a:rPr lang="en-US" smtClean="0"/>
              <a:pPr/>
              <a:t>27</a:t>
            </a:fld>
            <a:endParaRPr lang="en-US" dirty="0"/>
          </a:p>
        </p:txBody>
      </p:sp>
      <p:sp>
        <p:nvSpPr>
          <p:cNvPr id="4" name="Rectangle 3"/>
          <p:cNvSpPr/>
          <p:nvPr/>
        </p:nvSpPr>
        <p:spPr>
          <a:xfrm>
            <a:off x="0" y="2101334"/>
            <a:ext cx="9144000" cy="523220"/>
          </a:xfrm>
          <a:prstGeom prst="rect">
            <a:avLst/>
          </a:prstGeom>
        </p:spPr>
        <p:txBody>
          <a:bodyPr wrap="square">
            <a:spAutoFit/>
          </a:bodyPr>
          <a:lstStyle/>
          <a:p>
            <a:pPr algn="ctr"/>
            <a:r>
              <a:rPr lang="en-US" sz="2800" b="1" dirty="0" smtClean="0"/>
              <a:t>Thank You</a:t>
            </a:r>
            <a:endParaRPr lang="en-US" sz="2800" b="1" dirty="0"/>
          </a:p>
        </p:txBody>
      </p:sp>
    </p:spTree>
    <p:extLst>
      <p:ext uri="{BB962C8B-B14F-4D97-AF65-F5344CB8AC3E}">
        <p14:creationId xmlns:p14="http://schemas.microsoft.com/office/powerpoint/2010/main" val="1570298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reen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CL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CL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CL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CL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CL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CL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CL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CL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CL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CL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CL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CL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CL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green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CL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CL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CL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CL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CL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CL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CL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CL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CL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CL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CL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CL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CL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74076F001B14246A5D36FF331875CF6" ma:contentTypeVersion="0" ma:contentTypeDescription="Create a new document." ma:contentTypeScope="" ma:versionID="453df6b1801b60ce3dbd0e17a508945d">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EAFD92-DF39-42D0-81A8-BFF11B241C6F}">
  <ds:schemaRefs>
    <ds:schemaRef ds:uri="http://purl.org/dc/elements/1.1/"/>
    <ds:schemaRef ds:uri="http://www.w3.org/XML/1998/namespace"/>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636F3C27-6CDE-46F9-A529-CC64F2CAE64A}">
  <ds:schemaRefs>
    <ds:schemaRef ds:uri="http://schemas.microsoft.com/sharepoint/v3/contenttype/forms"/>
  </ds:schemaRefs>
</ds:datastoreItem>
</file>

<file path=customXml/itemProps3.xml><?xml version="1.0" encoding="utf-8"?>
<ds:datastoreItem xmlns:ds="http://schemas.openxmlformats.org/officeDocument/2006/customXml" ds:itemID="{696547BA-7BF0-4693-9ABE-05694BA8C7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17267</TotalTime>
  <Words>1226</Words>
  <Application>Microsoft Office PowerPoint</Application>
  <PresentationFormat>Custom</PresentationFormat>
  <Paragraphs>240</Paragraphs>
  <Slides>27</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27</vt:i4>
      </vt:variant>
    </vt:vector>
  </HeadingPairs>
  <TitlesOfParts>
    <vt:vector size="38" baseType="lpstr">
      <vt:lpstr>Arial</vt:lpstr>
      <vt:lpstr>Arial Rounded MT Bold</vt:lpstr>
      <vt:lpstr>Calibri</vt:lpstr>
      <vt:lpstr>Garamond</vt:lpstr>
      <vt:lpstr>Times New Roman</vt:lpstr>
      <vt:lpstr>Trebuchet MS</vt:lpstr>
      <vt:lpstr>Wingdings</vt:lpstr>
      <vt:lpstr>Wingdings 2</vt:lpstr>
      <vt:lpstr>Office Theme</vt:lpstr>
      <vt:lpstr>greentheme</vt:lpstr>
      <vt:lpstr>1_greentheme</vt:lpstr>
      <vt:lpstr>PowerPoint Presentation</vt:lpstr>
      <vt:lpstr>Agenda</vt:lpstr>
      <vt:lpstr>Recap of Previous Session</vt:lpstr>
      <vt:lpstr>Project Management Phases</vt:lpstr>
      <vt:lpstr>Quality Management</vt:lpstr>
      <vt:lpstr>Quality Management</vt:lpstr>
      <vt:lpstr>Quality Management</vt:lpstr>
      <vt:lpstr>Quality Management</vt:lpstr>
      <vt:lpstr>Project monitoring</vt:lpstr>
      <vt:lpstr>Project monitoring and control</vt:lpstr>
      <vt:lpstr>Project monitoring and control</vt:lpstr>
      <vt:lpstr>Why do we monitor?</vt:lpstr>
      <vt:lpstr>What do we Monitor?</vt:lpstr>
      <vt:lpstr>What do we Monitor?</vt:lpstr>
      <vt:lpstr>When do we Monitor?</vt:lpstr>
      <vt:lpstr>How do we Monitor?</vt:lpstr>
      <vt:lpstr>Meetings – Some monitoring issues</vt:lpstr>
      <vt:lpstr>Project Control Cycle</vt:lpstr>
      <vt:lpstr>Project Control</vt:lpstr>
      <vt:lpstr>Project closure</vt:lpstr>
      <vt:lpstr>Project management methodology - Agile</vt:lpstr>
      <vt:lpstr>Project management methodology - Agile</vt:lpstr>
      <vt:lpstr>Project estimation</vt:lpstr>
      <vt:lpstr>Project estimation</vt:lpstr>
      <vt:lpstr>Project estimation - Accuracy</vt:lpstr>
      <vt:lpstr>Websites to look at as Project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Yadav</dc:creator>
  <cp:lastModifiedBy>Niyali Kaul</cp:lastModifiedBy>
  <cp:revision>2054</cp:revision>
  <dcterms:created xsi:type="dcterms:W3CDTF">2013-04-16T11:47:47Z</dcterms:created>
  <dcterms:modified xsi:type="dcterms:W3CDTF">2018-02-09T09:18:16Z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0x010100B74076F001B14246A5D36FF331875CF6</vt:lpwstr>
  </property>
</Properties>
</file>