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2.xml" ContentType="application/vnd.openxmlformats-officedocument.theme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theme/theme3.xml" ContentType="application/vnd.openxmlformats-officedocument.theme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theme/theme4.xml" ContentType="application/vnd.openxmlformats-officedocument.theme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946" r:id="rId1"/>
    <p:sldMasterId id="2147484224" r:id="rId2"/>
    <p:sldMasterId id="2147484250" r:id="rId3"/>
    <p:sldMasterId id="2147484329" r:id="rId4"/>
    <p:sldMasterId id="2147484342" r:id="rId5"/>
  </p:sldMasterIdLst>
  <p:notesMasterIdLst>
    <p:notesMasterId r:id="rId48"/>
  </p:notesMasterIdLst>
  <p:handoutMasterIdLst>
    <p:handoutMasterId r:id="rId49"/>
  </p:handoutMasterIdLst>
  <p:sldIdLst>
    <p:sldId id="705" r:id="rId6"/>
    <p:sldId id="706" r:id="rId7"/>
    <p:sldId id="710" r:id="rId8"/>
    <p:sldId id="711" r:id="rId9"/>
    <p:sldId id="712" r:id="rId10"/>
    <p:sldId id="4899" r:id="rId11"/>
    <p:sldId id="4900" r:id="rId12"/>
    <p:sldId id="715" r:id="rId13"/>
    <p:sldId id="950" r:id="rId14"/>
    <p:sldId id="951" r:id="rId15"/>
    <p:sldId id="952" r:id="rId16"/>
    <p:sldId id="953" r:id="rId17"/>
    <p:sldId id="4413" r:id="rId18"/>
    <p:sldId id="721" r:id="rId19"/>
    <p:sldId id="722" r:id="rId20"/>
    <p:sldId id="723" r:id="rId21"/>
    <p:sldId id="731" r:id="rId22"/>
    <p:sldId id="732" r:id="rId23"/>
    <p:sldId id="734" r:id="rId24"/>
    <p:sldId id="735" r:id="rId25"/>
    <p:sldId id="4901" r:id="rId26"/>
    <p:sldId id="4902" r:id="rId27"/>
    <p:sldId id="4433" r:id="rId28"/>
    <p:sldId id="4434" r:id="rId29"/>
    <p:sldId id="4435" r:id="rId30"/>
    <p:sldId id="4437" r:id="rId31"/>
    <p:sldId id="4438" r:id="rId32"/>
    <p:sldId id="4439" r:id="rId33"/>
    <p:sldId id="4440" r:id="rId34"/>
    <p:sldId id="761" r:id="rId35"/>
    <p:sldId id="762" r:id="rId36"/>
    <p:sldId id="763" r:id="rId37"/>
    <p:sldId id="764" r:id="rId38"/>
    <p:sldId id="4906" r:id="rId39"/>
    <p:sldId id="4903" r:id="rId40"/>
    <p:sldId id="4904" r:id="rId41"/>
    <p:sldId id="4907" r:id="rId42"/>
    <p:sldId id="4908" r:id="rId43"/>
    <p:sldId id="4909" r:id="rId44"/>
    <p:sldId id="4910" r:id="rId45"/>
    <p:sldId id="4911" r:id="rId46"/>
    <p:sldId id="4912" r:id="rId47"/>
  </p:sldIdLst>
  <p:sldSz cx="9144000" cy="6858000" type="screen4x3"/>
  <p:notesSz cx="6858000" cy="91440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ＭＳ Ｐゴシック" charset="-128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ＭＳ Ｐゴシック" charset="-128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ＭＳ Ｐゴシック" charset="-128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ＭＳ Ｐゴシック" charset="-128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ＭＳ Ｐゴシック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ＭＳ Ｐゴシック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ＭＳ Ｐゴシック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ＭＳ Ｐゴシック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ＭＳ Ｐゴシック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432FF"/>
    <a:srgbClr val="000000"/>
    <a:srgbClr val="35F6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3658"/>
  </p:normalViewPr>
  <p:slideViewPr>
    <p:cSldViewPr>
      <p:cViewPr varScale="1">
        <p:scale>
          <a:sx n="73" d="100"/>
          <a:sy n="73" d="100"/>
        </p:scale>
        <p:origin x="1320" y="72"/>
      </p:cViewPr>
      <p:guideLst>
        <p:guide orient="horz" pos="2160"/>
        <p:guide pos="2880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8.xml"/><Relationship Id="rId18" Type="http://schemas.openxmlformats.org/officeDocument/2006/relationships/slide" Target="slides/slide13.xml"/><Relationship Id="rId26" Type="http://schemas.openxmlformats.org/officeDocument/2006/relationships/slide" Target="slides/slide21.xml"/><Relationship Id="rId39" Type="http://schemas.openxmlformats.org/officeDocument/2006/relationships/slide" Target="slides/slide34.xml"/><Relationship Id="rId21" Type="http://schemas.openxmlformats.org/officeDocument/2006/relationships/slide" Target="slides/slide16.xml"/><Relationship Id="rId34" Type="http://schemas.openxmlformats.org/officeDocument/2006/relationships/slide" Target="slides/slide29.xml"/><Relationship Id="rId42" Type="http://schemas.openxmlformats.org/officeDocument/2006/relationships/slide" Target="slides/slide37.xml"/><Relationship Id="rId47" Type="http://schemas.openxmlformats.org/officeDocument/2006/relationships/slide" Target="slides/slide42.xml"/><Relationship Id="rId50" Type="http://schemas.openxmlformats.org/officeDocument/2006/relationships/presProps" Target="presProps.xml"/><Relationship Id="rId7" Type="http://schemas.openxmlformats.org/officeDocument/2006/relationships/slide" Target="slides/slide2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1.xml"/><Relationship Id="rId29" Type="http://schemas.openxmlformats.org/officeDocument/2006/relationships/slide" Target="slides/slide24.xml"/><Relationship Id="rId11" Type="http://schemas.openxmlformats.org/officeDocument/2006/relationships/slide" Target="slides/slide6.xml"/><Relationship Id="rId24" Type="http://schemas.openxmlformats.org/officeDocument/2006/relationships/slide" Target="slides/slide19.xml"/><Relationship Id="rId32" Type="http://schemas.openxmlformats.org/officeDocument/2006/relationships/slide" Target="slides/slide27.xml"/><Relationship Id="rId37" Type="http://schemas.openxmlformats.org/officeDocument/2006/relationships/slide" Target="slides/slide32.xml"/><Relationship Id="rId40" Type="http://schemas.openxmlformats.org/officeDocument/2006/relationships/slide" Target="slides/slide35.xml"/><Relationship Id="rId45" Type="http://schemas.openxmlformats.org/officeDocument/2006/relationships/slide" Target="slides/slide40.xml"/><Relationship Id="rId53" Type="http://schemas.openxmlformats.org/officeDocument/2006/relationships/tableStyles" Target="tableStyles.xml"/><Relationship Id="rId5" Type="http://schemas.openxmlformats.org/officeDocument/2006/relationships/slideMaster" Target="slideMasters/slideMaster5.xml"/><Relationship Id="rId10" Type="http://schemas.openxmlformats.org/officeDocument/2006/relationships/slide" Target="slides/slide5.xml"/><Relationship Id="rId19" Type="http://schemas.openxmlformats.org/officeDocument/2006/relationships/slide" Target="slides/slide14.xml"/><Relationship Id="rId31" Type="http://schemas.openxmlformats.org/officeDocument/2006/relationships/slide" Target="slides/slide26.xml"/><Relationship Id="rId44" Type="http://schemas.openxmlformats.org/officeDocument/2006/relationships/slide" Target="slides/slide39.xml"/><Relationship Id="rId52" Type="http://schemas.openxmlformats.org/officeDocument/2006/relationships/theme" Target="theme/theme1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22" Type="http://schemas.openxmlformats.org/officeDocument/2006/relationships/slide" Target="slides/slide17.xml"/><Relationship Id="rId27" Type="http://schemas.openxmlformats.org/officeDocument/2006/relationships/slide" Target="slides/slide22.xml"/><Relationship Id="rId30" Type="http://schemas.openxmlformats.org/officeDocument/2006/relationships/slide" Target="slides/slide25.xml"/><Relationship Id="rId35" Type="http://schemas.openxmlformats.org/officeDocument/2006/relationships/slide" Target="slides/slide30.xml"/><Relationship Id="rId43" Type="http://schemas.openxmlformats.org/officeDocument/2006/relationships/slide" Target="slides/slide38.xml"/><Relationship Id="rId48" Type="http://schemas.openxmlformats.org/officeDocument/2006/relationships/notesMaster" Target="notesMasters/notesMaster1.xml"/><Relationship Id="rId8" Type="http://schemas.openxmlformats.org/officeDocument/2006/relationships/slide" Target="slides/slide3.xml"/><Relationship Id="rId51" Type="http://schemas.openxmlformats.org/officeDocument/2006/relationships/viewProps" Target="viewProps.xml"/><Relationship Id="rId3" Type="http://schemas.openxmlformats.org/officeDocument/2006/relationships/slideMaster" Target="slideMasters/slideMaster3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25" Type="http://schemas.openxmlformats.org/officeDocument/2006/relationships/slide" Target="slides/slide20.xml"/><Relationship Id="rId33" Type="http://schemas.openxmlformats.org/officeDocument/2006/relationships/slide" Target="slides/slide28.xml"/><Relationship Id="rId38" Type="http://schemas.openxmlformats.org/officeDocument/2006/relationships/slide" Target="slides/slide33.xml"/><Relationship Id="rId46" Type="http://schemas.openxmlformats.org/officeDocument/2006/relationships/slide" Target="slides/slide41.xml"/><Relationship Id="rId20" Type="http://schemas.openxmlformats.org/officeDocument/2006/relationships/slide" Target="slides/slide15.xml"/><Relationship Id="rId41" Type="http://schemas.openxmlformats.org/officeDocument/2006/relationships/slide" Target="slides/slide36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1.xml"/><Relationship Id="rId15" Type="http://schemas.openxmlformats.org/officeDocument/2006/relationships/slide" Target="slides/slide10.xml"/><Relationship Id="rId23" Type="http://schemas.openxmlformats.org/officeDocument/2006/relationships/slide" Target="slides/slide18.xml"/><Relationship Id="rId28" Type="http://schemas.openxmlformats.org/officeDocument/2006/relationships/slide" Target="slides/slide23.xml"/><Relationship Id="rId36" Type="http://schemas.openxmlformats.org/officeDocument/2006/relationships/slide" Target="slides/slide31.xml"/><Relationship Id="rId49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7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hangingPunct="1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hangingPunct="1">
              <a:defRPr sz="1200"/>
            </a:lvl1pPr>
          </a:lstStyle>
          <a:p>
            <a:pPr>
              <a:defRPr/>
            </a:pPr>
            <a:fld id="{AD636FF8-CD82-7340-9DDC-BB4B4798B04E}" type="datetimeFigureOut">
              <a:rPr lang="en-US"/>
              <a:pPr>
                <a:defRPr/>
              </a:pPr>
              <a:t>3/15/2019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hangingPunct="1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eaLnBrk="1" hangingPunct="1">
              <a:defRPr sz="1200"/>
            </a:lvl1pPr>
          </a:lstStyle>
          <a:p>
            <a:pPr>
              <a:defRPr/>
            </a:pPr>
            <a:fld id="{08EA714E-95A2-6C41-821F-407EC0782CE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6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Calibri" charset="0"/>
              </a:defRPr>
            </a:lvl1pPr>
          </a:lstStyle>
          <a:p>
            <a:pPr>
              <a:defRPr/>
            </a:pPr>
            <a:fld id="{1407579D-6EA0-7D44-A950-B6595B02140F}" type="datetime1">
              <a:rPr lang="en-US" altLang="en-US"/>
              <a:pPr>
                <a:defRPr/>
              </a:pPr>
              <a:t>3/15/2019</a:t>
            </a:fld>
            <a:endParaRPr lang="en-US" alt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Calibri" charset="0"/>
              </a:defRPr>
            </a:lvl1pPr>
          </a:lstStyle>
          <a:p>
            <a:pPr>
              <a:defRPr/>
            </a:pPr>
            <a:fld id="{D63F7FAF-8CF6-EA4D-89B9-6564C012324C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ＭＳ Ｐゴシック" charset="0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pitchFamily="-106" charset="-128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pitchFamily="-106" charset="-128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pitchFamily="-106" charset="-128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pitchFamily="-106" charset="-128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825" name="Rectangle 7">
            <a:extLst>
              <a:ext uri="{FF2B5EF4-FFF2-40B4-BE49-F238E27FC236}">
                <a16:creationId xmlns:a16="http://schemas.microsoft.com/office/drawing/2014/main" id="{9EA800C3-5FD2-374D-B5B6-238B11CAE73C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1225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 defTabSz="911225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 defTabSz="911225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 defTabSz="911225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 defTabSz="911225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91122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91122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91122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91122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r" defTabSz="911225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54029B58-C626-CA46-A081-E13829E703D8}" type="slidenum">
              <a:rPr kumimoji="0" lang="en-US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pPr marL="0" marR="0" lvl="0" indent="0" algn="r" defTabSz="911225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alt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205826" name="Rectangle 2">
            <a:extLst>
              <a:ext uri="{FF2B5EF4-FFF2-40B4-BE49-F238E27FC236}">
                <a16:creationId xmlns:a16="http://schemas.microsoft.com/office/drawing/2014/main" id="{DB55E9F0-01F5-A04F-B0CE-E41147775B6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05827" name="Rectangle 3">
            <a:extLst>
              <a:ext uri="{FF2B5EF4-FFF2-40B4-BE49-F238E27FC236}">
                <a16:creationId xmlns:a16="http://schemas.microsoft.com/office/drawing/2014/main" id="{C7F203B2-F31D-ED4A-8800-E3B28F8D488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54431839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665" name="Slide Image Placeholder 1">
            <a:extLst>
              <a:ext uri="{FF2B5EF4-FFF2-40B4-BE49-F238E27FC236}">
                <a16:creationId xmlns:a16="http://schemas.microsoft.com/office/drawing/2014/main" id="{6489FE02-8C36-C546-A801-E281BF10E77F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41666" name="Notes Placeholder 2">
            <a:extLst>
              <a:ext uri="{FF2B5EF4-FFF2-40B4-BE49-F238E27FC236}">
                <a16:creationId xmlns:a16="http://schemas.microsoft.com/office/drawing/2014/main" id="{BBE8A9E4-9F24-B046-AD6F-8D6ECA7C813C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en-US">
              <a:ea typeface="ＭＳ Ｐゴシック" panose="020B0600070205080204" pitchFamily="34" charset="-128"/>
            </a:endParaRPr>
          </a:p>
        </p:txBody>
      </p:sp>
      <p:sp>
        <p:nvSpPr>
          <p:cNvPr id="241667" name="Slide Number Placeholder 3">
            <a:extLst>
              <a:ext uri="{FF2B5EF4-FFF2-40B4-BE49-F238E27FC236}">
                <a16:creationId xmlns:a16="http://schemas.microsoft.com/office/drawing/2014/main" id="{79AA5862-F58D-2542-AA2F-E31CD4BD3B5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E2E99F8-86B3-0748-BFEC-8E71EC322606}" type="slidenum">
              <a:rPr kumimoji="0" lang="en-US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ＭＳ Ｐゴシック" panose="020B0600070205080204" pitchFamily="34" charset="-128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26</a:t>
            </a:fld>
            <a:endParaRPr kumimoji="0" lang="en-US" alt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ＭＳ Ｐゴシック" panose="020B0600070205080204" pitchFamily="34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84251623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eform 7"/>
          <p:cNvSpPr>
            <a:spLocks noChangeArrowheads="1"/>
          </p:cNvSpPr>
          <p:nvPr/>
        </p:nvSpPr>
        <p:spPr bwMode="auto">
          <a:xfrm>
            <a:off x="457200" y="1123950"/>
            <a:ext cx="8229600" cy="914400"/>
          </a:xfrm>
          <a:custGeom>
            <a:avLst/>
            <a:gdLst>
              <a:gd name="T0" fmla="*/ 0 w 1000"/>
              <a:gd name="T1" fmla="*/ 2147483646 h 1000"/>
              <a:gd name="T2" fmla="*/ 0 w 1000"/>
              <a:gd name="T3" fmla="*/ 0 h 1000"/>
              <a:gd name="T4" fmla="*/ 2147483646 w 1000"/>
              <a:gd name="T5" fmla="*/ 0 h 1000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1000" h="1000">
                <a:moveTo>
                  <a:pt x="0" y="1000"/>
                </a:moveTo>
                <a:lnTo>
                  <a:pt x="0" y="0"/>
                </a:lnTo>
                <a:lnTo>
                  <a:pt x="1000" y="0"/>
                </a:lnTo>
              </a:path>
            </a:pathLst>
          </a:custGeom>
          <a:noFill/>
          <a:ln w="25400" cap="flat" cmpd="sng">
            <a:solidFill>
              <a:schemeClr val="accent1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" name="Line 8"/>
          <p:cNvSpPr>
            <a:spLocks noChangeShapeType="1"/>
          </p:cNvSpPr>
          <p:nvPr/>
        </p:nvSpPr>
        <p:spPr bwMode="auto">
          <a:xfrm>
            <a:off x="457200" y="3371850"/>
            <a:ext cx="8229600" cy="0"/>
          </a:xfrm>
          <a:prstGeom prst="line">
            <a:avLst/>
          </a:prstGeom>
          <a:noFill/>
          <a:ln w="19050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" name="Line 10"/>
          <p:cNvSpPr>
            <a:spLocks noChangeShapeType="1"/>
          </p:cNvSpPr>
          <p:nvPr userDrawn="1"/>
        </p:nvSpPr>
        <p:spPr bwMode="auto">
          <a:xfrm>
            <a:off x="8686800" y="2457450"/>
            <a:ext cx="0" cy="914400"/>
          </a:xfrm>
          <a:prstGeom prst="line">
            <a:avLst/>
          </a:prstGeom>
          <a:noFill/>
          <a:ln w="25400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1378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5800" y="1524000"/>
            <a:ext cx="7924800" cy="17526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 altLang="en-US"/>
              <a:t>Click to edit Master title style</a:t>
            </a:r>
          </a:p>
        </p:txBody>
      </p:sp>
      <p:sp>
        <p:nvSpPr>
          <p:cNvPr id="101379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685800" y="3581400"/>
            <a:ext cx="7848600" cy="1752600"/>
          </a:xfrm>
        </p:spPr>
        <p:txBody>
          <a:bodyPr/>
          <a:lstStyle>
            <a:lvl1pPr marL="0" indent="0" algn="ctr">
              <a:buFont typeface="Wingdings" pitchFamily="2" charset="2"/>
              <a:buNone/>
              <a:defRPr/>
            </a:lvl1pPr>
          </a:lstStyle>
          <a:p>
            <a:r>
              <a:rPr lang="en-US" altLang="en-US"/>
              <a:t>Click to edit Master subtitle style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 bwMode="auto">
          <a:xfrm>
            <a:off x="457200" y="6243638"/>
            <a:ext cx="2133600" cy="457200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solidFill>
                  <a:srgbClr val="000000"/>
                </a:solidFill>
                <a:latin typeface="Garamond" pitchFamily="-106" charset="0"/>
                <a:ea typeface="Arial" pitchFamily="-106" charset="0"/>
                <a:cs typeface="Arial" pitchFamily="-106" charset="0"/>
              </a:defRPr>
            </a:lvl1pPr>
          </a:lstStyle>
          <a:p>
            <a:pPr>
              <a:defRPr/>
            </a:pPr>
            <a:r>
              <a:rPr lang="en-US"/>
              <a:t>Efficient Runahead Execution</a:t>
            </a:r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3124200" y="6243638"/>
            <a:ext cx="2895600" cy="457200"/>
          </a:xfrm>
        </p:spPr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 sz="1200" smtClean="0"/>
            </a:lvl1pPr>
          </a:lstStyle>
          <a:p>
            <a:pPr>
              <a:defRPr/>
            </a:pPr>
            <a:fld id="{3337BF1A-2471-8F44-AA10-9A6AA4B4E0AC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5222455"/>
      </p:ext>
    </p:extLst>
  </p:cSld>
  <p:clrMapOvr>
    <a:masterClrMapping/>
  </p:clrMapOvr>
  <p:transition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" y="152400"/>
            <a:ext cx="8610600" cy="718131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997529"/>
            <a:ext cx="8610600" cy="5193723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Rectangle 1029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" name="Rectangle 1030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 eaLnBrk="0" hangingPunct="0">
              <a:defRPr smtClean="0"/>
            </a:lvl1pPr>
          </a:lstStyle>
          <a:p>
            <a:pPr>
              <a:defRPr/>
            </a:pPr>
            <a:fld id="{C693BED2-1B18-8744-B8F0-03CBD3594789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93247192"/>
      </p:ext>
    </p:extLst>
  </p:cSld>
  <p:clrMapOvr>
    <a:masterClrMapping/>
  </p:clrMapOvr>
  <p:transition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8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1029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" name="Rectangle 1030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 eaLnBrk="0" hangingPunct="0">
              <a:defRPr smtClean="0"/>
            </a:lvl1pPr>
          </a:lstStyle>
          <a:p>
            <a:pPr>
              <a:defRPr/>
            </a:pPr>
            <a:fld id="{5F36C014-2CFC-0248-B17F-D9D3ED4B0741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30586079"/>
      </p:ext>
    </p:extLst>
  </p:cSld>
  <p:clrMapOvr>
    <a:masterClrMapping/>
  </p:clrMapOvr>
  <p:transition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28603" y="1371600"/>
            <a:ext cx="4229100" cy="4876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10103" y="1371600"/>
            <a:ext cx="4229100" cy="4876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1029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Rectangle 1030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 eaLnBrk="0" hangingPunct="0">
              <a:defRPr smtClean="0"/>
            </a:lvl1pPr>
          </a:lstStyle>
          <a:p>
            <a:pPr>
              <a:defRPr/>
            </a:pPr>
            <a:fld id="{27884B9F-AA6F-5146-9D4E-F8B9364A5890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1942519"/>
      </p:ext>
    </p:extLst>
  </p:cSld>
  <p:clrMapOvr>
    <a:masterClrMapping/>
  </p:clrMapOvr>
  <p:transition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3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3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31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31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1029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8" name="Rectangle 1030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 eaLnBrk="0" hangingPunct="0">
              <a:defRPr smtClean="0"/>
            </a:lvl1pPr>
          </a:lstStyle>
          <a:p>
            <a:pPr>
              <a:defRPr/>
            </a:pPr>
            <a:fld id="{6632DC94-572A-394E-9D76-1A9221DAD858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134488730"/>
      </p:ext>
    </p:extLst>
  </p:cSld>
  <p:clrMapOvr>
    <a:masterClrMapping/>
  </p:clrMapOvr>
  <p:transition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1029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4" name="Rectangle 1030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 eaLnBrk="0" hangingPunct="0">
              <a:defRPr smtClean="0"/>
            </a:lvl1pPr>
          </a:lstStyle>
          <a:p>
            <a:pPr>
              <a:defRPr/>
            </a:pPr>
            <a:fld id="{71F917F0-9109-1345-BF35-EE606B428F97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637761975"/>
      </p:ext>
    </p:extLst>
  </p:cSld>
  <p:clrMapOvr>
    <a:masterClrMapping/>
  </p:clrMapOvr>
  <p:transition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029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3" name="Rectangle 1030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 eaLnBrk="0" hangingPunct="0">
              <a:defRPr smtClean="0"/>
            </a:lvl1pPr>
          </a:lstStyle>
          <a:p>
            <a:pPr>
              <a:defRPr/>
            </a:pPr>
            <a:fld id="{53D5049F-F691-FD4A-87B4-FC136EBC24AE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774631648"/>
      </p:ext>
    </p:extLst>
  </p:cSld>
  <p:clrMapOvr>
    <a:masterClrMapping/>
  </p:clrMapOvr>
  <p:transition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6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5" y="273055"/>
            <a:ext cx="5111751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6" y="1435105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1029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Rectangle 1030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 eaLnBrk="0" hangingPunct="0">
              <a:defRPr smtClean="0"/>
            </a:lvl1pPr>
          </a:lstStyle>
          <a:p>
            <a:pPr>
              <a:defRPr/>
            </a:pPr>
            <a:fld id="{C4FF2DC8-52E2-BA40-9B61-ADB6606CB234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188239822"/>
      </p:ext>
    </p:extLst>
  </p:cSld>
  <p:clrMapOvr>
    <a:masterClrMapping/>
  </p:clrMapOvr>
  <p:transition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1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9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1029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Rectangle 1030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 eaLnBrk="0" hangingPunct="0">
              <a:defRPr smtClean="0"/>
            </a:lvl1pPr>
          </a:lstStyle>
          <a:p>
            <a:pPr>
              <a:defRPr/>
            </a:pPr>
            <a:fld id="{E86DCD5A-1682-9A4A-A8BE-C69B256BA033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296254901"/>
      </p:ext>
    </p:extLst>
  </p:cSld>
  <p:clrMapOvr>
    <a:masterClrMapping/>
  </p:clrMapOvr>
  <p:transition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1029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" name="Rectangle 1030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 eaLnBrk="0" hangingPunct="0">
              <a:defRPr smtClean="0"/>
            </a:lvl1pPr>
          </a:lstStyle>
          <a:p>
            <a:pPr>
              <a:defRPr/>
            </a:pPr>
            <a:fld id="{B82F0991-4873-3C42-B683-77E9BCEE3FE6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082005939"/>
      </p:ext>
    </p:extLst>
  </p:cSld>
  <p:clrMapOvr>
    <a:masterClrMapping/>
  </p:clrMapOvr>
  <p:transition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86549" y="152400"/>
            <a:ext cx="2152651" cy="60960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28606" y="152400"/>
            <a:ext cx="6305551" cy="60960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1029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" name="Rectangle 1030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 eaLnBrk="0" hangingPunct="0">
              <a:defRPr smtClean="0"/>
            </a:lvl1pPr>
          </a:lstStyle>
          <a:p>
            <a:pPr>
              <a:defRPr/>
            </a:pPr>
            <a:fld id="{CB8C91F0-DD8C-7E4D-9F03-2FF316F79135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175272555"/>
      </p:ext>
    </p:extLst>
  </p:cSld>
  <p:clrMapOvr>
    <a:masterClrMapping/>
  </p:clrMapOvr>
  <p:transition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clipArtAndTx" preserve="1">
  <p:cSld name="Title, Clip Art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" y="152400"/>
            <a:ext cx="8610600" cy="10668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lipArt Placeholder 2"/>
          <p:cNvSpPr>
            <a:spLocks noGrp="1"/>
          </p:cNvSpPr>
          <p:nvPr>
            <p:ph type="clipArt" sz="half" idx="1"/>
          </p:nvPr>
        </p:nvSpPr>
        <p:spPr>
          <a:xfrm>
            <a:off x="228603" y="1371600"/>
            <a:ext cx="4229100" cy="4876800"/>
          </a:xfrm>
        </p:spPr>
        <p:txBody>
          <a:bodyPr/>
          <a:lstStyle/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610103" y="1371600"/>
            <a:ext cx="4229100" cy="4876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1029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Rectangle 1030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 eaLnBrk="0" hangingPunct="0">
              <a:defRPr smtClean="0"/>
            </a:lvl1pPr>
          </a:lstStyle>
          <a:p>
            <a:pPr>
              <a:defRPr/>
            </a:pPr>
            <a:fld id="{62F0A46D-7C23-D442-BDA7-74E36D162CC8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51246779"/>
      </p:ext>
    </p:extLst>
  </p:cSld>
  <p:clrMapOvr>
    <a:masterClrMapping/>
  </p:clrMapOvr>
  <p:transition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eform 7">
            <a:extLst>
              <a:ext uri="{FF2B5EF4-FFF2-40B4-BE49-F238E27FC236}">
                <a16:creationId xmlns:a16="http://schemas.microsoft.com/office/drawing/2014/main" id="{6944E153-2B7B-4D40-93AE-8FF7590900C2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200" y="1123950"/>
            <a:ext cx="8229600" cy="914400"/>
          </a:xfrm>
          <a:custGeom>
            <a:avLst/>
            <a:gdLst>
              <a:gd name="T0" fmla="*/ 0 w 1000"/>
              <a:gd name="T1" fmla="*/ 2147483646 h 1000"/>
              <a:gd name="T2" fmla="*/ 0 w 1000"/>
              <a:gd name="T3" fmla="*/ 0 h 1000"/>
              <a:gd name="T4" fmla="*/ 2147483646 w 1000"/>
              <a:gd name="T5" fmla="*/ 0 h 1000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1000" h="1000">
                <a:moveTo>
                  <a:pt x="0" y="1000"/>
                </a:moveTo>
                <a:lnTo>
                  <a:pt x="0" y="0"/>
                </a:lnTo>
                <a:lnTo>
                  <a:pt x="1000" y="0"/>
                </a:lnTo>
              </a:path>
            </a:pathLst>
          </a:custGeom>
          <a:noFill/>
          <a:ln w="25400" cap="flat" cmpd="sng">
            <a:solidFill>
              <a:schemeClr val="accent1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" name="Line 8">
            <a:extLst>
              <a:ext uri="{FF2B5EF4-FFF2-40B4-BE49-F238E27FC236}">
                <a16:creationId xmlns:a16="http://schemas.microsoft.com/office/drawing/2014/main" id="{0028DB92-89BA-E14D-83EB-B5E99EEAACAD}"/>
              </a:ext>
            </a:extLst>
          </p:cNvPr>
          <p:cNvSpPr>
            <a:spLocks noChangeShapeType="1"/>
          </p:cNvSpPr>
          <p:nvPr/>
        </p:nvSpPr>
        <p:spPr bwMode="auto">
          <a:xfrm>
            <a:off x="457200" y="3371850"/>
            <a:ext cx="8229600" cy="0"/>
          </a:xfrm>
          <a:prstGeom prst="line">
            <a:avLst/>
          </a:prstGeom>
          <a:noFill/>
          <a:ln w="19050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" name="Line 10">
            <a:extLst>
              <a:ext uri="{FF2B5EF4-FFF2-40B4-BE49-F238E27FC236}">
                <a16:creationId xmlns:a16="http://schemas.microsoft.com/office/drawing/2014/main" id="{DBD463AE-4676-D74E-9922-A762A605EB08}"/>
              </a:ext>
            </a:extLst>
          </p:cNvPr>
          <p:cNvSpPr>
            <a:spLocks noChangeShapeType="1"/>
          </p:cNvSpPr>
          <p:nvPr userDrawn="1"/>
        </p:nvSpPr>
        <p:spPr bwMode="auto">
          <a:xfrm>
            <a:off x="8686800" y="2457450"/>
            <a:ext cx="0" cy="914400"/>
          </a:xfrm>
          <a:prstGeom prst="line">
            <a:avLst/>
          </a:prstGeom>
          <a:noFill/>
          <a:ln w="25400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1378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5800" y="1524000"/>
            <a:ext cx="7924800" cy="17526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 altLang="en-US"/>
              <a:t>Click to edit Master title style</a:t>
            </a:r>
          </a:p>
        </p:txBody>
      </p:sp>
      <p:sp>
        <p:nvSpPr>
          <p:cNvPr id="101379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685800" y="3581400"/>
            <a:ext cx="7848600" cy="1752600"/>
          </a:xfrm>
        </p:spPr>
        <p:txBody>
          <a:bodyPr/>
          <a:lstStyle>
            <a:lvl1pPr marL="0" indent="0" algn="ctr">
              <a:buFont typeface="Wingdings" pitchFamily="2" charset="2"/>
              <a:buNone/>
              <a:defRPr/>
            </a:lvl1pPr>
          </a:lstStyle>
          <a:p>
            <a:r>
              <a:rPr lang="en-US" altLang="en-US"/>
              <a:t>Click to edit Master subtitle style</a:t>
            </a:r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4B33259F-23E7-844C-8E19-DC4594144762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 bwMode="auto">
          <a:xfrm>
            <a:off x="457200" y="6243638"/>
            <a:ext cx="2133600" cy="457200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solidFill>
                  <a:srgbClr val="000000"/>
                </a:solidFill>
                <a:latin typeface="Garamond" pitchFamily="-106" charset="0"/>
                <a:ea typeface="Arial" pitchFamily="-106" charset="0"/>
                <a:cs typeface="Arial" pitchFamily="-106" charset="0"/>
              </a:defRPr>
            </a:lvl1pPr>
          </a:lstStyle>
          <a:p>
            <a:pPr>
              <a:defRPr/>
            </a:pPr>
            <a:r>
              <a:rPr lang="en-US"/>
              <a:t>Efficient Runahead Execution</a:t>
            </a:r>
          </a:p>
        </p:txBody>
      </p:sp>
      <p:sp>
        <p:nvSpPr>
          <p:cNvPr id="8" name="Rectangle 5">
            <a:extLst>
              <a:ext uri="{FF2B5EF4-FFF2-40B4-BE49-F238E27FC236}">
                <a16:creationId xmlns:a16="http://schemas.microsoft.com/office/drawing/2014/main" id="{822187CD-C66E-5A49-A125-D46D917BF892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xfrm>
            <a:off x="3124200" y="6243638"/>
            <a:ext cx="2895600" cy="457200"/>
          </a:xfrm>
        </p:spPr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9" name="Rectangle 6">
            <a:extLst>
              <a:ext uri="{FF2B5EF4-FFF2-40B4-BE49-F238E27FC236}">
                <a16:creationId xmlns:a16="http://schemas.microsoft.com/office/drawing/2014/main" id="{86413A3D-0795-1C48-8C36-BEDE565BD48D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 sz="1200"/>
            </a:lvl1pPr>
          </a:lstStyle>
          <a:p>
            <a:pPr>
              <a:defRPr/>
            </a:pPr>
            <a:fld id="{94E12B85-846C-F742-92B3-277E0725C1B2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897459200"/>
      </p:ext>
    </p:extLst>
  </p:cSld>
  <p:clrMapOvr>
    <a:masterClrMapping/>
  </p:clrMapOvr>
  <p:transition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997529"/>
            <a:ext cx="8610600" cy="519372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1029">
            <a:extLst>
              <a:ext uri="{FF2B5EF4-FFF2-40B4-BE49-F238E27FC236}">
                <a16:creationId xmlns:a16="http://schemas.microsoft.com/office/drawing/2014/main" id="{AC9CE56F-2085-CA42-BCBF-EE9DBEE7BA6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" name="Rectangle 1030">
            <a:extLst>
              <a:ext uri="{FF2B5EF4-FFF2-40B4-BE49-F238E27FC236}">
                <a16:creationId xmlns:a16="http://schemas.microsoft.com/office/drawing/2014/main" id="{25B0958C-CE92-C14B-8110-574BE01CCFB0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fld id="{A9EAF6A9-0C4A-D74C-A359-C6FFC5E4F438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201152150"/>
      </p:ext>
    </p:extLst>
  </p:cSld>
  <p:clrMapOvr>
    <a:masterClrMapping/>
  </p:clrMapOvr>
  <p:transition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8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1029">
            <a:extLst>
              <a:ext uri="{FF2B5EF4-FFF2-40B4-BE49-F238E27FC236}">
                <a16:creationId xmlns:a16="http://schemas.microsoft.com/office/drawing/2014/main" id="{8958256F-BD6C-E34F-A05E-2A9D1E6C6BFC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" name="Rectangle 1030">
            <a:extLst>
              <a:ext uri="{FF2B5EF4-FFF2-40B4-BE49-F238E27FC236}">
                <a16:creationId xmlns:a16="http://schemas.microsoft.com/office/drawing/2014/main" id="{DE911E8B-BAA5-2C49-BCDA-1956D240FADC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fld id="{356F0066-5240-CB4A-B822-D655DDAA0626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099021382"/>
      </p:ext>
    </p:extLst>
  </p:cSld>
  <p:clrMapOvr>
    <a:masterClrMapping/>
  </p:clrMapOvr>
  <p:transition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28603" y="1371600"/>
            <a:ext cx="4229100" cy="4876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10103" y="1371600"/>
            <a:ext cx="4229100" cy="4876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1029">
            <a:extLst>
              <a:ext uri="{FF2B5EF4-FFF2-40B4-BE49-F238E27FC236}">
                <a16:creationId xmlns:a16="http://schemas.microsoft.com/office/drawing/2014/main" id="{44407854-251B-2E44-8253-64E8EFDF0D65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Rectangle 1030">
            <a:extLst>
              <a:ext uri="{FF2B5EF4-FFF2-40B4-BE49-F238E27FC236}">
                <a16:creationId xmlns:a16="http://schemas.microsoft.com/office/drawing/2014/main" id="{B9E46112-ADB1-0A45-83BC-C154695CFBFE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fld id="{9D380F2F-9701-CE45-A1E3-A850B70DCC3B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260805762"/>
      </p:ext>
    </p:extLst>
  </p:cSld>
  <p:clrMapOvr>
    <a:masterClrMapping/>
  </p:clrMapOvr>
  <p:transition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3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3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31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31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1029">
            <a:extLst>
              <a:ext uri="{FF2B5EF4-FFF2-40B4-BE49-F238E27FC236}">
                <a16:creationId xmlns:a16="http://schemas.microsoft.com/office/drawing/2014/main" id="{A286E336-0971-4847-9504-7EE2D725630D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8" name="Rectangle 1030">
            <a:extLst>
              <a:ext uri="{FF2B5EF4-FFF2-40B4-BE49-F238E27FC236}">
                <a16:creationId xmlns:a16="http://schemas.microsoft.com/office/drawing/2014/main" id="{66E10E1F-620E-7145-BC16-135D9CCF4A03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fld id="{6989B4D7-683E-EE44-90C0-ECC81E47576D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7796905"/>
      </p:ext>
    </p:extLst>
  </p:cSld>
  <p:clrMapOvr>
    <a:masterClrMapping/>
  </p:clrMapOvr>
  <p:transition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1029">
            <a:extLst>
              <a:ext uri="{FF2B5EF4-FFF2-40B4-BE49-F238E27FC236}">
                <a16:creationId xmlns:a16="http://schemas.microsoft.com/office/drawing/2014/main" id="{9DA6A5AB-04DF-0345-A01C-1A552F669458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4" name="Rectangle 1030">
            <a:extLst>
              <a:ext uri="{FF2B5EF4-FFF2-40B4-BE49-F238E27FC236}">
                <a16:creationId xmlns:a16="http://schemas.microsoft.com/office/drawing/2014/main" id="{ABB1D984-C4F5-8648-A6F7-D2545C99CE5E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fld id="{E87353F5-BF0B-C34A-8A19-4F4F11201066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667085512"/>
      </p:ext>
    </p:extLst>
  </p:cSld>
  <p:clrMapOvr>
    <a:masterClrMapping/>
  </p:clrMapOvr>
  <p:transition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029">
            <a:extLst>
              <a:ext uri="{FF2B5EF4-FFF2-40B4-BE49-F238E27FC236}">
                <a16:creationId xmlns:a16="http://schemas.microsoft.com/office/drawing/2014/main" id="{770545C6-AD94-104F-A3A5-90574576295A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3" name="Rectangle 1030">
            <a:extLst>
              <a:ext uri="{FF2B5EF4-FFF2-40B4-BE49-F238E27FC236}">
                <a16:creationId xmlns:a16="http://schemas.microsoft.com/office/drawing/2014/main" id="{F3E4F4BF-CB52-A74E-8BBB-16929894AA34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fld id="{E6590E0A-FA16-8644-9F07-63C641AF75A8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297385575"/>
      </p:ext>
    </p:extLst>
  </p:cSld>
  <p:clrMapOvr>
    <a:masterClrMapping/>
  </p:clrMapOvr>
  <p:transition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6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5" y="273055"/>
            <a:ext cx="5111751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6" y="1435105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1029">
            <a:extLst>
              <a:ext uri="{FF2B5EF4-FFF2-40B4-BE49-F238E27FC236}">
                <a16:creationId xmlns:a16="http://schemas.microsoft.com/office/drawing/2014/main" id="{F3566AF6-3B2A-A24D-BB7C-21F7F622CF94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Rectangle 1030">
            <a:extLst>
              <a:ext uri="{FF2B5EF4-FFF2-40B4-BE49-F238E27FC236}">
                <a16:creationId xmlns:a16="http://schemas.microsoft.com/office/drawing/2014/main" id="{544390A9-F911-064E-A1CF-704DCAF29040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fld id="{F32967CB-9A8B-4F4D-82AA-4761E5E6AB71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399534919"/>
      </p:ext>
    </p:extLst>
  </p:cSld>
  <p:clrMapOvr>
    <a:masterClrMapping/>
  </p:clrMapOvr>
  <p:transition/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1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9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1029">
            <a:extLst>
              <a:ext uri="{FF2B5EF4-FFF2-40B4-BE49-F238E27FC236}">
                <a16:creationId xmlns:a16="http://schemas.microsoft.com/office/drawing/2014/main" id="{13DA79B8-2D15-7148-9E32-C2A759ED38C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Rectangle 1030">
            <a:extLst>
              <a:ext uri="{FF2B5EF4-FFF2-40B4-BE49-F238E27FC236}">
                <a16:creationId xmlns:a16="http://schemas.microsoft.com/office/drawing/2014/main" id="{9236E09C-46EE-954E-9166-8FDC4965D75A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fld id="{623580D4-5BE8-C748-897C-023B34D20249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70447704"/>
      </p:ext>
    </p:extLst>
  </p:cSld>
  <p:clrMapOvr>
    <a:masterClrMapping/>
  </p:clrMapOvr>
  <p:transition/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1029">
            <a:extLst>
              <a:ext uri="{FF2B5EF4-FFF2-40B4-BE49-F238E27FC236}">
                <a16:creationId xmlns:a16="http://schemas.microsoft.com/office/drawing/2014/main" id="{A5260D4F-975B-F54C-A7D9-765B08CD696F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" name="Rectangle 1030">
            <a:extLst>
              <a:ext uri="{FF2B5EF4-FFF2-40B4-BE49-F238E27FC236}">
                <a16:creationId xmlns:a16="http://schemas.microsoft.com/office/drawing/2014/main" id="{F0464DE0-9AEA-4F4B-9819-BB6C692D5D62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fld id="{315F8B9C-93BD-2A42-B09E-5848A47C6573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759155011"/>
      </p:ext>
    </p:extLst>
  </p:cSld>
  <p:clrMapOvr>
    <a:masterClrMapping/>
  </p:clrMapOvr>
  <p:transition/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86549" y="152400"/>
            <a:ext cx="2152651" cy="60960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28606" y="152400"/>
            <a:ext cx="6305551" cy="60960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1029">
            <a:extLst>
              <a:ext uri="{FF2B5EF4-FFF2-40B4-BE49-F238E27FC236}">
                <a16:creationId xmlns:a16="http://schemas.microsoft.com/office/drawing/2014/main" id="{93CF7180-2BAA-C94F-988B-84E3A32BB48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" name="Rectangle 1030">
            <a:extLst>
              <a:ext uri="{FF2B5EF4-FFF2-40B4-BE49-F238E27FC236}">
                <a16:creationId xmlns:a16="http://schemas.microsoft.com/office/drawing/2014/main" id="{DAAB32EC-CD14-DB45-A9F8-F7C8EB35C8E0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fld id="{4ABE45A1-A676-E34D-AB06-8583ACA50464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30828976"/>
      </p:ext>
    </p:extLst>
  </p:cSld>
  <p:clrMapOvr>
    <a:masterClrMapping/>
  </p:clrMapOvr>
  <p:transition/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clipArtAndTx" preserve="1">
  <p:cSld name="Title, Clip Art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" y="152400"/>
            <a:ext cx="8610600" cy="10668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lipArt Placeholder 2"/>
          <p:cNvSpPr>
            <a:spLocks noGrp="1"/>
          </p:cNvSpPr>
          <p:nvPr>
            <p:ph type="clipArt" sz="half" idx="1"/>
          </p:nvPr>
        </p:nvSpPr>
        <p:spPr>
          <a:xfrm>
            <a:off x="228603" y="1371600"/>
            <a:ext cx="4229100" cy="4876800"/>
          </a:xfrm>
        </p:spPr>
        <p:txBody>
          <a:bodyPr/>
          <a:lstStyle/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610103" y="1371600"/>
            <a:ext cx="4229100" cy="4876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1029">
            <a:extLst>
              <a:ext uri="{FF2B5EF4-FFF2-40B4-BE49-F238E27FC236}">
                <a16:creationId xmlns:a16="http://schemas.microsoft.com/office/drawing/2014/main" id="{0A917C81-B18B-8447-AB0D-96F1901D5C75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Rectangle 1030">
            <a:extLst>
              <a:ext uri="{FF2B5EF4-FFF2-40B4-BE49-F238E27FC236}">
                <a16:creationId xmlns:a16="http://schemas.microsoft.com/office/drawing/2014/main" id="{400CE492-D38E-564E-AA3B-0339CEAA28BF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fld id="{A7C3CCEF-09A5-4348-8EBA-B0BDBA46D924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934450820"/>
      </p:ext>
    </p:extLst>
  </p:cSld>
  <p:clrMapOvr>
    <a:masterClrMapping/>
  </p:clrMapOvr>
  <p:transition/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eform 7">
            <a:extLst>
              <a:ext uri="{FF2B5EF4-FFF2-40B4-BE49-F238E27FC236}">
                <a16:creationId xmlns:a16="http://schemas.microsoft.com/office/drawing/2014/main" id="{B64352D4-BC7B-774E-9060-B3475B4F1BA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200" y="1123950"/>
            <a:ext cx="8229600" cy="914400"/>
          </a:xfrm>
          <a:custGeom>
            <a:avLst/>
            <a:gdLst>
              <a:gd name="T0" fmla="*/ 0 w 1000"/>
              <a:gd name="T1" fmla="*/ 2147483646 h 1000"/>
              <a:gd name="T2" fmla="*/ 0 w 1000"/>
              <a:gd name="T3" fmla="*/ 0 h 1000"/>
              <a:gd name="T4" fmla="*/ 2147483646 w 1000"/>
              <a:gd name="T5" fmla="*/ 0 h 1000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1000" h="1000">
                <a:moveTo>
                  <a:pt x="0" y="1000"/>
                </a:moveTo>
                <a:lnTo>
                  <a:pt x="0" y="0"/>
                </a:lnTo>
                <a:lnTo>
                  <a:pt x="1000" y="0"/>
                </a:lnTo>
              </a:path>
            </a:pathLst>
          </a:custGeom>
          <a:noFill/>
          <a:ln w="25400" cap="flat" cmpd="sng">
            <a:solidFill>
              <a:schemeClr val="accent1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" name="Line 8">
            <a:extLst>
              <a:ext uri="{FF2B5EF4-FFF2-40B4-BE49-F238E27FC236}">
                <a16:creationId xmlns:a16="http://schemas.microsoft.com/office/drawing/2014/main" id="{BE5F2AFA-092A-9943-8D0F-A253190F442E}"/>
              </a:ext>
            </a:extLst>
          </p:cNvPr>
          <p:cNvSpPr>
            <a:spLocks noChangeShapeType="1"/>
          </p:cNvSpPr>
          <p:nvPr/>
        </p:nvSpPr>
        <p:spPr bwMode="auto">
          <a:xfrm>
            <a:off x="457200" y="3371850"/>
            <a:ext cx="8229600" cy="0"/>
          </a:xfrm>
          <a:prstGeom prst="line">
            <a:avLst/>
          </a:prstGeom>
          <a:noFill/>
          <a:ln w="19050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" name="Line 10">
            <a:extLst>
              <a:ext uri="{FF2B5EF4-FFF2-40B4-BE49-F238E27FC236}">
                <a16:creationId xmlns:a16="http://schemas.microsoft.com/office/drawing/2014/main" id="{B7F88722-F4F1-B841-AAE9-4C7F69986C3B}"/>
              </a:ext>
            </a:extLst>
          </p:cNvPr>
          <p:cNvSpPr>
            <a:spLocks noChangeShapeType="1"/>
          </p:cNvSpPr>
          <p:nvPr userDrawn="1"/>
        </p:nvSpPr>
        <p:spPr bwMode="auto">
          <a:xfrm>
            <a:off x="8686800" y="2457450"/>
            <a:ext cx="0" cy="914400"/>
          </a:xfrm>
          <a:prstGeom prst="line">
            <a:avLst/>
          </a:prstGeom>
          <a:noFill/>
          <a:ln w="25400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1378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5800" y="1524000"/>
            <a:ext cx="7924800" cy="17526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 altLang="en-US"/>
              <a:t>Click to edit Master title style</a:t>
            </a:r>
          </a:p>
        </p:txBody>
      </p:sp>
      <p:sp>
        <p:nvSpPr>
          <p:cNvPr id="101379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685800" y="3581400"/>
            <a:ext cx="7848600" cy="1752600"/>
          </a:xfrm>
        </p:spPr>
        <p:txBody>
          <a:bodyPr/>
          <a:lstStyle>
            <a:lvl1pPr marL="0" indent="0" algn="ctr">
              <a:buFont typeface="Wingdings" pitchFamily="2" charset="2"/>
              <a:buNone/>
              <a:defRPr/>
            </a:lvl1pPr>
          </a:lstStyle>
          <a:p>
            <a:r>
              <a:rPr lang="en-US" altLang="en-US"/>
              <a:t>Click to edit Master subtitle style</a:t>
            </a:r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121DF77F-FCF3-E344-8800-9B26C09C1A8C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 bwMode="auto">
          <a:xfrm>
            <a:off x="457200" y="6243638"/>
            <a:ext cx="2133600" cy="457200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solidFill>
                  <a:srgbClr val="000000"/>
                </a:solidFill>
                <a:latin typeface="Garamond" pitchFamily="-106" charset="0"/>
                <a:ea typeface="Arial" pitchFamily="-106" charset="0"/>
                <a:cs typeface="Arial" pitchFamily="-106" charset="0"/>
              </a:defRPr>
            </a:lvl1pPr>
          </a:lstStyle>
          <a:p>
            <a:pPr>
              <a:defRPr/>
            </a:pPr>
            <a:r>
              <a:rPr lang="en-US"/>
              <a:t>Efficient Runahead Execution</a:t>
            </a:r>
          </a:p>
        </p:txBody>
      </p:sp>
      <p:sp>
        <p:nvSpPr>
          <p:cNvPr id="8" name="Rectangle 5">
            <a:extLst>
              <a:ext uri="{FF2B5EF4-FFF2-40B4-BE49-F238E27FC236}">
                <a16:creationId xmlns:a16="http://schemas.microsoft.com/office/drawing/2014/main" id="{93E79D45-7E26-B24B-8667-6FAE26BD7C3B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xfrm>
            <a:off x="3124200" y="6243638"/>
            <a:ext cx="2895600" cy="457200"/>
          </a:xfrm>
        </p:spPr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9" name="Rectangle 6">
            <a:extLst>
              <a:ext uri="{FF2B5EF4-FFF2-40B4-BE49-F238E27FC236}">
                <a16:creationId xmlns:a16="http://schemas.microsoft.com/office/drawing/2014/main" id="{BE69D440-A795-584B-B7D2-12BFA3B168C4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 sz="1200"/>
            </a:lvl1pPr>
          </a:lstStyle>
          <a:p>
            <a:pPr>
              <a:defRPr/>
            </a:pPr>
            <a:fld id="{7A049596-64DC-A04E-992A-B95D4F521EB7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515756017"/>
      </p:ext>
    </p:extLst>
  </p:cSld>
  <p:clrMapOvr>
    <a:masterClrMapping/>
  </p:clrMapOvr>
  <p:transition/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997529"/>
            <a:ext cx="8610600" cy="519372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1029">
            <a:extLst>
              <a:ext uri="{FF2B5EF4-FFF2-40B4-BE49-F238E27FC236}">
                <a16:creationId xmlns:a16="http://schemas.microsoft.com/office/drawing/2014/main" id="{66FA58CE-9075-A843-82F5-CECEE5C84D6F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" name="Rectangle 1030">
            <a:extLst>
              <a:ext uri="{FF2B5EF4-FFF2-40B4-BE49-F238E27FC236}">
                <a16:creationId xmlns:a16="http://schemas.microsoft.com/office/drawing/2014/main" id="{D8030DAF-A28C-664D-87EB-2F4E6E171854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fld id="{D8904A22-F851-5346-81C4-1A2F297487E9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325126460"/>
      </p:ext>
    </p:extLst>
  </p:cSld>
  <p:clrMapOvr>
    <a:masterClrMapping/>
  </p:clrMapOvr>
  <p:transition/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8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1029">
            <a:extLst>
              <a:ext uri="{FF2B5EF4-FFF2-40B4-BE49-F238E27FC236}">
                <a16:creationId xmlns:a16="http://schemas.microsoft.com/office/drawing/2014/main" id="{ED8B43E5-D1E9-7847-B386-8D85F0559D6A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" name="Rectangle 1030">
            <a:extLst>
              <a:ext uri="{FF2B5EF4-FFF2-40B4-BE49-F238E27FC236}">
                <a16:creationId xmlns:a16="http://schemas.microsoft.com/office/drawing/2014/main" id="{E3712B0A-A293-9242-9383-2589A29D6C90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fld id="{66894DB7-07B4-0842-9173-ED8AE3F2F03B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334262968"/>
      </p:ext>
    </p:extLst>
  </p:cSld>
  <p:clrMapOvr>
    <a:masterClrMapping/>
  </p:clrMapOvr>
  <p:transition/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28603" y="1371600"/>
            <a:ext cx="4229100" cy="4876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10103" y="1371600"/>
            <a:ext cx="4229100" cy="4876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1029">
            <a:extLst>
              <a:ext uri="{FF2B5EF4-FFF2-40B4-BE49-F238E27FC236}">
                <a16:creationId xmlns:a16="http://schemas.microsoft.com/office/drawing/2014/main" id="{FE67B392-97C6-5245-A399-64D044611C35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Rectangle 1030">
            <a:extLst>
              <a:ext uri="{FF2B5EF4-FFF2-40B4-BE49-F238E27FC236}">
                <a16:creationId xmlns:a16="http://schemas.microsoft.com/office/drawing/2014/main" id="{22EE564D-0953-B44E-BB18-38B19BE6CA79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fld id="{D01D09D4-CFA1-C448-880E-2B957E306A0D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641953298"/>
      </p:ext>
    </p:extLst>
  </p:cSld>
  <p:clrMapOvr>
    <a:masterClrMapping/>
  </p:clrMapOvr>
  <p:transition/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3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3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31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31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1029">
            <a:extLst>
              <a:ext uri="{FF2B5EF4-FFF2-40B4-BE49-F238E27FC236}">
                <a16:creationId xmlns:a16="http://schemas.microsoft.com/office/drawing/2014/main" id="{D7670420-61A2-954C-86AE-ABA831EDF4E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8" name="Rectangle 1030">
            <a:extLst>
              <a:ext uri="{FF2B5EF4-FFF2-40B4-BE49-F238E27FC236}">
                <a16:creationId xmlns:a16="http://schemas.microsoft.com/office/drawing/2014/main" id="{4E1FF813-6A20-8141-8387-3CAA32906ACB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fld id="{8B3834A2-593B-124F-A0A4-7210645B6FAD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086660039"/>
      </p:ext>
    </p:extLst>
  </p:cSld>
  <p:clrMapOvr>
    <a:masterClrMapping/>
  </p:clrMapOvr>
  <p:transition/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1029">
            <a:extLst>
              <a:ext uri="{FF2B5EF4-FFF2-40B4-BE49-F238E27FC236}">
                <a16:creationId xmlns:a16="http://schemas.microsoft.com/office/drawing/2014/main" id="{108E5638-B40C-A34A-9CFE-CBA3895C035A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4" name="Rectangle 1030">
            <a:extLst>
              <a:ext uri="{FF2B5EF4-FFF2-40B4-BE49-F238E27FC236}">
                <a16:creationId xmlns:a16="http://schemas.microsoft.com/office/drawing/2014/main" id="{97483BA6-5286-2043-8D8F-85F00DE76CCF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fld id="{33A8BBB1-344A-8C4E-B881-C5BAAD5D32A7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897513524"/>
      </p:ext>
    </p:extLst>
  </p:cSld>
  <p:clrMapOvr>
    <a:masterClrMapping/>
  </p:clrMapOvr>
  <p:transition/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029">
            <a:extLst>
              <a:ext uri="{FF2B5EF4-FFF2-40B4-BE49-F238E27FC236}">
                <a16:creationId xmlns:a16="http://schemas.microsoft.com/office/drawing/2014/main" id="{3F9610AB-A21C-8F42-8BEA-A89BFFA3BF28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3" name="Rectangle 1030">
            <a:extLst>
              <a:ext uri="{FF2B5EF4-FFF2-40B4-BE49-F238E27FC236}">
                <a16:creationId xmlns:a16="http://schemas.microsoft.com/office/drawing/2014/main" id="{ECD8356E-ADBA-F449-8815-80C969CC43C6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fld id="{68349C38-21C8-1441-AB0B-3B78D69C5360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45397425"/>
      </p:ext>
    </p:extLst>
  </p:cSld>
  <p:clrMapOvr>
    <a:masterClrMapping/>
  </p:clrMapOvr>
  <p:transition/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6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5" y="273055"/>
            <a:ext cx="5111751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6" y="1435105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1029">
            <a:extLst>
              <a:ext uri="{FF2B5EF4-FFF2-40B4-BE49-F238E27FC236}">
                <a16:creationId xmlns:a16="http://schemas.microsoft.com/office/drawing/2014/main" id="{A6540003-1FC4-B647-AC10-8C14D5B77653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Rectangle 1030">
            <a:extLst>
              <a:ext uri="{FF2B5EF4-FFF2-40B4-BE49-F238E27FC236}">
                <a16:creationId xmlns:a16="http://schemas.microsoft.com/office/drawing/2014/main" id="{5BA4D7CE-23ED-0546-A6E0-07136B0B9F08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fld id="{DEF34B12-714A-3E4E-A2EC-0AD44590C28F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761436948"/>
      </p:ext>
    </p:extLst>
  </p:cSld>
  <p:clrMapOvr>
    <a:masterClrMapping/>
  </p:clrMapOvr>
  <p:transition/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1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9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1029">
            <a:extLst>
              <a:ext uri="{FF2B5EF4-FFF2-40B4-BE49-F238E27FC236}">
                <a16:creationId xmlns:a16="http://schemas.microsoft.com/office/drawing/2014/main" id="{BB31B065-128D-8248-8CDE-DF464F59DC13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Rectangle 1030">
            <a:extLst>
              <a:ext uri="{FF2B5EF4-FFF2-40B4-BE49-F238E27FC236}">
                <a16:creationId xmlns:a16="http://schemas.microsoft.com/office/drawing/2014/main" id="{61103A6D-0A1A-6A4E-A302-599E7ADD32C6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fld id="{0BF51225-6A62-C04B-8E0D-F92635F748B0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918892887"/>
      </p:ext>
    </p:extLst>
  </p:cSld>
  <p:clrMapOvr>
    <a:masterClrMapping/>
  </p:clrMapOvr>
  <p:transition/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1029">
            <a:extLst>
              <a:ext uri="{FF2B5EF4-FFF2-40B4-BE49-F238E27FC236}">
                <a16:creationId xmlns:a16="http://schemas.microsoft.com/office/drawing/2014/main" id="{2AD4972E-2B8C-464E-843F-26304185A277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" name="Rectangle 1030">
            <a:extLst>
              <a:ext uri="{FF2B5EF4-FFF2-40B4-BE49-F238E27FC236}">
                <a16:creationId xmlns:a16="http://schemas.microsoft.com/office/drawing/2014/main" id="{7C61D16A-6F63-3F42-A477-D57BC5FEB247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fld id="{61E1FE08-F4BB-754C-B9EF-D9163F78A9B1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000023581"/>
      </p:ext>
    </p:extLst>
  </p:cSld>
  <p:clrMapOvr>
    <a:masterClrMapping/>
  </p:clrMapOvr>
  <p:transition/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86549" y="152400"/>
            <a:ext cx="2152651" cy="60960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28606" y="152400"/>
            <a:ext cx="6305551" cy="60960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1029">
            <a:extLst>
              <a:ext uri="{FF2B5EF4-FFF2-40B4-BE49-F238E27FC236}">
                <a16:creationId xmlns:a16="http://schemas.microsoft.com/office/drawing/2014/main" id="{1B9D9336-37BE-8547-AF9D-F451B9280B2D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" name="Rectangle 1030">
            <a:extLst>
              <a:ext uri="{FF2B5EF4-FFF2-40B4-BE49-F238E27FC236}">
                <a16:creationId xmlns:a16="http://schemas.microsoft.com/office/drawing/2014/main" id="{603E1EA7-2052-B14F-BF80-D6F53F599D8C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fld id="{B203C45F-0C29-4E4B-A914-0B6BDBF8D4AC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716349136"/>
      </p:ext>
    </p:extLst>
  </p:cSld>
  <p:clrMapOvr>
    <a:masterClrMapping/>
  </p:clrMapOvr>
  <p:transition/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clipArtAndTx" preserve="1">
  <p:cSld name="Title, Clip Art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" y="152400"/>
            <a:ext cx="8610600" cy="10668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lipArt Placeholder 2"/>
          <p:cNvSpPr>
            <a:spLocks noGrp="1"/>
          </p:cNvSpPr>
          <p:nvPr>
            <p:ph type="clipArt" sz="half" idx="1"/>
          </p:nvPr>
        </p:nvSpPr>
        <p:spPr>
          <a:xfrm>
            <a:off x="228603" y="1371600"/>
            <a:ext cx="4229100" cy="4876800"/>
          </a:xfrm>
        </p:spPr>
        <p:txBody>
          <a:bodyPr/>
          <a:lstStyle/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610103" y="1371600"/>
            <a:ext cx="4229100" cy="4876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1029">
            <a:extLst>
              <a:ext uri="{FF2B5EF4-FFF2-40B4-BE49-F238E27FC236}">
                <a16:creationId xmlns:a16="http://schemas.microsoft.com/office/drawing/2014/main" id="{65E7E88E-1140-5C4A-A121-1D1002C12CE5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Rectangle 1030">
            <a:extLst>
              <a:ext uri="{FF2B5EF4-FFF2-40B4-BE49-F238E27FC236}">
                <a16:creationId xmlns:a16="http://schemas.microsoft.com/office/drawing/2014/main" id="{CF797343-E5EA-5141-9C76-20B516D00DCF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fld id="{FFED77AB-3988-5044-9EF7-67B6531503F9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060876756"/>
      </p:ext>
    </p:extLst>
  </p:cSld>
  <p:clrMapOvr>
    <a:masterClrMapping/>
  </p:clrMapOvr>
  <p:transition/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eform 7">
            <a:extLst>
              <a:ext uri="{FF2B5EF4-FFF2-40B4-BE49-F238E27FC236}">
                <a16:creationId xmlns:a16="http://schemas.microsoft.com/office/drawing/2014/main" id="{FF78E4D0-424C-0347-A9CF-9E0B76713F1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200" y="1123950"/>
            <a:ext cx="8229600" cy="914400"/>
          </a:xfrm>
          <a:custGeom>
            <a:avLst/>
            <a:gdLst>
              <a:gd name="T0" fmla="*/ 0 w 1000"/>
              <a:gd name="T1" fmla="*/ 2147483646 h 1000"/>
              <a:gd name="T2" fmla="*/ 0 w 1000"/>
              <a:gd name="T3" fmla="*/ 0 h 1000"/>
              <a:gd name="T4" fmla="*/ 2147483646 w 1000"/>
              <a:gd name="T5" fmla="*/ 0 h 1000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1000" h="1000">
                <a:moveTo>
                  <a:pt x="0" y="1000"/>
                </a:moveTo>
                <a:lnTo>
                  <a:pt x="0" y="0"/>
                </a:lnTo>
                <a:lnTo>
                  <a:pt x="1000" y="0"/>
                </a:lnTo>
              </a:path>
            </a:pathLst>
          </a:custGeom>
          <a:noFill/>
          <a:ln w="25400" cap="flat" cmpd="sng">
            <a:solidFill>
              <a:schemeClr val="accent1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" name="Line 8">
            <a:extLst>
              <a:ext uri="{FF2B5EF4-FFF2-40B4-BE49-F238E27FC236}">
                <a16:creationId xmlns:a16="http://schemas.microsoft.com/office/drawing/2014/main" id="{A33CC073-19C1-4248-876B-620F0F137C37}"/>
              </a:ext>
            </a:extLst>
          </p:cNvPr>
          <p:cNvSpPr>
            <a:spLocks noChangeShapeType="1"/>
          </p:cNvSpPr>
          <p:nvPr/>
        </p:nvSpPr>
        <p:spPr bwMode="auto">
          <a:xfrm>
            <a:off x="457200" y="3371850"/>
            <a:ext cx="8229600" cy="0"/>
          </a:xfrm>
          <a:prstGeom prst="line">
            <a:avLst/>
          </a:prstGeom>
          <a:noFill/>
          <a:ln w="19050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" name="Line 10">
            <a:extLst>
              <a:ext uri="{FF2B5EF4-FFF2-40B4-BE49-F238E27FC236}">
                <a16:creationId xmlns:a16="http://schemas.microsoft.com/office/drawing/2014/main" id="{9A9073A6-6853-0F42-BD07-7378E2199118}"/>
              </a:ext>
            </a:extLst>
          </p:cNvPr>
          <p:cNvSpPr>
            <a:spLocks noChangeShapeType="1"/>
          </p:cNvSpPr>
          <p:nvPr userDrawn="1"/>
        </p:nvSpPr>
        <p:spPr bwMode="auto">
          <a:xfrm>
            <a:off x="8686800" y="2457450"/>
            <a:ext cx="0" cy="914400"/>
          </a:xfrm>
          <a:prstGeom prst="line">
            <a:avLst/>
          </a:prstGeom>
          <a:noFill/>
          <a:ln w="25400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1378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5800" y="1524000"/>
            <a:ext cx="7924800" cy="17526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 altLang="en-US"/>
              <a:t>Click to edit Master title style</a:t>
            </a:r>
          </a:p>
        </p:txBody>
      </p:sp>
      <p:sp>
        <p:nvSpPr>
          <p:cNvPr id="101379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685800" y="3581400"/>
            <a:ext cx="7848600" cy="1752600"/>
          </a:xfrm>
        </p:spPr>
        <p:txBody>
          <a:bodyPr/>
          <a:lstStyle>
            <a:lvl1pPr marL="0" indent="0" algn="ctr">
              <a:buFont typeface="Wingdings" pitchFamily="2" charset="2"/>
              <a:buNone/>
              <a:defRPr/>
            </a:lvl1pPr>
          </a:lstStyle>
          <a:p>
            <a:r>
              <a:rPr lang="en-US" altLang="en-US"/>
              <a:t>Click to edit Master subtitle style</a:t>
            </a:r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D25A0291-5427-B84A-B976-84F330C4F86E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 bwMode="auto">
          <a:xfrm>
            <a:off x="457200" y="6243638"/>
            <a:ext cx="2133600" cy="457200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solidFill>
                  <a:srgbClr val="000000"/>
                </a:solidFill>
                <a:latin typeface="Garamond" pitchFamily="-106" charset="0"/>
                <a:ea typeface="Arial" pitchFamily="-106" charset="0"/>
                <a:cs typeface="Arial" pitchFamily="-106" charset="0"/>
              </a:defRPr>
            </a:lvl1pPr>
          </a:lstStyle>
          <a:p>
            <a:pPr>
              <a:defRPr/>
            </a:pPr>
            <a:r>
              <a:rPr lang="en-US"/>
              <a:t>Efficient Runahead Execution</a:t>
            </a:r>
          </a:p>
        </p:txBody>
      </p:sp>
      <p:sp>
        <p:nvSpPr>
          <p:cNvPr id="8" name="Rectangle 5">
            <a:extLst>
              <a:ext uri="{FF2B5EF4-FFF2-40B4-BE49-F238E27FC236}">
                <a16:creationId xmlns:a16="http://schemas.microsoft.com/office/drawing/2014/main" id="{4FE10629-1650-674B-8E6B-FB0D2376E987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xfrm>
            <a:off x="3124200" y="6243638"/>
            <a:ext cx="2895600" cy="457200"/>
          </a:xfrm>
        </p:spPr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9" name="Rectangle 6">
            <a:extLst>
              <a:ext uri="{FF2B5EF4-FFF2-40B4-BE49-F238E27FC236}">
                <a16:creationId xmlns:a16="http://schemas.microsoft.com/office/drawing/2014/main" id="{972D5666-8AF3-5D4B-9DBF-049134A814EB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 sz="1200"/>
            </a:lvl1pPr>
          </a:lstStyle>
          <a:p>
            <a:pPr>
              <a:defRPr/>
            </a:pPr>
            <a:fld id="{E967BE0B-2763-2049-A065-F1B8755BA5E2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47045926"/>
      </p:ext>
    </p:extLst>
  </p:cSld>
  <p:clrMapOvr>
    <a:masterClrMapping/>
  </p:clrMapOvr>
  <p:transition/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997529"/>
            <a:ext cx="8610600" cy="519372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1029">
            <a:extLst>
              <a:ext uri="{FF2B5EF4-FFF2-40B4-BE49-F238E27FC236}">
                <a16:creationId xmlns:a16="http://schemas.microsoft.com/office/drawing/2014/main" id="{D9F6E65B-F4D3-3944-A374-1D0280283ABB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" name="Rectangle 1030">
            <a:extLst>
              <a:ext uri="{FF2B5EF4-FFF2-40B4-BE49-F238E27FC236}">
                <a16:creationId xmlns:a16="http://schemas.microsoft.com/office/drawing/2014/main" id="{01A79C1B-984C-364F-AF40-AE13374B2D25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fld id="{5492BC37-A118-A54F-AC4D-063C0DBF1266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939856124"/>
      </p:ext>
    </p:extLst>
  </p:cSld>
  <p:clrMapOvr>
    <a:masterClrMapping/>
  </p:clrMapOvr>
  <p:transition/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8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1029">
            <a:extLst>
              <a:ext uri="{FF2B5EF4-FFF2-40B4-BE49-F238E27FC236}">
                <a16:creationId xmlns:a16="http://schemas.microsoft.com/office/drawing/2014/main" id="{9D05D34E-8F1F-7E44-8E24-99F75182925A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" name="Rectangle 1030">
            <a:extLst>
              <a:ext uri="{FF2B5EF4-FFF2-40B4-BE49-F238E27FC236}">
                <a16:creationId xmlns:a16="http://schemas.microsoft.com/office/drawing/2014/main" id="{051EFE95-F820-E747-9341-BA4039E1E260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fld id="{E7E050C4-0910-8048-9740-3DBA2CE33BA0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059731872"/>
      </p:ext>
    </p:extLst>
  </p:cSld>
  <p:clrMapOvr>
    <a:masterClrMapping/>
  </p:clrMapOvr>
  <p:transition/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28603" y="1371600"/>
            <a:ext cx="4229100" cy="4876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10103" y="1371600"/>
            <a:ext cx="4229100" cy="4876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1029">
            <a:extLst>
              <a:ext uri="{FF2B5EF4-FFF2-40B4-BE49-F238E27FC236}">
                <a16:creationId xmlns:a16="http://schemas.microsoft.com/office/drawing/2014/main" id="{5663CB9F-F849-5645-8E13-F1DE817F51CB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Rectangle 1030">
            <a:extLst>
              <a:ext uri="{FF2B5EF4-FFF2-40B4-BE49-F238E27FC236}">
                <a16:creationId xmlns:a16="http://schemas.microsoft.com/office/drawing/2014/main" id="{441F8311-5EED-E845-BC70-610F9CFD66AE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fld id="{91A66211-12EB-5542-A4A8-C149AEDD23E2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366318110"/>
      </p:ext>
    </p:extLst>
  </p:cSld>
  <p:clrMapOvr>
    <a:masterClrMapping/>
  </p:clrMapOvr>
  <p:transition/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3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3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31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31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1029">
            <a:extLst>
              <a:ext uri="{FF2B5EF4-FFF2-40B4-BE49-F238E27FC236}">
                <a16:creationId xmlns:a16="http://schemas.microsoft.com/office/drawing/2014/main" id="{5B71E6E3-998C-9544-B8FF-E54C160A5660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8" name="Rectangle 1030">
            <a:extLst>
              <a:ext uri="{FF2B5EF4-FFF2-40B4-BE49-F238E27FC236}">
                <a16:creationId xmlns:a16="http://schemas.microsoft.com/office/drawing/2014/main" id="{A419141F-C4E9-0B4E-A246-8CC026C0A177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fld id="{3BCF3F7B-A04E-DF4A-8937-C43C179D5B24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907188504"/>
      </p:ext>
    </p:extLst>
  </p:cSld>
  <p:clrMapOvr>
    <a:masterClrMapping/>
  </p:clrMapOvr>
  <p:transition/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1029">
            <a:extLst>
              <a:ext uri="{FF2B5EF4-FFF2-40B4-BE49-F238E27FC236}">
                <a16:creationId xmlns:a16="http://schemas.microsoft.com/office/drawing/2014/main" id="{6911567B-47F9-5849-930E-8C6D41B52A1B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4" name="Rectangle 1030">
            <a:extLst>
              <a:ext uri="{FF2B5EF4-FFF2-40B4-BE49-F238E27FC236}">
                <a16:creationId xmlns:a16="http://schemas.microsoft.com/office/drawing/2014/main" id="{26280F4A-A5F7-B34A-99FD-B7DAC4D84D91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fld id="{54DC08C1-50FB-784E-8290-EF1E56DEDA31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491504264"/>
      </p:ext>
    </p:extLst>
  </p:cSld>
  <p:clrMapOvr>
    <a:masterClrMapping/>
  </p:clrMapOvr>
  <p:transition/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029">
            <a:extLst>
              <a:ext uri="{FF2B5EF4-FFF2-40B4-BE49-F238E27FC236}">
                <a16:creationId xmlns:a16="http://schemas.microsoft.com/office/drawing/2014/main" id="{ED3ED04A-310E-B641-A663-4B51CE77C66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3" name="Rectangle 1030">
            <a:extLst>
              <a:ext uri="{FF2B5EF4-FFF2-40B4-BE49-F238E27FC236}">
                <a16:creationId xmlns:a16="http://schemas.microsoft.com/office/drawing/2014/main" id="{9B1C7671-C4C8-144F-B54F-68976AADE334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fld id="{FF3A6762-16BE-2040-B803-55E100CD2124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667321157"/>
      </p:ext>
    </p:extLst>
  </p:cSld>
  <p:clrMapOvr>
    <a:masterClrMapping/>
  </p:clrMapOvr>
  <p:transition/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6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5" y="273055"/>
            <a:ext cx="5111751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6" y="1435105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1029">
            <a:extLst>
              <a:ext uri="{FF2B5EF4-FFF2-40B4-BE49-F238E27FC236}">
                <a16:creationId xmlns:a16="http://schemas.microsoft.com/office/drawing/2014/main" id="{5C5228AF-DAE0-C34E-AE0C-CE18E3E0F390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Rectangle 1030">
            <a:extLst>
              <a:ext uri="{FF2B5EF4-FFF2-40B4-BE49-F238E27FC236}">
                <a16:creationId xmlns:a16="http://schemas.microsoft.com/office/drawing/2014/main" id="{1F1C6DDA-B4E8-6D45-BD7C-A2B555DF7B57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fld id="{D08B495F-94D1-AD4D-82FB-0AC90C72F42F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611579904"/>
      </p:ext>
    </p:extLst>
  </p:cSld>
  <p:clrMapOvr>
    <a:masterClrMapping/>
  </p:clrMapOvr>
  <p:transition/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1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9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1029">
            <a:extLst>
              <a:ext uri="{FF2B5EF4-FFF2-40B4-BE49-F238E27FC236}">
                <a16:creationId xmlns:a16="http://schemas.microsoft.com/office/drawing/2014/main" id="{3F6B5E7B-1157-6340-89A3-6088FF59640E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Rectangle 1030">
            <a:extLst>
              <a:ext uri="{FF2B5EF4-FFF2-40B4-BE49-F238E27FC236}">
                <a16:creationId xmlns:a16="http://schemas.microsoft.com/office/drawing/2014/main" id="{98132281-096F-2846-AF74-40556CC34CD1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fld id="{D60E6768-6EA0-2B48-B4F6-782912DF6E73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077598968"/>
      </p:ext>
    </p:extLst>
  </p:cSld>
  <p:clrMapOvr>
    <a:masterClrMapping/>
  </p:clrMapOvr>
  <p:transition/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1029">
            <a:extLst>
              <a:ext uri="{FF2B5EF4-FFF2-40B4-BE49-F238E27FC236}">
                <a16:creationId xmlns:a16="http://schemas.microsoft.com/office/drawing/2014/main" id="{DE348F99-A9E9-A340-93CE-467BCF71994E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" name="Rectangle 1030">
            <a:extLst>
              <a:ext uri="{FF2B5EF4-FFF2-40B4-BE49-F238E27FC236}">
                <a16:creationId xmlns:a16="http://schemas.microsoft.com/office/drawing/2014/main" id="{CEA0239B-2D4E-AF41-9282-EB8079EAA6E2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fld id="{E7DE3877-7A7D-DD4D-82B4-4016483A2B08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771464140"/>
      </p:ext>
    </p:extLst>
  </p:cSld>
  <p:clrMapOvr>
    <a:masterClrMapping/>
  </p:clrMapOvr>
  <p:transition/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86549" y="152400"/>
            <a:ext cx="2152651" cy="60960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28606" y="152400"/>
            <a:ext cx="6305551" cy="60960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1029">
            <a:extLst>
              <a:ext uri="{FF2B5EF4-FFF2-40B4-BE49-F238E27FC236}">
                <a16:creationId xmlns:a16="http://schemas.microsoft.com/office/drawing/2014/main" id="{30946A57-00B5-BF4D-BA0D-4C0AAA5BC94D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" name="Rectangle 1030">
            <a:extLst>
              <a:ext uri="{FF2B5EF4-FFF2-40B4-BE49-F238E27FC236}">
                <a16:creationId xmlns:a16="http://schemas.microsoft.com/office/drawing/2014/main" id="{418EEB5B-561D-2D4D-A99E-0F26DFC44BCB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fld id="{E749DD3B-C68E-8E45-8046-6CB425BBF8BA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649143725"/>
      </p:ext>
    </p:extLst>
  </p:cSld>
  <p:clrMapOvr>
    <a:masterClrMapping/>
  </p:clrMapOvr>
  <p:transition/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clipArtAndTx" preserve="1">
  <p:cSld name="Title, Clip Art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" y="152400"/>
            <a:ext cx="8610600" cy="10668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lipArt Placeholder 2"/>
          <p:cNvSpPr>
            <a:spLocks noGrp="1"/>
          </p:cNvSpPr>
          <p:nvPr>
            <p:ph type="clipArt" sz="half" idx="1"/>
          </p:nvPr>
        </p:nvSpPr>
        <p:spPr>
          <a:xfrm>
            <a:off x="228603" y="1371600"/>
            <a:ext cx="4229100" cy="4876800"/>
          </a:xfrm>
        </p:spPr>
        <p:txBody>
          <a:bodyPr/>
          <a:lstStyle/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610103" y="1371600"/>
            <a:ext cx="4229100" cy="4876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1029">
            <a:extLst>
              <a:ext uri="{FF2B5EF4-FFF2-40B4-BE49-F238E27FC236}">
                <a16:creationId xmlns:a16="http://schemas.microsoft.com/office/drawing/2014/main" id="{6A6527E0-E5A8-6D40-BCBD-944D973152BB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Rectangle 1030">
            <a:extLst>
              <a:ext uri="{FF2B5EF4-FFF2-40B4-BE49-F238E27FC236}">
                <a16:creationId xmlns:a16="http://schemas.microsoft.com/office/drawing/2014/main" id="{115E69D3-0FB2-2144-A9A0-8AA4872599DE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fld id="{004A0ECB-096A-4742-BD97-AA048FDF8203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338700497"/>
      </p:ext>
    </p:extLst>
  </p:cSld>
  <p:clrMapOvr>
    <a:masterClrMapping/>
  </p:clrMapOvr>
  <p:transition/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eform 7">
            <a:extLst>
              <a:ext uri="{FF2B5EF4-FFF2-40B4-BE49-F238E27FC236}">
                <a16:creationId xmlns:a16="http://schemas.microsoft.com/office/drawing/2014/main" id="{82E1C9A3-F56E-D141-AFDD-14DAFE99136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200" y="1123950"/>
            <a:ext cx="8229600" cy="914400"/>
          </a:xfrm>
          <a:custGeom>
            <a:avLst/>
            <a:gdLst>
              <a:gd name="T0" fmla="*/ 0 w 1000"/>
              <a:gd name="T1" fmla="*/ 2147483646 h 1000"/>
              <a:gd name="T2" fmla="*/ 0 w 1000"/>
              <a:gd name="T3" fmla="*/ 0 h 1000"/>
              <a:gd name="T4" fmla="*/ 2147483646 w 1000"/>
              <a:gd name="T5" fmla="*/ 0 h 1000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1000" h="1000">
                <a:moveTo>
                  <a:pt x="0" y="1000"/>
                </a:moveTo>
                <a:lnTo>
                  <a:pt x="0" y="0"/>
                </a:lnTo>
                <a:lnTo>
                  <a:pt x="1000" y="0"/>
                </a:lnTo>
              </a:path>
            </a:pathLst>
          </a:custGeom>
          <a:noFill/>
          <a:ln w="25400" cap="flat" cmpd="sng">
            <a:solidFill>
              <a:schemeClr val="accent1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" name="Line 8">
            <a:extLst>
              <a:ext uri="{FF2B5EF4-FFF2-40B4-BE49-F238E27FC236}">
                <a16:creationId xmlns:a16="http://schemas.microsoft.com/office/drawing/2014/main" id="{F27F9853-DC4D-6A40-8B3D-0046D6891CA8}"/>
              </a:ext>
            </a:extLst>
          </p:cNvPr>
          <p:cNvSpPr>
            <a:spLocks noChangeShapeType="1"/>
          </p:cNvSpPr>
          <p:nvPr/>
        </p:nvSpPr>
        <p:spPr bwMode="auto">
          <a:xfrm>
            <a:off x="457200" y="3371850"/>
            <a:ext cx="8229600" cy="0"/>
          </a:xfrm>
          <a:prstGeom prst="line">
            <a:avLst/>
          </a:prstGeom>
          <a:noFill/>
          <a:ln w="19050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" name="Line 10">
            <a:extLst>
              <a:ext uri="{FF2B5EF4-FFF2-40B4-BE49-F238E27FC236}">
                <a16:creationId xmlns:a16="http://schemas.microsoft.com/office/drawing/2014/main" id="{1A3CEF30-81C3-494E-8E08-B06EED17BF65}"/>
              </a:ext>
            </a:extLst>
          </p:cNvPr>
          <p:cNvSpPr>
            <a:spLocks noChangeShapeType="1"/>
          </p:cNvSpPr>
          <p:nvPr userDrawn="1"/>
        </p:nvSpPr>
        <p:spPr bwMode="auto">
          <a:xfrm>
            <a:off x="8686800" y="2457450"/>
            <a:ext cx="0" cy="914400"/>
          </a:xfrm>
          <a:prstGeom prst="line">
            <a:avLst/>
          </a:prstGeom>
          <a:noFill/>
          <a:ln w="25400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1378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5800" y="1524000"/>
            <a:ext cx="7924800" cy="17526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 altLang="en-US"/>
              <a:t>Click to edit Master title style</a:t>
            </a:r>
          </a:p>
        </p:txBody>
      </p:sp>
      <p:sp>
        <p:nvSpPr>
          <p:cNvPr id="101379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685800" y="3581400"/>
            <a:ext cx="7848600" cy="1752600"/>
          </a:xfrm>
        </p:spPr>
        <p:txBody>
          <a:bodyPr/>
          <a:lstStyle>
            <a:lvl1pPr marL="0" indent="0" algn="ctr">
              <a:buFont typeface="Wingdings" pitchFamily="2" charset="2"/>
              <a:buNone/>
              <a:defRPr/>
            </a:lvl1pPr>
          </a:lstStyle>
          <a:p>
            <a:r>
              <a:rPr lang="en-US" altLang="en-US"/>
              <a:t>Click to edit Master subtitle style</a:t>
            </a:r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E31DA0A4-3F10-7243-82FB-1B85A352C978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 bwMode="auto">
          <a:xfrm>
            <a:off x="457200" y="6243638"/>
            <a:ext cx="2133600" cy="457200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solidFill>
                  <a:srgbClr val="000000"/>
                </a:solidFill>
                <a:latin typeface="Garamond" pitchFamily="-106" charset="0"/>
                <a:ea typeface="Arial" pitchFamily="-106" charset="0"/>
                <a:cs typeface="Arial" pitchFamily="-106" charset="0"/>
              </a:defRPr>
            </a:lvl1pPr>
          </a:lstStyle>
          <a:p>
            <a:pPr>
              <a:defRPr/>
            </a:pPr>
            <a:r>
              <a:rPr lang="en-US"/>
              <a:t>Efficient Runahead Execution</a:t>
            </a:r>
          </a:p>
        </p:txBody>
      </p:sp>
      <p:sp>
        <p:nvSpPr>
          <p:cNvPr id="8" name="Rectangle 5">
            <a:extLst>
              <a:ext uri="{FF2B5EF4-FFF2-40B4-BE49-F238E27FC236}">
                <a16:creationId xmlns:a16="http://schemas.microsoft.com/office/drawing/2014/main" id="{E93FF985-53D0-9349-AC13-CD6AE394120F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xfrm>
            <a:off x="3124200" y="6243638"/>
            <a:ext cx="2895600" cy="457200"/>
          </a:xfrm>
        </p:spPr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9" name="Rectangle 6">
            <a:extLst>
              <a:ext uri="{FF2B5EF4-FFF2-40B4-BE49-F238E27FC236}">
                <a16:creationId xmlns:a16="http://schemas.microsoft.com/office/drawing/2014/main" id="{99D741F4-487D-3E4E-9492-1709A5584903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 sz="1200"/>
            </a:lvl1pPr>
          </a:lstStyle>
          <a:p>
            <a:pPr>
              <a:defRPr/>
            </a:pPr>
            <a:fld id="{23E0EA3A-D5AA-C346-B0E5-0F3723CF0AFF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764601478"/>
      </p:ext>
    </p:extLst>
  </p:cSld>
  <p:clrMapOvr>
    <a:masterClrMapping/>
  </p:clrMapOvr>
  <p:transition/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997529"/>
            <a:ext cx="8610600" cy="519372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1029">
            <a:extLst>
              <a:ext uri="{FF2B5EF4-FFF2-40B4-BE49-F238E27FC236}">
                <a16:creationId xmlns:a16="http://schemas.microsoft.com/office/drawing/2014/main" id="{274190E3-4064-CF4E-9EF1-5498E2CC5D1E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" name="Rectangle 1030">
            <a:extLst>
              <a:ext uri="{FF2B5EF4-FFF2-40B4-BE49-F238E27FC236}">
                <a16:creationId xmlns:a16="http://schemas.microsoft.com/office/drawing/2014/main" id="{97C4C7F7-4C4D-B944-BC3B-71BA39BC6914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fld id="{614BF785-49C4-4B44-9CBF-9B061C32DFF6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510585357"/>
      </p:ext>
    </p:extLst>
  </p:cSld>
  <p:clrMapOvr>
    <a:masterClrMapping/>
  </p:clrMapOvr>
  <p:transition/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8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1029">
            <a:extLst>
              <a:ext uri="{FF2B5EF4-FFF2-40B4-BE49-F238E27FC236}">
                <a16:creationId xmlns:a16="http://schemas.microsoft.com/office/drawing/2014/main" id="{6D11A547-9A96-D34E-9AE5-D03E9FBB1A01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" name="Rectangle 1030">
            <a:extLst>
              <a:ext uri="{FF2B5EF4-FFF2-40B4-BE49-F238E27FC236}">
                <a16:creationId xmlns:a16="http://schemas.microsoft.com/office/drawing/2014/main" id="{F09AFB6F-ED4E-7541-AA59-8A27C3DE6BDE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fld id="{7310A982-9DE3-0240-BA09-D77CC283AC50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413597726"/>
      </p:ext>
    </p:extLst>
  </p:cSld>
  <p:clrMapOvr>
    <a:masterClrMapping/>
  </p:clrMapOvr>
  <p:transition/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28603" y="1371600"/>
            <a:ext cx="4229100" cy="4876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10103" y="1371600"/>
            <a:ext cx="4229100" cy="4876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1029">
            <a:extLst>
              <a:ext uri="{FF2B5EF4-FFF2-40B4-BE49-F238E27FC236}">
                <a16:creationId xmlns:a16="http://schemas.microsoft.com/office/drawing/2014/main" id="{81FFA73C-96FD-4047-9E4B-7F77101D9E1C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Rectangle 1030">
            <a:extLst>
              <a:ext uri="{FF2B5EF4-FFF2-40B4-BE49-F238E27FC236}">
                <a16:creationId xmlns:a16="http://schemas.microsoft.com/office/drawing/2014/main" id="{6CDFF0CB-D922-AE44-8655-D362B07698D0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fld id="{711E71DC-D6B8-B544-A322-844BB8D72F5D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171257095"/>
      </p:ext>
    </p:extLst>
  </p:cSld>
  <p:clrMapOvr>
    <a:masterClrMapping/>
  </p:clrMapOvr>
  <p:transition/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3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3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31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31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1029">
            <a:extLst>
              <a:ext uri="{FF2B5EF4-FFF2-40B4-BE49-F238E27FC236}">
                <a16:creationId xmlns:a16="http://schemas.microsoft.com/office/drawing/2014/main" id="{CBC457C9-BFF8-2F46-8923-024E19AE3015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8" name="Rectangle 1030">
            <a:extLst>
              <a:ext uri="{FF2B5EF4-FFF2-40B4-BE49-F238E27FC236}">
                <a16:creationId xmlns:a16="http://schemas.microsoft.com/office/drawing/2014/main" id="{E2576195-54AB-DD4F-9010-41A85A870D68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fld id="{36184090-2B8D-2C48-90B7-6903E8EFDAAF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702682388"/>
      </p:ext>
    </p:extLst>
  </p:cSld>
  <p:clrMapOvr>
    <a:masterClrMapping/>
  </p:clrMapOvr>
  <p:transition/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1029">
            <a:extLst>
              <a:ext uri="{FF2B5EF4-FFF2-40B4-BE49-F238E27FC236}">
                <a16:creationId xmlns:a16="http://schemas.microsoft.com/office/drawing/2014/main" id="{7C6CA79B-3246-2340-B232-D58F661C36AE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4" name="Rectangle 1030">
            <a:extLst>
              <a:ext uri="{FF2B5EF4-FFF2-40B4-BE49-F238E27FC236}">
                <a16:creationId xmlns:a16="http://schemas.microsoft.com/office/drawing/2014/main" id="{9EF88248-C1B9-0748-9AB9-32134EA6D980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fld id="{AA3D9306-ECE4-C544-A3CD-354A1CDCC3A5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877816641"/>
      </p:ext>
    </p:extLst>
  </p:cSld>
  <p:clrMapOvr>
    <a:masterClrMapping/>
  </p:clrMapOvr>
  <p:transition/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029">
            <a:extLst>
              <a:ext uri="{FF2B5EF4-FFF2-40B4-BE49-F238E27FC236}">
                <a16:creationId xmlns:a16="http://schemas.microsoft.com/office/drawing/2014/main" id="{3B408B40-D24F-6743-BC6C-4DDBDBC0F30D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3" name="Rectangle 1030">
            <a:extLst>
              <a:ext uri="{FF2B5EF4-FFF2-40B4-BE49-F238E27FC236}">
                <a16:creationId xmlns:a16="http://schemas.microsoft.com/office/drawing/2014/main" id="{00155B31-3658-5D48-8A04-A92905AD0B13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fld id="{623C1B2B-713D-944A-8EF0-1D71CFC78B0C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232569931"/>
      </p:ext>
    </p:extLst>
  </p:cSld>
  <p:clrMapOvr>
    <a:masterClrMapping/>
  </p:clrMapOvr>
  <p:transition/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6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5" y="273055"/>
            <a:ext cx="5111751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6" y="1435105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1029">
            <a:extLst>
              <a:ext uri="{FF2B5EF4-FFF2-40B4-BE49-F238E27FC236}">
                <a16:creationId xmlns:a16="http://schemas.microsoft.com/office/drawing/2014/main" id="{35F94AF5-7321-5D4E-AB77-CE6E9B9B4F6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Rectangle 1030">
            <a:extLst>
              <a:ext uri="{FF2B5EF4-FFF2-40B4-BE49-F238E27FC236}">
                <a16:creationId xmlns:a16="http://schemas.microsoft.com/office/drawing/2014/main" id="{4E881CA0-D034-7849-BDCB-DDCB8F1B602C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fld id="{7C870DD5-5BB8-B04A-8DCF-77553DDFA286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650065508"/>
      </p:ext>
    </p:extLst>
  </p:cSld>
  <p:clrMapOvr>
    <a:masterClrMapping/>
  </p:clrMapOvr>
  <p:transition/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1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9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1029">
            <a:extLst>
              <a:ext uri="{FF2B5EF4-FFF2-40B4-BE49-F238E27FC236}">
                <a16:creationId xmlns:a16="http://schemas.microsoft.com/office/drawing/2014/main" id="{DEF76DDE-0079-A74C-89D8-E23DF7952DBD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Rectangle 1030">
            <a:extLst>
              <a:ext uri="{FF2B5EF4-FFF2-40B4-BE49-F238E27FC236}">
                <a16:creationId xmlns:a16="http://schemas.microsoft.com/office/drawing/2014/main" id="{1EC2C245-9575-3E48-858A-A505AB8D973D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fld id="{7DC0B96F-BEA7-3F4F-8A59-59148C79862C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976140080"/>
      </p:ext>
    </p:extLst>
  </p:cSld>
  <p:clrMapOvr>
    <a:masterClrMapping/>
  </p:clrMapOvr>
  <p:transition/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1029">
            <a:extLst>
              <a:ext uri="{FF2B5EF4-FFF2-40B4-BE49-F238E27FC236}">
                <a16:creationId xmlns:a16="http://schemas.microsoft.com/office/drawing/2014/main" id="{72477E4B-B36D-AB49-AB2A-B49BEDB8BA4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" name="Rectangle 1030">
            <a:extLst>
              <a:ext uri="{FF2B5EF4-FFF2-40B4-BE49-F238E27FC236}">
                <a16:creationId xmlns:a16="http://schemas.microsoft.com/office/drawing/2014/main" id="{1248D540-1400-2E4B-A645-30C5F856A3B3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fld id="{F973F432-234C-0B43-BBAA-E00587F55143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616296968"/>
      </p:ext>
    </p:extLst>
  </p:cSld>
  <p:clrMapOvr>
    <a:masterClrMapping/>
  </p:clrMapOvr>
  <p:transition/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86549" y="152400"/>
            <a:ext cx="2152651" cy="60960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28606" y="152400"/>
            <a:ext cx="6305551" cy="60960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1029">
            <a:extLst>
              <a:ext uri="{FF2B5EF4-FFF2-40B4-BE49-F238E27FC236}">
                <a16:creationId xmlns:a16="http://schemas.microsoft.com/office/drawing/2014/main" id="{FD2F324C-9234-7D4C-BFDC-556019537C7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" name="Rectangle 1030">
            <a:extLst>
              <a:ext uri="{FF2B5EF4-FFF2-40B4-BE49-F238E27FC236}">
                <a16:creationId xmlns:a16="http://schemas.microsoft.com/office/drawing/2014/main" id="{E6D6E083-9670-8249-B57A-4F9188469D49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fld id="{63C054EE-DDC4-1E44-8972-DD1D6D6730DA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321887797"/>
      </p:ext>
    </p:extLst>
  </p:cSld>
  <p:clrMapOvr>
    <a:masterClrMapping/>
  </p:clrMapOvr>
  <p:transition/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type="clipArtAndTx" preserve="1">
  <p:cSld name="Title, Clip Art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" y="152400"/>
            <a:ext cx="8610600" cy="10668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lipArt Placeholder 2"/>
          <p:cNvSpPr>
            <a:spLocks noGrp="1"/>
          </p:cNvSpPr>
          <p:nvPr>
            <p:ph type="clipArt" sz="half" idx="1"/>
          </p:nvPr>
        </p:nvSpPr>
        <p:spPr>
          <a:xfrm>
            <a:off x="228603" y="1371600"/>
            <a:ext cx="4229100" cy="4876800"/>
          </a:xfrm>
        </p:spPr>
        <p:txBody>
          <a:bodyPr/>
          <a:lstStyle/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610103" y="1371600"/>
            <a:ext cx="4229100" cy="4876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1029">
            <a:extLst>
              <a:ext uri="{FF2B5EF4-FFF2-40B4-BE49-F238E27FC236}">
                <a16:creationId xmlns:a16="http://schemas.microsoft.com/office/drawing/2014/main" id="{57E5DF24-E9FE-C344-9BD0-18942DD36EDB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Rectangle 1030">
            <a:extLst>
              <a:ext uri="{FF2B5EF4-FFF2-40B4-BE49-F238E27FC236}">
                <a16:creationId xmlns:a16="http://schemas.microsoft.com/office/drawing/2014/main" id="{6BFD28FE-BE78-6A48-AEF2-D0B0FE3828B1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fld id="{70BE929E-4EFA-1347-8DBD-771F9AC3AB4A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737998863"/>
      </p:ext>
    </p:extLst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slideLayout" Target="../slideLayouts/slideLayout24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2.xml"/><Relationship Id="rId13" Type="http://schemas.openxmlformats.org/officeDocument/2006/relationships/theme" Target="../theme/theme3.xml"/><Relationship Id="rId3" Type="http://schemas.openxmlformats.org/officeDocument/2006/relationships/slideLayout" Target="../slideLayouts/slideLayout27.xml"/><Relationship Id="rId7" Type="http://schemas.openxmlformats.org/officeDocument/2006/relationships/slideLayout" Target="../slideLayouts/slideLayout31.xml"/><Relationship Id="rId12" Type="http://schemas.openxmlformats.org/officeDocument/2006/relationships/slideLayout" Target="../slideLayouts/slideLayout36.xml"/><Relationship Id="rId2" Type="http://schemas.openxmlformats.org/officeDocument/2006/relationships/slideLayout" Target="../slideLayouts/slideLayout26.xml"/><Relationship Id="rId1" Type="http://schemas.openxmlformats.org/officeDocument/2006/relationships/slideLayout" Target="../slideLayouts/slideLayout25.xml"/><Relationship Id="rId6" Type="http://schemas.openxmlformats.org/officeDocument/2006/relationships/slideLayout" Target="../slideLayouts/slideLayout30.xml"/><Relationship Id="rId11" Type="http://schemas.openxmlformats.org/officeDocument/2006/relationships/slideLayout" Target="../slideLayouts/slideLayout35.xml"/><Relationship Id="rId5" Type="http://schemas.openxmlformats.org/officeDocument/2006/relationships/slideLayout" Target="../slideLayouts/slideLayout29.xml"/><Relationship Id="rId10" Type="http://schemas.openxmlformats.org/officeDocument/2006/relationships/slideLayout" Target="../slideLayouts/slideLayout34.xml"/><Relationship Id="rId4" Type="http://schemas.openxmlformats.org/officeDocument/2006/relationships/slideLayout" Target="../slideLayouts/slideLayout28.xml"/><Relationship Id="rId9" Type="http://schemas.openxmlformats.org/officeDocument/2006/relationships/slideLayout" Target="../slideLayouts/slideLayout33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4.xml"/><Relationship Id="rId13" Type="http://schemas.openxmlformats.org/officeDocument/2006/relationships/theme" Target="../theme/theme4.xml"/><Relationship Id="rId3" Type="http://schemas.openxmlformats.org/officeDocument/2006/relationships/slideLayout" Target="../slideLayouts/slideLayout39.xml"/><Relationship Id="rId7" Type="http://schemas.openxmlformats.org/officeDocument/2006/relationships/slideLayout" Target="../slideLayouts/slideLayout43.xml"/><Relationship Id="rId12" Type="http://schemas.openxmlformats.org/officeDocument/2006/relationships/slideLayout" Target="../slideLayouts/slideLayout48.xml"/><Relationship Id="rId2" Type="http://schemas.openxmlformats.org/officeDocument/2006/relationships/slideLayout" Target="../slideLayouts/slideLayout38.xml"/><Relationship Id="rId1" Type="http://schemas.openxmlformats.org/officeDocument/2006/relationships/slideLayout" Target="../slideLayouts/slideLayout37.xml"/><Relationship Id="rId6" Type="http://schemas.openxmlformats.org/officeDocument/2006/relationships/slideLayout" Target="../slideLayouts/slideLayout42.xml"/><Relationship Id="rId11" Type="http://schemas.openxmlformats.org/officeDocument/2006/relationships/slideLayout" Target="../slideLayouts/slideLayout47.xml"/><Relationship Id="rId5" Type="http://schemas.openxmlformats.org/officeDocument/2006/relationships/slideLayout" Target="../slideLayouts/slideLayout41.xml"/><Relationship Id="rId10" Type="http://schemas.openxmlformats.org/officeDocument/2006/relationships/slideLayout" Target="../slideLayouts/slideLayout46.xml"/><Relationship Id="rId4" Type="http://schemas.openxmlformats.org/officeDocument/2006/relationships/slideLayout" Target="../slideLayouts/slideLayout40.xml"/><Relationship Id="rId9" Type="http://schemas.openxmlformats.org/officeDocument/2006/relationships/slideLayout" Target="../slideLayouts/slideLayout45.xml"/></Relationships>
</file>

<file path=ppt/slideMasters/_rels/slideMaster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56.xml"/><Relationship Id="rId13" Type="http://schemas.openxmlformats.org/officeDocument/2006/relationships/theme" Target="../theme/theme5.xml"/><Relationship Id="rId3" Type="http://schemas.openxmlformats.org/officeDocument/2006/relationships/slideLayout" Target="../slideLayouts/slideLayout51.xml"/><Relationship Id="rId7" Type="http://schemas.openxmlformats.org/officeDocument/2006/relationships/slideLayout" Target="../slideLayouts/slideLayout55.xml"/><Relationship Id="rId12" Type="http://schemas.openxmlformats.org/officeDocument/2006/relationships/slideLayout" Target="../slideLayouts/slideLayout60.xml"/><Relationship Id="rId2" Type="http://schemas.openxmlformats.org/officeDocument/2006/relationships/slideLayout" Target="../slideLayouts/slideLayout50.xml"/><Relationship Id="rId1" Type="http://schemas.openxmlformats.org/officeDocument/2006/relationships/slideLayout" Target="../slideLayouts/slideLayout49.xml"/><Relationship Id="rId6" Type="http://schemas.openxmlformats.org/officeDocument/2006/relationships/slideLayout" Target="../slideLayouts/slideLayout54.xml"/><Relationship Id="rId11" Type="http://schemas.openxmlformats.org/officeDocument/2006/relationships/slideLayout" Target="../slideLayouts/slideLayout59.xml"/><Relationship Id="rId5" Type="http://schemas.openxmlformats.org/officeDocument/2006/relationships/slideLayout" Target="../slideLayouts/slideLayout53.xml"/><Relationship Id="rId10" Type="http://schemas.openxmlformats.org/officeDocument/2006/relationships/slideLayout" Target="../slideLayouts/slideLayout58.xml"/><Relationship Id="rId4" Type="http://schemas.openxmlformats.org/officeDocument/2006/relationships/slideLayout" Target="../slideLayouts/slideLayout52.xml"/><Relationship Id="rId9" Type="http://schemas.openxmlformats.org/officeDocument/2006/relationships/slideLayout" Target="../slideLayouts/slideLayout5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8" name="Rectangle 1026"/>
          <p:cNvSpPr>
            <a:spLocks noGrp="1" noChangeArrowheads="1"/>
          </p:cNvSpPr>
          <p:nvPr>
            <p:ph type="title"/>
          </p:nvPr>
        </p:nvSpPr>
        <p:spPr bwMode="auto">
          <a:xfrm>
            <a:off x="228600" y="152400"/>
            <a:ext cx="8610600" cy="1066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80899" name="Rectangle 1027"/>
          <p:cNvSpPr>
            <a:spLocks noGrp="1" noChangeArrowheads="1"/>
          </p:cNvSpPr>
          <p:nvPr>
            <p:ph type="body" idx="1"/>
          </p:nvPr>
        </p:nvSpPr>
        <p:spPr bwMode="auto">
          <a:xfrm>
            <a:off x="228600" y="898525"/>
            <a:ext cx="8610600" cy="5235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100357" name="Rectangle 1029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 eaLnBrk="1" hangingPunct="1">
              <a:defRPr sz="1200">
                <a:solidFill>
                  <a:srgbClr val="000000"/>
                </a:solidFill>
                <a:latin typeface="+mj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100358" name="Rectangle 1030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777038" y="6318250"/>
            <a:ext cx="2133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600" smtClean="0">
                <a:solidFill>
                  <a:srgbClr val="000000"/>
                </a:solidFill>
                <a:latin typeface="Garamond" charset="0"/>
              </a:defRPr>
            </a:lvl1pPr>
          </a:lstStyle>
          <a:p>
            <a:pPr>
              <a:defRPr/>
            </a:pPr>
            <a:fld id="{A09D29E3-D8D3-9442-B127-7FC5C7AABDC8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  <p:sp>
        <p:nvSpPr>
          <p:cNvPr id="80902" name="Line 1032"/>
          <p:cNvSpPr>
            <a:spLocks noChangeShapeType="1"/>
          </p:cNvSpPr>
          <p:nvPr/>
        </p:nvSpPr>
        <p:spPr bwMode="auto">
          <a:xfrm>
            <a:off x="228600" y="6481763"/>
            <a:ext cx="8610600" cy="0"/>
          </a:xfrm>
          <a:prstGeom prst="line">
            <a:avLst/>
          </a:prstGeom>
          <a:noFill/>
          <a:ln w="19050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80903" name="Line 1033"/>
          <p:cNvSpPr>
            <a:spLocks noChangeShapeType="1"/>
          </p:cNvSpPr>
          <p:nvPr userDrawn="1"/>
        </p:nvSpPr>
        <p:spPr bwMode="auto">
          <a:xfrm>
            <a:off x="228600" y="898525"/>
            <a:ext cx="8610600" cy="0"/>
          </a:xfrm>
          <a:prstGeom prst="line">
            <a:avLst/>
          </a:prstGeom>
          <a:noFill/>
          <a:ln w="19050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093" r:id="rId1"/>
    <p:sldLayoutId id="2147484094" r:id="rId2"/>
    <p:sldLayoutId id="2147484095" r:id="rId3"/>
    <p:sldLayoutId id="2147484096" r:id="rId4"/>
    <p:sldLayoutId id="2147484097" r:id="rId5"/>
    <p:sldLayoutId id="2147484098" r:id="rId6"/>
    <p:sldLayoutId id="2147484099" r:id="rId7"/>
    <p:sldLayoutId id="2147484100" r:id="rId8"/>
    <p:sldLayoutId id="2147484101" r:id="rId9"/>
    <p:sldLayoutId id="2147484102" r:id="rId10"/>
    <p:sldLayoutId id="2147484103" r:id="rId11"/>
    <p:sldLayoutId id="2147484104" r:id="rId12"/>
  </p:sldLayoutIdLst>
  <p:transition/>
  <p:hf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+mj-lt"/>
          <a:ea typeface="ＭＳ Ｐゴシック" charset="0"/>
          <a:cs typeface="ＭＳ Ｐゴシック" charset="0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Garamond" pitchFamily="18" charset="0"/>
          <a:ea typeface="ＭＳ Ｐゴシック" charset="0"/>
          <a:cs typeface="ＭＳ Ｐゴシック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Garamond" pitchFamily="18" charset="0"/>
          <a:ea typeface="ＭＳ Ｐゴシック" charset="0"/>
          <a:cs typeface="ＭＳ Ｐゴシック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Garamond" pitchFamily="18" charset="0"/>
          <a:ea typeface="ＭＳ Ｐゴシック" charset="0"/>
          <a:cs typeface="ＭＳ Ｐゴシック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Garamond" pitchFamily="18" charset="0"/>
          <a:ea typeface="ＭＳ Ｐゴシック" charset="0"/>
          <a:cs typeface="ＭＳ Ｐゴシック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Garamond" pitchFamily="18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Garamond" pitchFamily="18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Garamond" pitchFamily="18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Garamond" pitchFamily="18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65000"/>
        <a:buFont typeface="Wingdings" charset="2"/>
        <a:buChar char="n"/>
        <a:defRPr sz="2400">
          <a:solidFill>
            <a:schemeClr val="tx1"/>
          </a:solidFill>
          <a:latin typeface="+mn-lt"/>
          <a:ea typeface="ＭＳ Ｐゴシック" charset="0"/>
          <a:cs typeface="ＭＳ Ｐゴシック" charset="0"/>
        </a:defRPr>
      </a:lvl1pPr>
      <a:lvl2pPr marL="669925" indent="-325438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60000"/>
        <a:buFont typeface="Wingdings" charset="2"/>
        <a:buChar char="q"/>
        <a:defRPr sz="2200">
          <a:solidFill>
            <a:schemeClr val="tx1"/>
          </a:solidFill>
          <a:latin typeface="+mn-lt"/>
          <a:ea typeface="ＭＳ Ｐゴシック" pitchFamily="-106" charset="-128"/>
        </a:defRPr>
      </a:lvl2pPr>
      <a:lvl3pPr marL="1022350" indent="-350838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65000"/>
        <a:buFont typeface="Wingdings" charset="2"/>
        <a:buChar char="n"/>
        <a:defRPr sz="2000">
          <a:solidFill>
            <a:schemeClr val="tx1"/>
          </a:solidFill>
          <a:latin typeface="+mn-lt"/>
          <a:ea typeface="ＭＳ Ｐゴシック" pitchFamily="-106" charset="-128"/>
        </a:defRPr>
      </a:lvl3pPr>
      <a:lvl4pPr marL="1339850" indent="-315913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70000"/>
        <a:buFont typeface="Wingdings" charset="2"/>
        <a:buChar char="q"/>
        <a:defRPr>
          <a:solidFill>
            <a:schemeClr val="tx1"/>
          </a:solidFill>
          <a:latin typeface="+mn-lt"/>
          <a:ea typeface="ＭＳ Ｐゴシック" pitchFamily="-106" charset="-128"/>
        </a:defRPr>
      </a:lvl4pPr>
      <a:lvl5pPr marL="1681163" indent="-339725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75000"/>
        <a:buFont typeface="Wingdings" charset="2"/>
        <a:buChar char="§"/>
        <a:defRPr sz="1600">
          <a:solidFill>
            <a:schemeClr val="tx1"/>
          </a:solidFill>
          <a:latin typeface="+mn-lt"/>
          <a:ea typeface="ＭＳ Ｐゴシック" pitchFamily="-106" charset="-128"/>
        </a:defRPr>
      </a:lvl5pPr>
      <a:lvl6pPr marL="2138363" indent="-339725" algn="l" rtl="0" fontAlgn="base">
        <a:spcBef>
          <a:spcPct val="20000"/>
        </a:spcBef>
        <a:spcAft>
          <a:spcPct val="0"/>
        </a:spcAft>
        <a:buClr>
          <a:schemeClr val="accent1"/>
        </a:buClr>
        <a:buSzPct val="75000"/>
        <a:buFont typeface="Wingdings" pitchFamily="2" charset="2"/>
        <a:buChar char="§"/>
        <a:defRPr sz="1600">
          <a:solidFill>
            <a:schemeClr val="tx1"/>
          </a:solidFill>
          <a:latin typeface="+mn-lt"/>
        </a:defRPr>
      </a:lvl6pPr>
      <a:lvl7pPr marL="2595563" indent="-339725" algn="l" rtl="0" fontAlgn="base">
        <a:spcBef>
          <a:spcPct val="20000"/>
        </a:spcBef>
        <a:spcAft>
          <a:spcPct val="0"/>
        </a:spcAft>
        <a:buClr>
          <a:schemeClr val="accent1"/>
        </a:buClr>
        <a:buSzPct val="75000"/>
        <a:buFont typeface="Wingdings" pitchFamily="2" charset="2"/>
        <a:buChar char="§"/>
        <a:defRPr sz="1600">
          <a:solidFill>
            <a:schemeClr val="tx1"/>
          </a:solidFill>
          <a:latin typeface="+mn-lt"/>
        </a:defRPr>
      </a:lvl7pPr>
      <a:lvl8pPr marL="3052763" indent="-339725" algn="l" rtl="0" fontAlgn="base">
        <a:spcBef>
          <a:spcPct val="20000"/>
        </a:spcBef>
        <a:spcAft>
          <a:spcPct val="0"/>
        </a:spcAft>
        <a:buClr>
          <a:schemeClr val="accent1"/>
        </a:buClr>
        <a:buSzPct val="75000"/>
        <a:buFont typeface="Wingdings" pitchFamily="2" charset="2"/>
        <a:buChar char="§"/>
        <a:defRPr sz="1600">
          <a:solidFill>
            <a:schemeClr val="tx1"/>
          </a:solidFill>
          <a:latin typeface="+mn-lt"/>
        </a:defRPr>
      </a:lvl8pPr>
      <a:lvl9pPr marL="3509963" indent="-339725" algn="l" rtl="0" fontAlgn="base">
        <a:spcBef>
          <a:spcPct val="20000"/>
        </a:spcBef>
        <a:spcAft>
          <a:spcPct val="0"/>
        </a:spcAft>
        <a:buClr>
          <a:schemeClr val="accent1"/>
        </a:buClr>
        <a:buSzPct val="75000"/>
        <a:buFont typeface="Wingdings" pitchFamily="2" charset="2"/>
        <a:buChar char="§"/>
        <a:defRPr sz="16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Rectangle 1026">
            <a:extLst>
              <a:ext uri="{FF2B5EF4-FFF2-40B4-BE49-F238E27FC236}">
                <a16:creationId xmlns:a16="http://schemas.microsoft.com/office/drawing/2014/main" id="{2400B63B-5A6C-9547-B2C2-7ABBE069CAA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228600" y="152400"/>
            <a:ext cx="8610600" cy="1066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54275" name="Rectangle 1027">
            <a:extLst>
              <a:ext uri="{FF2B5EF4-FFF2-40B4-BE49-F238E27FC236}">
                <a16:creationId xmlns:a16="http://schemas.microsoft.com/office/drawing/2014/main" id="{4F395011-316B-4047-A8D1-647A7824AD6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228600" y="898525"/>
            <a:ext cx="8610600" cy="5235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100357" name="Rectangle 1029">
            <a:extLst>
              <a:ext uri="{FF2B5EF4-FFF2-40B4-BE49-F238E27FC236}">
                <a16:creationId xmlns:a16="http://schemas.microsoft.com/office/drawing/2014/main" id="{B0D7EEF7-CDC6-2642-94FC-ABE0FA68CCC1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 eaLnBrk="1" hangingPunct="1">
              <a:defRPr sz="1200">
                <a:solidFill>
                  <a:srgbClr val="000000"/>
                </a:solidFill>
                <a:latin typeface="+mj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100358" name="Rectangle 1030">
            <a:extLst>
              <a:ext uri="{FF2B5EF4-FFF2-40B4-BE49-F238E27FC236}">
                <a16:creationId xmlns:a16="http://schemas.microsoft.com/office/drawing/2014/main" id="{AC50F6C7-34D3-2C4A-9A90-C09010B8515B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777038" y="6318250"/>
            <a:ext cx="2133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600">
                <a:solidFill>
                  <a:srgbClr val="000000"/>
                </a:solidFill>
                <a:latin typeface="Garamond" charset="0"/>
                <a:ea typeface="ＭＳ Ｐゴシック" charset="-128"/>
              </a:defRPr>
            </a:lvl1pPr>
          </a:lstStyle>
          <a:p>
            <a:pPr>
              <a:defRPr/>
            </a:pPr>
            <a:fld id="{BA032741-6E1F-D24B-8F79-BADE648FB772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  <p:sp>
        <p:nvSpPr>
          <p:cNvPr id="54278" name="Line 1032">
            <a:extLst>
              <a:ext uri="{FF2B5EF4-FFF2-40B4-BE49-F238E27FC236}">
                <a16:creationId xmlns:a16="http://schemas.microsoft.com/office/drawing/2014/main" id="{D3026D82-4383-F842-859B-6A61E51D040E}"/>
              </a:ext>
            </a:extLst>
          </p:cNvPr>
          <p:cNvSpPr>
            <a:spLocks noChangeShapeType="1"/>
          </p:cNvSpPr>
          <p:nvPr/>
        </p:nvSpPr>
        <p:spPr bwMode="auto">
          <a:xfrm>
            <a:off x="228600" y="6481763"/>
            <a:ext cx="8610600" cy="0"/>
          </a:xfrm>
          <a:prstGeom prst="line">
            <a:avLst/>
          </a:prstGeom>
          <a:noFill/>
          <a:ln w="19050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4279" name="Line 1033">
            <a:extLst>
              <a:ext uri="{FF2B5EF4-FFF2-40B4-BE49-F238E27FC236}">
                <a16:creationId xmlns:a16="http://schemas.microsoft.com/office/drawing/2014/main" id="{0B4AC0AF-7811-8143-97B8-7B255AF3134C}"/>
              </a:ext>
            </a:extLst>
          </p:cNvPr>
          <p:cNvSpPr>
            <a:spLocks noChangeShapeType="1"/>
          </p:cNvSpPr>
          <p:nvPr userDrawn="1"/>
        </p:nvSpPr>
        <p:spPr bwMode="auto">
          <a:xfrm>
            <a:off x="228600" y="898525"/>
            <a:ext cx="8610600" cy="0"/>
          </a:xfrm>
          <a:prstGeom prst="line">
            <a:avLst/>
          </a:prstGeom>
          <a:noFill/>
          <a:ln w="19050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80155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225" r:id="rId1"/>
    <p:sldLayoutId id="2147484226" r:id="rId2"/>
    <p:sldLayoutId id="2147484227" r:id="rId3"/>
    <p:sldLayoutId id="2147484228" r:id="rId4"/>
    <p:sldLayoutId id="2147484229" r:id="rId5"/>
    <p:sldLayoutId id="2147484230" r:id="rId6"/>
    <p:sldLayoutId id="2147484231" r:id="rId7"/>
    <p:sldLayoutId id="2147484232" r:id="rId8"/>
    <p:sldLayoutId id="2147484233" r:id="rId9"/>
    <p:sldLayoutId id="2147484234" r:id="rId10"/>
    <p:sldLayoutId id="2147484235" r:id="rId11"/>
    <p:sldLayoutId id="2147484236" r:id="rId12"/>
  </p:sldLayoutIdLst>
  <p:transition/>
  <p:hf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+mj-lt"/>
          <a:ea typeface="ＭＳ Ｐゴシック" charset="0"/>
          <a:cs typeface="ＭＳ Ｐゴシック" charset="0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Garamond" pitchFamily="18" charset="0"/>
          <a:ea typeface="ＭＳ Ｐゴシック" charset="0"/>
          <a:cs typeface="ＭＳ Ｐゴシック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Garamond" pitchFamily="18" charset="0"/>
          <a:ea typeface="ＭＳ Ｐゴシック" charset="0"/>
          <a:cs typeface="ＭＳ Ｐゴシック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Garamond" pitchFamily="18" charset="0"/>
          <a:ea typeface="ＭＳ Ｐゴシック" charset="0"/>
          <a:cs typeface="ＭＳ Ｐゴシック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Garamond" pitchFamily="18" charset="0"/>
          <a:ea typeface="ＭＳ Ｐゴシック" charset="0"/>
          <a:cs typeface="ＭＳ Ｐゴシック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Garamond" pitchFamily="18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Garamond" pitchFamily="18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Garamond" pitchFamily="18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Garamond" pitchFamily="18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65000"/>
        <a:buFont typeface="Wingdings" pitchFamily="2" charset="2"/>
        <a:buChar char="n"/>
        <a:defRPr sz="2400">
          <a:solidFill>
            <a:schemeClr val="tx1"/>
          </a:solidFill>
          <a:latin typeface="+mn-lt"/>
          <a:ea typeface="ＭＳ Ｐゴシック" charset="0"/>
          <a:cs typeface="ＭＳ Ｐゴシック" charset="0"/>
        </a:defRPr>
      </a:lvl1pPr>
      <a:lvl2pPr marL="669925" indent="-325438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60000"/>
        <a:buFont typeface="Wingdings" pitchFamily="2" charset="2"/>
        <a:buChar char="q"/>
        <a:defRPr sz="2200">
          <a:solidFill>
            <a:schemeClr val="tx1"/>
          </a:solidFill>
          <a:latin typeface="+mn-lt"/>
          <a:ea typeface="ＭＳ Ｐゴシック" pitchFamily="-106" charset="-128"/>
        </a:defRPr>
      </a:lvl2pPr>
      <a:lvl3pPr marL="1022350" indent="-350838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65000"/>
        <a:buFont typeface="Wingdings" pitchFamily="2" charset="2"/>
        <a:buChar char="n"/>
        <a:defRPr sz="2000">
          <a:solidFill>
            <a:schemeClr val="tx1"/>
          </a:solidFill>
          <a:latin typeface="+mn-lt"/>
          <a:ea typeface="ＭＳ Ｐゴシック" pitchFamily="-106" charset="-128"/>
        </a:defRPr>
      </a:lvl3pPr>
      <a:lvl4pPr marL="1339850" indent="-315913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70000"/>
        <a:buFont typeface="Wingdings" pitchFamily="2" charset="2"/>
        <a:buChar char="q"/>
        <a:defRPr>
          <a:solidFill>
            <a:schemeClr val="tx1"/>
          </a:solidFill>
          <a:latin typeface="+mn-lt"/>
          <a:ea typeface="ＭＳ Ｐゴシック" pitchFamily="-106" charset="-128"/>
        </a:defRPr>
      </a:lvl4pPr>
      <a:lvl5pPr marL="1681163" indent="-339725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75000"/>
        <a:buFont typeface="Wingdings" pitchFamily="2" charset="2"/>
        <a:buChar char="§"/>
        <a:defRPr sz="1600">
          <a:solidFill>
            <a:schemeClr val="tx1"/>
          </a:solidFill>
          <a:latin typeface="+mn-lt"/>
          <a:ea typeface="ＭＳ Ｐゴシック" pitchFamily="-106" charset="-128"/>
        </a:defRPr>
      </a:lvl5pPr>
      <a:lvl6pPr marL="2138363" indent="-339725" algn="l" rtl="0" fontAlgn="base">
        <a:spcBef>
          <a:spcPct val="20000"/>
        </a:spcBef>
        <a:spcAft>
          <a:spcPct val="0"/>
        </a:spcAft>
        <a:buClr>
          <a:schemeClr val="accent1"/>
        </a:buClr>
        <a:buSzPct val="75000"/>
        <a:buFont typeface="Wingdings" pitchFamily="2" charset="2"/>
        <a:buChar char="§"/>
        <a:defRPr sz="1600">
          <a:solidFill>
            <a:schemeClr val="tx1"/>
          </a:solidFill>
          <a:latin typeface="+mn-lt"/>
        </a:defRPr>
      </a:lvl6pPr>
      <a:lvl7pPr marL="2595563" indent="-339725" algn="l" rtl="0" fontAlgn="base">
        <a:spcBef>
          <a:spcPct val="20000"/>
        </a:spcBef>
        <a:spcAft>
          <a:spcPct val="0"/>
        </a:spcAft>
        <a:buClr>
          <a:schemeClr val="accent1"/>
        </a:buClr>
        <a:buSzPct val="75000"/>
        <a:buFont typeface="Wingdings" pitchFamily="2" charset="2"/>
        <a:buChar char="§"/>
        <a:defRPr sz="1600">
          <a:solidFill>
            <a:schemeClr val="tx1"/>
          </a:solidFill>
          <a:latin typeface="+mn-lt"/>
        </a:defRPr>
      </a:lvl7pPr>
      <a:lvl8pPr marL="3052763" indent="-339725" algn="l" rtl="0" fontAlgn="base">
        <a:spcBef>
          <a:spcPct val="20000"/>
        </a:spcBef>
        <a:spcAft>
          <a:spcPct val="0"/>
        </a:spcAft>
        <a:buClr>
          <a:schemeClr val="accent1"/>
        </a:buClr>
        <a:buSzPct val="75000"/>
        <a:buFont typeface="Wingdings" pitchFamily="2" charset="2"/>
        <a:buChar char="§"/>
        <a:defRPr sz="1600">
          <a:solidFill>
            <a:schemeClr val="tx1"/>
          </a:solidFill>
          <a:latin typeface="+mn-lt"/>
        </a:defRPr>
      </a:lvl8pPr>
      <a:lvl9pPr marL="3509963" indent="-339725" algn="l" rtl="0" fontAlgn="base">
        <a:spcBef>
          <a:spcPct val="20000"/>
        </a:spcBef>
        <a:spcAft>
          <a:spcPct val="0"/>
        </a:spcAft>
        <a:buClr>
          <a:schemeClr val="accent1"/>
        </a:buClr>
        <a:buSzPct val="75000"/>
        <a:buFont typeface="Wingdings" pitchFamily="2" charset="2"/>
        <a:buChar char="§"/>
        <a:defRPr sz="16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8" name="Rectangle 1026">
            <a:extLst>
              <a:ext uri="{FF2B5EF4-FFF2-40B4-BE49-F238E27FC236}">
                <a16:creationId xmlns:a16="http://schemas.microsoft.com/office/drawing/2014/main" id="{07AD0AFF-30F4-4944-AEA7-A5CA795FB09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228600" y="152400"/>
            <a:ext cx="8610600" cy="1066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80899" name="Rectangle 1027">
            <a:extLst>
              <a:ext uri="{FF2B5EF4-FFF2-40B4-BE49-F238E27FC236}">
                <a16:creationId xmlns:a16="http://schemas.microsoft.com/office/drawing/2014/main" id="{CB88BBB4-0E26-8849-888D-BAC5CCBDDCF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228600" y="898525"/>
            <a:ext cx="8610600" cy="5235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100357" name="Rectangle 1029">
            <a:extLst>
              <a:ext uri="{FF2B5EF4-FFF2-40B4-BE49-F238E27FC236}">
                <a16:creationId xmlns:a16="http://schemas.microsoft.com/office/drawing/2014/main" id="{827B2F5B-77BD-F74F-A163-DCA0D68B1724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 eaLnBrk="1" hangingPunct="1">
              <a:defRPr sz="1200">
                <a:solidFill>
                  <a:srgbClr val="000000"/>
                </a:solidFill>
                <a:latin typeface="+mj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100358" name="Rectangle 1030">
            <a:extLst>
              <a:ext uri="{FF2B5EF4-FFF2-40B4-BE49-F238E27FC236}">
                <a16:creationId xmlns:a16="http://schemas.microsoft.com/office/drawing/2014/main" id="{7B2D8CC9-D98A-F24B-B928-C5CD21BA7D86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777038" y="6318250"/>
            <a:ext cx="2133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600">
                <a:solidFill>
                  <a:srgbClr val="000000"/>
                </a:solidFill>
                <a:latin typeface="Garamond" charset="0"/>
                <a:ea typeface="ＭＳ Ｐゴシック" charset="-128"/>
              </a:defRPr>
            </a:lvl1pPr>
          </a:lstStyle>
          <a:p>
            <a:pPr>
              <a:defRPr/>
            </a:pPr>
            <a:fld id="{7FB28D94-1ED3-314E-859B-8355415C2D5C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  <p:sp>
        <p:nvSpPr>
          <p:cNvPr id="80902" name="Line 1032">
            <a:extLst>
              <a:ext uri="{FF2B5EF4-FFF2-40B4-BE49-F238E27FC236}">
                <a16:creationId xmlns:a16="http://schemas.microsoft.com/office/drawing/2014/main" id="{91D12612-18E6-AF41-9CF4-4AB7336665BD}"/>
              </a:ext>
            </a:extLst>
          </p:cNvPr>
          <p:cNvSpPr>
            <a:spLocks noChangeShapeType="1"/>
          </p:cNvSpPr>
          <p:nvPr/>
        </p:nvSpPr>
        <p:spPr bwMode="auto">
          <a:xfrm>
            <a:off x="228600" y="6481763"/>
            <a:ext cx="8610600" cy="0"/>
          </a:xfrm>
          <a:prstGeom prst="line">
            <a:avLst/>
          </a:prstGeom>
          <a:noFill/>
          <a:ln w="19050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80903" name="Line 1033">
            <a:extLst>
              <a:ext uri="{FF2B5EF4-FFF2-40B4-BE49-F238E27FC236}">
                <a16:creationId xmlns:a16="http://schemas.microsoft.com/office/drawing/2014/main" id="{7ED11995-E8F1-F248-98E2-D0355289762B}"/>
              </a:ext>
            </a:extLst>
          </p:cNvPr>
          <p:cNvSpPr>
            <a:spLocks noChangeShapeType="1"/>
          </p:cNvSpPr>
          <p:nvPr userDrawn="1"/>
        </p:nvSpPr>
        <p:spPr bwMode="auto">
          <a:xfrm>
            <a:off x="228600" y="898525"/>
            <a:ext cx="8610600" cy="0"/>
          </a:xfrm>
          <a:prstGeom prst="line">
            <a:avLst/>
          </a:prstGeom>
          <a:noFill/>
          <a:ln w="19050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65027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251" r:id="rId1"/>
    <p:sldLayoutId id="2147484252" r:id="rId2"/>
    <p:sldLayoutId id="2147484253" r:id="rId3"/>
    <p:sldLayoutId id="2147484254" r:id="rId4"/>
    <p:sldLayoutId id="2147484255" r:id="rId5"/>
    <p:sldLayoutId id="2147484256" r:id="rId6"/>
    <p:sldLayoutId id="2147484257" r:id="rId7"/>
    <p:sldLayoutId id="2147484258" r:id="rId8"/>
    <p:sldLayoutId id="2147484259" r:id="rId9"/>
    <p:sldLayoutId id="2147484260" r:id="rId10"/>
    <p:sldLayoutId id="2147484261" r:id="rId11"/>
    <p:sldLayoutId id="2147484262" r:id="rId12"/>
  </p:sldLayoutIdLst>
  <p:transition/>
  <p:hf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+mj-lt"/>
          <a:ea typeface="ＭＳ Ｐゴシック" charset="0"/>
          <a:cs typeface="ＭＳ Ｐゴシック" charset="0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Garamond" pitchFamily="18" charset="0"/>
          <a:ea typeface="ＭＳ Ｐゴシック" charset="0"/>
          <a:cs typeface="ＭＳ Ｐゴシック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Garamond" pitchFamily="18" charset="0"/>
          <a:ea typeface="ＭＳ Ｐゴシック" charset="0"/>
          <a:cs typeface="ＭＳ Ｐゴシック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Garamond" pitchFamily="18" charset="0"/>
          <a:ea typeface="ＭＳ Ｐゴシック" charset="0"/>
          <a:cs typeface="ＭＳ Ｐゴシック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Garamond" pitchFamily="18" charset="0"/>
          <a:ea typeface="ＭＳ Ｐゴシック" charset="0"/>
          <a:cs typeface="ＭＳ Ｐゴシック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Garamond" pitchFamily="18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Garamond" pitchFamily="18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Garamond" pitchFamily="18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Garamond" pitchFamily="18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65000"/>
        <a:buFont typeface="Wingdings" pitchFamily="2" charset="2"/>
        <a:buChar char="n"/>
        <a:defRPr sz="2400">
          <a:solidFill>
            <a:schemeClr val="tx1"/>
          </a:solidFill>
          <a:latin typeface="+mn-lt"/>
          <a:ea typeface="ＭＳ Ｐゴシック" charset="0"/>
          <a:cs typeface="ＭＳ Ｐゴシック" charset="0"/>
        </a:defRPr>
      </a:lvl1pPr>
      <a:lvl2pPr marL="669925" indent="-325438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60000"/>
        <a:buFont typeface="Wingdings" pitchFamily="2" charset="2"/>
        <a:buChar char="q"/>
        <a:defRPr sz="2200">
          <a:solidFill>
            <a:schemeClr val="tx1"/>
          </a:solidFill>
          <a:latin typeface="+mn-lt"/>
          <a:ea typeface="ＭＳ Ｐゴシック" pitchFamily="-106" charset="-128"/>
        </a:defRPr>
      </a:lvl2pPr>
      <a:lvl3pPr marL="1022350" indent="-350838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65000"/>
        <a:buFont typeface="Wingdings" pitchFamily="2" charset="2"/>
        <a:buChar char="n"/>
        <a:defRPr sz="2000">
          <a:solidFill>
            <a:schemeClr val="tx1"/>
          </a:solidFill>
          <a:latin typeface="+mn-lt"/>
          <a:ea typeface="ＭＳ Ｐゴシック" pitchFamily="-106" charset="-128"/>
        </a:defRPr>
      </a:lvl3pPr>
      <a:lvl4pPr marL="1339850" indent="-315913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70000"/>
        <a:buFont typeface="Wingdings" pitchFamily="2" charset="2"/>
        <a:buChar char="q"/>
        <a:defRPr>
          <a:solidFill>
            <a:schemeClr val="tx1"/>
          </a:solidFill>
          <a:latin typeface="+mn-lt"/>
          <a:ea typeface="ＭＳ Ｐゴシック" pitchFamily="-106" charset="-128"/>
        </a:defRPr>
      </a:lvl4pPr>
      <a:lvl5pPr marL="1681163" indent="-339725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75000"/>
        <a:buFont typeface="Wingdings" pitchFamily="2" charset="2"/>
        <a:buChar char="§"/>
        <a:defRPr sz="1600">
          <a:solidFill>
            <a:schemeClr val="tx1"/>
          </a:solidFill>
          <a:latin typeface="+mn-lt"/>
          <a:ea typeface="ＭＳ Ｐゴシック" pitchFamily="-106" charset="-128"/>
        </a:defRPr>
      </a:lvl5pPr>
      <a:lvl6pPr marL="2138363" indent="-339725" algn="l" rtl="0" fontAlgn="base">
        <a:spcBef>
          <a:spcPct val="20000"/>
        </a:spcBef>
        <a:spcAft>
          <a:spcPct val="0"/>
        </a:spcAft>
        <a:buClr>
          <a:schemeClr val="accent1"/>
        </a:buClr>
        <a:buSzPct val="75000"/>
        <a:buFont typeface="Wingdings" pitchFamily="2" charset="2"/>
        <a:buChar char="§"/>
        <a:defRPr sz="1600">
          <a:solidFill>
            <a:schemeClr val="tx1"/>
          </a:solidFill>
          <a:latin typeface="+mn-lt"/>
        </a:defRPr>
      </a:lvl6pPr>
      <a:lvl7pPr marL="2595563" indent="-339725" algn="l" rtl="0" fontAlgn="base">
        <a:spcBef>
          <a:spcPct val="20000"/>
        </a:spcBef>
        <a:spcAft>
          <a:spcPct val="0"/>
        </a:spcAft>
        <a:buClr>
          <a:schemeClr val="accent1"/>
        </a:buClr>
        <a:buSzPct val="75000"/>
        <a:buFont typeface="Wingdings" pitchFamily="2" charset="2"/>
        <a:buChar char="§"/>
        <a:defRPr sz="1600">
          <a:solidFill>
            <a:schemeClr val="tx1"/>
          </a:solidFill>
          <a:latin typeface="+mn-lt"/>
        </a:defRPr>
      </a:lvl7pPr>
      <a:lvl8pPr marL="3052763" indent="-339725" algn="l" rtl="0" fontAlgn="base">
        <a:spcBef>
          <a:spcPct val="20000"/>
        </a:spcBef>
        <a:spcAft>
          <a:spcPct val="0"/>
        </a:spcAft>
        <a:buClr>
          <a:schemeClr val="accent1"/>
        </a:buClr>
        <a:buSzPct val="75000"/>
        <a:buFont typeface="Wingdings" pitchFamily="2" charset="2"/>
        <a:buChar char="§"/>
        <a:defRPr sz="1600">
          <a:solidFill>
            <a:schemeClr val="tx1"/>
          </a:solidFill>
          <a:latin typeface="+mn-lt"/>
        </a:defRPr>
      </a:lvl8pPr>
      <a:lvl9pPr marL="3509963" indent="-339725" algn="l" rtl="0" fontAlgn="base">
        <a:spcBef>
          <a:spcPct val="20000"/>
        </a:spcBef>
        <a:spcAft>
          <a:spcPct val="0"/>
        </a:spcAft>
        <a:buClr>
          <a:schemeClr val="accent1"/>
        </a:buClr>
        <a:buSzPct val="75000"/>
        <a:buFont typeface="Wingdings" pitchFamily="2" charset="2"/>
        <a:buChar char="§"/>
        <a:defRPr sz="16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1026">
            <a:extLst>
              <a:ext uri="{FF2B5EF4-FFF2-40B4-BE49-F238E27FC236}">
                <a16:creationId xmlns:a16="http://schemas.microsoft.com/office/drawing/2014/main" id="{AA84F0B7-9082-F54B-B2FD-6E79E2D3C78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228600" y="152400"/>
            <a:ext cx="8610600" cy="1066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27651" name="Rectangle 1027">
            <a:extLst>
              <a:ext uri="{FF2B5EF4-FFF2-40B4-BE49-F238E27FC236}">
                <a16:creationId xmlns:a16="http://schemas.microsoft.com/office/drawing/2014/main" id="{4F273309-E1C0-A049-BC85-18F59100ECB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228600" y="898525"/>
            <a:ext cx="8610600" cy="5235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100357" name="Rectangle 1029">
            <a:extLst>
              <a:ext uri="{FF2B5EF4-FFF2-40B4-BE49-F238E27FC236}">
                <a16:creationId xmlns:a16="http://schemas.microsoft.com/office/drawing/2014/main" id="{F5C29659-954C-2C4E-8569-225B3B1E0184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 eaLnBrk="1" hangingPunct="1">
              <a:defRPr sz="1200">
                <a:solidFill>
                  <a:srgbClr val="000000"/>
                </a:solidFill>
                <a:latin typeface="+mj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100358" name="Rectangle 1030">
            <a:extLst>
              <a:ext uri="{FF2B5EF4-FFF2-40B4-BE49-F238E27FC236}">
                <a16:creationId xmlns:a16="http://schemas.microsoft.com/office/drawing/2014/main" id="{E52B758B-51D1-614C-9223-36A6FDDCB12C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777038" y="6318250"/>
            <a:ext cx="2133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600">
                <a:solidFill>
                  <a:srgbClr val="000000"/>
                </a:solidFill>
                <a:latin typeface="Garamond" charset="0"/>
                <a:ea typeface="ＭＳ Ｐゴシック" charset="-128"/>
              </a:defRPr>
            </a:lvl1pPr>
          </a:lstStyle>
          <a:p>
            <a:pPr>
              <a:defRPr/>
            </a:pPr>
            <a:fld id="{9B207C27-141E-6D45-9D31-A06DA07585DB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  <p:sp>
        <p:nvSpPr>
          <p:cNvPr id="27654" name="Line 1032">
            <a:extLst>
              <a:ext uri="{FF2B5EF4-FFF2-40B4-BE49-F238E27FC236}">
                <a16:creationId xmlns:a16="http://schemas.microsoft.com/office/drawing/2014/main" id="{12E040C0-DE70-434C-AA45-F11374A30033}"/>
              </a:ext>
            </a:extLst>
          </p:cNvPr>
          <p:cNvSpPr>
            <a:spLocks noChangeShapeType="1"/>
          </p:cNvSpPr>
          <p:nvPr/>
        </p:nvSpPr>
        <p:spPr bwMode="auto">
          <a:xfrm>
            <a:off x="228600" y="6481763"/>
            <a:ext cx="8610600" cy="0"/>
          </a:xfrm>
          <a:prstGeom prst="line">
            <a:avLst/>
          </a:prstGeom>
          <a:noFill/>
          <a:ln w="19050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7655" name="Line 1033">
            <a:extLst>
              <a:ext uri="{FF2B5EF4-FFF2-40B4-BE49-F238E27FC236}">
                <a16:creationId xmlns:a16="http://schemas.microsoft.com/office/drawing/2014/main" id="{232DD488-5289-2644-9369-4830820D8801}"/>
              </a:ext>
            </a:extLst>
          </p:cNvPr>
          <p:cNvSpPr>
            <a:spLocks noChangeShapeType="1"/>
          </p:cNvSpPr>
          <p:nvPr userDrawn="1"/>
        </p:nvSpPr>
        <p:spPr bwMode="auto">
          <a:xfrm>
            <a:off x="228600" y="898525"/>
            <a:ext cx="8610600" cy="0"/>
          </a:xfrm>
          <a:prstGeom prst="line">
            <a:avLst/>
          </a:prstGeom>
          <a:noFill/>
          <a:ln w="19050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1970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330" r:id="rId1"/>
    <p:sldLayoutId id="2147484331" r:id="rId2"/>
    <p:sldLayoutId id="2147484332" r:id="rId3"/>
    <p:sldLayoutId id="2147484333" r:id="rId4"/>
    <p:sldLayoutId id="2147484334" r:id="rId5"/>
    <p:sldLayoutId id="2147484335" r:id="rId6"/>
    <p:sldLayoutId id="2147484336" r:id="rId7"/>
    <p:sldLayoutId id="2147484337" r:id="rId8"/>
    <p:sldLayoutId id="2147484338" r:id="rId9"/>
    <p:sldLayoutId id="2147484339" r:id="rId10"/>
    <p:sldLayoutId id="2147484340" r:id="rId11"/>
    <p:sldLayoutId id="2147484341" r:id="rId12"/>
  </p:sldLayoutIdLst>
  <p:transition/>
  <p:hf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+mj-lt"/>
          <a:ea typeface="ＭＳ Ｐゴシック" charset="0"/>
          <a:cs typeface="ＭＳ Ｐゴシック" charset="0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Garamond" pitchFamily="18" charset="0"/>
          <a:ea typeface="ＭＳ Ｐゴシック" charset="0"/>
          <a:cs typeface="ＭＳ Ｐゴシック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Garamond" pitchFamily="18" charset="0"/>
          <a:ea typeface="ＭＳ Ｐゴシック" charset="0"/>
          <a:cs typeface="ＭＳ Ｐゴシック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Garamond" pitchFamily="18" charset="0"/>
          <a:ea typeface="ＭＳ Ｐゴシック" charset="0"/>
          <a:cs typeface="ＭＳ Ｐゴシック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Garamond" pitchFamily="18" charset="0"/>
          <a:ea typeface="ＭＳ Ｐゴシック" charset="0"/>
          <a:cs typeface="ＭＳ Ｐゴシック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Garamond" pitchFamily="18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Garamond" pitchFamily="18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Garamond" pitchFamily="18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Garamond" pitchFamily="18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65000"/>
        <a:buFont typeface="Wingdings" pitchFamily="2" charset="2"/>
        <a:buChar char="n"/>
        <a:defRPr sz="2400">
          <a:solidFill>
            <a:schemeClr val="tx1"/>
          </a:solidFill>
          <a:latin typeface="+mn-lt"/>
          <a:ea typeface="ＭＳ Ｐゴシック" charset="0"/>
          <a:cs typeface="ＭＳ Ｐゴシック" charset="0"/>
        </a:defRPr>
      </a:lvl1pPr>
      <a:lvl2pPr marL="669925" indent="-325438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60000"/>
        <a:buFont typeface="Wingdings" pitchFamily="2" charset="2"/>
        <a:buChar char="q"/>
        <a:defRPr sz="2200">
          <a:solidFill>
            <a:schemeClr val="tx1"/>
          </a:solidFill>
          <a:latin typeface="+mn-lt"/>
          <a:ea typeface="ＭＳ Ｐゴシック" pitchFamily="-106" charset="-128"/>
        </a:defRPr>
      </a:lvl2pPr>
      <a:lvl3pPr marL="1022350" indent="-350838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65000"/>
        <a:buFont typeface="Wingdings" pitchFamily="2" charset="2"/>
        <a:buChar char="n"/>
        <a:defRPr sz="2000">
          <a:solidFill>
            <a:schemeClr val="tx1"/>
          </a:solidFill>
          <a:latin typeface="+mn-lt"/>
          <a:ea typeface="ＭＳ Ｐゴシック" pitchFamily="-106" charset="-128"/>
        </a:defRPr>
      </a:lvl3pPr>
      <a:lvl4pPr marL="1339850" indent="-315913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70000"/>
        <a:buFont typeface="Wingdings" pitchFamily="2" charset="2"/>
        <a:buChar char="q"/>
        <a:defRPr>
          <a:solidFill>
            <a:schemeClr val="tx1"/>
          </a:solidFill>
          <a:latin typeface="+mn-lt"/>
          <a:ea typeface="ＭＳ Ｐゴシック" pitchFamily="-106" charset="-128"/>
        </a:defRPr>
      </a:lvl4pPr>
      <a:lvl5pPr marL="1681163" indent="-339725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75000"/>
        <a:buFont typeface="Wingdings" pitchFamily="2" charset="2"/>
        <a:buChar char="§"/>
        <a:defRPr sz="1600">
          <a:solidFill>
            <a:schemeClr val="tx1"/>
          </a:solidFill>
          <a:latin typeface="+mn-lt"/>
          <a:ea typeface="ＭＳ Ｐゴシック" pitchFamily="-106" charset="-128"/>
        </a:defRPr>
      </a:lvl5pPr>
      <a:lvl6pPr marL="2138363" indent="-339725" algn="l" rtl="0" fontAlgn="base">
        <a:spcBef>
          <a:spcPct val="20000"/>
        </a:spcBef>
        <a:spcAft>
          <a:spcPct val="0"/>
        </a:spcAft>
        <a:buClr>
          <a:schemeClr val="accent1"/>
        </a:buClr>
        <a:buSzPct val="75000"/>
        <a:buFont typeface="Wingdings" pitchFamily="2" charset="2"/>
        <a:buChar char="§"/>
        <a:defRPr sz="1600">
          <a:solidFill>
            <a:schemeClr val="tx1"/>
          </a:solidFill>
          <a:latin typeface="+mn-lt"/>
        </a:defRPr>
      </a:lvl6pPr>
      <a:lvl7pPr marL="2595563" indent="-339725" algn="l" rtl="0" fontAlgn="base">
        <a:spcBef>
          <a:spcPct val="20000"/>
        </a:spcBef>
        <a:spcAft>
          <a:spcPct val="0"/>
        </a:spcAft>
        <a:buClr>
          <a:schemeClr val="accent1"/>
        </a:buClr>
        <a:buSzPct val="75000"/>
        <a:buFont typeface="Wingdings" pitchFamily="2" charset="2"/>
        <a:buChar char="§"/>
        <a:defRPr sz="1600">
          <a:solidFill>
            <a:schemeClr val="tx1"/>
          </a:solidFill>
          <a:latin typeface="+mn-lt"/>
        </a:defRPr>
      </a:lvl7pPr>
      <a:lvl8pPr marL="3052763" indent="-339725" algn="l" rtl="0" fontAlgn="base">
        <a:spcBef>
          <a:spcPct val="20000"/>
        </a:spcBef>
        <a:spcAft>
          <a:spcPct val="0"/>
        </a:spcAft>
        <a:buClr>
          <a:schemeClr val="accent1"/>
        </a:buClr>
        <a:buSzPct val="75000"/>
        <a:buFont typeface="Wingdings" pitchFamily="2" charset="2"/>
        <a:buChar char="§"/>
        <a:defRPr sz="1600">
          <a:solidFill>
            <a:schemeClr val="tx1"/>
          </a:solidFill>
          <a:latin typeface="+mn-lt"/>
        </a:defRPr>
      </a:lvl8pPr>
      <a:lvl9pPr marL="3509963" indent="-339725" algn="l" rtl="0" fontAlgn="base">
        <a:spcBef>
          <a:spcPct val="20000"/>
        </a:spcBef>
        <a:spcAft>
          <a:spcPct val="0"/>
        </a:spcAft>
        <a:buClr>
          <a:schemeClr val="accent1"/>
        </a:buClr>
        <a:buSzPct val="75000"/>
        <a:buFont typeface="Wingdings" pitchFamily="2" charset="2"/>
        <a:buChar char="§"/>
        <a:defRPr sz="16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82" name="Rectangle 1026">
            <a:extLst>
              <a:ext uri="{FF2B5EF4-FFF2-40B4-BE49-F238E27FC236}">
                <a16:creationId xmlns:a16="http://schemas.microsoft.com/office/drawing/2014/main" id="{86836D00-ED4E-7446-B2C1-5E2FAE20C9E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228600" y="152400"/>
            <a:ext cx="8610600" cy="1066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74083" name="Rectangle 1027">
            <a:extLst>
              <a:ext uri="{FF2B5EF4-FFF2-40B4-BE49-F238E27FC236}">
                <a16:creationId xmlns:a16="http://schemas.microsoft.com/office/drawing/2014/main" id="{2FD858EB-A165-8141-97D5-2226233C3AD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228600" y="898525"/>
            <a:ext cx="8610600" cy="5235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100357" name="Rectangle 1029">
            <a:extLst>
              <a:ext uri="{FF2B5EF4-FFF2-40B4-BE49-F238E27FC236}">
                <a16:creationId xmlns:a16="http://schemas.microsoft.com/office/drawing/2014/main" id="{E48B0D79-436D-FB48-95D4-FC3369846220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 eaLnBrk="1" hangingPunct="1">
              <a:defRPr sz="1200">
                <a:solidFill>
                  <a:srgbClr val="000000"/>
                </a:solidFill>
                <a:latin typeface="+mj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100358" name="Rectangle 1030">
            <a:extLst>
              <a:ext uri="{FF2B5EF4-FFF2-40B4-BE49-F238E27FC236}">
                <a16:creationId xmlns:a16="http://schemas.microsoft.com/office/drawing/2014/main" id="{E7CF08AB-ED2E-BF42-B037-91CF124B5F01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777038" y="6318250"/>
            <a:ext cx="2133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600">
                <a:solidFill>
                  <a:srgbClr val="000000"/>
                </a:solidFill>
                <a:latin typeface="Garamond" charset="0"/>
              </a:defRPr>
            </a:lvl1pPr>
          </a:lstStyle>
          <a:p>
            <a:pPr>
              <a:defRPr/>
            </a:pPr>
            <a:fld id="{8E65CC38-3E71-D246-9F7F-3BD7D1A12634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  <p:sp>
        <p:nvSpPr>
          <p:cNvPr id="174086" name="Line 1032">
            <a:extLst>
              <a:ext uri="{FF2B5EF4-FFF2-40B4-BE49-F238E27FC236}">
                <a16:creationId xmlns:a16="http://schemas.microsoft.com/office/drawing/2014/main" id="{46DE66B3-A632-3246-8565-365576AD349A}"/>
              </a:ext>
            </a:extLst>
          </p:cNvPr>
          <p:cNvSpPr>
            <a:spLocks noChangeShapeType="1"/>
          </p:cNvSpPr>
          <p:nvPr/>
        </p:nvSpPr>
        <p:spPr bwMode="auto">
          <a:xfrm>
            <a:off x="228600" y="6481763"/>
            <a:ext cx="8610600" cy="0"/>
          </a:xfrm>
          <a:prstGeom prst="line">
            <a:avLst/>
          </a:prstGeom>
          <a:noFill/>
          <a:ln w="19050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74087" name="Line 1033">
            <a:extLst>
              <a:ext uri="{FF2B5EF4-FFF2-40B4-BE49-F238E27FC236}">
                <a16:creationId xmlns:a16="http://schemas.microsoft.com/office/drawing/2014/main" id="{22EE3315-5FDC-CA4D-816E-C2D3049E1E57}"/>
              </a:ext>
            </a:extLst>
          </p:cNvPr>
          <p:cNvSpPr>
            <a:spLocks noChangeShapeType="1"/>
          </p:cNvSpPr>
          <p:nvPr userDrawn="1"/>
        </p:nvSpPr>
        <p:spPr bwMode="auto">
          <a:xfrm>
            <a:off x="228600" y="898525"/>
            <a:ext cx="8610600" cy="0"/>
          </a:xfrm>
          <a:prstGeom prst="line">
            <a:avLst/>
          </a:prstGeom>
          <a:noFill/>
          <a:ln w="19050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80106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343" r:id="rId1"/>
    <p:sldLayoutId id="2147484344" r:id="rId2"/>
    <p:sldLayoutId id="2147484345" r:id="rId3"/>
    <p:sldLayoutId id="2147484346" r:id="rId4"/>
    <p:sldLayoutId id="2147484347" r:id="rId5"/>
    <p:sldLayoutId id="2147484348" r:id="rId6"/>
    <p:sldLayoutId id="2147484349" r:id="rId7"/>
    <p:sldLayoutId id="2147484350" r:id="rId8"/>
    <p:sldLayoutId id="2147484351" r:id="rId9"/>
    <p:sldLayoutId id="2147484352" r:id="rId10"/>
    <p:sldLayoutId id="2147484353" r:id="rId11"/>
    <p:sldLayoutId id="2147484354" r:id="rId12"/>
  </p:sldLayoutIdLst>
  <p:transition/>
  <p:hf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+mj-lt"/>
          <a:ea typeface="ＭＳ Ｐゴシック" charset="0"/>
          <a:cs typeface="ＭＳ Ｐゴシック" charset="0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Garamond" pitchFamily="18" charset="0"/>
          <a:ea typeface="ＭＳ Ｐゴシック" charset="0"/>
          <a:cs typeface="ＭＳ Ｐゴシック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Garamond" pitchFamily="18" charset="0"/>
          <a:ea typeface="ＭＳ Ｐゴシック" charset="0"/>
          <a:cs typeface="ＭＳ Ｐゴシック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Garamond" pitchFamily="18" charset="0"/>
          <a:ea typeface="ＭＳ Ｐゴシック" charset="0"/>
          <a:cs typeface="ＭＳ Ｐゴシック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Garamond" pitchFamily="18" charset="0"/>
          <a:ea typeface="ＭＳ Ｐゴシック" charset="0"/>
          <a:cs typeface="ＭＳ Ｐゴシック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Garamond" pitchFamily="18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Garamond" pitchFamily="18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Garamond" pitchFamily="18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Garamond" pitchFamily="18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65000"/>
        <a:buFont typeface="Wingdings" pitchFamily="2" charset="2"/>
        <a:buChar char="n"/>
        <a:defRPr sz="2400">
          <a:solidFill>
            <a:schemeClr val="tx1"/>
          </a:solidFill>
          <a:latin typeface="+mn-lt"/>
          <a:ea typeface="ＭＳ Ｐゴシック" charset="0"/>
          <a:cs typeface="ＭＳ Ｐゴシック" charset="0"/>
        </a:defRPr>
      </a:lvl1pPr>
      <a:lvl2pPr marL="669925" indent="-325438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60000"/>
        <a:buFont typeface="Wingdings" pitchFamily="2" charset="2"/>
        <a:buChar char="q"/>
        <a:defRPr sz="2200">
          <a:solidFill>
            <a:schemeClr val="tx1"/>
          </a:solidFill>
          <a:latin typeface="+mn-lt"/>
          <a:ea typeface="ＭＳ Ｐゴシック" pitchFamily="-106" charset="-128"/>
        </a:defRPr>
      </a:lvl2pPr>
      <a:lvl3pPr marL="1022350" indent="-350838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65000"/>
        <a:buFont typeface="Wingdings" pitchFamily="2" charset="2"/>
        <a:buChar char="n"/>
        <a:defRPr sz="2000">
          <a:solidFill>
            <a:schemeClr val="tx1"/>
          </a:solidFill>
          <a:latin typeface="+mn-lt"/>
          <a:ea typeface="ＭＳ Ｐゴシック" pitchFamily="-106" charset="-128"/>
        </a:defRPr>
      </a:lvl3pPr>
      <a:lvl4pPr marL="1339850" indent="-315913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70000"/>
        <a:buFont typeface="Wingdings" pitchFamily="2" charset="2"/>
        <a:buChar char="q"/>
        <a:defRPr>
          <a:solidFill>
            <a:schemeClr val="tx1"/>
          </a:solidFill>
          <a:latin typeface="+mn-lt"/>
          <a:ea typeface="ＭＳ Ｐゴシック" pitchFamily="-106" charset="-128"/>
        </a:defRPr>
      </a:lvl4pPr>
      <a:lvl5pPr marL="1681163" indent="-339725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75000"/>
        <a:buFont typeface="Wingdings" pitchFamily="2" charset="2"/>
        <a:buChar char="§"/>
        <a:defRPr sz="1600">
          <a:solidFill>
            <a:schemeClr val="tx1"/>
          </a:solidFill>
          <a:latin typeface="+mn-lt"/>
          <a:ea typeface="ＭＳ Ｐゴシック" pitchFamily="-106" charset="-128"/>
        </a:defRPr>
      </a:lvl5pPr>
      <a:lvl6pPr marL="2138363" indent="-339725" algn="l" rtl="0" fontAlgn="base">
        <a:spcBef>
          <a:spcPct val="20000"/>
        </a:spcBef>
        <a:spcAft>
          <a:spcPct val="0"/>
        </a:spcAft>
        <a:buClr>
          <a:schemeClr val="accent1"/>
        </a:buClr>
        <a:buSzPct val="75000"/>
        <a:buFont typeface="Wingdings" pitchFamily="2" charset="2"/>
        <a:buChar char="§"/>
        <a:defRPr sz="1600">
          <a:solidFill>
            <a:schemeClr val="tx1"/>
          </a:solidFill>
          <a:latin typeface="+mn-lt"/>
        </a:defRPr>
      </a:lvl6pPr>
      <a:lvl7pPr marL="2595563" indent="-339725" algn="l" rtl="0" fontAlgn="base">
        <a:spcBef>
          <a:spcPct val="20000"/>
        </a:spcBef>
        <a:spcAft>
          <a:spcPct val="0"/>
        </a:spcAft>
        <a:buClr>
          <a:schemeClr val="accent1"/>
        </a:buClr>
        <a:buSzPct val="75000"/>
        <a:buFont typeface="Wingdings" pitchFamily="2" charset="2"/>
        <a:buChar char="§"/>
        <a:defRPr sz="1600">
          <a:solidFill>
            <a:schemeClr val="tx1"/>
          </a:solidFill>
          <a:latin typeface="+mn-lt"/>
        </a:defRPr>
      </a:lvl7pPr>
      <a:lvl8pPr marL="3052763" indent="-339725" algn="l" rtl="0" fontAlgn="base">
        <a:spcBef>
          <a:spcPct val="20000"/>
        </a:spcBef>
        <a:spcAft>
          <a:spcPct val="0"/>
        </a:spcAft>
        <a:buClr>
          <a:schemeClr val="accent1"/>
        </a:buClr>
        <a:buSzPct val="75000"/>
        <a:buFont typeface="Wingdings" pitchFamily="2" charset="2"/>
        <a:buChar char="§"/>
        <a:defRPr sz="1600">
          <a:solidFill>
            <a:schemeClr val="tx1"/>
          </a:solidFill>
          <a:latin typeface="+mn-lt"/>
        </a:defRPr>
      </a:lvl8pPr>
      <a:lvl9pPr marL="3509963" indent="-339725" algn="l" rtl="0" fontAlgn="base">
        <a:spcBef>
          <a:spcPct val="20000"/>
        </a:spcBef>
        <a:spcAft>
          <a:spcPct val="0"/>
        </a:spcAft>
        <a:buClr>
          <a:schemeClr val="accent1"/>
        </a:buClr>
        <a:buSzPct val="75000"/>
        <a:buFont typeface="Wingdings" pitchFamily="2" charset="2"/>
        <a:buChar char="§"/>
        <a:defRPr sz="16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3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8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8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6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6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6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0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0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0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0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0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0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0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0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01" name="Rectangle 4">
            <a:extLst>
              <a:ext uri="{FF2B5EF4-FFF2-40B4-BE49-F238E27FC236}">
                <a16:creationId xmlns:a16="http://schemas.microsoft.com/office/drawing/2014/main" id="{136374BF-3894-6348-9CE7-DCA5FBC89234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366713" y="1708150"/>
            <a:ext cx="8428037" cy="1720850"/>
          </a:xfrm>
        </p:spPr>
        <p:txBody>
          <a:bodyPr/>
          <a:lstStyle/>
          <a:p>
            <a:pPr algn="ctr" eaLnBrk="1" hangingPunct="1"/>
            <a:r>
              <a:rPr lang="en-US" altLang="en-US" sz="4400">
                <a:ea typeface="ＭＳ Ｐゴシック" panose="020B0600070205080204" pitchFamily="34" charset="-128"/>
              </a:rPr>
              <a:t>Cache Basics and Operation</a:t>
            </a:r>
          </a:p>
        </p:txBody>
      </p:sp>
      <p:sp>
        <p:nvSpPr>
          <p:cNvPr id="204802" name="Rectangle 5">
            <a:extLst>
              <a:ext uri="{FF2B5EF4-FFF2-40B4-BE49-F238E27FC236}">
                <a16:creationId xmlns:a16="http://schemas.microsoft.com/office/drawing/2014/main" id="{120C7C60-3199-E24E-81A3-D60A6C488E2A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685800" y="3581400"/>
            <a:ext cx="7848600" cy="2900363"/>
          </a:xfrm>
        </p:spPr>
        <p:txBody>
          <a:bodyPr/>
          <a:lstStyle/>
          <a:p>
            <a:pPr eaLnBrk="1" hangingPunct="1"/>
            <a:endParaRPr lang="en-US" altLang="en-US" i="1">
              <a:ea typeface="ＭＳ Ｐゴシック" panose="020B0600070205080204" pitchFamily="34" charset="-128"/>
            </a:endParaRPr>
          </a:p>
          <a:p>
            <a:pPr eaLnBrk="1" hangingPunct="1"/>
            <a:endParaRPr lang="en-US" altLang="en-US">
              <a:ea typeface="ＭＳ Ｐゴシック" panose="020B0600070205080204" pitchFamily="34" charset="-128"/>
            </a:endParaRPr>
          </a:p>
          <a:p>
            <a:pPr eaLnBrk="1" hangingPunct="1"/>
            <a:endParaRPr lang="en-US" altLang="en-US">
              <a:ea typeface="ＭＳ Ｐゴシック" panose="020B0600070205080204" pitchFamily="34" charset="-128"/>
            </a:endParaRPr>
          </a:p>
          <a:p>
            <a:pPr eaLnBrk="1" hangingPunct="1"/>
            <a:endParaRPr lang="en-US" altLang="en-US">
              <a:ea typeface="ＭＳ Ｐゴシック" panose="020B0600070205080204" pitchFamily="34" charset="-128"/>
            </a:endParaRPr>
          </a:p>
          <a:p>
            <a:pPr eaLnBrk="1" hangingPunct="1"/>
            <a:endParaRPr lang="en-US" altLang="en-US"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765561207"/>
      </p:ext>
    </p:extLst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849" name="Title 1">
            <a:extLst>
              <a:ext uri="{FF2B5EF4-FFF2-40B4-BE49-F238E27FC236}">
                <a16:creationId xmlns:a16="http://schemas.microsoft.com/office/drawing/2014/main" id="{748546B2-73B3-1646-8D11-6167A259191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>
                <a:ea typeface="ＭＳ Ｐゴシック" panose="020B0600070205080204" pitchFamily="34" charset="-128"/>
              </a:rPr>
              <a:t>Cache</a:t>
            </a:r>
          </a:p>
        </p:txBody>
      </p:sp>
      <p:sp>
        <p:nvSpPr>
          <p:cNvPr id="81922" name="Content Placeholder 2">
            <a:extLst>
              <a:ext uri="{FF2B5EF4-FFF2-40B4-BE49-F238E27FC236}">
                <a16:creationId xmlns:a16="http://schemas.microsoft.com/office/drawing/2014/main" id="{BDD7E53C-4904-254E-90CC-DB43455DA9F4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228600" y="996950"/>
            <a:ext cx="8610600" cy="5194300"/>
          </a:xfrm>
        </p:spPr>
        <p:txBody>
          <a:bodyPr/>
          <a:lstStyle/>
          <a:p>
            <a:r>
              <a:rPr lang="en-US" altLang="en-US">
                <a:ea typeface="ＭＳ Ｐゴシック" panose="020B0600070205080204" pitchFamily="34" charset="-128"/>
              </a:rPr>
              <a:t>Generically, any structure that “</a:t>
            </a:r>
            <a:r>
              <a:rPr lang="en-US" altLang="ja-JP">
                <a:ea typeface="ＭＳ Ｐゴシック" panose="020B0600070205080204" pitchFamily="34" charset="-128"/>
              </a:rPr>
              <a:t>memoizes</a:t>
            </a:r>
            <a:r>
              <a:rPr lang="en-US" altLang="en-US">
                <a:ea typeface="ＭＳ Ｐゴシック" panose="020B0600070205080204" pitchFamily="34" charset="-128"/>
              </a:rPr>
              <a:t>”</a:t>
            </a:r>
            <a:r>
              <a:rPr lang="en-US" altLang="ja-JP">
                <a:ea typeface="ＭＳ Ｐゴシック" panose="020B0600070205080204" pitchFamily="34" charset="-128"/>
              </a:rPr>
              <a:t> frequently used results to avoid repeating the long-latency operations required to reproduce the results from scratch, e.g. a web cache</a:t>
            </a:r>
          </a:p>
          <a:p>
            <a:endParaRPr lang="en-US" altLang="en-US">
              <a:ea typeface="ＭＳ Ｐゴシック" panose="020B0600070205080204" pitchFamily="34" charset="-128"/>
            </a:endParaRPr>
          </a:p>
          <a:p>
            <a:r>
              <a:rPr lang="en-US" altLang="en-US">
                <a:ea typeface="ＭＳ Ｐゴシック" panose="020B0600070205080204" pitchFamily="34" charset="-128"/>
              </a:rPr>
              <a:t>Most commonly in the on-die context: an automatically-managed memory hierarchy based on SRAM</a:t>
            </a:r>
          </a:p>
          <a:p>
            <a:pPr lvl="1"/>
            <a:r>
              <a:rPr lang="en-US" altLang="en-US">
                <a:ea typeface="ＭＳ Ｐゴシック" panose="020B0600070205080204" pitchFamily="34" charset="-128"/>
              </a:rPr>
              <a:t>memoize in SRAM the most frequently accessed DRAM memory locations to avoid repeatedly paying for the DRAM access latency</a:t>
            </a:r>
          </a:p>
          <a:p>
            <a:endParaRPr lang="en-US" altLang="en-US">
              <a:ea typeface="ＭＳ Ｐゴシック" panose="020B0600070205080204" pitchFamily="34" charset="-128"/>
            </a:endParaRPr>
          </a:p>
          <a:p>
            <a:endParaRPr lang="en-US" altLang="en-US">
              <a:ea typeface="ＭＳ Ｐゴシック" panose="020B0600070205080204" pitchFamily="34" charset="-128"/>
            </a:endParaRPr>
          </a:p>
        </p:txBody>
      </p:sp>
      <p:sp>
        <p:nvSpPr>
          <p:cNvPr id="206851" name="Slide Number Placeholder 3">
            <a:extLst>
              <a:ext uri="{FF2B5EF4-FFF2-40B4-BE49-F238E27FC236}">
                <a16:creationId xmlns:a16="http://schemas.microsoft.com/office/drawing/2014/main" id="{87858140-6C5C-9545-8D46-19AB869C374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itchFamily="2" charset="2"/>
              <a:buChar char="q"/>
              <a:defRPr sz="22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q"/>
              <a:defRPr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F6EA857E-1DCE-7445-8506-EF7382F67970}" type="slidenum">
              <a:rPr kumimoji="0" lang="en-US" altLang="en-US" sz="16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aramond" panose="02020404030301010803" pitchFamily="18" charset="0"/>
                <a:ea typeface="ＭＳ Ｐゴシック" panose="020B0600070205080204" pitchFamily="34" charset="-128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US" altLang="en-US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Garamond" panose="02020404030301010803" pitchFamily="18" charset="0"/>
              <a:ea typeface="ＭＳ Ｐゴシック" panose="020B0600070205080204" pitchFamily="34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831414758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2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2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873" name="Title 1">
            <a:extLst>
              <a:ext uri="{FF2B5EF4-FFF2-40B4-BE49-F238E27FC236}">
                <a16:creationId xmlns:a16="http://schemas.microsoft.com/office/drawing/2014/main" id="{7886202B-127F-E94A-90E5-83D2A044A1C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>
                <a:ea typeface="ＭＳ Ｐゴシック" panose="020B0600070205080204" pitchFamily="34" charset="-128"/>
              </a:rPr>
              <a:t>Caching Basics</a:t>
            </a:r>
          </a:p>
        </p:txBody>
      </p:sp>
      <p:sp>
        <p:nvSpPr>
          <p:cNvPr id="59394" name="Content Placeholder 2">
            <a:extLst>
              <a:ext uri="{FF2B5EF4-FFF2-40B4-BE49-F238E27FC236}">
                <a16:creationId xmlns:a16="http://schemas.microsoft.com/office/drawing/2014/main" id="{8575839A-A8B5-9A44-913D-857DDD05469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8600" y="914400"/>
            <a:ext cx="8794750" cy="5194300"/>
          </a:xfrm>
        </p:spPr>
        <p:txBody>
          <a:bodyPr/>
          <a:lstStyle/>
          <a:p>
            <a:pPr>
              <a:buFont typeface="Wingdings" charset="0"/>
              <a:buChar char="n"/>
              <a:defRPr/>
            </a:pPr>
            <a:r>
              <a:rPr lang="en-US" dirty="0">
                <a:solidFill>
                  <a:srgbClr val="0000FF"/>
                </a:solidFill>
              </a:rPr>
              <a:t>Block (line): </a:t>
            </a:r>
            <a:r>
              <a:rPr lang="en-US" dirty="0"/>
              <a:t>Unit of storage in the cache</a:t>
            </a:r>
          </a:p>
          <a:p>
            <a:pPr lvl="1">
              <a:buFont typeface="Wingdings" charset="0"/>
              <a:buChar char="q"/>
              <a:defRPr/>
            </a:pPr>
            <a:r>
              <a:rPr lang="en-US" dirty="0"/>
              <a:t>Memory is logically divided into cache blocks that map to locations in the cache</a:t>
            </a:r>
          </a:p>
          <a:p>
            <a:pPr>
              <a:buFont typeface="Wingdings" charset="0"/>
              <a:buChar char="n"/>
              <a:defRPr/>
            </a:pPr>
            <a:endParaRPr lang="en-US" sz="1000" dirty="0"/>
          </a:p>
          <a:p>
            <a:pPr>
              <a:buFont typeface="Wingdings" charset="0"/>
              <a:buChar char="n"/>
              <a:defRPr/>
            </a:pPr>
            <a:r>
              <a:rPr lang="en-US" dirty="0"/>
              <a:t>On a reference:</a:t>
            </a:r>
          </a:p>
          <a:p>
            <a:pPr lvl="1">
              <a:buFont typeface="Wingdings" charset="0"/>
              <a:buChar char="q"/>
              <a:defRPr/>
            </a:pPr>
            <a:r>
              <a:rPr lang="en-US" dirty="0">
                <a:solidFill>
                  <a:srgbClr val="0000FF"/>
                </a:solidFill>
                <a:ea typeface="ＭＳ Ｐゴシック" charset="0"/>
              </a:rPr>
              <a:t>HIT</a:t>
            </a:r>
            <a:r>
              <a:rPr lang="en-US" dirty="0">
                <a:ea typeface="ＭＳ Ｐゴシック" charset="0"/>
              </a:rPr>
              <a:t>: If in cache, use cached data instead of accessing memory</a:t>
            </a:r>
          </a:p>
          <a:p>
            <a:pPr lvl="1">
              <a:buFont typeface="Wingdings" charset="0"/>
              <a:buChar char="q"/>
              <a:defRPr/>
            </a:pPr>
            <a:r>
              <a:rPr lang="en-US" dirty="0">
                <a:solidFill>
                  <a:srgbClr val="0000FF"/>
                </a:solidFill>
                <a:ea typeface="ＭＳ Ｐゴシック" charset="0"/>
              </a:rPr>
              <a:t>MISS</a:t>
            </a:r>
            <a:r>
              <a:rPr lang="en-US" dirty="0">
                <a:ea typeface="ＭＳ Ｐゴシック" charset="0"/>
              </a:rPr>
              <a:t>: If not in cache, bring block into cache</a:t>
            </a:r>
          </a:p>
          <a:p>
            <a:pPr lvl="2">
              <a:buFont typeface="Wingdings" charset="0"/>
              <a:buChar char="n"/>
              <a:defRPr/>
            </a:pPr>
            <a:r>
              <a:rPr lang="en-US" dirty="0">
                <a:ea typeface="ＭＳ Ｐゴシック" charset="0"/>
              </a:rPr>
              <a:t>Maybe have to kick something else out to do it</a:t>
            </a:r>
          </a:p>
          <a:p>
            <a:pPr marL="671512" lvl="2" indent="0">
              <a:buFont typeface="Wingdings" charset="0"/>
              <a:buNone/>
              <a:defRPr/>
            </a:pPr>
            <a:endParaRPr lang="en-US" sz="1000" dirty="0">
              <a:ea typeface="ＭＳ Ｐゴシック" charset="0"/>
            </a:endParaRPr>
          </a:p>
          <a:p>
            <a:pPr>
              <a:buFont typeface="Wingdings" charset="0"/>
              <a:buChar char="n"/>
              <a:defRPr/>
            </a:pPr>
            <a:r>
              <a:rPr lang="en-US" dirty="0"/>
              <a:t>Some important cache design decisions</a:t>
            </a:r>
          </a:p>
          <a:p>
            <a:pPr lvl="1">
              <a:buFont typeface="Wingdings" charset="0"/>
              <a:buChar char="q"/>
              <a:defRPr/>
            </a:pPr>
            <a:r>
              <a:rPr lang="en-US" dirty="0">
                <a:solidFill>
                  <a:srgbClr val="0000FF"/>
                </a:solidFill>
                <a:ea typeface="ＭＳ Ｐゴシック" charset="0"/>
              </a:rPr>
              <a:t>Placement</a:t>
            </a:r>
            <a:r>
              <a:rPr lang="en-US" dirty="0">
                <a:ea typeface="ＭＳ Ｐゴシック" charset="0"/>
              </a:rPr>
              <a:t>: where and how to place/find a block in cache?</a:t>
            </a:r>
          </a:p>
          <a:p>
            <a:pPr lvl="1">
              <a:buFont typeface="Wingdings" charset="0"/>
              <a:buChar char="q"/>
              <a:defRPr/>
            </a:pPr>
            <a:r>
              <a:rPr lang="en-US" dirty="0">
                <a:solidFill>
                  <a:srgbClr val="0000FF"/>
                </a:solidFill>
                <a:ea typeface="ＭＳ Ｐゴシック" charset="0"/>
              </a:rPr>
              <a:t>Replacement</a:t>
            </a:r>
            <a:r>
              <a:rPr lang="en-US" dirty="0">
                <a:ea typeface="ＭＳ Ｐゴシック" charset="0"/>
              </a:rPr>
              <a:t>: what data to remove to make room in cache?</a:t>
            </a:r>
          </a:p>
          <a:p>
            <a:pPr lvl="1">
              <a:buFont typeface="Wingdings" charset="0"/>
              <a:buChar char="q"/>
              <a:defRPr/>
            </a:pPr>
            <a:r>
              <a:rPr lang="en-US" dirty="0">
                <a:solidFill>
                  <a:srgbClr val="0000FF"/>
                </a:solidFill>
                <a:ea typeface="ＭＳ Ｐゴシック" charset="0"/>
              </a:rPr>
              <a:t>Granularity of management</a:t>
            </a:r>
            <a:r>
              <a:rPr lang="en-US" dirty="0">
                <a:ea typeface="ＭＳ Ｐゴシック" charset="0"/>
              </a:rPr>
              <a:t>: large or small blocks? </a:t>
            </a:r>
            <a:r>
              <a:rPr lang="en-US" dirty="0" err="1">
                <a:ea typeface="ＭＳ Ｐゴシック" charset="0"/>
              </a:rPr>
              <a:t>Subblocks</a:t>
            </a:r>
            <a:r>
              <a:rPr lang="en-US" dirty="0">
                <a:ea typeface="ＭＳ Ｐゴシック" charset="0"/>
              </a:rPr>
              <a:t>?</a:t>
            </a:r>
          </a:p>
          <a:p>
            <a:pPr lvl="1">
              <a:buFont typeface="Wingdings" charset="0"/>
              <a:buChar char="q"/>
              <a:defRPr/>
            </a:pPr>
            <a:r>
              <a:rPr lang="en-US" dirty="0">
                <a:solidFill>
                  <a:srgbClr val="0000FF"/>
                </a:solidFill>
                <a:ea typeface="ＭＳ Ｐゴシック" charset="0"/>
              </a:rPr>
              <a:t>Write policy</a:t>
            </a:r>
            <a:r>
              <a:rPr lang="en-US" dirty="0">
                <a:ea typeface="ＭＳ Ｐゴシック" charset="0"/>
              </a:rPr>
              <a:t>: what do we do about writes?</a:t>
            </a:r>
          </a:p>
          <a:p>
            <a:pPr lvl="1">
              <a:buFont typeface="Wingdings" charset="0"/>
              <a:buChar char="q"/>
              <a:defRPr/>
            </a:pPr>
            <a:r>
              <a:rPr lang="en-US" dirty="0">
                <a:solidFill>
                  <a:srgbClr val="0000FF"/>
                </a:solidFill>
                <a:ea typeface="ＭＳ Ｐゴシック" charset="0"/>
              </a:rPr>
              <a:t>Instructions/data</a:t>
            </a:r>
            <a:r>
              <a:rPr lang="en-US" dirty="0">
                <a:ea typeface="ＭＳ Ｐゴシック" charset="0"/>
              </a:rPr>
              <a:t>: do we treat them separately?</a:t>
            </a:r>
          </a:p>
          <a:p>
            <a:pPr lvl="1">
              <a:buFont typeface="Wingdings" charset="0"/>
              <a:buChar char="q"/>
              <a:defRPr/>
            </a:pPr>
            <a:endParaRPr lang="en-US" dirty="0">
              <a:ea typeface="ＭＳ Ｐゴシック" charset="0"/>
            </a:endParaRPr>
          </a:p>
          <a:p>
            <a:pPr lvl="1">
              <a:buFont typeface="Wingdings" charset="0"/>
              <a:buChar char="q"/>
              <a:defRPr/>
            </a:pPr>
            <a:endParaRPr lang="en-US" dirty="0">
              <a:ea typeface="ＭＳ Ｐゴシック" charset="0"/>
            </a:endParaRPr>
          </a:p>
          <a:p>
            <a:pPr>
              <a:buFont typeface="Wingdings" charset="0"/>
              <a:buChar char="n"/>
              <a:defRPr/>
            </a:pPr>
            <a:endParaRPr lang="en-US" dirty="0"/>
          </a:p>
        </p:txBody>
      </p:sp>
      <p:sp>
        <p:nvSpPr>
          <p:cNvPr id="207875" name="Slide Number Placeholder 3">
            <a:extLst>
              <a:ext uri="{FF2B5EF4-FFF2-40B4-BE49-F238E27FC236}">
                <a16:creationId xmlns:a16="http://schemas.microsoft.com/office/drawing/2014/main" id="{BEF64F3E-6F37-F54A-B4F8-221BD0BE84BE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itchFamily="2" charset="2"/>
              <a:buChar char="q"/>
              <a:defRPr sz="22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q"/>
              <a:defRPr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8C3D028D-66B5-FB46-A918-823C9022A2AD}" type="slidenum">
              <a:rPr kumimoji="0" lang="en-US" altLang="en-US" sz="16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aramond" panose="02020404030301010803" pitchFamily="18" charset="0"/>
                <a:ea typeface="ＭＳ Ｐゴシック" panose="020B0600070205080204" pitchFamily="34" charset="-128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US" altLang="en-US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Garamond" panose="02020404030301010803" pitchFamily="18" charset="0"/>
              <a:ea typeface="ＭＳ Ｐゴシック" panose="020B0600070205080204" pitchFamily="34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891049469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39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39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39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39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39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39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39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39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39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39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39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394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897" name="Title 1">
            <a:extLst>
              <a:ext uri="{FF2B5EF4-FFF2-40B4-BE49-F238E27FC236}">
                <a16:creationId xmlns:a16="http://schemas.microsoft.com/office/drawing/2014/main" id="{94451E78-81C7-2147-ABC5-9B2B38E6690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>
                <a:ea typeface="ＭＳ Ｐゴシック" panose="020B0600070205080204" pitchFamily="34" charset="-128"/>
              </a:rPr>
              <a:t>Cache Abstraction and Metrics</a:t>
            </a:r>
          </a:p>
        </p:txBody>
      </p:sp>
      <p:sp>
        <p:nvSpPr>
          <p:cNvPr id="83970" name="Content Placeholder 2">
            <a:extLst>
              <a:ext uri="{FF2B5EF4-FFF2-40B4-BE49-F238E27FC236}">
                <a16:creationId xmlns:a16="http://schemas.microsoft.com/office/drawing/2014/main" id="{989D78E8-F981-CD4E-A108-D05A7D66D9DB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228600" y="996950"/>
            <a:ext cx="8610600" cy="5194300"/>
          </a:xfrm>
        </p:spPr>
        <p:txBody>
          <a:bodyPr/>
          <a:lstStyle/>
          <a:p>
            <a:endParaRPr lang="en-US" altLang="en-US" dirty="0">
              <a:ea typeface="ＭＳ Ｐゴシック" panose="020B0600070205080204" pitchFamily="34" charset="-128"/>
            </a:endParaRPr>
          </a:p>
          <a:p>
            <a:endParaRPr lang="en-US" altLang="en-US" dirty="0">
              <a:ea typeface="ＭＳ Ｐゴシック" panose="020B0600070205080204" pitchFamily="34" charset="-128"/>
            </a:endParaRPr>
          </a:p>
          <a:p>
            <a:endParaRPr lang="en-US" altLang="en-US" dirty="0">
              <a:ea typeface="ＭＳ Ｐゴシック" panose="020B0600070205080204" pitchFamily="34" charset="-128"/>
            </a:endParaRPr>
          </a:p>
          <a:p>
            <a:endParaRPr lang="en-US" altLang="en-US" dirty="0">
              <a:ea typeface="ＭＳ Ｐゴシック" panose="020B0600070205080204" pitchFamily="34" charset="-128"/>
            </a:endParaRPr>
          </a:p>
          <a:p>
            <a:endParaRPr lang="en-US" altLang="en-US" dirty="0">
              <a:ea typeface="ＭＳ Ｐゴシック" panose="020B0600070205080204" pitchFamily="34" charset="-128"/>
            </a:endParaRPr>
          </a:p>
          <a:p>
            <a:endParaRPr lang="en-US" altLang="en-US" dirty="0">
              <a:ea typeface="ＭＳ Ｐゴシック" panose="020B0600070205080204" pitchFamily="34" charset="-128"/>
            </a:endParaRPr>
          </a:p>
          <a:p>
            <a:endParaRPr lang="en-US" altLang="en-US" dirty="0">
              <a:ea typeface="ＭＳ Ｐゴシック" panose="020B0600070205080204" pitchFamily="34" charset="-128"/>
            </a:endParaRPr>
          </a:p>
          <a:p>
            <a:endParaRPr lang="en-US" altLang="en-US" dirty="0">
              <a:ea typeface="ＭＳ Ｐゴシック" panose="020B0600070205080204" pitchFamily="34" charset="-128"/>
            </a:endParaRPr>
          </a:p>
          <a:p>
            <a:endParaRPr lang="en-US" altLang="en-US" dirty="0">
              <a:ea typeface="ＭＳ Ｐゴシック" panose="020B0600070205080204" pitchFamily="34" charset="-128"/>
            </a:endParaRPr>
          </a:p>
          <a:p>
            <a:pPr marL="0" indent="0">
              <a:buNone/>
            </a:pPr>
            <a:endParaRPr lang="en-US" altLang="en-US" sz="1900" i="1" dirty="0">
              <a:ea typeface="ＭＳ Ｐゴシック" panose="020B0600070205080204" pitchFamily="34" charset="-128"/>
            </a:endParaRPr>
          </a:p>
        </p:txBody>
      </p:sp>
      <p:sp>
        <p:nvSpPr>
          <p:cNvPr id="208899" name="Slide Number Placeholder 3">
            <a:extLst>
              <a:ext uri="{FF2B5EF4-FFF2-40B4-BE49-F238E27FC236}">
                <a16:creationId xmlns:a16="http://schemas.microsoft.com/office/drawing/2014/main" id="{624CEE63-C87A-C14F-93B3-B32B78BDDF4E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itchFamily="2" charset="2"/>
              <a:buChar char="q"/>
              <a:defRPr sz="22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q"/>
              <a:defRPr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5BF40063-1BB2-F641-B5D9-81E721C3DB18}" type="slidenum">
              <a:rPr kumimoji="0" lang="en-US" altLang="en-US" sz="16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aramond" panose="02020404030301010803" pitchFamily="18" charset="0"/>
                <a:ea typeface="ＭＳ Ｐゴシック" panose="020B0600070205080204" pitchFamily="34" charset="-128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altLang="en-US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Garamond" panose="02020404030301010803" pitchFamily="18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208900" name="TextBox 5">
            <a:extLst>
              <a:ext uri="{FF2B5EF4-FFF2-40B4-BE49-F238E27FC236}">
                <a16:creationId xmlns:a16="http://schemas.microsoft.com/office/drawing/2014/main" id="{B17A1918-1C68-4D4A-8896-2AA456F94B3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4688" y="1652588"/>
            <a:ext cx="1030287" cy="369887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itchFamily="2" charset="2"/>
              <a:buChar char="q"/>
              <a:defRPr sz="22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q"/>
              <a:defRPr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Address</a:t>
            </a:r>
          </a:p>
        </p:txBody>
      </p:sp>
      <p:sp>
        <p:nvSpPr>
          <p:cNvPr id="208901" name="Rectangle 6">
            <a:extLst>
              <a:ext uri="{FF2B5EF4-FFF2-40B4-BE49-F238E27FC236}">
                <a16:creationId xmlns:a16="http://schemas.microsoft.com/office/drawing/2014/main" id="{E9E67C5E-9C48-FA4C-BA42-8A5D4E91F89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63925" y="1652588"/>
            <a:ext cx="1874838" cy="1912937"/>
          </a:xfrm>
          <a:prstGeom prst="rect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itchFamily="2" charset="2"/>
              <a:buChar char="q"/>
              <a:defRPr sz="22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q"/>
              <a:defRPr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208902" name="TextBox 7">
            <a:extLst>
              <a:ext uri="{FF2B5EF4-FFF2-40B4-BE49-F238E27FC236}">
                <a16:creationId xmlns:a16="http://schemas.microsoft.com/office/drawing/2014/main" id="{3065DEF2-86A7-064C-BAD1-39204353619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36938" y="1838325"/>
            <a:ext cx="1901825" cy="2308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itchFamily="2" charset="2"/>
              <a:buChar char="q"/>
              <a:defRPr sz="22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q"/>
              <a:defRPr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Tag Store</a:t>
            </a: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(</a:t>
            </a:r>
            <a:r>
              <a:rPr kumimoji="0" lang="en-US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is the address</a:t>
            </a: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in the cache?</a:t>
            </a: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+ </a:t>
            </a:r>
            <a:r>
              <a:rPr kumimoji="0" lang="en-US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bookkeeping</a:t>
            </a:r>
            <a:r>
              <a:rPr kumimoji="0" lang="en-US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)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208903" name="Rectangle 8">
            <a:extLst>
              <a:ext uri="{FF2B5EF4-FFF2-40B4-BE49-F238E27FC236}">
                <a16:creationId xmlns:a16="http://schemas.microsoft.com/office/drawing/2014/main" id="{7EAE1A7E-F702-1B48-BC61-60A757D49F4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29350" y="1652588"/>
            <a:ext cx="1874838" cy="1912937"/>
          </a:xfrm>
          <a:prstGeom prst="rect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itchFamily="2" charset="2"/>
              <a:buChar char="q"/>
              <a:defRPr sz="22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q"/>
              <a:defRPr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208904" name="TextBox 9">
            <a:extLst>
              <a:ext uri="{FF2B5EF4-FFF2-40B4-BE49-F238E27FC236}">
                <a16:creationId xmlns:a16="http://schemas.microsoft.com/office/drawing/2014/main" id="{BAC70966-47D5-ED48-921C-61404B8BA15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69075" y="1828800"/>
            <a:ext cx="1287463" cy="1477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itchFamily="2" charset="2"/>
              <a:buChar char="q"/>
              <a:defRPr sz="22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q"/>
              <a:defRPr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Data Store</a:t>
            </a: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(stores </a:t>
            </a: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memory </a:t>
            </a: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blocks)</a:t>
            </a:r>
          </a:p>
        </p:txBody>
      </p:sp>
      <p:cxnSp>
        <p:nvCxnSpPr>
          <p:cNvPr id="208905" name="Straight Arrow Connector 11">
            <a:extLst>
              <a:ext uri="{FF2B5EF4-FFF2-40B4-BE49-F238E27FC236}">
                <a16:creationId xmlns:a16="http://schemas.microsoft.com/office/drawing/2014/main" id="{7A9851B4-1184-8541-B776-CA417161BE34}"/>
              </a:ext>
            </a:extLst>
          </p:cNvPr>
          <p:cNvCxnSpPr>
            <a:cxnSpLocks noChangeShapeType="1"/>
            <a:stCxn id="208900" idx="3"/>
          </p:cNvCxnSpPr>
          <p:nvPr/>
        </p:nvCxnSpPr>
        <p:spPr bwMode="auto">
          <a:xfrm flipV="1">
            <a:off x="1704975" y="1828800"/>
            <a:ext cx="1758950" cy="9525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08906" name="Straight Connector 13">
            <a:extLst>
              <a:ext uri="{FF2B5EF4-FFF2-40B4-BE49-F238E27FC236}">
                <a16:creationId xmlns:a16="http://schemas.microsoft.com/office/drawing/2014/main" id="{226B16D7-C87D-7441-A5C3-4AFCCB7EABEC}"/>
              </a:ext>
            </a:extLst>
          </p:cNvPr>
          <p:cNvCxnSpPr>
            <a:cxnSpLocks noChangeShapeType="1"/>
          </p:cNvCxnSpPr>
          <p:nvPr/>
        </p:nvCxnSpPr>
        <p:spPr bwMode="auto">
          <a:xfrm rot="5400000" flipH="1" flipV="1">
            <a:off x="2489200" y="1584325"/>
            <a:ext cx="48895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08907" name="Straight Connector 16">
            <a:extLst>
              <a:ext uri="{FF2B5EF4-FFF2-40B4-BE49-F238E27FC236}">
                <a16:creationId xmlns:a16="http://schemas.microsoft.com/office/drawing/2014/main" id="{68FF73AC-FFAF-CA4E-883B-962AAA0B2F3D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2733675" y="1339850"/>
            <a:ext cx="2965450" cy="158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08908" name="Straight Connector 18">
            <a:extLst>
              <a:ext uri="{FF2B5EF4-FFF2-40B4-BE49-F238E27FC236}">
                <a16:creationId xmlns:a16="http://schemas.microsoft.com/office/drawing/2014/main" id="{F261F4EF-C6BD-3F4C-89FC-99FB2BB04152}"/>
              </a:ext>
            </a:extLst>
          </p:cNvPr>
          <p:cNvCxnSpPr>
            <a:cxnSpLocks noChangeShapeType="1"/>
          </p:cNvCxnSpPr>
          <p:nvPr/>
        </p:nvCxnSpPr>
        <p:spPr bwMode="auto">
          <a:xfrm rot="5400000">
            <a:off x="5454651" y="1584325"/>
            <a:ext cx="487362" cy="158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08909" name="Straight Arrow Connector 20">
            <a:extLst>
              <a:ext uri="{FF2B5EF4-FFF2-40B4-BE49-F238E27FC236}">
                <a16:creationId xmlns:a16="http://schemas.microsoft.com/office/drawing/2014/main" id="{CBC1B5B5-C77E-E645-990D-1B430080923C}"/>
              </a:ext>
            </a:extLst>
          </p:cNvPr>
          <p:cNvCxnSpPr>
            <a:cxnSpLocks noChangeShapeType="1"/>
          </p:cNvCxnSpPr>
          <p:nvPr/>
        </p:nvCxnSpPr>
        <p:spPr bwMode="auto">
          <a:xfrm flipV="1">
            <a:off x="5699125" y="1828800"/>
            <a:ext cx="530225" cy="9525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08910" name="Straight Arrow Connector 22">
            <a:extLst>
              <a:ext uri="{FF2B5EF4-FFF2-40B4-BE49-F238E27FC236}">
                <a16:creationId xmlns:a16="http://schemas.microsoft.com/office/drawing/2014/main" id="{F05AAAD3-6422-5946-94F8-E0536CD025ED}"/>
              </a:ext>
            </a:extLst>
          </p:cNvPr>
          <p:cNvCxnSpPr>
            <a:cxnSpLocks noChangeShapeType="1"/>
          </p:cNvCxnSpPr>
          <p:nvPr/>
        </p:nvCxnSpPr>
        <p:spPr bwMode="auto">
          <a:xfrm rot="16200000" flipH="1">
            <a:off x="4106069" y="3883819"/>
            <a:ext cx="646113" cy="9525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08911" name="TextBox 23">
            <a:extLst>
              <a:ext uri="{FF2B5EF4-FFF2-40B4-BE49-F238E27FC236}">
                <a16:creationId xmlns:a16="http://schemas.microsoft.com/office/drawing/2014/main" id="{8B2483DA-F3AB-F843-818C-5765BCDF511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67150" y="4211638"/>
            <a:ext cx="1133475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itchFamily="2" charset="2"/>
              <a:buChar char="q"/>
              <a:defRPr sz="22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q"/>
              <a:defRPr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Hit/miss?</a:t>
            </a:r>
          </a:p>
        </p:txBody>
      </p:sp>
      <p:cxnSp>
        <p:nvCxnSpPr>
          <p:cNvPr id="208912" name="Straight Arrow Connector 25">
            <a:extLst>
              <a:ext uri="{FF2B5EF4-FFF2-40B4-BE49-F238E27FC236}">
                <a16:creationId xmlns:a16="http://schemas.microsoft.com/office/drawing/2014/main" id="{D6936B70-1BD8-A84B-97FA-ECA8ECF61E36}"/>
              </a:ext>
            </a:extLst>
          </p:cNvPr>
          <p:cNvCxnSpPr>
            <a:cxnSpLocks noChangeShapeType="1"/>
            <a:stCxn id="208903" idx="2"/>
          </p:cNvCxnSpPr>
          <p:nvPr/>
        </p:nvCxnSpPr>
        <p:spPr bwMode="auto">
          <a:xfrm rot="5400000">
            <a:off x="6839744" y="3883819"/>
            <a:ext cx="646113" cy="9525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08913" name="TextBox 26">
            <a:extLst>
              <a:ext uri="{FF2B5EF4-FFF2-40B4-BE49-F238E27FC236}">
                <a16:creationId xmlns:a16="http://schemas.microsoft.com/office/drawing/2014/main" id="{1DC1ABB0-DA11-704F-817F-1FA14B26FF8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45300" y="4211638"/>
            <a:ext cx="673100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itchFamily="2" charset="2"/>
              <a:buChar char="q"/>
              <a:defRPr sz="22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q"/>
              <a:defRPr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Data</a:t>
            </a:r>
          </a:p>
        </p:txBody>
      </p:sp>
    </p:spTree>
    <p:extLst>
      <p:ext uri="{BB962C8B-B14F-4D97-AF65-F5344CB8AC3E}">
        <p14:creationId xmlns:p14="http://schemas.microsoft.com/office/powerpoint/2010/main" val="3727382497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921" name="Title 1">
            <a:extLst>
              <a:ext uri="{FF2B5EF4-FFF2-40B4-BE49-F238E27FC236}">
                <a16:creationId xmlns:a16="http://schemas.microsoft.com/office/drawing/2014/main" id="{EB8D7209-A485-C841-A849-51A43567923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>
                <a:ea typeface="ＭＳ Ｐゴシック" panose="020B0600070205080204" pitchFamily="34" charset="-128"/>
              </a:rPr>
              <a:t>A Basic Hardware Cache Design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2FB2D3-9D84-4849-A105-6B569A79DF48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228600" y="996950"/>
            <a:ext cx="8610600" cy="5194300"/>
          </a:xfrm>
        </p:spPr>
        <p:txBody>
          <a:bodyPr/>
          <a:lstStyle/>
          <a:p>
            <a:r>
              <a:rPr lang="en-US" altLang="en-US">
                <a:ea typeface="ＭＳ Ｐゴシック" panose="020B0600070205080204" pitchFamily="34" charset="-128"/>
              </a:rPr>
              <a:t>We will start with a basic hardware cache design</a:t>
            </a:r>
          </a:p>
          <a:p>
            <a:endParaRPr lang="en-US" altLang="en-US">
              <a:ea typeface="ＭＳ Ｐゴシック" panose="020B0600070205080204" pitchFamily="34" charset="-128"/>
            </a:endParaRPr>
          </a:p>
          <a:p>
            <a:r>
              <a:rPr lang="en-US" altLang="en-US">
                <a:ea typeface="ＭＳ Ｐゴシック" panose="020B0600070205080204" pitchFamily="34" charset="-128"/>
              </a:rPr>
              <a:t>Then, we will examine a multitude of ideas to make it better</a:t>
            </a:r>
          </a:p>
          <a:p>
            <a:endParaRPr lang="en-US" altLang="en-US">
              <a:ea typeface="ＭＳ Ｐゴシック" panose="020B0600070205080204" pitchFamily="34" charset="-128"/>
            </a:endParaRPr>
          </a:p>
          <a:p>
            <a:endParaRPr lang="en-US" altLang="en-US">
              <a:ea typeface="ＭＳ Ｐゴシック" panose="020B0600070205080204" pitchFamily="34" charset="-128"/>
            </a:endParaRPr>
          </a:p>
          <a:p>
            <a:endParaRPr lang="en-US" altLang="en-US">
              <a:ea typeface="ＭＳ Ｐゴシック" panose="020B0600070205080204" pitchFamily="34" charset="-128"/>
            </a:endParaRPr>
          </a:p>
          <a:p>
            <a:endParaRPr lang="en-US" altLang="en-US">
              <a:ea typeface="ＭＳ Ｐゴシック" panose="020B0600070205080204" pitchFamily="34" charset="-128"/>
            </a:endParaRPr>
          </a:p>
        </p:txBody>
      </p:sp>
      <p:sp>
        <p:nvSpPr>
          <p:cNvPr id="209923" name="Slide Number Placeholder 3">
            <a:extLst>
              <a:ext uri="{FF2B5EF4-FFF2-40B4-BE49-F238E27FC236}">
                <a16:creationId xmlns:a16="http://schemas.microsoft.com/office/drawing/2014/main" id="{EF449998-FFEC-2E4A-B66A-D5E02CA29224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itchFamily="2" charset="2"/>
              <a:buChar char="q"/>
              <a:defRPr sz="22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q"/>
              <a:defRPr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5CE5ADEA-FB26-8943-A492-44BAC3E90F96}" type="slidenum">
              <a:rPr kumimoji="0" lang="en-US" altLang="en-US" sz="16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aramond" panose="02020404030301010803" pitchFamily="18" charset="0"/>
                <a:ea typeface="ＭＳ Ｐゴシック" panose="020B0600070205080204" pitchFamily="34" charset="-128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altLang="en-US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Garamond" panose="02020404030301010803" pitchFamily="18" charset="0"/>
              <a:ea typeface="ＭＳ Ｐゴシック" panose="020B0600070205080204" pitchFamily="34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166248615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905" name="Title 1">
            <a:extLst>
              <a:ext uri="{FF2B5EF4-FFF2-40B4-BE49-F238E27FC236}">
                <a16:creationId xmlns:a16="http://schemas.microsoft.com/office/drawing/2014/main" id="{E7C81F97-AE03-0142-8780-3876D0E4B52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>
                <a:ea typeface="ＭＳ Ｐゴシック" panose="020B0600070205080204" pitchFamily="34" charset="-128"/>
              </a:rPr>
              <a:t>Blocks and Addressing the Cache</a:t>
            </a:r>
          </a:p>
        </p:txBody>
      </p:sp>
      <p:sp>
        <p:nvSpPr>
          <p:cNvPr id="84994" name="Content Placeholder 2">
            <a:extLst>
              <a:ext uri="{FF2B5EF4-FFF2-40B4-BE49-F238E27FC236}">
                <a16:creationId xmlns:a16="http://schemas.microsoft.com/office/drawing/2014/main" id="{A9D1F56E-5144-8548-BB3E-3CE8CC326E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8600" y="996950"/>
            <a:ext cx="8839200" cy="5194300"/>
          </a:xfrm>
        </p:spPr>
        <p:txBody>
          <a:bodyPr/>
          <a:lstStyle/>
          <a:p>
            <a:pPr>
              <a:buFont typeface="Wingdings" charset="0"/>
              <a:buChar char="n"/>
              <a:defRPr/>
            </a:pPr>
            <a:r>
              <a:rPr lang="en-US" dirty="0">
                <a:solidFill>
                  <a:srgbClr val="0000FF"/>
                </a:solidFill>
              </a:rPr>
              <a:t>Memory is logically divided into fixed-size blocks</a:t>
            </a:r>
          </a:p>
          <a:p>
            <a:pPr>
              <a:buFont typeface="Wingdings" charset="0"/>
              <a:buChar char="n"/>
              <a:defRPr/>
            </a:pPr>
            <a:endParaRPr lang="en-US" sz="1600" dirty="0"/>
          </a:p>
          <a:p>
            <a:pPr>
              <a:buFont typeface="Wingdings" charset="0"/>
              <a:buChar char="n"/>
              <a:defRPr/>
            </a:pPr>
            <a:r>
              <a:rPr lang="en-US" dirty="0"/>
              <a:t>Each block maps to a location in the cache, determined by the </a:t>
            </a:r>
            <a:r>
              <a:rPr lang="en-US" dirty="0">
                <a:solidFill>
                  <a:srgbClr val="0000FF"/>
                </a:solidFill>
              </a:rPr>
              <a:t>index bits </a:t>
            </a:r>
            <a:r>
              <a:rPr lang="en-US" dirty="0"/>
              <a:t>in the address</a:t>
            </a:r>
          </a:p>
          <a:p>
            <a:pPr lvl="1">
              <a:buFont typeface="Wingdings" charset="0"/>
              <a:buChar char="q"/>
              <a:defRPr/>
            </a:pPr>
            <a:r>
              <a:rPr lang="en-US" dirty="0">
                <a:ea typeface="ＭＳ Ｐゴシック" charset="0"/>
              </a:rPr>
              <a:t>used to index into the tag and data stores </a:t>
            </a:r>
          </a:p>
          <a:p>
            <a:pPr>
              <a:buFont typeface="Wingdings" charset="0"/>
              <a:buChar char="n"/>
              <a:defRPr/>
            </a:pPr>
            <a:endParaRPr lang="en-US" dirty="0"/>
          </a:p>
          <a:p>
            <a:pPr>
              <a:buFont typeface="Wingdings" charset="0"/>
              <a:buChar char="n"/>
              <a:defRPr/>
            </a:pPr>
            <a:r>
              <a:rPr lang="en-US" dirty="0"/>
              <a:t>Cache access: </a:t>
            </a:r>
          </a:p>
          <a:p>
            <a:pPr marL="344487" lvl="1" indent="0">
              <a:buFont typeface="Wingdings" charset="0"/>
              <a:buNone/>
              <a:defRPr/>
            </a:pPr>
            <a:r>
              <a:rPr lang="en-US" dirty="0"/>
              <a:t>1) index into the tag and data stores with index bits in address </a:t>
            </a:r>
          </a:p>
          <a:p>
            <a:pPr marL="344487" lvl="1" indent="0">
              <a:buFont typeface="Wingdings" charset="0"/>
              <a:buNone/>
              <a:defRPr/>
            </a:pPr>
            <a:r>
              <a:rPr lang="en-US" dirty="0"/>
              <a:t>2) check valid bit in tag store</a:t>
            </a:r>
          </a:p>
          <a:p>
            <a:pPr marL="344487" lvl="1" indent="0">
              <a:buFont typeface="Wingdings" charset="0"/>
              <a:buNone/>
              <a:defRPr/>
            </a:pPr>
            <a:r>
              <a:rPr lang="en-US" dirty="0"/>
              <a:t>3) compare tag bits in address with the stored tag in tag store</a:t>
            </a:r>
          </a:p>
          <a:p>
            <a:pPr>
              <a:buFont typeface="Wingdings" charset="0"/>
              <a:buChar char="n"/>
              <a:defRPr/>
            </a:pPr>
            <a:endParaRPr lang="en-US" dirty="0"/>
          </a:p>
          <a:p>
            <a:pPr>
              <a:buFont typeface="Wingdings" charset="0"/>
              <a:buChar char="n"/>
              <a:defRPr/>
            </a:pPr>
            <a:r>
              <a:rPr lang="en-US" dirty="0"/>
              <a:t>If a block is in the cache (cache hit), </a:t>
            </a:r>
            <a:r>
              <a:rPr lang="en-US" dirty="0">
                <a:solidFill>
                  <a:srgbClr val="0000FF"/>
                </a:solidFill>
              </a:rPr>
              <a:t>the stored tag should be valid and match the tag of the block</a:t>
            </a:r>
          </a:p>
        </p:txBody>
      </p:sp>
      <p:sp>
        <p:nvSpPr>
          <p:cNvPr id="123907" name="Slide Number Placeholder 3">
            <a:extLst>
              <a:ext uri="{FF2B5EF4-FFF2-40B4-BE49-F238E27FC236}">
                <a16:creationId xmlns:a16="http://schemas.microsoft.com/office/drawing/2014/main" id="{87CF5E51-30BC-2C46-8D60-F04CED63B2F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itchFamily="2" charset="2"/>
              <a:buChar char="q"/>
              <a:defRPr sz="22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q"/>
              <a:defRPr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56A41A00-5B10-624B-B040-3D998BA00A35}" type="slidenum">
              <a:rPr kumimoji="0" lang="en-US" altLang="en-US" sz="16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aramond" panose="02020404030301010803" pitchFamily="18" charset="0"/>
                <a:ea typeface="ＭＳ Ｐゴシック" panose="020B0600070205080204" pitchFamily="34" charset="-128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altLang="en-US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Garamond" panose="02020404030301010803" pitchFamily="18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84996" name="Rectangle 71">
            <a:extLst>
              <a:ext uri="{FF2B5EF4-FFF2-40B4-BE49-F238E27FC236}">
                <a16:creationId xmlns:a16="http://schemas.microsoft.com/office/drawing/2014/main" id="{A1163C66-DF88-CB40-8F9C-117991D19EA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91313" y="2636838"/>
            <a:ext cx="1477962" cy="333375"/>
          </a:xfrm>
          <a:prstGeom prst="rect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itchFamily="2" charset="2"/>
              <a:buChar char="q"/>
              <a:defRPr sz="22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q"/>
              <a:defRPr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84997" name="TextBox 72">
            <a:extLst>
              <a:ext uri="{FF2B5EF4-FFF2-40B4-BE49-F238E27FC236}">
                <a16:creationId xmlns:a16="http://schemas.microsoft.com/office/drawing/2014/main" id="{4F5437E2-BDAC-5E46-AA53-8E5E8AECAC2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80313" y="3024188"/>
            <a:ext cx="1222375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itchFamily="2" charset="2"/>
              <a:buChar char="q"/>
              <a:defRPr sz="22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q"/>
              <a:defRPr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8-bit address</a:t>
            </a:r>
          </a:p>
        </p:txBody>
      </p:sp>
      <p:cxnSp>
        <p:nvCxnSpPr>
          <p:cNvPr id="84998" name="Straight Connector 74">
            <a:extLst>
              <a:ext uri="{FF2B5EF4-FFF2-40B4-BE49-F238E27FC236}">
                <a16:creationId xmlns:a16="http://schemas.microsoft.com/office/drawing/2014/main" id="{3D82E83B-7AE9-1442-9A6E-F129F935E05D}"/>
              </a:ext>
            </a:extLst>
          </p:cNvPr>
          <p:cNvCxnSpPr>
            <a:cxnSpLocks noChangeShapeType="1"/>
          </p:cNvCxnSpPr>
          <p:nvPr/>
        </p:nvCxnSpPr>
        <p:spPr bwMode="auto">
          <a:xfrm rot="5400000">
            <a:off x="7461250" y="2803525"/>
            <a:ext cx="331788" cy="158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84999" name="Straight Connector 75">
            <a:extLst>
              <a:ext uri="{FF2B5EF4-FFF2-40B4-BE49-F238E27FC236}">
                <a16:creationId xmlns:a16="http://schemas.microsoft.com/office/drawing/2014/main" id="{3DB98079-42BD-214A-B784-4F2C2137DEF6}"/>
              </a:ext>
            </a:extLst>
          </p:cNvPr>
          <p:cNvCxnSpPr>
            <a:cxnSpLocks noChangeShapeType="1"/>
          </p:cNvCxnSpPr>
          <p:nvPr/>
        </p:nvCxnSpPr>
        <p:spPr bwMode="auto">
          <a:xfrm rot="5400000">
            <a:off x="6925469" y="2802732"/>
            <a:ext cx="333375" cy="158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85000" name="TextBox 78">
            <a:extLst>
              <a:ext uri="{FF2B5EF4-FFF2-40B4-BE49-F238E27FC236}">
                <a16:creationId xmlns:a16="http://schemas.microsoft.com/office/drawing/2014/main" id="{1652478C-A8A8-DC4F-A8A4-A55AE67E6CA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86538" y="2286000"/>
            <a:ext cx="433387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itchFamily="2" charset="2"/>
              <a:buChar char="q"/>
              <a:defRPr sz="22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q"/>
              <a:defRPr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tag</a:t>
            </a:r>
          </a:p>
        </p:txBody>
      </p:sp>
      <p:sp>
        <p:nvSpPr>
          <p:cNvPr id="85001" name="TextBox 80">
            <a:extLst>
              <a:ext uri="{FF2B5EF4-FFF2-40B4-BE49-F238E27FC236}">
                <a16:creationId xmlns:a16="http://schemas.microsoft.com/office/drawing/2014/main" id="{31D7C552-8C73-B046-97DB-B8F6207A8C1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46913" y="2300288"/>
            <a:ext cx="612775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itchFamily="2" charset="2"/>
              <a:buChar char="q"/>
              <a:defRPr sz="22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q"/>
              <a:defRPr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index</a:t>
            </a:r>
          </a:p>
        </p:txBody>
      </p:sp>
      <p:sp>
        <p:nvSpPr>
          <p:cNvPr id="85002" name="TextBox 81">
            <a:extLst>
              <a:ext uri="{FF2B5EF4-FFF2-40B4-BE49-F238E27FC236}">
                <a16:creationId xmlns:a16="http://schemas.microsoft.com/office/drawing/2014/main" id="{2F3A98B4-69CF-AF48-9AD9-8E14CEFC569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59688" y="2300288"/>
            <a:ext cx="1179512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itchFamily="2" charset="2"/>
              <a:buChar char="q"/>
              <a:defRPr sz="22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q"/>
              <a:defRPr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byte in block</a:t>
            </a:r>
          </a:p>
        </p:txBody>
      </p:sp>
      <p:sp>
        <p:nvSpPr>
          <p:cNvPr id="85003" name="TextBox 82">
            <a:extLst>
              <a:ext uri="{FF2B5EF4-FFF2-40B4-BE49-F238E27FC236}">
                <a16:creationId xmlns:a16="http://schemas.microsoft.com/office/drawing/2014/main" id="{56390A32-5E43-E241-80E5-A61347E02CD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26350" y="2636838"/>
            <a:ext cx="612775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itchFamily="2" charset="2"/>
              <a:buChar char="q"/>
              <a:defRPr sz="22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q"/>
              <a:defRPr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3 bits</a:t>
            </a:r>
          </a:p>
        </p:txBody>
      </p:sp>
      <p:sp>
        <p:nvSpPr>
          <p:cNvPr id="85004" name="TextBox 83">
            <a:extLst>
              <a:ext uri="{FF2B5EF4-FFF2-40B4-BE49-F238E27FC236}">
                <a16:creationId xmlns:a16="http://schemas.microsoft.com/office/drawing/2014/main" id="{F678E010-19C9-C94F-81BC-78CC674C923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92950" y="2635250"/>
            <a:ext cx="612775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itchFamily="2" charset="2"/>
              <a:buChar char="q"/>
              <a:defRPr sz="22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q"/>
              <a:defRPr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3 bits</a:t>
            </a:r>
          </a:p>
        </p:txBody>
      </p:sp>
      <p:sp>
        <p:nvSpPr>
          <p:cNvPr id="85005" name="TextBox 84">
            <a:extLst>
              <a:ext uri="{FF2B5EF4-FFF2-40B4-BE49-F238E27FC236}">
                <a16:creationId xmlns:a16="http://schemas.microsoft.com/office/drawing/2014/main" id="{E1297746-72F7-C34E-81E1-0C7BAA58CCD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91313" y="2652713"/>
            <a:ext cx="382587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itchFamily="2" charset="2"/>
              <a:buChar char="q"/>
              <a:defRPr sz="22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q"/>
              <a:defRPr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2b</a:t>
            </a:r>
          </a:p>
        </p:txBody>
      </p:sp>
    </p:spTree>
    <p:extLst>
      <p:ext uri="{BB962C8B-B14F-4D97-AF65-F5344CB8AC3E}">
        <p14:creationId xmlns:p14="http://schemas.microsoft.com/office/powerpoint/2010/main" val="4120858776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99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99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9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9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9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9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0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0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0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0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0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0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99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99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99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99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 nodeType="clickPar">
                      <p:stCondLst>
                        <p:cond delay="indefinite"/>
                      </p:stCondLst>
                      <p:childTnLst>
                        <p:par>
                          <p:cTn id="4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99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4996" grpId="0" animBg="1"/>
      <p:bldP spid="84997" grpId="0"/>
      <p:bldP spid="85000" grpId="0"/>
      <p:bldP spid="85001" grpId="0"/>
      <p:bldP spid="85002" grpId="0"/>
      <p:bldP spid="85003" grpId="0"/>
      <p:bldP spid="85004" grpId="0"/>
      <p:bldP spid="85005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929" name="Title 1">
            <a:extLst>
              <a:ext uri="{FF2B5EF4-FFF2-40B4-BE49-F238E27FC236}">
                <a16:creationId xmlns:a16="http://schemas.microsoft.com/office/drawing/2014/main" id="{2421D485-14A3-7647-9F8C-1D819C0152A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28600" y="152400"/>
            <a:ext cx="8610600" cy="871538"/>
          </a:xfrm>
        </p:spPr>
        <p:txBody>
          <a:bodyPr/>
          <a:lstStyle/>
          <a:p>
            <a:r>
              <a:rPr lang="en-US" altLang="en-US" sz="3600">
                <a:ea typeface="ＭＳ Ｐゴシック" panose="020B0600070205080204" pitchFamily="34" charset="-128"/>
              </a:rPr>
              <a:t>Direct-Mapped Cache: Placement and Access</a:t>
            </a:r>
          </a:p>
        </p:txBody>
      </p:sp>
      <p:sp>
        <p:nvSpPr>
          <p:cNvPr id="82946" name="Content Placeholder 2">
            <a:extLst>
              <a:ext uri="{FF2B5EF4-FFF2-40B4-BE49-F238E27FC236}">
                <a16:creationId xmlns:a16="http://schemas.microsoft.com/office/drawing/2014/main" id="{544ED3AD-703E-504E-90FC-36BDD07AF6B2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2114550" y="996950"/>
            <a:ext cx="6796088" cy="1531938"/>
          </a:xfrm>
        </p:spPr>
        <p:txBody>
          <a:bodyPr/>
          <a:lstStyle/>
          <a:p>
            <a:r>
              <a:rPr lang="en-US" altLang="en-US">
                <a:ea typeface="ＭＳ Ｐゴシック" panose="020B0600070205080204" pitchFamily="34" charset="-128"/>
              </a:rPr>
              <a:t>Assume byte-addressable memory:           256 bytes, 8-byte blocks </a:t>
            </a:r>
            <a:r>
              <a:rPr lang="en-US" altLang="en-US">
                <a:ea typeface="ＭＳ Ｐゴシック" panose="020B0600070205080204" pitchFamily="34" charset="-128"/>
                <a:sym typeface="Wingdings" pitchFamily="2" charset="2"/>
              </a:rPr>
              <a:t> 32 blocks</a:t>
            </a:r>
          </a:p>
          <a:p>
            <a:r>
              <a:rPr lang="en-US" altLang="en-US">
                <a:ea typeface="ＭＳ Ｐゴシック" panose="020B0600070205080204" pitchFamily="34" charset="-128"/>
                <a:sym typeface="Wingdings" pitchFamily="2" charset="2"/>
              </a:rPr>
              <a:t>Assume cache: 64 bytes, 8 blocks</a:t>
            </a:r>
          </a:p>
          <a:p>
            <a:pPr lvl="1"/>
            <a:r>
              <a:rPr lang="en-US" altLang="en-US" sz="2000">
                <a:solidFill>
                  <a:srgbClr val="FF0000"/>
                </a:solidFill>
                <a:ea typeface="ＭＳ Ｐゴシック" panose="020B0600070205080204" pitchFamily="34" charset="-128"/>
                <a:sym typeface="Wingdings" pitchFamily="2" charset="2"/>
              </a:rPr>
              <a:t>Direct-mapped: A block can go to only one location</a:t>
            </a:r>
          </a:p>
          <a:p>
            <a:pPr lvl="1"/>
            <a:endParaRPr lang="en-US" altLang="en-US" sz="2000">
              <a:solidFill>
                <a:srgbClr val="FF0000"/>
              </a:solidFill>
              <a:ea typeface="ＭＳ Ｐゴシック" panose="020B0600070205080204" pitchFamily="34" charset="-128"/>
              <a:sym typeface="Wingdings" pitchFamily="2" charset="2"/>
            </a:endParaRPr>
          </a:p>
          <a:p>
            <a:pPr lvl="1"/>
            <a:endParaRPr lang="en-US" altLang="en-US" sz="2000">
              <a:solidFill>
                <a:srgbClr val="FF0000"/>
              </a:solidFill>
              <a:ea typeface="ＭＳ Ｐゴシック" panose="020B0600070205080204" pitchFamily="34" charset="-128"/>
              <a:sym typeface="Wingdings" pitchFamily="2" charset="2"/>
            </a:endParaRPr>
          </a:p>
          <a:p>
            <a:pPr lvl="1"/>
            <a:endParaRPr lang="en-US" altLang="en-US" sz="2000">
              <a:solidFill>
                <a:srgbClr val="FF0000"/>
              </a:solidFill>
              <a:ea typeface="ＭＳ Ｐゴシック" panose="020B0600070205080204" pitchFamily="34" charset="-128"/>
              <a:sym typeface="Wingdings" pitchFamily="2" charset="2"/>
            </a:endParaRPr>
          </a:p>
          <a:p>
            <a:pPr lvl="1"/>
            <a:endParaRPr lang="en-US" altLang="en-US" sz="2000">
              <a:solidFill>
                <a:srgbClr val="FF0000"/>
              </a:solidFill>
              <a:ea typeface="ＭＳ Ｐゴシック" panose="020B0600070205080204" pitchFamily="34" charset="-128"/>
              <a:sym typeface="Wingdings" pitchFamily="2" charset="2"/>
            </a:endParaRPr>
          </a:p>
          <a:p>
            <a:pPr lvl="1"/>
            <a:endParaRPr lang="en-US" altLang="en-US" sz="2000">
              <a:solidFill>
                <a:srgbClr val="FF0000"/>
              </a:solidFill>
              <a:ea typeface="ＭＳ Ｐゴシック" panose="020B0600070205080204" pitchFamily="34" charset="-128"/>
              <a:sym typeface="Wingdings" pitchFamily="2" charset="2"/>
            </a:endParaRPr>
          </a:p>
          <a:p>
            <a:pPr lvl="1"/>
            <a:endParaRPr lang="en-US" altLang="en-US" sz="2000">
              <a:solidFill>
                <a:srgbClr val="FF0000"/>
              </a:solidFill>
              <a:ea typeface="ＭＳ Ｐゴシック" panose="020B0600070205080204" pitchFamily="34" charset="-128"/>
              <a:sym typeface="Wingdings" pitchFamily="2" charset="2"/>
            </a:endParaRPr>
          </a:p>
          <a:p>
            <a:pPr lvl="1"/>
            <a:endParaRPr lang="en-US" altLang="en-US" sz="2000">
              <a:solidFill>
                <a:srgbClr val="FF0000"/>
              </a:solidFill>
              <a:ea typeface="ＭＳ Ｐゴシック" panose="020B0600070205080204" pitchFamily="34" charset="-128"/>
              <a:sym typeface="Wingdings" pitchFamily="2" charset="2"/>
            </a:endParaRPr>
          </a:p>
          <a:p>
            <a:pPr lvl="1"/>
            <a:endParaRPr lang="en-US" altLang="en-US" sz="2000">
              <a:solidFill>
                <a:srgbClr val="FF0000"/>
              </a:solidFill>
              <a:ea typeface="ＭＳ Ｐゴシック" panose="020B0600070205080204" pitchFamily="34" charset="-128"/>
              <a:sym typeface="Wingdings" pitchFamily="2" charset="2"/>
            </a:endParaRPr>
          </a:p>
          <a:p>
            <a:pPr lvl="1"/>
            <a:endParaRPr lang="en-US" altLang="en-US" sz="2000">
              <a:solidFill>
                <a:srgbClr val="FF0000"/>
              </a:solidFill>
              <a:ea typeface="ＭＳ Ｐゴシック" panose="020B0600070205080204" pitchFamily="34" charset="-128"/>
              <a:sym typeface="Wingdings" pitchFamily="2" charset="2"/>
            </a:endParaRPr>
          </a:p>
          <a:p>
            <a:pPr lvl="1"/>
            <a:r>
              <a:rPr lang="en-US" altLang="en-US" sz="1800">
                <a:solidFill>
                  <a:srgbClr val="FF0000"/>
                </a:solidFill>
                <a:ea typeface="ＭＳ Ｐゴシック" panose="020B0600070205080204" pitchFamily="34" charset="-128"/>
                <a:sym typeface="Wingdings" pitchFamily="2" charset="2"/>
              </a:rPr>
              <a:t>Addresses with same index contend for the same location</a:t>
            </a:r>
          </a:p>
          <a:p>
            <a:pPr lvl="2"/>
            <a:r>
              <a:rPr lang="en-US" altLang="en-US" sz="1600">
                <a:solidFill>
                  <a:srgbClr val="FF0000"/>
                </a:solidFill>
                <a:ea typeface="ＭＳ Ｐゴシック" panose="020B0600070205080204" pitchFamily="34" charset="-128"/>
                <a:sym typeface="Wingdings" pitchFamily="2" charset="2"/>
              </a:rPr>
              <a:t>Cause conflict misses</a:t>
            </a:r>
            <a:endParaRPr lang="en-US" altLang="en-US" sz="1600">
              <a:solidFill>
                <a:srgbClr val="FF0000"/>
              </a:solidFill>
              <a:ea typeface="ＭＳ Ｐゴシック" panose="020B0600070205080204" pitchFamily="34" charset="-128"/>
            </a:endParaRPr>
          </a:p>
          <a:p>
            <a:pPr lvl="1"/>
            <a:endParaRPr lang="en-US" altLang="en-US" sz="2000">
              <a:solidFill>
                <a:srgbClr val="FF0000"/>
              </a:solidFill>
              <a:ea typeface="ＭＳ Ｐゴシック" panose="020B0600070205080204" pitchFamily="34" charset="-128"/>
              <a:sym typeface="Wingdings" pitchFamily="2" charset="2"/>
            </a:endParaRPr>
          </a:p>
          <a:p>
            <a:pPr lvl="1"/>
            <a:endParaRPr lang="en-US" altLang="en-US" sz="2000">
              <a:solidFill>
                <a:srgbClr val="FF0000"/>
              </a:solidFill>
              <a:ea typeface="ＭＳ Ｐゴシック" panose="020B0600070205080204" pitchFamily="34" charset="-128"/>
              <a:sym typeface="Wingdings" pitchFamily="2" charset="2"/>
            </a:endParaRPr>
          </a:p>
          <a:p>
            <a:pPr lvl="1"/>
            <a:endParaRPr lang="en-US" altLang="en-US" sz="2000">
              <a:solidFill>
                <a:srgbClr val="FF0000"/>
              </a:solidFill>
              <a:ea typeface="ＭＳ Ｐゴシック" panose="020B0600070205080204" pitchFamily="34" charset="-128"/>
              <a:sym typeface="Wingdings" pitchFamily="2" charset="2"/>
            </a:endParaRPr>
          </a:p>
          <a:p>
            <a:pPr lvl="1"/>
            <a:endParaRPr lang="en-US" altLang="en-US" sz="2000">
              <a:solidFill>
                <a:srgbClr val="FF0000"/>
              </a:solidFill>
              <a:ea typeface="ＭＳ Ｐゴシック" panose="020B0600070205080204" pitchFamily="34" charset="-128"/>
              <a:sym typeface="Wingdings" pitchFamily="2" charset="2"/>
            </a:endParaRPr>
          </a:p>
          <a:p>
            <a:pPr lvl="1"/>
            <a:endParaRPr lang="en-US" altLang="en-US" sz="2000">
              <a:solidFill>
                <a:srgbClr val="FF0000"/>
              </a:solidFill>
              <a:ea typeface="ＭＳ Ｐゴシック" panose="020B0600070205080204" pitchFamily="34" charset="-128"/>
              <a:sym typeface="Wingdings" pitchFamily="2" charset="2"/>
            </a:endParaRPr>
          </a:p>
          <a:p>
            <a:pPr lvl="1"/>
            <a:endParaRPr lang="en-US" altLang="en-US" sz="2000">
              <a:solidFill>
                <a:srgbClr val="FF0000"/>
              </a:solidFill>
              <a:ea typeface="ＭＳ Ｐゴシック" panose="020B0600070205080204" pitchFamily="34" charset="-128"/>
              <a:sym typeface="Wingdings" pitchFamily="2" charset="2"/>
            </a:endParaRPr>
          </a:p>
          <a:p>
            <a:pPr lvl="1"/>
            <a:endParaRPr lang="en-US" altLang="en-US" sz="2000">
              <a:solidFill>
                <a:srgbClr val="FF0000"/>
              </a:solidFill>
              <a:ea typeface="ＭＳ Ｐゴシック" panose="020B0600070205080204" pitchFamily="34" charset="-128"/>
              <a:sym typeface="Wingdings" pitchFamily="2" charset="2"/>
            </a:endParaRPr>
          </a:p>
          <a:p>
            <a:pPr lvl="1"/>
            <a:endParaRPr lang="en-US" altLang="en-US" sz="2000">
              <a:solidFill>
                <a:srgbClr val="FF0000"/>
              </a:solidFill>
              <a:ea typeface="ＭＳ Ｐゴシック" panose="020B0600070205080204" pitchFamily="34" charset="-128"/>
              <a:sym typeface="Wingdings" pitchFamily="2" charset="2"/>
            </a:endParaRPr>
          </a:p>
          <a:p>
            <a:pPr lvl="1"/>
            <a:endParaRPr lang="en-US" altLang="en-US" sz="2000">
              <a:solidFill>
                <a:srgbClr val="FF0000"/>
              </a:solidFill>
              <a:ea typeface="ＭＳ Ｐゴシック" panose="020B0600070205080204" pitchFamily="34" charset="-128"/>
              <a:sym typeface="Wingdings" pitchFamily="2" charset="2"/>
            </a:endParaRPr>
          </a:p>
        </p:txBody>
      </p:sp>
      <p:sp>
        <p:nvSpPr>
          <p:cNvPr id="124931" name="Slide Number Placeholder 3">
            <a:extLst>
              <a:ext uri="{FF2B5EF4-FFF2-40B4-BE49-F238E27FC236}">
                <a16:creationId xmlns:a16="http://schemas.microsoft.com/office/drawing/2014/main" id="{1DD0324A-0789-D447-9E4A-2E18CD6DA29B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itchFamily="2" charset="2"/>
              <a:buChar char="q"/>
              <a:defRPr sz="22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q"/>
              <a:defRPr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993FB237-D28A-4448-9883-743BB87DE4CA}" type="slidenum">
              <a:rPr kumimoji="0" lang="en-US" altLang="en-US" sz="16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aramond" panose="02020404030301010803" pitchFamily="18" charset="0"/>
                <a:ea typeface="ＭＳ Ｐゴシック" panose="020B0600070205080204" pitchFamily="34" charset="-128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altLang="en-US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Garamond" panose="02020404030301010803" pitchFamily="18" charset="0"/>
              <a:ea typeface="ＭＳ Ｐゴシック" panose="020B0600070205080204" pitchFamily="34" charset="-128"/>
              <a:cs typeface="+mn-cs"/>
            </a:endParaRPr>
          </a:p>
        </p:txBody>
      </p:sp>
      <p:grpSp>
        <p:nvGrpSpPr>
          <p:cNvPr id="82948" name="Group 50">
            <a:extLst>
              <a:ext uri="{FF2B5EF4-FFF2-40B4-BE49-F238E27FC236}">
                <a16:creationId xmlns:a16="http://schemas.microsoft.com/office/drawing/2014/main" id="{2AF41A95-88F8-8945-B9E3-9968C5BF0337}"/>
              </a:ext>
            </a:extLst>
          </p:cNvPr>
          <p:cNvGrpSpPr>
            <a:grpSpLocks/>
          </p:cNvGrpSpPr>
          <p:nvPr/>
        </p:nvGrpSpPr>
        <p:grpSpPr bwMode="auto">
          <a:xfrm>
            <a:off x="369888" y="1023938"/>
            <a:ext cx="1477962" cy="5356225"/>
            <a:chOff x="369455" y="1171281"/>
            <a:chExt cx="1477818" cy="5357096"/>
          </a:xfrm>
        </p:grpSpPr>
        <p:grpSp>
          <p:nvGrpSpPr>
            <p:cNvPr id="124984" name="Group 48">
              <a:extLst>
                <a:ext uri="{FF2B5EF4-FFF2-40B4-BE49-F238E27FC236}">
                  <a16:creationId xmlns:a16="http://schemas.microsoft.com/office/drawing/2014/main" id="{01EEF059-3663-764A-A41B-732531145BC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69455" y="1171281"/>
              <a:ext cx="1477818" cy="2678548"/>
              <a:chOff x="554182" y="1985841"/>
              <a:chExt cx="1477818" cy="2678548"/>
            </a:xfrm>
          </p:grpSpPr>
          <p:grpSp>
            <p:nvGrpSpPr>
              <p:cNvPr id="125008" name="Group 14">
                <a:extLst>
                  <a:ext uri="{FF2B5EF4-FFF2-40B4-BE49-F238E27FC236}">
                    <a16:creationId xmlns:a16="http://schemas.microsoft.com/office/drawing/2014/main" id="{D0E41D32-001A-6545-B2B0-379BCEB76E42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554182" y="1985841"/>
                <a:ext cx="1477818" cy="1339274"/>
                <a:chOff x="554182" y="2567709"/>
                <a:chExt cx="1477818" cy="1339274"/>
              </a:xfrm>
            </p:grpSpPr>
            <p:grpSp>
              <p:nvGrpSpPr>
                <p:cNvPr id="125020" name="Group 8">
                  <a:extLst>
                    <a:ext uri="{FF2B5EF4-FFF2-40B4-BE49-F238E27FC236}">
                      <a16:creationId xmlns:a16="http://schemas.microsoft.com/office/drawing/2014/main" id="{277F888C-B92C-9F4D-96D8-149126EF3EF1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554182" y="2567709"/>
                  <a:ext cx="1477818" cy="669637"/>
                  <a:chOff x="554182" y="2567709"/>
                  <a:chExt cx="1477818" cy="669637"/>
                </a:xfrm>
              </p:grpSpPr>
              <p:sp>
                <p:nvSpPr>
                  <p:cNvPr id="125026" name="Rectangle 4">
                    <a:extLst>
                      <a:ext uri="{FF2B5EF4-FFF2-40B4-BE49-F238E27FC236}">
                        <a16:creationId xmlns:a16="http://schemas.microsoft.com/office/drawing/2014/main" id="{04BFBD80-196B-B84E-9014-A0D60100516B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554182" y="2567709"/>
                    <a:ext cx="1477818" cy="166255"/>
                  </a:xfrm>
                  <a:prstGeom prst="rect">
                    <a:avLst/>
                  </a:prstGeom>
                  <a:solidFill>
                    <a:schemeClr val="accent2"/>
                  </a:solidFill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</p:spPr>
                <p:txBody>
                  <a:bodyPr/>
                  <a:lstStyle>
                    <a:lvl1pPr>
                      <a:spcBef>
                        <a:spcPct val="20000"/>
                      </a:spcBef>
                      <a:buClr>
                        <a:schemeClr val="accent1"/>
                      </a:buClr>
                      <a:buSzPct val="65000"/>
                      <a:buFont typeface="Wingdings" pitchFamily="2" charset="2"/>
                      <a:buChar char="n"/>
                      <a:defRPr sz="24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ＭＳ Ｐゴシック" panose="020B0600070205080204" pitchFamily="34" charset="-128"/>
                      </a:defRPr>
                    </a:lvl1pPr>
                    <a:lvl2pPr marL="742950" indent="-285750">
                      <a:spcBef>
                        <a:spcPct val="20000"/>
                      </a:spcBef>
                      <a:buClr>
                        <a:schemeClr val="accent2"/>
                      </a:buClr>
                      <a:buSzPct val="60000"/>
                      <a:buFont typeface="Wingdings" pitchFamily="2" charset="2"/>
                      <a:buChar char="q"/>
                      <a:defRPr sz="22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ＭＳ Ｐゴシック" panose="020B0600070205080204" pitchFamily="34" charset="-128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chemeClr val="accent1"/>
                      </a:buClr>
                      <a:buSzPct val="65000"/>
                      <a:buFont typeface="Wingdings" pitchFamily="2" charset="2"/>
                      <a:buChar char="n"/>
                      <a:defRPr sz="20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ＭＳ Ｐゴシック" panose="020B0600070205080204" pitchFamily="34" charset="-128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chemeClr val="accent2"/>
                      </a:buClr>
                      <a:buSzPct val="70000"/>
                      <a:buFont typeface="Wingdings" pitchFamily="2" charset="2"/>
                      <a:buChar char="q"/>
                      <a:defRPr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ＭＳ Ｐゴシック" panose="020B0600070205080204" pitchFamily="34" charset="-128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chemeClr val="accent1"/>
                      </a:buClr>
                      <a:buSzPct val="75000"/>
                      <a:buFont typeface="Wingdings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ＭＳ Ｐゴシック" panose="020B0600070205080204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1"/>
                      </a:buClr>
                      <a:buSzPct val="75000"/>
                      <a:buFont typeface="Wingdings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ＭＳ Ｐゴシック" panose="020B0600070205080204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1"/>
                      </a:buClr>
                      <a:buSzPct val="75000"/>
                      <a:buFont typeface="Wingdings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ＭＳ Ｐゴシック" panose="020B0600070205080204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1"/>
                      </a:buClr>
                      <a:buSzPct val="75000"/>
                      <a:buFont typeface="Wingdings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ＭＳ Ｐゴシック" panose="020B0600070205080204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1"/>
                      </a:buClr>
                      <a:buSzPct val="75000"/>
                      <a:buFont typeface="Wingdings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ＭＳ Ｐゴシック" panose="020B0600070205080204" pitchFamily="34" charset="-128"/>
                      </a:defRPr>
                    </a:lvl9pPr>
                  </a:lstStyle>
                  <a:p>
                    <a:pPr marL="0" marR="0" lvl="0" indent="0" algn="l" defTabSz="914400" rtl="0" eaLnBrk="1" fontAlgn="base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altLang="en-US" sz="1800" b="0" i="0" u="none" strike="noStrike" kern="1200" cap="none" spc="0" normalizeH="0" baseline="0" noProof="0">
                      <a:ln>
                        <a:noFill/>
                      </a:ln>
                      <a:solidFill>
                        <a:srgbClr val="FF0000"/>
                      </a:solidFill>
                      <a:effectLst/>
                      <a:uLnTx/>
                      <a:uFillTx/>
                      <a:latin typeface="Arial" panose="020B0604020202020204" pitchFamily="34" charset="0"/>
                      <a:ea typeface="ＭＳ Ｐゴシック" panose="020B0600070205080204" pitchFamily="34" charset="-128"/>
                      <a:cs typeface="+mn-cs"/>
                    </a:endParaRPr>
                  </a:p>
                </p:txBody>
              </p:sp>
              <p:sp>
                <p:nvSpPr>
                  <p:cNvPr id="125027" name="Rectangle 5">
                    <a:extLst>
                      <a:ext uri="{FF2B5EF4-FFF2-40B4-BE49-F238E27FC236}">
                        <a16:creationId xmlns:a16="http://schemas.microsoft.com/office/drawing/2014/main" id="{7A5C9438-5FBB-2B42-B4CF-0BF51035DBF6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554182" y="2733964"/>
                    <a:ext cx="1477818" cy="166255"/>
                  </a:xfrm>
                  <a:prstGeom prst="rect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>
                    <a:lvl1pPr>
                      <a:spcBef>
                        <a:spcPct val="20000"/>
                      </a:spcBef>
                      <a:buClr>
                        <a:schemeClr val="accent1"/>
                      </a:buClr>
                      <a:buSzPct val="65000"/>
                      <a:buFont typeface="Wingdings" pitchFamily="2" charset="2"/>
                      <a:buChar char="n"/>
                      <a:defRPr sz="24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ＭＳ Ｐゴシック" panose="020B0600070205080204" pitchFamily="34" charset="-128"/>
                      </a:defRPr>
                    </a:lvl1pPr>
                    <a:lvl2pPr marL="742950" indent="-285750">
                      <a:spcBef>
                        <a:spcPct val="20000"/>
                      </a:spcBef>
                      <a:buClr>
                        <a:schemeClr val="accent2"/>
                      </a:buClr>
                      <a:buSzPct val="60000"/>
                      <a:buFont typeface="Wingdings" pitchFamily="2" charset="2"/>
                      <a:buChar char="q"/>
                      <a:defRPr sz="22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ＭＳ Ｐゴシック" panose="020B0600070205080204" pitchFamily="34" charset="-128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chemeClr val="accent1"/>
                      </a:buClr>
                      <a:buSzPct val="65000"/>
                      <a:buFont typeface="Wingdings" pitchFamily="2" charset="2"/>
                      <a:buChar char="n"/>
                      <a:defRPr sz="20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ＭＳ Ｐゴシック" panose="020B0600070205080204" pitchFamily="34" charset="-128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chemeClr val="accent2"/>
                      </a:buClr>
                      <a:buSzPct val="70000"/>
                      <a:buFont typeface="Wingdings" pitchFamily="2" charset="2"/>
                      <a:buChar char="q"/>
                      <a:defRPr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ＭＳ Ｐゴシック" panose="020B0600070205080204" pitchFamily="34" charset="-128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chemeClr val="accent1"/>
                      </a:buClr>
                      <a:buSzPct val="75000"/>
                      <a:buFont typeface="Wingdings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ＭＳ Ｐゴシック" panose="020B0600070205080204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1"/>
                      </a:buClr>
                      <a:buSzPct val="75000"/>
                      <a:buFont typeface="Wingdings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ＭＳ Ｐゴシック" panose="020B0600070205080204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1"/>
                      </a:buClr>
                      <a:buSzPct val="75000"/>
                      <a:buFont typeface="Wingdings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ＭＳ Ｐゴシック" panose="020B0600070205080204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1"/>
                      </a:buClr>
                      <a:buSzPct val="75000"/>
                      <a:buFont typeface="Wingdings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ＭＳ Ｐゴシック" panose="020B0600070205080204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1"/>
                      </a:buClr>
                      <a:buSzPct val="75000"/>
                      <a:buFont typeface="Wingdings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ＭＳ Ｐゴシック" panose="020B0600070205080204" pitchFamily="34" charset="-128"/>
                      </a:defRPr>
                    </a:lvl9pPr>
                  </a:lstStyle>
                  <a:p>
                    <a:pPr marL="0" marR="0" lvl="0" indent="0" algn="l" defTabSz="914400" rtl="0" eaLnBrk="1" fontAlgn="base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altLang="en-US" sz="1800" b="0" i="0" u="none" strike="noStrike" kern="120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panose="020B0604020202020204" pitchFamily="34" charset="0"/>
                      <a:ea typeface="ＭＳ Ｐゴシック" panose="020B0600070205080204" pitchFamily="34" charset="-128"/>
                      <a:cs typeface="+mn-cs"/>
                    </a:endParaRPr>
                  </a:p>
                </p:txBody>
              </p:sp>
              <p:sp>
                <p:nvSpPr>
                  <p:cNvPr id="125028" name="Rectangle 6">
                    <a:extLst>
                      <a:ext uri="{FF2B5EF4-FFF2-40B4-BE49-F238E27FC236}">
                        <a16:creationId xmlns:a16="http://schemas.microsoft.com/office/drawing/2014/main" id="{EC417C32-7A60-ED4B-8F0D-A6F0C02E4CC2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554182" y="2904836"/>
                    <a:ext cx="1477818" cy="166255"/>
                  </a:xfrm>
                  <a:prstGeom prst="rect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>
                    <a:lvl1pPr>
                      <a:spcBef>
                        <a:spcPct val="20000"/>
                      </a:spcBef>
                      <a:buClr>
                        <a:schemeClr val="accent1"/>
                      </a:buClr>
                      <a:buSzPct val="65000"/>
                      <a:buFont typeface="Wingdings" pitchFamily="2" charset="2"/>
                      <a:buChar char="n"/>
                      <a:defRPr sz="24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ＭＳ Ｐゴシック" panose="020B0600070205080204" pitchFamily="34" charset="-128"/>
                      </a:defRPr>
                    </a:lvl1pPr>
                    <a:lvl2pPr marL="742950" indent="-285750">
                      <a:spcBef>
                        <a:spcPct val="20000"/>
                      </a:spcBef>
                      <a:buClr>
                        <a:schemeClr val="accent2"/>
                      </a:buClr>
                      <a:buSzPct val="60000"/>
                      <a:buFont typeface="Wingdings" pitchFamily="2" charset="2"/>
                      <a:buChar char="q"/>
                      <a:defRPr sz="22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ＭＳ Ｐゴシック" panose="020B0600070205080204" pitchFamily="34" charset="-128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chemeClr val="accent1"/>
                      </a:buClr>
                      <a:buSzPct val="65000"/>
                      <a:buFont typeface="Wingdings" pitchFamily="2" charset="2"/>
                      <a:buChar char="n"/>
                      <a:defRPr sz="20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ＭＳ Ｐゴシック" panose="020B0600070205080204" pitchFamily="34" charset="-128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chemeClr val="accent2"/>
                      </a:buClr>
                      <a:buSzPct val="70000"/>
                      <a:buFont typeface="Wingdings" pitchFamily="2" charset="2"/>
                      <a:buChar char="q"/>
                      <a:defRPr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ＭＳ Ｐゴシック" panose="020B0600070205080204" pitchFamily="34" charset="-128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chemeClr val="accent1"/>
                      </a:buClr>
                      <a:buSzPct val="75000"/>
                      <a:buFont typeface="Wingdings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ＭＳ Ｐゴシック" panose="020B0600070205080204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1"/>
                      </a:buClr>
                      <a:buSzPct val="75000"/>
                      <a:buFont typeface="Wingdings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ＭＳ Ｐゴシック" panose="020B0600070205080204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1"/>
                      </a:buClr>
                      <a:buSzPct val="75000"/>
                      <a:buFont typeface="Wingdings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ＭＳ Ｐゴシック" panose="020B0600070205080204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1"/>
                      </a:buClr>
                      <a:buSzPct val="75000"/>
                      <a:buFont typeface="Wingdings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ＭＳ Ｐゴシック" panose="020B0600070205080204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1"/>
                      </a:buClr>
                      <a:buSzPct val="75000"/>
                      <a:buFont typeface="Wingdings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ＭＳ Ｐゴシック" panose="020B0600070205080204" pitchFamily="34" charset="-128"/>
                      </a:defRPr>
                    </a:lvl9pPr>
                  </a:lstStyle>
                  <a:p>
                    <a:pPr marL="0" marR="0" lvl="0" indent="0" algn="l" defTabSz="914400" rtl="0" eaLnBrk="1" fontAlgn="base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altLang="en-US" sz="1800" b="0" i="0" u="none" strike="noStrike" kern="120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panose="020B0604020202020204" pitchFamily="34" charset="0"/>
                      <a:ea typeface="ＭＳ Ｐゴシック" panose="020B0600070205080204" pitchFamily="34" charset="-128"/>
                      <a:cs typeface="+mn-cs"/>
                    </a:endParaRPr>
                  </a:p>
                </p:txBody>
              </p:sp>
              <p:sp>
                <p:nvSpPr>
                  <p:cNvPr id="125029" name="Rectangle 7">
                    <a:extLst>
                      <a:ext uri="{FF2B5EF4-FFF2-40B4-BE49-F238E27FC236}">
                        <a16:creationId xmlns:a16="http://schemas.microsoft.com/office/drawing/2014/main" id="{0B7F795F-E438-E14A-A2E8-075DE9333EDC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554182" y="3071091"/>
                    <a:ext cx="1477818" cy="166255"/>
                  </a:xfrm>
                  <a:prstGeom prst="rect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>
                    <a:lvl1pPr>
                      <a:spcBef>
                        <a:spcPct val="20000"/>
                      </a:spcBef>
                      <a:buClr>
                        <a:schemeClr val="accent1"/>
                      </a:buClr>
                      <a:buSzPct val="65000"/>
                      <a:buFont typeface="Wingdings" pitchFamily="2" charset="2"/>
                      <a:buChar char="n"/>
                      <a:defRPr sz="24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ＭＳ Ｐゴシック" panose="020B0600070205080204" pitchFamily="34" charset="-128"/>
                      </a:defRPr>
                    </a:lvl1pPr>
                    <a:lvl2pPr marL="742950" indent="-285750">
                      <a:spcBef>
                        <a:spcPct val="20000"/>
                      </a:spcBef>
                      <a:buClr>
                        <a:schemeClr val="accent2"/>
                      </a:buClr>
                      <a:buSzPct val="60000"/>
                      <a:buFont typeface="Wingdings" pitchFamily="2" charset="2"/>
                      <a:buChar char="q"/>
                      <a:defRPr sz="22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ＭＳ Ｐゴシック" panose="020B0600070205080204" pitchFamily="34" charset="-128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chemeClr val="accent1"/>
                      </a:buClr>
                      <a:buSzPct val="65000"/>
                      <a:buFont typeface="Wingdings" pitchFamily="2" charset="2"/>
                      <a:buChar char="n"/>
                      <a:defRPr sz="20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ＭＳ Ｐゴシック" panose="020B0600070205080204" pitchFamily="34" charset="-128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chemeClr val="accent2"/>
                      </a:buClr>
                      <a:buSzPct val="70000"/>
                      <a:buFont typeface="Wingdings" pitchFamily="2" charset="2"/>
                      <a:buChar char="q"/>
                      <a:defRPr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ＭＳ Ｐゴシック" panose="020B0600070205080204" pitchFamily="34" charset="-128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chemeClr val="accent1"/>
                      </a:buClr>
                      <a:buSzPct val="75000"/>
                      <a:buFont typeface="Wingdings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ＭＳ Ｐゴシック" panose="020B0600070205080204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1"/>
                      </a:buClr>
                      <a:buSzPct val="75000"/>
                      <a:buFont typeface="Wingdings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ＭＳ Ｐゴシック" panose="020B0600070205080204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1"/>
                      </a:buClr>
                      <a:buSzPct val="75000"/>
                      <a:buFont typeface="Wingdings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ＭＳ Ｐゴシック" panose="020B0600070205080204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1"/>
                      </a:buClr>
                      <a:buSzPct val="75000"/>
                      <a:buFont typeface="Wingdings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ＭＳ Ｐゴシック" panose="020B0600070205080204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1"/>
                      </a:buClr>
                      <a:buSzPct val="75000"/>
                      <a:buFont typeface="Wingdings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ＭＳ Ｐゴシック" panose="020B0600070205080204" pitchFamily="34" charset="-128"/>
                      </a:defRPr>
                    </a:lvl9pPr>
                  </a:lstStyle>
                  <a:p>
                    <a:pPr marL="0" marR="0" lvl="0" indent="0" algn="l" defTabSz="914400" rtl="0" eaLnBrk="1" fontAlgn="base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altLang="en-US" sz="1800" b="0" i="0" u="none" strike="noStrike" kern="120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panose="020B0604020202020204" pitchFamily="34" charset="0"/>
                      <a:ea typeface="ＭＳ Ｐゴシック" panose="020B0600070205080204" pitchFamily="34" charset="-128"/>
                      <a:cs typeface="+mn-cs"/>
                    </a:endParaRPr>
                  </a:p>
                </p:txBody>
              </p:sp>
            </p:grpSp>
            <p:grpSp>
              <p:nvGrpSpPr>
                <p:cNvPr id="125021" name="Group 9">
                  <a:extLst>
                    <a:ext uri="{FF2B5EF4-FFF2-40B4-BE49-F238E27FC236}">
                      <a16:creationId xmlns:a16="http://schemas.microsoft.com/office/drawing/2014/main" id="{F14ECE87-C373-1444-8EDC-3EBFF5ABB27A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554182" y="3237346"/>
                  <a:ext cx="1477818" cy="669637"/>
                  <a:chOff x="554182" y="2567709"/>
                  <a:chExt cx="1477818" cy="669637"/>
                </a:xfrm>
              </p:grpSpPr>
              <p:sp>
                <p:nvSpPr>
                  <p:cNvPr id="125022" name="Rectangle 10">
                    <a:extLst>
                      <a:ext uri="{FF2B5EF4-FFF2-40B4-BE49-F238E27FC236}">
                        <a16:creationId xmlns:a16="http://schemas.microsoft.com/office/drawing/2014/main" id="{007ECA61-D699-844C-985C-934B54313F7B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554182" y="2567709"/>
                    <a:ext cx="1477818" cy="166255"/>
                  </a:xfrm>
                  <a:prstGeom prst="rect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>
                    <a:lvl1pPr>
                      <a:spcBef>
                        <a:spcPct val="20000"/>
                      </a:spcBef>
                      <a:buClr>
                        <a:schemeClr val="accent1"/>
                      </a:buClr>
                      <a:buSzPct val="65000"/>
                      <a:buFont typeface="Wingdings" pitchFamily="2" charset="2"/>
                      <a:buChar char="n"/>
                      <a:defRPr sz="24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ＭＳ Ｐゴシック" panose="020B0600070205080204" pitchFamily="34" charset="-128"/>
                      </a:defRPr>
                    </a:lvl1pPr>
                    <a:lvl2pPr marL="742950" indent="-285750">
                      <a:spcBef>
                        <a:spcPct val="20000"/>
                      </a:spcBef>
                      <a:buClr>
                        <a:schemeClr val="accent2"/>
                      </a:buClr>
                      <a:buSzPct val="60000"/>
                      <a:buFont typeface="Wingdings" pitchFamily="2" charset="2"/>
                      <a:buChar char="q"/>
                      <a:defRPr sz="22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ＭＳ Ｐゴシック" panose="020B0600070205080204" pitchFamily="34" charset="-128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chemeClr val="accent1"/>
                      </a:buClr>
                      <a:buSzPct val="65000"/>
                      <a:buFont typeface="Wingdings" pitchFamily="2" charset="2"/>
                      <a:buChar char="n"/>
                      <a:defRPr sz="20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ＭＳ Ｐゴシック" panose="020B0600070205080204" pitchFamily="34" charset="-128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chemeClr val="accent2"/>
                      </a:buClr>
                      <a:buSzPct val="70000"/>
                      <a:buFont typeface="Wingdings" pitchFamily="2" charset="2"/>
                      <a:buChar char="q"/>
                      <a:defRPr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ＭＳ Ｐゴシック" panose="020B0600070205080204" pitchFamily="34" charset="-128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chemeClr val="accent1"/>
                      </a:buClr>
                      <a:buSzPct val="75000"/>
                      <a:buFont typeface="Wingdings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ＭＳ Ｐゴシック" panose="020B0600070205080204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1"/>
                      </a:buClr>
                      <a:buSzPct val="75000"/>
                      <a:buFont typeface="Wingdings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ＭＳ Ｐゴシック" panose="020B0600070205080204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1"/>
                      </a:buClr>
                      <a:buSzPct val="75000"/>
                      <a:buFont typeface="Wingdings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ＭＳ Ｐゴシック" panose="020B0600070205080204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1"/>
                      </a:buClr>
                      <a:buSzPct val="75000"/>
                      <a:buFont typeface="Wingdings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ＭＳ Ｐゴシック" panose="020B0600070205080204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1"/>
                      </a:buClr>
                      <a:buSzPct val="75000"/>
                      <a:buFont typeface="Wingdings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ＭＳ Ｐゴシック" panose="020B0600070205080204" pitchFamily="34" charset="-128"/>
                      </a:defRPr>
                    </a:lvl9pPr>
                  </a:lstStyle>
                  <a:p>
                    <a:pPr marL="0" marR="0" lvl="0" indent="0" algn="l" defTabSz="914400" rtl="0" eaLnBrk="1" fontAlgn="base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altLang="en-US" sz="1800" b="0" i="0" u="none" strike="noStrike" kern="120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panose="020B0604020202020204" pitchFamily="34" charset="0"/>
                      <a:ea typeface="ＭＳ Ｐゴシック" panose="020B0600070205080204" pitchFamily="34" charset="-128"/>
                      <a:cs typeface="+mn-cs"/>
                    </a:endParaRPr>
                  </a:p>
                </p:txBody>
              </p:sp>
              <p:sp>
                <p:nvSpPr>
                  <p:cNvPr id="125023" name="Rectangle 11">
                    <a:extLst>
                      <a:ext uri="{FF2B5EF4-FFF2-40B4-BE49-F238E27FC236}">
                        <a16:creationId xmlns:a16="http://schemas.microsoft.com/office/drawing/2014/main" id="{9A2C4367-C3F7-374D-8A23-95AC54AC6F0B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554182" y="2733964"/>
                    <a:ext cx="1477818" cy="166255"/>
                  </a:xfrm>
                  <a:prstGeom prst="rect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>
                    <a:lvl1pPr>
                      <a:spcBef>
                        <a:spcPct val="20000"/>
                      </a:spcBef>
                      <a:buClr>
                        <a:schemeClr val="accent1"/>
                      </a:buClr>
                      <a:buSzPct val="65000"/>
                      <a:buFont typeface="Wingdings" pitchFamily="2" charset="2"/>
                      <a:buChar char="n"/>
                      <a:defRPr sz="24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ＭＳ Ｐゴシック" panose="020B0600070205080204" pitchFamily="34" charset="-128"/>
                      </a:defRPr>
                    </a:lvl1pPr>
                    <a:lvl2pPr marL="742950" indent="-285750">
                      <a:spcBef>
                        <a:spcPct val="20000"/>
                      </a:spcBef>
                      <a:buClr>
                        <a:schemeClr val="accent2"/>
                      </a:buClr>
                      <a:buSzPct val="60000"/>
                      <a:buFont typeface="Wingdings" pitchFamily="2" charset="2"/>
                      <a:buChar char="q"/>
                      <a:defRPr sz="22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ＭＳ Ｐゴシック" panose="020B0600070205080204" pitchFamily="34" charset="-128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chemeClr val="accent1"/>
                      </a:buClr>
                      <a:buSzPct val="65000"/>
                      <a:buFont typeface="Wingdings" pitchFamily="2" charset="2"/>
                      <a:buChar char="n"/>
                      <a:defRPr sz="20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ＭＳ Ｐゴシック" panose="020B0600070205080204" pitchFamily="34" charset="-128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chemeClr val="accent2"/>
                      </a:buClr>
                      <a:buSzPct val="70000"/>
                      <a:buFont typeface="Wingdings" pitchFamily="2" charset="2"/>
                      <a:buChar char="q"/>
                      <a:defRPr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ＭＳ Ｐゴシック" panose="020B0600070205080204" pitchFamily="34" charset="-128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chemeClr val="accent1"/>
                      </a:buClr>
                      <a:buSzPct val="75000"/>
                      <a:buFont typeface="Wingdings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ＭＳ Ｐゴシック" panose="020B0600070205080204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1"/>
                      </a:buClr>
                      <a:buSzPct val="75000"/>
                      <a:buFont typeface="Wingdings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ＭＳ Ｐゴシック" panose="020B0600070205080204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1"/>
                      </a:buClr>
                      <a:buSzPct val="75000"/>
                      <a:buFont typeface="Wingdings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ＭＳ Ｐゴシック" panose="020B0600070205080204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1"/>
                      </a:buClr>
                      <a:buSzPct val="75000"/>
                      <a:buFont typeface="Wingdings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ＭＳ Ｐゴシック" panose="020B0600070205080204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1"/>
                      </a:buClr>
                      <a:buSzPct val="75000"/>
                      <a:buFont typeface="Wingdings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ＭＳ Ｐゴシック" panose="020B0600070205080204" pitchFamily="34" charset="-128"/>
                      </a:defRPr>
                    </a:lvl9pPr>
                  </a:lstStyle>
                  <a:p>
                    <a:pPr marL="0" marR="0" lvl="0" indent="0" algn="l" defTabSz="914400" rtl="0" eaLnBrk="1" fontAlgn="base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altLang="en-US" sz="1800" b="0" i="0" u="none" strike="noStrike" kern="120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panose="020B0604020202020204" pitchFamily="34" charset="0"/>
                      <a:ea typeface="ＭＳ Ｐゴシック" panose="020B0600070205080204" pitchFamily="34" charset="-128"/>
                      <a:cs typeface="+mn-cs"/>
                    </a:endParaRPr>
                  </a:p>
                </p:txBody>
              </p:sp>
              <p:sp>
                <p:nvSpPr>
                  <p:cNvPr id="125024" name="Rectangle 12">
                    <a:extLst>
                      <a:ext uri="{FF2B5EF4-FFF2-40B4-BE49-F238E27FC236}">
                        <a16:creationId xmlns:a16="http://schemas.microsoft.com/office/drawing/2014/main" id="{30811906-D427-9B4E-99AB-78BF14D959DA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554182" y="2904836"/>
                    <a:ext cx="1477818" cy="166255"/>
                  </a:xfrm>
                  <a:prstGeom prst="rect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>
                    <a:lvl1pPr>
                      <a:spcBef>
                        <a:spcPct val="20000"/>
                      </a:spcBef>
                      <a:buClr>
                        <a:schemeClr val="accent1"/>
                      </a:buClr>
                      <a:buSzPct val="65000"/>
                      <a:buFont typeface="Wingdings" pitchFamily="2" charset="2"/>
                      <a:buChar char="n"/>
                      <a:defRPr sz="24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ＭＳ Ｐゴシック" panose="020B0600070205080204" pitchFamily="34" charset="-128"/>
                      </a:defRPr>
                    </a:lvl1pPr>
                    <a:lvl2pPr marL="742950" indent="-285750">
                      <a:spcBef>
                        <a:spcPct val="20000"/>
                      </a:spcBef>
                      <a:buClr>
                        <a:schemeClr val="accent2"/>
                      </a:buClr>
                      <a:buSzPct val="60000"/>
                      <a:buFont typeface="Wingdings" pitchFamily="2" charset="2"/>
                      <a:buChar char="q"/>
                      <a:defRPr sz="22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ＭＳ Ｐゴシック" panose="020B0600070205080204" pitchFamily="34" charset="-128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chemeClr val="accent1"/>
                      </a:buClr>
                      <a:buSzPct val="65000"/>
                      <a:buFont typeface="Wingdings" pitchFamily="2" charset="2"/>
                      <a:buChar char="n"/>
                      <a:defRPr sz="20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ＭＳ Ｐゴシック" panose="020B0600070205080204" pitchFamily="34" charset="-128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chemeClr val="accent2"/>
                      </a:buClr>
                      <a:buSzPct val="70000"/>
                      <a:buFont typeface="Wingdings" pitchFamily="2" charset="2"/>
                      <a:buChar char="q"/>
                      <a:defRPr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ＭＳ Ｐゴシック" panose="020B0600070205080204" pitchFamily="34" charset="-128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chemeClr val="accent1"/>
                      </a:buClr>
                      <a:buSzPct val="75000"/>
                      <a:buFont typeface="Wingdings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ＭＳ Ｐゴシック" panose="020B0600070205080204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1"/>
                      </a:buClr>
                      <a:buSzPct val="75000"/>
                      <a:buFont typeface="Wingdings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ＭＳ Ｐゴシック" panose="020B0600070205080204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1"/>
                      </a:buClr>
                      <a:buSzPct val="75000"/>
                      <a:buFont typeface="Wingdings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ＭＳ Ｐゴシック" panose="020B0600070205080204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1"/>
                      </a:buClr>
                      <a:buSzPct val="75000"/>
                      <a:buFont typeface="Wingdings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ＭＳ Ｐゴシック" panose="020B0600070205080204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1"/>
                      </a:buClr>
                      <a:buSzPct val="75000"/>
                      <a:buFont typeface="Wingdings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ＭＳ Ｐゴシック" panose="020B0600070205080204" pitchFamily="34" charset="-128"/>
                      </a:defRPr>
                    </a:lvl9pPr>
                  </a:lstStyle>
                  <a:p>
                    <a:pPr marL="0" marR="0" lvl="0" indent="0" algn="l" defTabSz="914400" rtl="0" eaLnBrk="1" fontAlgn="base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altLang="en-US" sz="1800" b="0" i="0" u="none" strike="noStrike" kern="120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panose="020B0604020202020204" pitchFamily="34" charset="0"/>
                      <a:ea typeface="ＭＳ Ｐゴシック" panose="020B0600070205080204" pitchFamily="34" charset="-128"/>
                      <a:cs typeface="+mn-cs"/>
                    </a:endParaRPr>
                  </a:p>
                </p:txBody>
              </p:sp>
              <p:sp>
                <p:nvSpPr>
                  <p:cNvPr id="125025" name="Rectangle 13">
                    <a:extLst>
                      <a:ext uri="{FF2B5EF4-FFF2-40B4-BE49-F238E27FC236}">
                        <a16:creationId xmlns:a16="http://schemas.microsoft.com/office/drawing/2014/main" id="{2733515A-B614-2E41-AAB0-E149547FA423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554182" y="3071091"/>
                    <a:ext cx="1477818" cy="166255"/>
                  </a:xfrm>
                  <a:prstGeom prst="rect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>
                    <a:lvl1pPr>
                      <a:spcBef>
                        <a:spcPct val="20000"/>
                      </a:spcBef>
                      <a:buClr>
                        <a:schemeClr val="accent1"/>
                      </a:buClr>
                      <a:buSzPct val="65000"/>
                      <a:buFont typeface="Wingdings" pitchFamily="2" charset="2"/>
                      <a:buChar char="n"/>
                      <a:defRPr sz="24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ＭＳ Ｐゴシック" panose="020B0600070205080204" pitchFamily="34" charset="-128"/>
                      </a:defRPr>
                    </a:lvl1pPr>
                    <a:lvl2pPr marL="742950" indent="-285750">
                      <a:spcBef>
                        <a:spcPct val="20000"/>
                      </a:spcBef>
                      <a:buClr>
                        <a:schemeClr val="accent2"/>
                      </a:buClr>
                      <a:buSzPct val="60000"/>
                      <a:buFont typeface="Wingdings" pitchFamily="2" charset="2"/>
                      <a:buChar char="q"/>
                      <a:defRPr sz="22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ＭＳ Ｐゴシック" panose="020B0600070205080204" pitchFamily="34" charset="-128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chemeClr val="accent1"/>
                      </a:buClr>
                      <a:buSzPct val="65000"/>
                      <a:buFont typeface="Wingdings" pitchFamily="2" charset="2"/>
                      <a:buChar char="n"/>
                      <a:defRPr sz="20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ＭＳ Ｐゴシック" panose="020B0600070205080204" pitchFamily="34" charset="-128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chemeClr val="accent2"/>
                      </a:buClr>
                      <a:buSzPct val="70000"/>
                      <a:buFont typeface="Wingdings" pitchFamily="2" charset="2"/>
                      <a:buChar char="q"/>
                      <a:defRPr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ＭＳ Ｐゴシック" panose="020B0600070205080204" pitchFamily="34" charset="-128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chemeClr val="accent1"/>
                      </a:buClr>
                      <a:buSzPct val="75000"/>
                      <a:buFont typeface="Wingdings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ＭＳ Ｐゴシック" panose="020B0600070205080204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1"/>
                      </a:buClr>
                      <a:buSzPct val="75000"/>
                      <a:buFont typeface="Wingdings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ＭＳ Ｐゴシック" panose="020B0600070205080204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1"/>
                      </a:buClr>
                      <a:buSzPct val="75000"/>
                      <a:buFont typeface="Wingdings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ＭＳ Ｐゴシック" panose="020B0600070205080204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1"/>
                      </a:buClr>
                      <a:buSzPct val="75000"/>
                      <a:buFont typeface="Wingdings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ＭＳ Ｐゴシック" panose="020B0600070205080204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1"/>
                      </a:buClr>
                      <a:buSzPct val="75000"/>
                      <a:buFont typeface="Wingdings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ＭＳ Ｐゴシック" panose="020B0600070205080204" pitchFamily="34" charset="-128"/>
                      </a:defRPr>
                    </a:lvl9pPr>
                  </a:lstStyle>
                  <a:p>
                    <a:pPr marL="0" marR="0" lvl="0" indent="0" algn="l" defTabSz="914400" rtl="0" eaLnBrk="1" fontAlgn="base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altLang="en-US" sz="1800" b="0" i="0" u="none" strike="noStrike" kern="120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panose="020B0604020202020204" pitchFamily="34" charset="0"/>
                      <a:ea typeface="ＭＳ Ｐゴシック" panose="020B0600070205080204" pitchFamily="34" charset="-128"/>
                      <a:cs typeface="+mn-cs"/>
                    </a:endParaRPr>
                  </a:p>
                </p:txBody>
              </p:sp>
            </p:grpSp>
          </p:grpSp>
          <p:grpSp>
            <p:nvGrpSpPr>
              <p:cNvPr id="125009" name="Group 15">
                <a:extLst>
                  <a:ext uri="{FF2B5EF4-FFF2-40B4-BE49-F238E27FC236}">
                    <a16:creationId xmlns:a16="http://schemas.microsoft.com/office/drawing/2014/main" id="{96E1DED6-364F-0F49-941F-CD186AF70BA6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554182" y="3325115"/>
                <a:ext cx="1477818" cy="1339274"/>
                <a:chOff x="554182" y="2567709"/>
                <a:chExt cx="1477818" cy="1339274"/>
              </a:xfrm>
            </p:grpSpPr>
            <p:grpSp>
              <p:nvGrpSpPr>
                <p:cNvPr id="125010" name="Group 8">
                  <a:extLst>
                    <a:ext uri="{FF2B5EF4-FFF2-40B4-BE49-F238E27FC236}">
                      <a16:creationId xmlns:a16="http://schemas.microsoft.com/office/drawing/2014/main" id="{4D25DD36-EA3E-8D45-8858-CEB01C855EE7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554182" y="2567709"/>
                  <a:ext cx="1477818" cy="669637"/>
                  <a:chOff x="554182" y="2567709"/>
                  <a:chExt cx="1477818" cy="669637"/>
                </a:xfrm>
              </p:grpSpPr>
              <p:sp>
                <p:nvSpPr>
                  <p:cNvPr id="125016" name="Rectangle 22">
                    <a:extLst>
                      <a:ext uri="{FF2B5EF4-FFF2-40B4-BE49-F238E27FC236}">
                        <a16:creationId xmlns:a16="http://schemas.microsoft.com/office/drawing/2014/main" id="{3287FEB6-4CBE-EB4A-9DA3-F393EB922DD9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554182" y="2567709"/>
                    <a:ext cx="1477818" cy="166255"/>
                  </a:xfrm>
                  <a:prstGeom prst="rect">
                    <a:avLst/>
                  </a:prstGeom>
                  <a:solidFill>
                    <a:schemeClr val="accent2"/>
                  </a:solidFill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</p:spPr>
                <p:txBody>
                  <a:bodyPr/>
                  <a:lstStyle>
                    <a:lvl1pPr>
                      <a:spcBef>
                        <a:spcPct val="20000"/>
                      </a:spcBef>
                      <a:buClr>
                        <a:schemeClr val="accent1"/>
                      </a:buClr>
                      <a:buSzPct val="65000"/>
                      <a:buFont typeface="Wingdings" pitchFamily="2" charset="2"/>
                      <a:buChar char="n"/>
                      <a:defRPr sz="24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ＭＳ Ｐゴシック" panose="020B0600070205080204" pitchFamily="34" charset="-128"/>
                      </a:defRPr>
                    </a:lvl1pPr>
                    <a:lvl2pPr marL="742950" indent="-285750">
                      <a:spcBef>
                        <a:spcPct val="20000"/>
                      </a:spcBef>
                      <a:buClr>
                        <a:schemeClr val="accent2"/>
                      </a:buClr>
                      <a:buSzPct val="60000"/>
                      <a:buFont typeface="Wingdings" pitchFamily="2" charset="2"/>
                      <a:buChar char="q"/>
                      <a:defRPr sz="22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ＭＳ Ｐゴシック" panose="020B0600070205080204" pitchFamily="34" charset="-128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chemeClr val="accent1"/>
                      </a:buClr>
                      <a:buSzPct val="65000"/>
                      <a:buFont typeface="Wingdings" pitchFamily="2" charset="2"/>
                      <a:buChar char="n"/>
                      <a:defRPr sz="20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ＭＳ Ｐゴシック" panose="020B0600070205080204" pitchFamily="34" charset="-128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chemeClr val="accent2"/>
                      </a:buClr>
                      <a:buSzPct val="70000"/>
                      <a:buFont typeface="Wingdings" pitchFamily="2" charset="2"/>
                      <a:buChar char="q"/>
                      <a:defRPr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ＭＳ Ｐゴシック" panose="020B0600070205080204" pitchFamily="34" charset="-128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chemeClr val="accent1"/>
                      </a:buClr>
                      <a:buSzPct val="75000"/>
                      <a:buFont typeface="Wingdings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ＭＳ Ｐゴシック" panose="020B0600070205080204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1"/>
                      </a:buClr>
                      <a:buSzPct val="75000"/>
                      <a:buFont typeface="Wingdings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ＭＳ Ｐゴシック" panose="020B0600070205080204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1"/>
                      </a:buClr>
                      <a:buSzPct val="75000"/>
                      <a:buFont typeface="Wingdings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ＭＳ Ｐゴシック" panose="020B0600070205080204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1"/>
                      </a:buClr>
                      <a:buSzPct val="75000"/>
                      <a:buFont typeface="Wingdings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ＭＳ Ｐゴシック" panose="020B0600070205080204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1"/>
                      </a:buClr>
                      <a:buSzPct val="75000"/>
                      <a:buFont typeface="Wingdings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ＭＳ Ｐゴシック" panose="020B0600070205080204" pitchFamily="34" charset="-128"/>
                      </a:defRPr>
                    </a:lvl9pPr>
                  </a:lstStyle>
                  <a:p>
                    <a:pPr marL="0" marR="0" lvl="0" indent="0" algn="l" defTabSz="914400" rtl="0" eaLnBrk="1" fontAlgn="base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altLang="en-US" sz="1800" b="0" i="0" u="none" strike="noStrike" kern="120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panose="020B0604020202020204" pitchFamily="34" charset="0"/>
                      <a:ea typeface="ＭＳ Ｐゴシック" panose="020B0600070205080204" pitchFamily="34" charset="-128"/>
                      <a:cs typeface="+mn-cs"/>
                    </a:endParaRPr>
                  </a:p>
                </p:txBody>
              </p:sp>
              <p:sp>
                <p:nvSpPr>
                  <p:cNvPr id="125017" name="Rectangle 23">
                    <a:extLst>
                      <a:ext uri="{FF2B5EF4-FFF2-40B4-BE49-F238E27FC236}">
                        <a16:creationId xmlns:a16="http://schemas.microsoft.com/office/drawing/2014/main" id="{A525C3C7-130C-6C42-8E9F-5F8579F7B39A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554182" y="2733964"/>
                    <a:ext cx="1477818" cy="166255"/>
                  </a:xfrm>
                  <a:prstGeom prst="rect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>
                    <a:lvl1pPr>
                      <a:spcBef>
                        <a:spcPct val="20000"/>
                      </a:spcBef>
                      <a:buClr>
                        <a:schemeClr val="accent1"/>
                      </a:buClr>
                      <a:buSzPct val="65000"/>
                      <a:buFont typeface="Wingdings" pitchFamily="2" charset="2"/>
                      <a:buChar char="n"/>
                      <a:defRPr sz="24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ＭＳ Ｐゴシック" panose="020B0600070205080204" pitchFamily="34" charset="-128"/>
                      </a:defRPr>
                    </a:lvl1pPr>
                    <a:lvl2pPr marL="742950" indent="-285750">
                      <a:spcBef>
                        <a:spcPct val="20000"/>
                      </a:spcBef>
                      <a:buClr>
                        <a:schemeClr val="accent2"/>
                      </a:buClr>
                      <a:buSzPct val="60000"/>
                      <a:buFont typeface="Wingdings" pitchFamily="2" charset="2"/>
                      <a:buChar char="q"/>
                      <a:defRPr sz="22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ＭＳ Ｐゴシック" panose="020B0600070205080204" pitchFamily="34" charset="-128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chemeClr val="accent1"/>
                      </a:buClr>
                      <a:buSzPct val="65000"/>
                      <a:buFont typeface="Wingdings" pitchFamily="2" charset="2"/>
                      <a:buChar char="n"/>
                      <a:defRPr sz="20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ＭＳ Ｐゴシック" panose="020B0600070205080204" pitchFamily="34" charset="-128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chemeClr val="accent2"/>
                      </a:buClr>
                      <a:buSzPct val="70000"/>
                      <a:buFont typeface="Wingdings" pitchFamily="2" charset="2"/>
                      <a:buChar char="q"/>
                      <a:defRPr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ＭＳ Ｐゴシック" panose="020B0600070205080204" pitchFamily="34" charset="-128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chemeClr val="accent1"/>
                      </a:buClr>
                      <a:buSzPct val="75000"/>
                      <a:buFont typeface="Wingdings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ＭＳ Ｐゴシック" panose="020B0600070205080204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1"/>
                      </a:buClr>
                      <a:buSzPct val="75000"/>
                      <a:buFont typeface="Wingdings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ＭＳ Ｐゴシック" panose="020B0600070205080204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1"/>
                      </a:buClr>
                      <a:buSzPct val="75000"/>
                      <a:buFont typeface="Wingdings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ＭＳ Ｐゴシック" panose="020B0600070205080204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1"/>
                      </a:buClr>
                      <a:buSzPct val="75000"/>
                      <a:buFont typeface="Wingdings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ＭＳ Ｐゴシック" panose="020B0600070205080204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1"/>
                      </a:buClr>
                      <a:buSzPct val="75000"/>
                      <a:buFont typeface="Wingdings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ＭＳ Ｐゴシック" panose="020B0600070205080204" pitchFamily="34" charset="-128"/>
                      </a:defRPr>
                    </a:lvl9pPr>
                  </a:lstStyle>
                  <a:p>
                    <a:pPr marL="0" marR="0" lvl="0" indent="0" algn="l" defTabSz="914400" rtl="0" eaLnBrk="1" fontAlgn="base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altLang="en-US" sz="1800" b="0" i="0" u="none" strike="noStrike" kern="120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panose="020B0604020202020204" pitchFamily="34" charset="0"/>
                      <a:ea typeface="ＭＳ Ｐゴシック" panose="020B0600070205080204" pitchFamily="34" charset="-128"/>
                      <a:cs typeface="+mn-cs"/>
                    </a:endParaRPr>
                  </a:p>
                </p:txBody>
              </p:sp>
              <p:sp>
                <p:nvSpPr>
                  <p:cNvPr id="125018" name="Rectangle 24">
                    <a:extLst>
                      <a:ext uri="{FF2B5EF4-FFF2-40B4-BE49-F238E27FC236}">
                        <a16:creationId xmlns:a16="http://schemas.microsoft.com/office/drawing/2014/main" id="{C0401FDC-826D-AE48-AD68-E8320387028F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554182" y="2904836"/>
                    <a:ext cx="1477818" cy="166255"/>
                  </a:xfrm>
                  <a:prstGeom prst="rect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>
                    <a:lvl1pPr>
                      <a:spcBef>
                        <a:spcPct val="20000"/>
                      </a:spcBef>
                      <a:buClr>
                        <a:schemeClr val="accent1"/>
                      </a:buClr>
                      <a:buSzPct val="65000"/>
                      <a:buFont typeface="Wingdings" pitchFamily="2" charset="2"/>
                      <a:buChar char="n"/>
                      <a:defRPr sz="24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ＭＳ Ｐゴシック" panose="020B0600070205080204" pitchFamily="34" charset="-128"/>
                      </a:defRPr>
                    </a:lvl1pPr>
                    <a:lvl2pPr marL="742950" indent="-285750">
                      <a:spcBef>
                        <a:spcPct val="20000"/>
                      </a:spcBef>
                      <a:buClr>
                        <a:schemeClr val="accent2"/>
                      </a:buClr>
                      <a:buSzPct val="60000"/>
                      <a:buFont typeface="Wingdings" pitchFamily="2" charset="2"/>
                      <a:buChar char="q"/>
                      <a:defRPr sz="22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ＭＳ Ｐゴシック" panose="020B0600070205080204" pitchFamily="34" charset="-128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chemeClr val="accent1"/>
                      </a:buClr>
                      <a:buSzPct val="65000"/>
                      <a:buFont typeface="Wingdings" pitchFamily="2" charset="2"/>
                      <a:buChar char="n"/>
                      <a:defRPr sz="20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ＭＳ Ｐゴシック" panose="020B0600070205080204" pitchFamily="34" charset="-128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chemeClr val="accent2"/>
                      </a:buClr>
                      <a:buSzPct val="70000"/>
                      <a:buFont typeface="Wingdings" pitchFamily="2" charset="2"/>
                      <a:buChar char="q"/>
                      <a:defRPr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ＭＳ Ｐゴシック" panose="020B0600070205080204" pitchFamily="34" charset="-128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chemeClr val="accent1"/>
                      </a:buClr>
                      <a:buSzPct val="75000"/>
                      <a:buFont typeface="Wingdings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ＭＳ Ｐゴシック" panose="020B0600070205080204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1"/>
                      </a:buClr>
                      <a:buSzPct val="75000"/>
                      <a:buFont typeface="Wingdings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ＭＳ Ｐゴシック" panose="020B0600070205080204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1"/>
                      </a:buClr>
                      <a:buSzPct val="75000"/>
                      <a:buFont typeface="Wingdings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ＭＳ Ｐゴシック" panose="020B0600070205080204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1"/>
                      </a:buClr>
                      <a:buSzPct val="75000"/>
                      <a:buFont typeface="Wingdings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ＭＳ Ｐゴシック" panose="020B0600070205080204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1"/>
                      </a:buClr>
                      <a:buSzPct val="75000"/>
                      <a:buFont typeface="Wingdings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ＭＳ Ｐゴシック" panose="020B0600070205080204" pitchFamily="34" charset="-128"/>
                      </a:defRPr>
                    </a:lvl9pPr>
                  </a:lstStyle>
                  <a:p>
                    <a:pPr marL="0" marR="0" lvl="0" indent="0" algn="l" defTabSz="914400" rtl="0" eaLnBrk="1" fontAlgn="base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altLang="en-US" sz="1800" b="0" i="0" u="none" strike="noStrike" kern="120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panose="020B0604020202020204" pitchFamily="34" charset="0"/>
                      <a:ea typeface="ＭＳ Ｐゴシック" panose="020B0600070205080204" pitchFamily="34" charset="-128"/>
                      <a:cs typeface="+mn-cs"/>
                    </a:endParaRPr>
                  </a:p>
                </p:txBody>
              </p:sp>
              <p:sp>
                <p:nvSpPr>
                  <p:cNvPr id="125019" name="Rectangle 25">
                    <a:extLst>
                      <a:ext uri="{FF2B5EF4-FFF2-40B4-BE49-F238E27FC236}">
                        <a16:creationId xmlns:a16="http://schemas.microsoft.com/office/drawing/2014/main" id="{1B9AF3A7-41D8-BE43-B8C0-E58040B3DC57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554182" y="3071091"/>
                    <a:ext cx="1477818" cy="166255"/>
                  </a:xfrm>
                  <a:prstGeom prst="rect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>
                    <a:lvl1pPr>
                      <a:spcBef>
                        <a:spcPct val="20000"/>
                      </a:spcBef>
                      <a:buClr>
                        <a:schemeClr val="accent1"/>
                      </a:buClr>
                      <a:buSzPct val="65000"/>
                      <a:buFont typeface="Wingdings" pitchFamily="2" charset="2"/>
                      <a:buChar char="n"/>
                      <a:defRPr sz="24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ＭＳ Ｐゴシック" panose="020B0600070205080204" pitchFamily="34" charset="-128"/>
                      </a:defRPr>
                    </a:lvl1pPr>
                    <a:lvl2pPr marL="742950" indent="-285750">
                      <a:spcBef>
                        <a:spcPct val="20000"/>
                      </a:spcBef>
                      <a:buClr>
                        <a:schemeClr val="accent2"/>
                      </a:buClr>
                      <a:buSzPct val="60000"/>
                      <a:buFont typeface="Wingdings" pitchFamily="2" charset="2"/>
                      <a:buChar char="q"/>
                      <a:defRPr sz="22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ＭＳ Ｐゴシック" panose="020B0600070205080204" pitchFamily="34" charset="-128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chemeClr val="accent1"/>
                      </a:buClr>
                      <a:buSzPct val="65000"/>
                      <a:buFont typeface="Wingdings" pitchFamily="2" charset="2"/>
                      <a:buChar char="n"/>
                      <a:defRPr sz="20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ＭＳ Ｐゴシック" panose="020B0600070205080204" pitchFamily="34" charset="-128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chemeClr val="accent2"/>
                      </a:buClr>
                      <a:buSzPct val="70000"/>
                      <a:buFont typeface="Wingdings" pitchFamily="2" charset="2"/>
                      <a:buChar char="q"/>
                      <a:defRPr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ＭＳ Ｐゴシック" panose="020B0600070205080204" pitchFamily="34" charset="-128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chemeClr val="accent1"/>
                      </a:buClr>
                      <a:buSzPct val="75000"/>
                      <a:buFont typeface="Wingdings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ＭＳ Ｐゴシック" panose="020B0600070205080204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1"/>
                      </a:buClr>
                      <a:buSzPct val="75000"/>
                      <a:buFont typeface="Wingdings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ＭＳ Ｐゴシック" panose="020B0600070205080204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1"/>
                      </a:buClr>
                      <a:buSzPct val="75000"/>
                      <a:buFont typeface="Wingdings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ＭＳ Ｐゴシック" panose="020B0600070205080204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1"/>
                      </a:buClr>
                      <a:buSzPct val="75000"/>
                      <a:buFont typeface="Wingdings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ＭＳ Ｐゴシック" panose="020B0600070205080204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1"/>
                      </a:buClr>
                      <a:buSzPct val="75000"/>
                      <a:buFont typeface="Wingdings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ＭＳ Ｐゴシック" panose="020B0600070205080204" pitchFamily="34" charset="-128"/>
                      </a:defRPr>
                    </a:lvl9pPr>
                  </a:lstStyle>
                  <a:p>
                    <a:pPr marL="0" marR="0" lvl="0" indent="0" algn="l" defTabSz="914400" rtl="0" eaLnBrk="1" fontAlgn="base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altLang="en-US" sz="1800" b="0" i="0" u="none" strike="noStrike" kern="120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panose="020B0604020202020204" pitchFamily="34" charset="0"/>
                      <a:ea typeface="ＭＳ Ｐゴシック" panose="020B0600070205080204" pitchFamily="34" charset="-128"/>
                      <a:cs typeface="+mn-cs"/>
                    </a:endParaRPr>
                  </a:p>
                </p:txBody>
              </p:sp>
            </p:grpSp>
            <p:grpSp>
              <p:nvGrpSpPr>
                <p:cNvPr id="125011" name="Group 9">
                  <a:extLst>
                    <a:ext uri="{FF2B5EF4-FFF2-40B4-BE49-F238E27FC236}">
                      <a16:creationId xmlns:a16="http://schemas.microsoft.com/office/drawing/2014/main" id="{B48F2437-A8F4-0D49-97D5-0436CE8B7638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554182" y="3237346"/>
                  <a:ext cx="1477818" cy="669637"/>
                  <a:chOff x="554182" y="2567709"/>
                  <a:chExt cx="1477818" cy="669637"/>
                </a:xfrm>
              </p:grpSpPr>
              <p:sp>
                <p:nvSpPr>
                  <p:cNvPr id="125012" name="Rectangle 18">
                    <a:extLst>
                      <a:ext uri="{FF2B5EF4-FFF2-40B4-BE49-F238E27FC236}">
                        <a16:creationId xmlns:a16="http://schemas.microsoft.com/office/drawing/2014/main" id="{5561E4EC-E535-8D46-804C-024E1464DF94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554182" y="2567709"/>
                    <a:ext cx="1477818" cy="166255"/>
                  </a:xfrm>
                  <a:prstGeom prst="rect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>
                    <a:lvl1pPr>
                      <a:spcBef>
                        <a:spcPct val="20000"/>
                      </a:spcBef>
                      <a:buClr>
                        <a:schemeClr val="accent1"/>
                      </a:buClr>
                      <a:buSzPct val="65000"/>
                      <a:buFont typeface="Wingdings" pitchFamily="2" charset="2"/>
                      <a:buChar char="n"/>
                      <a:defRPr sz="24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ＭＳ Ｐゴシック" panose="020B0600070205080204" pitchFamily="34" charset="-128"/>
                      </a:defRPr>
                    </a:lvl1pPr>
                    <a:lvl2pPr marL="742950" indent="-285750">
                      <a:spcBef>
                        <a:spcPct val="20000"/>
                      </a:spcBef>
                      <a:buClr>
                        <a:schemeClr val="accent2"/>
                      </a:buClr>
                      <a:buSzPct val="60000"/>
                      <a:buFont typeface="Wingdings" pitchFamily="2" charset="2"/>
                      <a:buChar char="q"/>
                      <a:defRPr sz="22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ＭＳ Ｐゴシック" panose="020B0600070205080204" pitchFamily="34" charset="-128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chemeClr val="accent1"/>
                      </a:buClr>
                      <a:buSzPct val="65000"/>
                      <a:buFont typeface="Wingdings" pitchFamily="2" charset="2"/>
                      <a:buChar char="n"/>
                      <a:defRPr sz="20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ＭＳ Ｐゴシック" panose="020B0600070205080204" pitchFamily="34" charset="-128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chemeClr val="accent2"/>
                      </a:buClr>
                      <a:buSzPct val="70000"/>
                      <a:buFont typeface="Wingdings" pitchFamily="2" charset="2"/>
                      <a:buChar char="q"/>
                      <a:defRPr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ＭＳ Ｐゴシック" panose="020B0600070205080204" pitchFamily="34" charset="-128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chemeClr val="accent1"/>
                      </a:buClr>
                      <a:buSzPct val="75000"/>
                      <a:buFont typeface="Wingdings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ＭＳ Ｐゴシック" panose="020B0600070205080204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1"/>
                      </a:buClr>
                      <a:buSzPct val="75000"/>
                      <a:buFont typeface="Wingdings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ＭＳ Ｐゴシック" panose="020B0600070205080204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1"/>
                      </a:buClr>
                      <a:buSzPct val="75000"/>
                      <a:buFont typeface="Wingdings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ＭＳ Ｐゴシック" panose="020B0600070205080204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1"/>
                      </a:buClr>
                      <a:buSzPct val="75000"/>
                      <a:buFont typeface="Wingdings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ＭＳ Ｐゴシック" panose="020B0600070205080204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1"/>
                      </a:buClr>
                      <a:buSzPct val="75000"/>
                      <a:buFont typeface="Wingdings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ＭＳ Ｐゴシック" panose="020B0600070205080204" pitchFamily="34" charset="-128"/>
                      </a:defRPr>
                    </a:lvl9pPr>
                  </a:lstStyle>
                  <a:p>
                    <a:pPr marL="0" marR="0" lvl="0" indent="0" algn="l" defTabSz="914400" rtl="0" eaLnBrk="1" fontAlgn="base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altLang="en-US" sz="1800" b="0" i="0" u="none" strike="noStrike" kern="120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panose="020B0604020202020204" pitchFamily="34" charset="0"/>
                      <a:ea typeface="ＭＳ Ｐゴシック" panose="020B0600070205080204" pitchFamily="34" charset="-128"/>
                      <a:cs typeface="+mn-cs"/>
                    </a:endParaRPr>
                  </a:p>
                </p:txBody>
              </p:sp>
              <p:sp>
                <p:nvSpPr>
                  <p:cNvPr id="125013" name="Rectangle 19">
                    <a:extLst>
                      <a:ext uri="{FF2B5EF4-FFF2-40B4-BE49-F238E27FC236}">
                        <a16:creationId xmlns:a16="http://schemas.microsoft.com/office/drawing/2014/main" id="{FE980454-C948-324A-B40A-01DF6B12DA8D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554182" y="2733964"/>
                    <a:ext cx="1477818" cy="166255"/>
                  </a:xfrm>
                  <a:prstGeom prst="rect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>
                    <a:lvl1pPr>
                      <a:spcBef>
                        <a:spcPct val="20000"/>
                      </a:spcBef>
                      <a:buClr>
                        <a:schemeClr val="accent1"/>
                      </a:buClr>
                      <a:buSzPct val="65000"/>
                      <a:buFont typeface="Wingdings" pitchFamily="2" charset="2"/>
                      <a:buChar char="n"/>
                      <a:defRPr sz="24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ＭＳ Ｐゴシック" panose="020B0600070205080204" pitchFamily="34" charset="-128"/>
                      </a:defRPr>
                    </a:lvl1pPr>
                    <a:lvl2pPr marL="742950" indent="-285750">
                      <a:spcBef>
                        <a:spcPct val="20000"/>
                      </a:spcBef>
                      <a:buClr>
                        <a:schemeClr val="accent2"/>
                      </a:buClr>
                      <a:buSzPct val="60000"/>
                      <a:buFont typeface="Wingdings" pitchFamily="2" charset="2"/>
                      <a:buChar char="q"/>
                      <a:defRPr sz="22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ＭＳ Ｐゴシック" panose="020B0600070205080204" pitchFamily="34" charset="-128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chemeClr val="accent1"/>
                      </a:buClr>
                      <a:buSzPct val="65000"/>
                      <a:buFont typeface="Wingdings" pitchFamily="2" charset="2"/>
                      <a:buChar char="n"/>
                      <a:defRPr sz="20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ＭＳ Ｐゴシック" panose="020B0600070205080204" pitchFamily="34" charset="-128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chemeClr val="accent2"/>
                      </a:buClr>
                      <a:buSzPct val="70000"/>
                      <a:buFont typeface="Wingdings" pitchFamily="2" charset="2"/>
                      <a:buChar char="q"/>
                      <a:defRPr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ＭＳ Ｐゴシック" panose="020B0600070205080204" pitchFamily="34" charset="-128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chemeClr val="accent1"/>
                      </a:buClr>
                      <a:buSzPct val="75000"/>
                      <a:buFont typeface="Wingdings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ＭＳ Ｐゴシック" panose="020B0600070205080204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1"/>
                      </a:buClr>
                      <a:buSzPct val="75000"/>
                      <a:buFont typeface="Wingdings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ＭＳ Ｐゴシック" panose="020B0600070205080204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1"/>
                      </a:buClr>
                      <a:buSzPct val="75000"/>
                      <a:buFont typeface="Wingdings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ＭＳ Ｐゴシック" panose="020B0600070205080204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1"/>
                      </a:buClr>
                      <a:buSzPct val="75000"/>
                      <a:buFont typeface="Wingdings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ＭＳ Ｐゴシック" panose="020B0600070205080204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1"/>
                      </a:buClr>
                      <a:buSzPct val="75000"/>
                      <a:buFont typeface="Wingdings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ＭＳ Ｐゴシック" panose="020B0600070205080204" pitchFamily="34" charset="-128"/>
                      </a:defRPr>
                    </a:lvl9pPr>
                  </a:lstStyle>
                  <a:p>
                    <a:pPr marL="0" marR="0" lvl="0" indent="0" algn="l" defTabSz="914400" rtl="0" eaLnBrk="1" fontAlgn="base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altLang="en-US" sz="1800" b="0" i="0" u="none" strike="noStrike" kern="120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panose="020B0604020202020204" pitchFamily="34" charset="0"/>
                      <a:ea typeface="ＭＳ Ｐゴシック" panose="020B0600070205080204" pitchFamily="34" charset="-128"/>
                      <a:cs typeface="+mn-cs"/>
                    </a:endParaRPr>
                  </a:p>
                </p:txBody>
              </p:sp>
              <p:sp>
                <p:nvSpPr>
                  <p:cNvPr id="125014" name="Rectangle 20">
                    <a:extLst>
                      <a:ext uri="{FF2B5EF4-FFF2-40B4-BE49-F238E27FC236}">
                        <a16:creationId xmlns:a16="http://schemas.microsoft.com/office/drawing/2014/main" id="{AECCA8B8-ACB0-5948-900A-1112226D536C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554182" y="2904836"/>
                    <a:ext cx="1477818" cy="166255"/>
                  </a:xfrm>
                  <a:prstGeom prst="rect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>
                    <a:lvl1pPr>
                      <a:spcBef>
                        <a:spcPct val="20000"/>
                      </a:spcBef>
                      <a:buClr>
                        <a:schemeClr val="accent1"/>
                      </a:buClr>
                      <a:buSzPct val="65000"/>
                      <a:buFont typeface="Wingdings" pitchFamily="2" charset="2"/>
                      <a:buChar char="n"/>
                      <a:defRPr sz="24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ＭＳ Ｐゴシック" panose="020B0600070205080204" pitchFamily="34" charset="-128"/>
                      </a:defRPr>
                    </a:lvl1pPr>
                    <a:lvl2pPr marL="742950" indent="-285750">
                      <a:spcBef>
                        <a:spcPct val="20000"/>
                      </a:spcBef>
                      <a:buClr>
                        <a:schemeClr val="accent2"/>
                      </a:buClr>
                      <a:buSzPct val="60000"/>
                      <a:buFont typeface="Wingdings" pitchFamily="2" charset="2"/>
                      <a:buChar char="q"/>
                      <a:defRPr sz="22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ＭＳ Ｐゴシック" panose="020B0600070205080204" pitchFamily="34" charset="-128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chemeClr val="accent1"/>
                      </a:buClr>
                      <a:buSzPct val="65000"/>
                      <a:buFont typeface="Wingdings" pitchFamily="2" charset="2"/>
                      <a:buChar char="n"/>
                      <a:defRPr sz="20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ＭＳ Ｐゴシック" panose="020B0600070205080204" pitchFamily="34" charset="-128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chemeClr val="accent2"/>
                      </a:buClr>
                      <a:buSzPct val="70000"/>
                      <a:buFont typeface="Wingdings" pitchFamily="2" charset="2"/>
                      <a:buChar char="q"/>
                      <a:defRPr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ＭＳ Ｐゴシック" panose="020B0600070205080204" pitchFamily="34" charset="-128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chemeClr val="accent1"/>
                      </a:buClr>
                      <a:buSzPct val="75000"/>
                      <a:buFont typeface="Wingdings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ＭＳ Ｐゴシック" panose="020B0600070205080204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1"/>
                      </a:buClr>
                      <a:buSzPct val="75000"/>
                      <a:buFont typeface="Wingdings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ＭＳ Ｐゴシック" panose="020B0600070205080204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1"/>
                      </a:buClr>
                      <a:buSzPct val="75000"/>
                      <a:buFont typeface="Wingdings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ＭＳ Ｐゴシック" panose="020B0600070205080204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1"/>
                      </a:buClr>
                      <a:buSzPct val="75000"/>
                      <a:buFont typeface="Wingdings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ＭＳ Ｐゴシック" panose="020B0600070205080204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1"/>
                      </a:buClr>
                      <a:buSzPct val="75000"/>
                      <a:buFont typeface="Wingdings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ＭＳ Ｐゴシック" panose="020B0600070205080204" pitchFamily="34" charset="-128"/>
                      </a:defRPr>
                    </a:lvl9pPr>
                  </a:lstStyle>
                  <a:p>
                    <a:pPr marL="0" marR="0" lvl="0" indent="0" algn="l" defTabSz="914400" rtl="0" eaLnBrk="1" fontAlgn="base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altLang="en-US" sz="1800" b="0" i="0" u="none" strike="noStrike" kern="120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panose="020B0604020202020204" pitchFamily="34" charset="0"/>
                      <a:ea typeface="ＭＳ Ｐゴシック" panose="020B0600070205080204" pitchFamily="34" charset="-128"/>
                      <a:cs typeface="+mn-cs"/>
                    </a:endParaRPr>
                  </a:p>
                </p:txBody>
              </p:sp>
              <p:sp>
                <p:nvSpPr>
                  <p:cNvPr id="125015" name="Rectangle 21">
                    <a:extLst>
                      <a:ext uri="{FF2B5EF4-FFF2-40B4-BE49-F238E27FC236}">
                        <a16:creationId xmlns:a16="http://schemas.microsoft.com/office/drawing/2014/main" id="{E2FC9B4B-93E6-3541-AF14-8F0FB0441A1D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554182" y="3071091"/>
                    <a:ext cx="1477818" cy="166255"/>
                  </a:xfrm>
                  <a:prstGeom prst="rect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>
                    <a:lvl1pPr>
                      <a:spcBef>
                        <a:spcPct val="20000"/>
                      </a:spcBef>
                      <a:buClr>
                        <a:schemeClr val="accent1"/>
                      </a:buClr>
                      <a:buSzPct val="65000"/>
                      <a:buFont typeface="Wingdings" pitchFamily="2" charset="2"/>
                      <a:buChar char="n"/>
                      <a:defRPr sz="24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ＭＳ Ｐゴシック" panose="020B0600070205080204" pitchFamily="34" charset="-128"/>
                      </a:defRPr>
                    </a:lvl1pPr>
                    <a:lvl2pPr marL="742950" indent="-285750">
                      <a:spcBef>
                        <a:spcPct val="20000"/>
                      </a:spcBef>
                      <a:buClr>
                        <a:schemeClr val="accent2"/>
                      </a:buClr>
                      <a:buSzPct val="60000"/>
                      <a:buFont typeface="Wingdings" pitchFamily="2" charset="2"/>
                      <a:buChar char="q"/>
                      <a:defRPr sz="22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ＭＳ Ｐゴシック" panose="020B0600070205080204" pitchFamily="34" charset="-128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chemeClr val="accent1"/>
                      </a:buClr>
                      <a:buSzPct val="65000"/>
                      <a:buFont typeface="Wingdings" pitchFamily="2" charset="2"/>
                      <a:buChar char="n"/>
                      <a:defRPr sz="20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ＭＳ Ｐゴシック" panose="020B0600070205080204" pitchFamily="34" charset="-128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chemeClr val="accent2"/>
                      </a:buClr>
                      <a:buSzPct val="70000"/>
                      <a:buFont typeface="Wingdings" pitchFamily="2" charset="2"/>
                      <a:buChar char="q"/>
                      <a:defRPr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ＭＳ Ｐゴシック" panose="020B0600070205080204" pitchFamily="34" charset="-128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chemeClr val="accent1"/>
                      </a:buClr>
                      <a:buSzPct val="75000"/>
                      <a:buFont typeface="Wingdings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ＭＳ Ｐゴシック" panose="020B0600070205080204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1"/>
                      </a:buClr>
                      <a:buSzPct val="75000"/>
                      <a:buFont typeface="Wingdings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ＭＳ Ｐゴシック" panose="020B0600070205080204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1"/>
                      </a:buClr>
                      <a:buSzPct val="75000"/>
                      <a:buFont typeface="Wingdings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ＭＳ Ｐゴシック" panose="020B0600070205080204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1"/>
                      </a:buClr>
                      <a:buSzPct val="75000"/>
                      <a:buFont typeface="Wingdings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ＭＳ Ｐゴシック" panose="020B0600070205080204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1"/>
                      </a:buClr>
                      <a:buSzPct val="75000"/>
                      <a:buFont typeface="Wingdings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ＭＳ Ｐゴシック" panose="020B0600070205080204" pitchFamily="34" charset="-128"/>
                      </a:defRPr>
                    </a:lvl9pPr>
                  </a:lstStyle>
                  <a:p>
                    <a:pPr marL="0" marR="0" lvl="0" indent="0" algn="l" defTabSz="914400" rtl="0" eaLnBrk="1" fontAlgn="base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altLang="en-US" sz="1800" b="0" i="0" u="none" strike="noStrike" kern="120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panose="020B0604020202020204" pitchFamily="34" charset="0"/>
                      <a:ea typeface="ＭＳ Ｐゴシック" panose="020B0600070205080204" pitchFamily="34" charset="-128"/>
                      <a:cs typeface="+mn-cs"/>
                    </a:endParaRPr>
                  </a:p>
                </p:txBody>
              </p:sp>
            </p:grpSp>
          </p:grpSp>
        </p:grpSp>
        <p:grpSp>
          <p:nvGrpSpPr>
            <p:cNvPr id="124985" name="Group 49">
              <a:extLst>
                <a:ext uri="{FF2B5EF4-FFF2-40B4-BE49-F238E27FC236}">
                  <a16:creationId xmlns:a16="http://schemas.microsoft.com/office/drawing/2014/main" id="{13BBA096-3DA7-8C40-A127-684A1379291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69455" y="3849829"/>
              <a:ext cx="1477818" cy="2678548"/>
              <a:chOff x="2433782" y="3512702"/>
              <a:chExt cx="1477818" cy="2678548"/>
            </a:xfrm>
          </p:grpSpPr>
          <p:grpSp>
            <p:nvGrpSpPr>
              <p:cNvPr id="124986" name="Group 26">
                <a:extLst>
                  <a:ext uri="{FF2B5EF4-FFF2-40B4-BE49-F238E27FC236}">
                    <a16:creationId xmlns:a16="http://schemas.microsoft.com/office/drawing/2014/main" id="{43FF8166-7E7E-F842-A040-4AA3AEE4153C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433782" y="3512702"/>
                <a:ext cx="1477818" cy="1339274"/>
                <a:chOff x="554182" y="2567709"/>
                <a:chExt cx="1477818" cy="1339274"/>
              </a:xfrm>
            </p:grpSpPr>
            <p:grpSp>
              <p:nvGrpSpPr>
                <p:cNvPr id="124998" name="Group 8">
                  <a:extLst>
                    <a:ext uri="{FF2B5EF4-FFF2-40B4-BE49-F238E27FC236}">
                      <a16:creationId xmlns:a16="http://schemas.microsoft.com/office/drawing/2014/main" id="{E8F55052-77DA-F64F-A943-10DEFA31B451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554182" y="2567709"/>
                  <a:ext cx="1477818" cy="669637"/>
                  <a:chOff x="554182" y="2567709"/>
                  <a:chExt cx="1477818" cy="669637"/>
                </a:xfrm>
              </p:grpSpPr>
              <p:sp>
                <p:nvSpPr>
                  <p:cNvPr id="125004" name="Rectangle 33">
                    <a:extLst>
                      <a:ext uri="{FF2B5EF4-FFF2-40B4-BE49-F238E27FC236}">
                        <a16:creationId xmlns:a16="http://schemas.microsoft.com/office/drawing/2014/main" id="{17FA2DCB-47E5-8245-B08C-301BF31DDCD3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554182" y="2567709"/>
                    <a:ext cx="1477818" cy="166255"/>
                  </a:xfrm>
                  <a:prstGeom prst="rect">
                    <a:avLst/>
                  </a:prstGeom>
                  <a:solidFill>
                    <a:schemeClr val="accent2"/>
                  </a:solidFill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</p:spPr>
                <p:txBody>
                  <a:bodyPr/>
                  <a:lstStyle>
                    <a:lvl1pPr>
                      <a:spcBef>
                        <a:spcPct val="20000"/>
                      </a:spcBef>
                      <a:buClr>
                        <a:schemeClr val="accent1"/>
                      </a:buClr>
                      <a:buSzPct val="65000"/>
                      <a:buFont typeface="Wingdings" pitchFamily="2" charset="2"/>
                      <a:buChar char="n"/>
                      <a:defRPr sz="24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ＭＳ Ｐゴシック" panose="020B0600070205080204" pitchFamily="34" charset="-128"/>
                      </a:defRPr>
                    </a:lvl1pPr>
                    <a:lvl2pPr marL="742950" indent="-285750">
                      <a:spcBef>
                        <a:spcPct val="20000"/>
                      </a:spcBef>
                      <a:buClr>
                        <a:schemeClr val="accent2"/>
                      </a:buClr>
                      <a:buSzPct val="60000"/>
                      <a:buFont typeface="Wingdings" pitchFamily="2" charset="2"/>
                      <a:buChar char="q"/>
                      <a:defRPr sz="22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ＭＳ Ｐゴシック" panose="020B0600070205080204" pitchFamily="34" charset="-128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chemeClr val="accent1"/>
                      </a:buClr>
                      <a:buSzPct val="65000"/>
                      <a:buFont typeface="Wingdings" pitchFamily="2" charset="2"/>
                      <a:buChar char="n"/>
                      <a:defRPr sz="20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ＭＳ Ｐゴシック" panose="020B0600070205080204" pitchFamily="34" charset="-128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chemeClr val="accent2"/>
                      </a:buClr>
                      <a:buSzPct val="70000"/>
                      <a:buFont typeface="Wingdings" pitchFamily="2" charset="2"/>
                      <a:buChar char="q"/>
                      <a:defRPr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ＭＳ Ｐゴシック" panose="020B0600070205080204" pitchFamily="34" charset="-128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chemeClr val="accent1"/>
                      </a:buClr>
                      <a:buSzPct val="75000"/>
                      <a:buFont typeface="Wingdings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ＭＳ Ｐゴシック" panose="020B0600070205080204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1"/>
                      </a:buClr>
                      <a:buSzPct val="75000"/>
                      <a:buFont typeface="Wingdings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ＭＳ Ｐゴシック" panose="020B0600070205080204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1"/>
                      </a:buClr>
                      <a:buSzPct val="75000"/>
                      <a:buFont typeface="Wingdings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ＭＳ Ｐゴシック" panose="020B0600070205080204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1"/>
                      </a:buClr>
                      <a:buSzPct val="75000"/>
                      <a:buFont typeface="Wingdings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ＭＳ Ｐゴシック" panose="020B0600070205080204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1"/>
                      </a:buClr>
                      <a:buSzPct val="75000"/>
                      <a:buFont typeface="Wingdings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ＭＳ Ｐゴシック" panose="020B0600070205080204" pitchFamily="34" charset="-128"/>
                      </a:defRPr>
                    </a:lvl9pPr>
                  </a:lstStyle>
                  <a:p>
                    <a:pPr marL="0" marR="0" lvl="0" indent="0" algn="l" defTabSz="914400" rtl="0" eaLnBrk="1" fontAlgn="base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altLang="en-US" sz="1800" b="0" i="0" u="none" strike="noStrike" kern="120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panose="020B0604020202020204" pitchFamily="34" charset="0"/>
                      <a:ea typeface="ＭＳ Ｐゴシック" panose="020B0600070205080204" pitchFamily="34" charset="-128"/>
                      <a:cs typeface="+mn-cs"/>
                    </a:endParaRPr>
                  </a:p>
                </p:txBody>
              </p:sp>
              <p:sp>
                <p:nvSpPr>
                  <p:cNvPr id="125005" name="Rectangle 34">
                    <a:extLst>
                      <a:ext uri="{FF2B5EF4-FFF2-40B4-BE49-F238E27FC236}">
                        <a16:creationId xmlns:a16="http://schemas.microsoft.com/office/drawing/2014/main" id="{AD74F887-FFCF-9242-8493-584A0E76D60E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554182" y="2733964"/>
                    <a:ext cx="1477818" cy="166255"/>
                  </a:xfrm>
                  <a:prstGeom prst="rect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>
                    <a:lvl1pPr>
                      <a:spcBef>
                        <a:spcPct val="20000"/>
                      </a:spcBef>
                      <a:buClr>
                        <a:schemeClr val="accent1"/>
                      </a:buClr>
                      <a:buSzPct val="65000"/>
                      <a:buFont typeface="Wingdings" pitchFamily="2" charset="2"/>
                      <a:buChar char="n"/>
                      <a:defRPr sz="24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ＭＳ Ｐゴシック" panose="020B0600070205080204" pitchFamily="34" charset="-128"/>
                      </a:defRPr>
                    </a:lvl1pPr>
                    <a:lvl2pPr marL="742950" indent="-285750">
                      <a:spcBef>
                        <a:spcPct val="20000"/>
                      </a:spcBef>
                      <a:buClr>
                        <a:schemeClr val="accent2"/>
                      </a:buClr>
                      <a:buSzPct val="60000"/>
                      <a:buFont typeface="Wingdings" pitchFamily="2" charset="2"/>
                      <a:buChar char="q"/>
                      <a:defRPr sz="22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ＭＳ Ｐゴシック" panose="020B0600070205080204" pitchFamily="34" charset="-128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chemeClr val="accent1"/>
                      </a:buClr>
                      <a:buSzPct val="65000"/>
                      <a:buFont typeface="Wingdings" pitchFamily="2" charset="2"/>
                      <a:buChar char="n"/>
                      <a:defRPr sz="20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ＭＳ Ｐゴシック" panose="020B0600070205080204" pitchFamily="34" charset="-128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chemeClr val="accent2"/>
                      </a:buClr>
                      <a:buSzPct val="70000"/>
                      <a:buFont typeface="Wingdings" pitchFamily="2" charset="2"/>
                      <a:buChar char="q"/>
                      <a:defRPr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ＭＳ Ｐゴシック" panose="020B0600070205080204" pitchFamily="34" charset="-128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chemeClr val="accent1"/>
                      </a:buClr>
                      <a:buSzPct val="75000"/>
                      <a:buFont typeface="Wingdings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ＭＳ Ｐゴシック" panose="020B0600070205080204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1"/>
                      </a:buClr>
                      <a:buSzPct val="75000"/>
                      <a:buFont typeface="Wingdings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ＭＳ Ｐゴシック" panose="020B0600070205080204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1"/>
                      </a:buClr>
                      <a:buSzPct val="75000"/>
                      <a:buFont typeface="Wingdings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ＭＳ Ｐゴシック" panose="020B0600070205080204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1"/>
                      </a:buClr>
                      <a:buSzPct val="75000"/>
                      <a:buFont typeface="Wingdings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ＭＳ Ｐゴシック" panose="020B0600070205080204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1"/>
                      </a:buClr>
                      <a:buSzPct val="75000"/>
                      <a:buFont typeface="Wingdings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ＭＳ Ｐゴシック" panose="020B0600070205080204" pitchFamily="34" charset="-128"/>
                      </a:defRPr>
                    </a:lvl9pPr>
                  </a:lstStyle>
                  <a:p>
                    <a:pPr marL="0" marR="0" lvl="0" indent="0" algn="l" defTabSz="914400" rtl="0" eaLnBrk="1" fontAlgn="base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altLang="en-US" sz="1800" b="0" i="0" u="none" strike="noStrike" kern="120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panose="020B0604020202020204" pitchFamily="34" charset="0"/>
                      <a:ea typeface="ＭＳ Ｐゴシック" panose="020B0600070205080204" pitchFamily="34" charset="-128"/>
                      <a:cs typeface="+mn-cs"/>
                    </a:endParaRPr>
                  </a:p>
                </p:txBody>
              </p:sp>
              <p:sp>
                <p:nvSpPr>
                  <p:cNvPr id="125006" name="Rectangle 35">
                    <a:extLst>
                      <a:ext uri="{FF2B5EF4-FFF2-40B4-BE49-F238E27FC236}">
                        <a16:creationId xmlns:a16="http://schemas.microsoft.com/office/drawing/2014/main" id="{56A02975-AC84-394C-A31A-BBAF565DF8DB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554182" y="2904836"/>
                    <a:ext cx="1477818" cy="166255"/>
                  </a:xfrm>
                  <a:prstGeom prst="rect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>
                    <a:lvl1pPr>
                      <a:spcBef>
                        <a:spcPct val="20000"/>
                      </a:spcBef>
                      <a:buClr>
                        <a:schemeClr val="accent1"/>
                      </a:buClr>
                      <a:buSzPct val="65000"/>
                      <a:buFont typeface="Wingdings" pitchFamily="2" charset="2"/>
                      <a:buChar char="n"/>
                      <a:defRPr sz="24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ＭＳ Ｐゴシック" panose="020B0600070205080204" pitchFamily="34" charset="-128"/>
                      </a:defRPr>
                    </a:lvl1pPr>
                    <a:lvl2pPr marL="742950" indent="-285750">
                      <a:spcBef>
                        <a:spcPct val="20000"/>
                      </a:spcBef>
                      <a:buClr>
                        <a:schemeClr val="accent2"/>
                      </a:buClr>
                      <a:buSzPct val="60000"/>
                      <a:buFont typeface="Wingdings" pitchFamily="2" charset="2"/>
                      <a:buChar char="q"/>
                      <a:defRPr sz="22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ＭＳ Ｐゴシック" panose="020B0600070205080204" pitchFamily="34" charset="-128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chemeClr val="accent1"/>
                      </a:buClr>
                      <a:buSzPct val="65000"/>
                      <a:buFont typeface="Wingdings" pitchFamily="2" charset="2"/>
                      <a:buChar char="n"/>
                      <a:defRPr sz="20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ＭＳ Ｐゴシック" panose="020B0600070205080204" pitchFamily="34" charset="-128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chemeClr val="accent2"/>
                      </a:buClr>
                      <a:buSzPct val="70000"/>
                      <a:buFont typeface="Wingdings" pitchFamily="2" charset="2"/>
                      <a:buChar char="q"/>
                      <a:defRPr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ＭＳ Ｐゴシック" panose="020B0600070205080204" pitchFamily="34" charset="-128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chemeClr val="accent1"/>
                      </a:buClr>
                      <a:buSzPct val="75000"/>
                      <a:buFont typeface="Wingdings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ＭＳ Ｐゴシック" panose="020B0600070205080204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1"/>
                      </a:buClr>
                      <a:buSzPct val="75000"/>
                      <a:buFont typeface="Wingdings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ＭＳ Ｐゴシック" panose="020B0600070205080204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1"/>
                      </a:buClr>
                      <a:buSzPct val="75000"/>
                      <a:buFont typeface="Wingdings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ＭＳ Ｐゴシック" panose="020B0600070205080204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1"/>
                      </a:buClr>
                      <a:buSzPct val="75000"/>
                      <a:buFont typeface="Wingdings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ＭＳ Ｐゴシック" panose="020B0600070205080204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1"/>
                      </a:buClr>
                      <a:buSzPct val="75000"/>
                      <a:buFont typeface="Wingdings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ＭＳ Ｐゴシック" panose="020B0600070205080204" pitchFamily="34" charset="-128"/>
                      </a:defRPr>
                    </a:lvl9pPr>
                  </a:lstStyle>
                  <a:p>
                    <a:pPr marL="0" marR="0" lvl="0" indent="0" algn="l" defTabSz="914400" rtl="0" eaLnBrk="1" fontAlgn="base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altLang="en-US" sz="1800" b="0" i="0" u="none" strike="noStrike" kern="120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panose="020B0604020202020204" pitchFamily="34" charset="0"/>
                      <a:ea typeface="ＭＳ Ｐゴシック" panose="020B0600070205080204" pitchFamily="34" charset="-128"/>
                      <a:cs typeface="+mn-cs"/>
                    </a:endParaRPr>
                  </a:p>
                </p:txBody>
              </p:sp>
              <p:sp>
                <p:nvSpPr>
                  <p:cNvPr id="125007" name="Rectangle 36">
                    <a:extLst>
                      <a:ext uri="{FF2B5EF4-FFF2-40B4-BE49-F238E27FC236}">
                        <a16:creationId xmlns:a16="http://schemas.microsoft.com/office/drawing/2014/main" id="{EBF6193A-0388-5A4F-85A6-B0E4859E2937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554182" y="3071091"/>
                    <a:ext cx="1477818" cy="166255"/>
                  </a:xfrm>
                  <a:prstGeom prst="rect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>
                    <a:lvl1pPr>
                      <a:spcBef>
                        <a:spcPct val="20000"/>
                      </a:spcBef>
                      <a:buClr>
                        <a:schemeClr val="accent1"/>
                      </a:buClr>
                      <a:buSzPct val="65000"/>
                      <a:buFont typeface="Wingdings" pitchFamily="2" charset="2"/>
                      <a:buChar char="n"/>
                      <a:defRPr sz="24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ＭＳ Ｐゴシック" panose="020B0600070205080204" pitchFamily="34" charset="-128"/>
                      </a:defRPr>
                    </a:lvl1pPr>
                    <a:lvl2pPr marL="742950" indent="-285750">
                      <a:spcBef>
                        <a:spcPct val="20000"/>
                      </a:spcBef>
                      <a:buClr>
                        <a:schemeClr val="accent2"/>
                      </a:buClr>
                      <a:buSzPct val="60000"/>
                      <a:buFont typeface="Wingdings" pitchFamily="2" charset="2"/>
                      <a:buChar char="q"/>
                      <a:defRPr sz="22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ＭＳ Ｐゴシック" panose="020B0600070205080204" pitchFamily="34" charset="-128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chemeClr val="accent1"/>
                      </a:buClr>
                      <a:buSzPct val="65000"/>
                      <a:buFont typeface="Wingdings" pitchFamily="2" charset="2"/>
                      <a:buChar char="n"/>
                      <a:defRPr sz="20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ＭＳ Ｐゴシック" panose="020B0600070205080204" pitchFamily="34" charset="-128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chemeClr val="accent2"/>
                      </a:buClr>
                      <a:buSzPct val="70000"/>
                      <a:buFont typeface="Wingdings" pitchFamily="2" charset="2"/>
                      <a:buChar char="q"/>
                      <a:defRPr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ＭＳ Ｐゴシック" panose="020B0600070205080204" pitchFamily="34" charset="-128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chemeClr val="accent1"/>
                      </a:buClr>
                      <a:buSzPct val="75000"/>
                      <a:buFont typeface="Wingdings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ＭＳ Ｐゴシック" panose="020B0600070205080204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1"/>
                      </a:buClr>
                      <a:buSzPct val="75000"/>
                      <a:buFont typeface="Wingdings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ＭＳ Ｐゴシック" panose="020B0600070205080204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1"/>
                      </a:buClr>
                      <a:buSzPct val="75000"/>
                      <a:buFont typeface="Wingdings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ＭＳ Ｐゴシック" panose="020B0600070205080204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1"/>
                      </a:buClr>
                      <a:buSzPct val="75000"/>
                      <a:buFont typeface="Wingdings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ＭＳ Ｐゴシック" panose="020B0600070205080204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1"/>
                      </a:buClr>
                      <a:buSzPct val="75000"/>
                      <a:buFont typeface="Wingdings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ＭＳ Ｐゴシック" panose="020B0600070205080204" pitchFamily="34" charset="-128"/>
                      </a:defRPr>
                    </a:lvl9pPr>
                  </a:lstStyle>
                  <a:p>
                    <a:pPr marL="0" marR="0" lvl="0" indent="0" algn="l" defTabSz="914400" rtl="0" eaLnBrk="1" fontAlgn="base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altLang="en-US" sz="1800" b="0" i="0" u="none" strike="noStrike" kern="120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panose="020B0604020202020204" pitchFamily="34" charset="0"/>
                      <a:ea typeface="ＭＳ Ｐゴシック" panose="020B0600070205080204" pitchFamily="34" charset="-128"/>
                      <a:cs typeface="+mn-cs"/>
                    </a:endParaRPr>
                  </a:p>
                </p:txBody>
              </p:sp>
            </p:grpSp>
            <p:grpSp>
              <p:nvGrpSpPr>
                <p:cNvPr id="124999" name="Group 9">
                  <a:extLst>
                    <a:ext uri="{FF2B5EF4-FFF2-40B4-BE49-F238E27FC236}">
                      <a16:creationId xmlns:a16="http://schemas.microsoft.com/office/drawing/2014/main" id="{EFE42A4F-69D2-B242-8B0E-776E6819A32F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554182" y="3237346"/>
                  <a:ext cx="1477818" cy="669637"/>
                  <a:chOff x="554182" y="2567709"/>
                  <a:chExt cx="1477818" cy="669637"/>
                </a:xfrm>
              </p:grpSpPr>
              <p:sp>
                <p:nvSpPr>
                  <p:cNvPr id="125000" name="Rectangle 29">
                    <a:extLst>
                      <a:ext uri="{FF2B5EF4-FFF2-40B4-BE49-F238E27FC236}">
                        <a16:creationId xmlns:a16="http://schemas.microsoft.com/office/drawing/2014/main" id="{7700FE78-D0BA-4442-AF4C-9EF8A2DCC3F6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554182" y="2567709"/>
                    <a:ext cx="1477818" cy="166255"/>
                  </a:xfrm>
                  <a:prstGeom prst="rect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>
                    <a:lvl1pPr>
                      <a:spcBef>
                        <a:spcPct val="20000"/>
                      </a:spcBef>
                      <a:buClr>
                        <a:schemeClr val="accent1"/>
                      </a:buClr>
                      <a:buSzPct val="65000"/>
                      <a:buFont typeface="Wingdings" pitchFamily="2" charset="2"/>
                      <a:buChar char="n"/>
                      <a:defRPr sz="24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ＭＳ Ｐゴシック" panose="020B0600070205080204" pitchFamily="34" charset="-128"/>
                      </a:defRPr>
                    </a:lvl1pPr>
                    <a:lvl2pPr marL="742950" indent="-285750">
                      <a:spcBef>
                        <a:spcPct val="20000"/>
                      </a:spcBef>
                      <a:buClr>
                        <a:schemeClr val="accent2"/>
                      </a:buClr>
                      <a:buSzPct val="60000"/>
                      <a:buFont typeface="Wingdings" pitchFamily="2" charset="2"/>
                      <a:buChar char="q"/>
                      <a:defRPr sz="22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ＭＳ Ｐゴシック" panose="020B0600070205080204" pitchFamily="34" charset="-128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chemeClr val="accent1"/>
                      </a:buClr>
                      <a:buSzPct val="65000"/>
                      <a:buFont typeface="Wingdings" pitchFamily="2" charset="2"/>
                      <a:buChar char="n"/>
                      <a:defRPr sz="20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ＭＳ Ｐゴシック" panose="020B0600070205080204" pitchFamily="34" charset="-128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chemeClr val="accent2"/>
                      </a:buClr>
                      <a:buSzPct val="70000"/>
                      <a:buFont typeface="Wingdings" pitchFamily="2" charset="2"/>
                      <a:buChar char="q"/>
                      <a:defRPr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ＭＳ Ｐゴシック" panose="020B0600070205080204" pitchFamily="34" charset="-128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chemeClr val="accent1"/>
                      </a:buClr>
                      <a:buSzPct val="75000"/>
                      <a:buFont typeface="Wingdings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ＭＳ Ｐゴシック" panose="020B0600070205080204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1"/>
                      </a:buClr>
                      <a:buSzPct val="75000"/>
                      <a:buFont typeface="Wingdings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ＭＳ Ｐゴシック" panose="020B0600070205080204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1"/>
                      </a:buClr>
                      <a:buSzPct val="75000"/>
                      <a:buFont typeface="Wingdings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ＭＳ Ｐゴシック" panose="020B0600070205080204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1"/>
                      </a:buClr>
                      <a:buSzPct val="75000"/>
                      <a:buFont typeface="Wingdings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ＭＳ Ｐゴシック" panose="020B0600070205080204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1"/>
                      </a:buClr>
                      <a:buSzPct val="75000"/>
                      <a:buFont typeface="Wingdings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ＭＳ Ｐゴシック" panose="020B0600070205080204" pitchFamily="34" charset="-128"/>
                      </a:defRPr>
                    </a:lvl9pPr>
                  </a:lstStyle>
                  <a:p>
                    <a:pPr marL="0" marR="0" lvl="0" indent="0" algn="l" defTabSz="914400" rtl="0" eaLnBrk="1" fontAlgn="base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altLang="en-US" sz="1800" b="0" i="0" u="none" strike="noStrike" kern="120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panose="020B0604020202020204" pitchFamily="34" charset="0"/>
                      <a:ea typeface="ＭＳ Ｐゴシック" panose="020B0600070205080204" pitchFamily="34" charset="-128"/>
                      <a:cs typeface="+mn-cs"/>
                    </a:endParaRPr>
                  </a:p>
                </p:txBody>
              </p:sp>
              <p:sp>
                <p:nvSpPr>
                  <p:cNvPr id="125001" name="Rectangle 30">
                    <a:extLst>
                      <a:ext uri="{FF2B5EF4-FFF2-40B4-BE49-F238E27FC236}">
                        <a16:creationId xmlns:a16="http://schemas.microsoft.com/office/drawing/2014/main" id="{D0D09836-6A21-4F46-B9B0-EC9C765A6AE4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554182" y="2733964"/>
                    <a:ext cx="1477818" cy="166255"/>
                  </a:xfrm>
                  <a:prstGeom prst="rect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>
                    <a:lvl1pPr>
                      <a:spcBef>
                        <a:spcPct val="20000"/>
                      </a:spcBef>
                      <a:buClr>
                        <a:schemeClr val="accent1"/>
                      </a:buClr>
                      <a:buSzPct val="65000"/>
                      <a:buFont typeface="Wingdings" pitchFamily="2" charset="2"/>
                      <a:buChar char="n"/>
                      <a:defRPr sz="24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ＭＳ Ｐゴシック" panose="020B0600070205080204" pitchFamily="34" charset="-128"/>
                      </a:defRPr>
                    </a:lvl1pPr>
                    <a:lvl2pPr marL="742950" indent="-285750">
                      <a:spcBef>
                        <a:spcPct val="20000"/>
                      </a:spcBef>
                      <a:buClr>
                        <a:schemeClr val="accent2"/>
                      </a:buClr>
                      <a:buSzPct val="60000"/>
                      <a:buFont typeface="Wingdings" pitchFamily="2" charset="2"/>
                      <a:buChar char="q"/>
                      <a:defRPr sz="22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ＭＳ Ｐゴシック" panose="020B0600070205080204" pitchFamily="34" charset="-128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chemeClr val="accent1"/>
                      </a:buClr>
                      <a:buSzPct val="65000"/>
                      <a:buFont typeface="Wingdings" pitchFamily="2" charset="2"/>
                      <a:buChar char="n"/>
                      <a:defRPr sz="20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ＭＳ Ｐゴシック" panose="020B0600070205080204" pitchFamily="34" charset="-128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chemeClr val="accent2"/>
                      </a:buClr>
                      <a:buSzPct val="70000"/>
                      <a:buFont typeface="Wingdings" pitchFamily="2" charset="2"/>
                      <a:buChar char="q"/>
                      <a:defRPr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ＭＳ Ｐゴシック" panose="020B0600070205080204" pitchFamily="34" charset="-128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chemeClr val="accent1"/>
                      </a:buClr>
                      <a:buSzPct val="75000"/>
                      <a:buFont typeface="Wingdings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ＭＳ Ｐゴシック" panose="020B0600070205080204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1"/>
                      </a:buClr>
                      <a:buSzPct val="75000"/>
                      <a:buFont typeface="Wingdings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ＭＳ Ｐゴシック" panose="020B0600070205080204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1"/>
                      </a:buClr>
                      <a:buSzPct val="75000"/>
                      <a:buFont typeface="Wingdings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ＭＳ Ｐゴシック" panose="020B0600070205080204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1"/>
                      </a:buClr>
                      <a:buSzPct val="75000"/>
                      <a:buFont typeface="Wingdings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ＭＳ Ｐゴシック" panose="020B0600070205080204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1"/>
                      </a:buClr>
                      <a:buSzPct val="75000"/>
                      <a:buFont typeface="Wingdings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ＭＳ Ｐゴシック" panose="020B0600070205080204" pitchFamily="34" charset="-128"/>
                      </a:defRPr>
                    </a:lvl9pPr>
                  </a:lstStyle>
                  <a:p>
                    <a:pPr marL="0" marR="0" lvl="0" indent="0" algn="l" defTabSz="914400" rtl="0" eaLnBrk="1" fontAlgn="base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altLang="en-US" sz="1800" b="0" i="0" u="none" strike="noStrike" kern="120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panose="020B0604020202020204" pitchFamily="34" charset="0"/>
                      <a:ea typeface="ＭＳ Ｐゴシック" panose="020B0600070205080204" pitchFamily="34" charset="-128"/>
                      <a:cs typeface="+mn-cs"/>
                    </a:endParaRPr>
                  </a:p>
                </p:txBody>
              </p:sp>
              <p:sp>
                <p:nvSpPr>
                  <p:cNvPr id="125002" name="Rectangle 31">
                    <a:extLst>
                      <a:ext uri="{FF2B5EF4-FFF2-40B4-BE49-F238E27FC236}">
                        <a16:creationId xmlns:a16="http://schemas.microsoft.com/office/drawing/2014/main" id="{08248970-59BE-4F4A-B084-6C2D009F57B9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554182" y="2904836"/>
                    <a:ext cx="1477818" cy="166255"/>
                  </a:xfrm>
                  <a:prstGeom prst="rect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>
                    <a:lvl1pPr>
                      <a:spcBef>
                        <a:spcPct val="20000"/>
                      </a:spcBef>
                      <a:buClr>
                        <a:schemeClr val="accent1"/>
                      </a:buClr>
                      <a:buSzPct val="65000"/>
                      <a:buFont typeface="Wingdings" pitchFamily="2" charset="2"/>
                      <a:buChar char="n"/>
                      <a:defRPr sz="24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ＭＳ Ｐゴシック" panose="020B0600070205080204" pitchFamily="34" charset="-128"/>
                      </a:defRPr>
                    </a:lvl1pPr>
                    <a:lvl2pPr marL="742950" indent="-285750">
                      <a:spcBef>
                        <a:spcPct val="20000"/>
                      </a:spcBef>
                      <a:buClr>
                        <a:schemeClr val="accent2"/>
                      </a:buClr>
                      <a:buSzPct val="60000"/>
                      <a:buFont typeface="Wingdings" pitchFamily="2" charset="2"/>
                      <a:buChar char="q"/>
                      <a:defRPr sz="22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ＭＳ Ｐゴシック" panose="020B0600070205080204" pitchFamily="34" charset="-128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chemeClr val="accent1"/>
                      </a:buClr>
                      <a:buSzPct val="65000"/>
                      <a:buFont typeface="Wingdings" pitchFamily="2" charset="2"/>
                      <a:buChar char="n"/>
                      <a:defRPr sz="20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ＭＳ Ｐゴシック" panose="020B0600070205080204" pitchFamily="34" charset="-128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chemeClr val="accent2"/>
                      </a:buClr>
                      <a:buSzPct val="70000"/>
                      <a:buFont typeface="Wingdings" pitchFamily="2" charset="2"/>
                      <a:buChar char="q"/>
                      <a:defRPr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ＭＳ Ｐゴシック" panose="020B0600070205080204" pitchFamily="34" charset="-128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chemeClr val="accent1"/>
                      </a:buClr>
                      <a:buSzPct val="75000"/>
                      <a:buFont typeface="Wingdings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ＭＳ Ｐゴシック" panose="020B0600070205080204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1"/>
                      </a:buClr>
                      <a:buSzPct val="75000"/>
                      <a:buFont typeface="Wingdings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ＭＳ Ｐゴシック" panose="020B0600070205080204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1"/>
                      </a:buClr>
                      <a:buSzPct val="75000"/>
                      <a:buFont typeface="Wingdings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ＭＳ Ｐゴシック" panose="020B0600070205080204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1"/>
                      </a:buClr>
                      <a:buSzPct val="75000"/>
                      <a:buFont typeface="Wingdings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ＭＳ Ｐゴシック" panose="020B0600070205080204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1"/>
                      </a:buClr>
                      <a:buSzPct val="75000"/>
                      <a:buFont typeface="Wingdings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ＭＳ Ｐゴシック" panose="020B0600070205080204" pitchFamily="34" charset="-128"/>
                      </a:defRPr>
                    </a:lvl9pPr>
                  </a:lstStyle>
                  <a:p>
                    <a:pPr marL="0" marR="0" lvl="0" indent="0" algn="l" defTabSz="914400" rtl="0" eaLnBrk="1" fontAlgn="base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altLang="en-US" sz="1800" b="0" i="0" u="none" strike="noStrike" kern="120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panose="020B0604020202020204" pitchFamily="34" charset="0"/>
                      <a:ea typeface="ＭＳ Ｐゴシック" panose="020B0600070205080204" pitchFamily="34" charset="-128"/>
                      <a:cs typeface="+mn-cs"/>
                    </a:endParaRPr>
                  </a:p>
                </p:txBody>
              </p:sp>
              <p:sp>
                <p:nvSpPr>
                  <p:cNvPr id="125003" name="Rectangle 32">
                    <a:extLst>
                      <a:ext uri="{FF2B5EF4-FFF2-40B4-BE49-F238E27FC236}">
                        <a16:creationId xmlns:a16="http://schemas.microsoft.com/office/drawing/2014/main" id="{6D70040A-729B-984A-8B78-BF9014CDEDEE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554182" y="3071091"/>
                    <a:ext cx="1477818" cy="166255"/>
                  </a:xfrm>
                  <a:prstGeom prst="rect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>
                    <a:lvl1pPr>
                      <a:spcBef>
                        <a:spcPct val="20000"/>
                      </a:spcBef>
                      <a:buClr>
                        <a:schemeClr val="accent1"/>
                      </a:buClr>
                      <a:buSzPct val="65000"/>
                      <a:buFont typeface="Wingdings" pitchFamily="2" charset="2"/>
                      <a:buChar char="n"/>
                      <a:defRPr sz="24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ＭＳ Ｐゴシック" panose="020B0600070205080204" pitchFamily="34" charset="-128"/>
                      </a:defRPr>
                    </a:lvl1pPr>
                    <a:lvl2pPr marL="742950" indent="-285750">
                      <a:spcBef>
                        <a:spcPct val="20000"/>
                      </a:spcBef>
                      <a:buClr>
                        <a:schemeClr val="accent2"/>
                      </a:buClr>
                      <a:buSzPct val="60000"/>
                      <a:buFont typeface="Wingdings" pitchFamily="2" charset="2"/>
                      <a:buChar char="q"/>
                      <a:defRPr sz="22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ＭＳ Ｐゴシック" panose="020B0600070205080204" pitchFamily="34" charset="-128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chemeClr val="accent1"/>
                      </a:buClr>
                      <a:buSzPct val="65000"/>
                      <a:buFont typeface="Wingdings" pitchFamily="2" charset="2"/>
                      <a:buChar char="n"/>
                      <a:defRPr sz="20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ＭＳ Ｐゴシック" panose="020B0600070205080204" pitchFamily="34" charset="-128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chemeClr val="accent2"/>
                      </a:buClr>
                      <a:buSzPct val="70000"/>
                      <a:buFont typeface="Wingdings" pitchFamily="2" charset="2"/>
                      <a:buChar char="q"/>
                      <a:defRPr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ＭＳ Ｐゴシック" panose="020B0600070205080204" pitchFamily="34" charset="-128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chemeClr val="accent1"/>
                      </a:buClr>
                      <a:buSzPct val="75000"/>
                      <a:buFont typeface="Wingdings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ＭＳ Ｐゴシック" panose="020B0600070205080204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1"/>
                      </a:buClr>
                      <a:buSzPct val="75000"/>
                      <a:buFont typeface="Wingdings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ＭＳ Ｐゴシック" panose="020B0600070205080204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1"/>
                      </a:buClr>
                      <a:buSzPct val="75000"/>
                      <a:buFont typeface="Wingdings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ＭＳ Ｐゴシック" panose="020B0600070205080204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1"/>
                      </a:buClr>
                      <a:buSzPct val="75000"/>
                      <a:buFont typeface="Wingdings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ＭＳ Ｐゴシック" panose="020B0600070205080204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1"/>
                      </a:buClr>
                      <a:buSzPct val="75000"/>
                      <a:buFont typeface="Wingdings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ＭＳ Ｐゴシック" panose="020B0600070205080204" pitchFamily="34" charset="-128"/>
                      </a:defRPr>
                    </a:lvl9pPr>
                  </a:lstStyle>
                  <a:p>
                    <a:pPr marL="0" marR="0" lvl="0" indent="0" algn="l" defTabSz="914400" rtl="0" eaLnBrk="1" fontAlgn="base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altLang="en-US" sz="1800" b="0" i="0" u="none" strike="noStrike" kern="120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panose="020B0604020202020204" pitchFamily="34" charset="0"/>
                      <a:ea typeface="ＭＳ Ｐゴシック" panose="020B0600070205080204" pitchFamily="34" charset="-128"/>
                      <a:cs typeface="+mn-cs"/>
                    </a:endParaRPr>
                  </a:p>
                </p:txBody>
              </p:sp>
            </p:grpSp>
          </p:grpSp>
          <p:grpSp>
            <p:nvGrpSpPr>
              <p:cNvPr id="124987" name="Group 37">
                <a:extLst>
                  <a:ext uri="{FF2B5EF4-FFF2-40B4-BE49-F238E27FC236}">
                    <a16:creationId xmlns:a16="http://schemas.microsoft.com/office/drawing/2014/main" id="{D66440B1-B990-534B-932C-47A2A62C536A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433782" y="4851976"/>
                <a:ext cx="1477818" cy="1339274"/>
                <a:chOff x="554182" y="2567709"/>
                <a:chExt cx="1477818" cy="1339274"/>
              </a:xfrm>
            </p:grpSpPr>
            <p:grpSp>
              <p:nvGrpSpPr>
                <p:cNvPr id="124988" name="Group 8">
                  <a:extLst>
                    <a:ext uri="{FF2B5EF4-FFF2-40B4-BE49-F238E27FC236}">
                      <a16:creationId xmlns:a16="http://schemas.microsoft.com/office/drawing/2014/main" id="{1A0BB147-BC03-9D4E-9B86-FE3C49A7CAC7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554182" y="2567709"/>
                  <a:ext cx="1477818" cy="669637"/>
                  <a:chOff x="554182" y="2567709"/>
                  <a:chExt cx="1477818" cy="669637"/>
                </a:xfrm>
              </p:grpSpPr>
              <p:sp>
                <p:nvSpPr>
                  <p:cNvPr id="124994" name="Rectangle 44">
                    <a:extLst>
                      <a:ext uri="{FF2B5EF4-FFF2-40B4-BE49-F238E27FC236}">
                        <a16:creationId xmlns:a16="http://schemas.microsoft.com/office/drawing/2014/main" id="{1B16BE18-00D1-F14B-8390-06E9BF0A5B29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554182" y="2567709"/>
                    <a:ext cx="1477818" cy="166255"/>
                  </a:xfrm>
                  <a:prstGeom prst="rect">
                    <a:avLst/>
                  </a:prstGeom>
                  <a:solidFill>
                    <a:schemeClr val="accent2"/>
                  </a:solidFill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</p:spPr>
                <p:txBody>
                  <a:bodyPr/>
                  <a:lstStyle>
                    <a:lvl1pPr>
                      <a:spcBef>
                        <a:spcPct val="20000"/>
                      </a:spcBef>
                      <a:buClr>
                        <a:schemeClr val="accent1"/>
                      </a:buClr>
                      <a:buSzPct val="65000"/>
                      <a:buFont typeface="Wingdings" pitchFamily="2" charset="2"/>
                      <a:buChar char="n"/>
                      <a:defRPr sz="24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ＭＳ Ｐゴシック" panose="020B0600070205080204" pitchFamily="34" charset="-128"/>
                      </a:defRPr>
                    </a:lvl1pPr>
                    <a:lvl2pPr marL="742950" indent="-285750">
                      <a:spcBef>
                        <a:spcPct val="20000"/>
                      </a:spcBef>
                      <a:buClr>
                        <a:schemeClr val="accent2"/>
                      </a:buClr>
                      <a:buSzPct val="60000"/>
                      <a:buFont typeface="Wingdings" pitchFamily="2" charset="2"/>
                      <a:buChar char="q"/>
                      <a:defRPr sz="22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ＭＳ Ｐゴシック" panose="020B0600070205080204" pitchFamily="34" charset="-128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chemeClr val="accent1"/>
                      </a:buClr>
                      <a:buSzPct val="65000"/>
                      <a:buFont typeface="Wingdings" pitchFamily="2" charset="2"/>
                      <a:buChar char="n"/>
                      <a:defRPr sz="20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ＭＳ Ｐゴシック" panose="020B0600070205080204" pitchFamily="34" charset="-128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chemeClr val="accent2"/>
                      </a:buClr>
                      <a:buSzPct val="70000"/>
                      <a:buFont typeface="Wingdings" pitchFamily="2" charset="2"/>
                      <a:buChar char="q"/>
                      <a:defRPr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ＭＳ Ｐゴシック" panose="020B0600070205080204" pitchFamily="34" charset="-128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chemeClr val="accent1"/>
                      </a:buClr>
                      <a:buSzPct val="75000"/>
                      <a:buFont typeface="Wingdings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ＭＳ Ｐゴシック" panose="020B0600070205080204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1"/>
                      </a:buClr>
                      <a:buSzPct val="75000"/>
                      <a:buFont typeface="Wingdings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ＭＳ Ｐゴシック" panose="020B0600070205080204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1"/>
                      </a:buClr>
                      <a:buSzPct val="75000"/>
                      <a:buFont typeface="Wingdings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ＭＳ Ｐゴシック" panose="020B0600070205080204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1"/>
                      </a:buClr>
                      <a:buSzPct val="75000"/>
                      <a:buFont typeface="Wingdings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ＭＳ Ｐゴシック" panose="020B0600070205080204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1"/>
                      </a:buClr>
                      <a:buSzPct val="75000"/>
                      <a:buFont typeface="Wingdings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ＭＳ Ｐゴシック" panose="020B0600070205080204" pitchFamily="34" charset="-128"/>
                      </a:defRPr>
                    </a:lvl9pPr>
                  </a:lstStyle>
                  <a:p>
                    <a:pPr marL="0" marR="0" lvl="0" indent="0" algn="l" defTabSz="914400" rtl="0" eaLnBrk="1" fontAlgn="base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altLang="en-US" sz="1800" b="0" i="0" u="none" strike="noStrike" kern="120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panose="020B0604020202020204" pitchFamily="34" charset="0"/>
                      <a:ea typeface="ＭＳ Ｐゴシック" panose="020B0600070205080204" pitchFamily="34" charset="-128"/>
                      <a:cs typeface="+mn-cs"/>
                    </a:endParaRPr>
                  </a:p>
                </p:txBody>
              </p:sp>
              <p:sp>
                <p:nvSpPr>
                  <p:cNvPr id="124995" name="Rectangle 45">
                    <a:extLst>
                      <a:ext uri="{FF2B5EF4-FFF2-40B4-BE49-F238E27FC236}">
                        <a16:creationId xmlns:a16="http://schemas.microsoft.com/office/drawing/2014/main" id="{FCA27F20-671F-724A-9EAB-F80C5F4D2091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554182" y="2733964"/>
                    <a:ext cx="1477818" cy="166255"/>
                  </a:xfrm>
                  <a:prstGeom prst="rect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>
                    <a:lvl1pPr>
                      <a:spcBef>
                        <a:spcPct val="20000"/>
                      </a:spcBef>
                      <a:buClr>
                        <a:schemeClr val="accent1"/>
                      </a:buClr>
                      <a:buSzPct val="65000"/>
                      <a:buFont typeface="Wingdings" pitchFamily="2" charset="2"/>
                      <a:buChar char="n"/>
                      <a:defRPr sz="24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ＭＳ Ｐゴシック" panose="020B0600070205080204" pitchFamily="34" charset="-128"/>
                      </a:defRPr>
                    </a:lvl1pPr>
                    <a:lvl2pPr marL="742950" indent="-285750">
                      <a:spcBef>
                        <a:spcPct val="20000"/>
                      </a:spcBef>
                      <a:buClr>
                        <a:schemeClr val="accent2"/>
                      </a:buClr>
                      <a:buSzPct val="60000"/>
                      <a:buFont typeface="Wingdings" pitchFamily="2" charset="2"/>
                      <a:buChar char="q"/>
                      <a:defRPr sz="22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ＭＳ Ｐゴシック" panose="020B0600070205080204" pitchFamily="34" charset="-128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chemeClr val="accent1"/>
                      </a:buClr>
                      <a:buSzPct val="65000"/>
                      <a:buFont typeface="Wingdings" pitchFamily="2" charset="2"/>
                      <a:buChar char="n"/>
                      <a:defRPr sz="20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ＭＳ Ｐゴシック" panose="020B0600070205080204" pitchFamily="34" charset="-128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chemeClr val="accent2"/>
                      </a:buClr>
                      <a:buSzPct val="70000"/>
                      <a:buFont typeface="Wingdings" pitchFamily="2" charset="2"/>
                      <a:buChar char="q"/>
                      <a:defRPr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ＭＳ Ｐゴシック" panose="020B0600070205080204" pitchFamily="34" charset="-128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chemeClr val="accent1"/>
                      </a:buClr>
                      <a:buSzPct val="75000"/>
                      <a:buFont typeface="Wingdings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ＭＳ Ｐゴシック" panose="020B0600070205080204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1"/>
                      </a:buClr>
                      <a:buSzPct val="75000"/>
                      <a:buFont typeface="Wingdings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ＭＳ Ｐゴシック" panose="020B0600070205080204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1"/>
                      </a:buClr>
                      <a:buSzPct val="75000"/>
                      <a:buFont typeface="Wingdings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ＭＳ Ｐゴシック" panose="020B0600070205080204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1"/>
                      </a:buClr>
                      <a:buSzPct val="75000"/>
                      <a:buFont typeface="Wingdings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ＭＳ Ｐゴシック" panose="020B0600070205080204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1"/>
                      </a:buClr>
                      <a:buSzPct val="75000"/>
                      <a:buFont typeface="Wingdings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ＭＳ Ｐゴシック" panose="020B0600070205080204" pitchFamily="34" charset="-128"/>
                      </a:defRPr>
                    </a:lvl9pPr>
                  </a:lstStyle>
                  <a:p>
                    <a:pPr marL="0" marR="0" lvl="0" indent="0" algn="l" defTabSz="914400" rtl="0" eaLnBrk="1" fontAlgn="base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altLang="en-US" sz="1800" b="0" i="0" u="none" strike="noStrike" kern="120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panose="020B0604020202020204" pitchFamily="34" charset="0"/>
                      <a:ea typeface="ＭＳ Ｐゴシック" panose="020B0600070205080204" pitchFamily="34" charset="-128"/>
                      <a:cs typeface="+mn-cs"/>
                    </a:endParaRPr>
                  </a:p>
                </p:txBody>
              </p:sp>
              <p:sp>
                <p:nvSpPr>
                  <p:cNvPr id="124996" name="Rectangle 46">
                    <a:extLst>
                      <a:ext uri="{FF2B5EF4-FFF2-40B4-BE49-F238E27FC236}">
                        <a16:creationId xmlns:a16="http://schemas.microsoft.com/office/drawing/2014/main" id="{46F40B6E-22B8-B74D-9CF3-B66C83532549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554182" y="2904836"/>
                    <a:ext cx="1477818" cy="166255"/>
                  </a:xfrm>
                  <a:prstGeom prst="rect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>
                    <a:lvl1pPr>
                      <a:spcBef>
                        <a:spcPct val="20000"/>
                      </a:spcBef>
                      <a:buClr>
                        <a:schemeClr val="accent1"/>
                      </a:buClr>
                      <a:buSzPct val="65000"/>
                      <a:buFont typeface="Wingdings" pitchFamily="2" charset="2"/>
                      <a:buChar char="n"/>
                      <a:defRPr sz="24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ＭＳ Ｐゴシック" panose="020B0600070205080204" pitchFamily="34" charset="-128"/>
                      </a:defRPr>
                    </a:lvl1pPr>
                    <a:lvl2pPr marL="742950" indent="-285750">
                      <a:spcBef>
                        <a:spcPct val="20000"/>
                      </a:spcBef>
                      <a:buClr>
                        <a:schemeClr val="accent2"/>
                      </a:buClr>
                      <a:buSzPct val="60000"/>
                      <a:buFont typeface="Wingdings" pitchFamily="2" charset="2"/>
                      <a:buChar char="q"/>
                      <a:defRPr sz="22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ＭＳ Ｐゴシック" panose="020B0600070205080204" pitchFamily="34" charset="-128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chemeClr val="accent1"/>
                      </a:buClr>
                      <a:buSzPct val="65000"/>
                      <a:buFont typeface="Wingdings" pitchFamily="2" charset="2"/>
                      <a:buChar char="n"/>
                      <a:defRPr sz="20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ＭＳ Ｐゴシック" panose="020B0600070205080204" pitchFamily="34" charset="-128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chemeClr val="accent2"/>
                      </a:buClr>
                      <a:buSzPct val="70000"/>
                      <a:buFont typeface="Wingdings" pitchFamily="2" charset="2"/>
                      <a:buChar char="q"/>
                      <a:defRPr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ＭＳ Ｐゴシック" panose="020B0600070205080204" pitchFamily="34" charset="-128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chemeClr val="accent1"/>
                      </a:buClr>
                      <a:buSzPct val="75000"/>
                      <a:buFont typeface="Wingdings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ＭＳ Ｐゴシック" panose="020B0600070205080204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1"/>
                      </a:buClr>
                      <a:buSzPct val="75000"/>
                      <a:buFont typeface="Wingdings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ＭＳ Ｐゴシック" panose="020B0600070205080204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1"/>
                      </a:buClr>
                      <a:buSzPct val="75000"/>
                      <a:buFont typeface="Wingdings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ＭＳ Ｐゴシック" panose="020B0600070205080204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1"/>
                      </a:buClr>
                      <a:buSzPct val="75000"/>
                      <a:buFont typeface="Wingdings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ＭＳ Ｐゴシック" panose="020B0600070205080204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1"/>
                      </a:buClr>
                      <a:buSzPct val="75000"/>
                      <a:buFont typeface="Wingdings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ＭＳ Ｐゴシック" panose="020B0600070205080204" pitchFamily="34" charset="-128"/>
                      </a:defRPr>
                    </a:lvl9pPr>
                  </a:lstStyle>
                  <a:p>
                    <a:pPr marL="0" marR="0" lvl="0" indent="0" algn="l" defTabSz="914400" rtl="0" eaLnBrk="1" fontAlgn="base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altLang="en-US" sz="1800" b="0" i="0" u="none" strike="noStrike" kern="120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panose="020B0604020202020204" pitchFamily="34" charset="0"/>
                      <a:ea typeface="ＭＳ Ｐゴシック" panose="020B0600070205080204" pitchFamily="34" charset="-128"/>
                      <a:cs typeface="+mn-cs"/>
                    </a:endParaRPr>
                  </a:p>
                </p:txBody>
              </p:sp>
              <p:sp>
                <p:nvSpPr>
                  <p:cNvPr id="124997" name="Rectangle 47">
                    <a:extLst>
                      <a:ext uri="{FF2B5EF4-FFF2-40B4-BE49-F238E27FC236}">
                        <a16:creationId xmlns:a16="http://schemas.microsoft.com/office/drawing/2014/main" id="{044BA942-3411-9048-BD66-6B6FE5FD82E6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554182" y="3071091"/>
                    <a:ext cx="1477818" cy="166255"/>
                  </a:xfrm>
                  <a:prstGeom prst="rect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>
                    <a:lvl1pPr>
                      <a:spcBef>
                        <a:spcPct val="20000"/>
                      </a:spcBef>
                      <a:buClr>
                        <a:schemeClr val="accent1"/>
                      </a:buClr>
                      <a:buSzPct val="65000"/>
                      <a:buFont typeface="Wingdings" pitchFamily="2" charset="2"/>
                      <a:buChar char="n"/>
                      <a:defRPr sz="24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ＭＳ Ｐゴシック" panose="020B0600070205080204" pitchFamily="34" charset="-128"/>
                      </a:defRPr>
                    </a:lvl1pPr>
                    <a:lvl2pPr marL="742950" indent="-285750">
                      <a:spcBef>
                        <a:spcPct val="20000"/>
                      </a:spcBef>
                      <a:buClr>
                        <a:schemeClr val="accent2"/>
                      </a:buClr>
                      <a:buSzPct val="60000"/>
                      <a:buFont typeface="Wingdings" pitchFamily="2" charset="2"/>
                      <a:buChar char="q"/>
                      <a:defRPr sz="22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ＭＳ Ｐゴシック" panose="020B0600070205080204" pitchFamily="34" charset="-128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chemeClr val="accent1"/>
                      </a:buClr>
                      <a:buSzPct val="65000"/>
                      <a:buFont typeface="Wingdings" pitchFamily="2" charset="2"/>
                      <a:buChar char="n"/>
                      <a:defRPr sz="20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ＭＳ Ｐゴシック" panose="020B0600070205080204" pitchFamily="34" charset="-128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chemeClr val="accent2"/>
                      </a:buClr>
                      <a:buSzPct val="70000"/>
                      <a:buFont typeface="Wingdings" pitchFamily="2" charset="2"/>
                      <a:buChar char="q"/>
                      <a:defRPr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ＭＳ Ｐゴシック" panose="020B0600070205080204" pitchFamily="34" charset="-128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chemeClr val="accent1"/>
                      </a:buClr>
                      <a:buSzPct val="75000"/>
                      <a:buFont typeface="Wingdings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ＭＳ Ｐゴシック" panose="020B0600070205080204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1"/>
                      </a:buClr>
                      <a:buSzPct val="75000"/>
                      <a:buFont typeface="Wingdings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ＭＳ Ｐゴシック" panose="020B0600070205080204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1"/>
                      </a:buClr>
                      <a:buSzPct val="75000"/>
                      <a:buFont typeface="Wingdings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ＭＳ Ｐゴシック" panose="020B0600070205080204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1"/>
                      </a:buClr>
                      <a:buSzPct val="75000"/>
                      <a:buFont typeface="Wingdings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ＭＳ Ｐゴシック" panose="020B0600070205080204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1"/>
                      </a:buClr>
                      <a:buSzPct val="75000"/>
                      <a:buFont typeface="Wingdings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ＭＳ Ｐゴシック" panose="020B0600070205080204" pitchFamily="34" charset="-128"/>
                      </a:defRPr>
                    </a:lvl9pPr>
                  </a:lstStyle>
                  <a:p>
                    <a:pPr marL="0" marR="0" lvl="0" indent="0" algn="l" defTabSz="914400" rtl="0" eaLnBrk="1" fontAlgn="base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altLang="en-US" sz="1800" b="0" i="0" u="none" strike="noStrike" kern="120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panose="020B0604020202020204" pitchFamily="34" charset="0"/>
                      <a:ea typeface="ＭＳ Ｐゴシック" panose="020B0600070205080204" pitchFamily="34" charset="-128"/>
                      <a:cs typeface="+mn-cs"/>
                    </a:endParaRPr>
                  </a:p>
                </p:txBody>
              </p:sp>
            </p:grpSp>
            <p:grpSp>
              <p:nvGrpSpPr>
                <p:cNvPr id="124989" name="Group 9">
                  <a:extLst>
                    <a:ext uri="{FF2B5EF4-FFF2-40B4-BE49-F238E27FC236}">
                      <a16:creationId xmlns:a16="http://schemas.microsoft.com/office/drawing/2014/main" id="{22949162-EBEF-C64C-A5C7-E667EA8A1DA3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554182" y="3237346"/>
                  <a:ext cx="1477818" cy="669637"/>
                  <a:chOff x="554182" y="2567709"/>
                  <a:chExt cx="1477818" cy="669637"/>
                </a:xfrm>
              </p:grpSpPr>
              <p:sp>
                <p:nvSpPr>
                  <p:cNvPr id="124990" name="Rectangle 40">
                    <a:extLst>
                      <a:ext uri="{FF2B5EF4-FFF2-40B4-BE49-F238E27FC236}">
                        <a16:creationId xmlns:a16="http://schemas.microsoft.com/office/drawing/2014/main" id="{1E75A890-8DAD-8447-948C-60197B33FDE8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554182" y="2567709"/>
                    <a:ext cx="1477818" cy="166255"/>
                  </a:xfrm>
                  <a:prstGeom prst="rect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>
                    <a:lvl1pPr>
                      <a:spcBef>
                        <a:spcPct val="20000"/>
                      </a:spcBef>
                      <a:buClr>
                        <a:schemeClr val="accent1"/>
                      </a:buClr>
                      <a:buSzPct val="65000"/>
                      <a:buFont typeface="Wingdings" pitchFamily="2" charset="2"/>
                      <a:buChar char="n"/>
                      <a:defRPr sz="24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ＭＳ Ｐゴシック" panose="020B0600070205080204" pitchFamily="34" charset="-128"/>
                      </a:defRPr>
                    </a:lvl1pPr>
                    <a:lvl2pPr marL="742950" indent="-285750">
                      <a:spcBef>
                        <a:spcPct val="20000"/>
                      </a:spcBef>
                      <a:buClr>
                        <a:schemeClr val="accent2"/>
                      </a:buClr>
                      <a:buSzPct val="60000"/>
                      <a:buFont typeface="Wingdings" pitchFamily="2" charset="2"/>
                      <a:buChar char="q"/>
                      <a:defRPr sz="22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ＭＳ Ｐゴシック" panose="020B0600070205080204" pitchFamily="34" charset="-128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chemeClr val="accent1"/>
                      </a:buClr>
                      <a:buSzPct val="65000"/>
                      <a:buFont typeface="Wingdings" pitchFamily="2" charset="2"/>
                      <a:buChar char="n"/>
                      <a:defRPr sz="20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ＭＳ Ｐゴシック" panose="020B0600070205080204" pitchFamily="34" charset="-128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chemeClr val="accent2"/>
                      </a:buClr>
                      <a:buSzPct val="70000"/>
                      <a:buFont typeface="Wingdings" pitchFamily="2" charset="2"/>
                      <a:buChar char="q"/>
                      <a:defRPr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ＭＳ Ｐゴシック" panose="020B0600070205080204" pitchFamily="34" charset="-128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chemeClr val="accent1"/>
                      </a:buClr>
                      <a:buSzPct val="75000"/>
                      <a:buFont typeface="Wingdings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ＭＳ Ｐゴシック" panose="020B0600070205080204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1"/>
                      </a:buClr>
                      <a:buSzPct val="75000"/>
                      <a:buFont typeface="Wingdings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ＭＳ Ｐゴシック" panose="020B0600070205080204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1"/>
                      </a:buClr>
                      <a:buSzPct val="75000"/>
                      <a:buFont typeface="Wingdings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ＭＳ Ｐゴシック" panose="020B0600070205080204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1"/>
                      </a:buClr>
                      <a:buSzPct val="75000"/>
                      <a:buFont typeface="Wingdings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ＭＳ Ｐゴシック" panose="020B0600070205080204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1"/>
                      </a:buClr>
                      <a:buSzPct val="75000"/>
                      <a:buFont typeface="Wingdings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ＭＳ Ｐゴシック" panose="020B0600070205080204" pitchFamily="34" charset="-128"/>
                      </a:defRPr>
                    </a:lvl9pPr>
                  </a:lstStyle>
                  <a:p>
                    <a:pPr marL="0" marR="0" lvl="0" indent="0" algn="l" defTabSz="914400" rtl="0" eaLnBrk="1" fontAlgn="base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altLang="en-US" sz="1800" b="0" i="0" u="none" strike="noStrike" kern="120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panose="020B0604020202020204" pitchFamily="34" charset="0"/>
                      <a:ea typeface="ＭＳ Ｐゴシック" panose="020B0600070205080204" pitchFamily="34" charset="-128"/>
                      <a:cs typeface="+mn-cs"/>
                    </a:endParaRPr>
                  </a:p>
                </p:txBody>
              </p:sp>
              <p:sp>
                <p:nvSpPr>
                  <p:cNvPr id="124991" name="Rectangle 41">
                    <a:extLst>
                      <a:ext uri="{FF2B5EF4-FFF2-40B4-BE49-F238E27FC236}">
                        <a16:creationId xmlns:a16="http://schemas.microsoft.com/office/drawing/2014/main" id="{60E1865B-6720-F843-BB8B-96EC6717E8F8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554182" y="2733964"/>
                    <a:ext cx="1477818" cy="166255"/>
                  </a:xfrm>
                  <a:prstGeom prst="rect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>
                    <a:lvl1pPr>
                      <a:spcBef>
                        <a:spcPct val="20000"/>
                      </a:spcBef>
                      <a:buClr>
                        <a:schemeClr val="accent1"/>
                      </a:buClr>
                      <a:buSzPct val="65000"/>
                      <a:buFont typeface="Wingdings" pitchFamily="2" charset="2"/>
                      <a:buChar char="n"/>
                      <a:defRPr sz="24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ＭＳ Ｐゴシック" panose="020B0600070205080204" pitchFamily="34" charset="-128"/>
                      </a:defRPr>
                    </a:lvl1pPr>
                    <a:lvl2pPr marL="742950" indent="-285750">
                      <a:spcBef>
                        <a:spcPct val="20000"/>
                      </a:spcBef>
                      <a:buClr>
                        <a:schemeClr val="accent2"/>
                      </a:buClr>
                      <a:buSzPct val="60000"/>
                      <a:buFont typeface="Wingdings" pitchFamily="2" charset="2"/>
                      <a:buChar char="q"/>
                      <a:defRPr sz="22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ＭＳ Ｐゴシック" panose="020B0600070205080204" pitchFamily="34" charset="-128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chemeClr val="accent1"/>
                      </a:buClr>
                      <a:buSzPct val="65000"/>
                      <a:buFont typeface="Wingdings" pitchFamily="2" charset="2"/>
                      <a:buChar char="n"/>
                      <a:defRPr sz="20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ＭＳ Ｐゴシック" panose="020B0600070205080204" pitchFamily="34" charset="-128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chemeClr val="accent2"/>
                      </a:buClr>
                      <a:buSzPct val="70000"/>
                      <a:buFont typeface="Wingdings" pitchFamily="2" charset="2"/>
                      <a:buChar char="q"/>
                      <a:defRPr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ＭＳ Ｐゴシック" panose="020B0600070205080204" pitchFamily="34" charset="-128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chemeClr val="accent1"/>
                      </a:buClr>
                      <a:buSzPct val="75000"/>
                      <a:buFont typeface="Wingdings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ＭＳ Ｐゴシック" panose="020B0600070205080204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1"/>
                      </a:buClr>
                      <a:buSzPct val="75000"/>
                      <a:buFont typeface="Wingdings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ＭＳ Ｐゴシック" panose="020B0600070205080204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1"/>
                      </a:buClr>
                      <a:buSzPct val="75000"/>
                      <a:buFont typeface="Wingdings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ＭＳ Ｐゴシック" panose="020B0600070205080204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1"/>
                      </a:buClr>
                      <a:buSzPct val="75000"/>
                      <a:buFont typeface="Wingdings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ＭＳ Ｐゴシック" panose="020B0600070205080204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1"/>
                      </a:buClr>
                      <a:buSzPct val="75000"/>
                      <a:buFont typeface="Wingdings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ＭＳ Ｐゴシック" panose="020B0600070205080204" pitchFamily="34" charset="-128"/>
                      </a:defRPr>
                    </a:lvl9pPr>
                  </a:lstStyle>
                  <a:p>
                    <a:pPr marL="0" marR="0" lvl="0" indent="0" algn="l" defTabSz="914400" rtl="0" eaLnBrk="1" fontAlgn="base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altLang="en-US" sz="1800" b="0" i="0" u="none" strike="noStrike" kern="120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panose="020B0604020202020204" pitchFamily="34" charset="0"/>
                      <a:ea typeface="ＭＳ Ｐゴシック" panose="020B0600070205080204" pitchFamily="34" charset="-128"/>
                      <a:cs typeface="+mn-cs"/>
                    </a:endParaRPr>
                  </a:p>
                </p:txBody>
              </p:sp>
              <p:sp>
                <p:nvSpPr>
                  <p:cNvPr id="124992" name="Rectangle 42">
                    <a:extLst>
                      <a:ext uri="{FF2B5EF4-FFF2-40B4-BE49-F238E27FC236}">
                        <a16:creationId xmlns:a16="http://schemas.microsoft.com/office/drawing/2014/main" id="{66770C87-F89D-D547-A6E4-347921070E4E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554182" y="2904836"/>
                    <a:ext cx="1477818" cy="166255"/>
                  </a:xfrm>
                  <a:prstGeom prst="rect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>
                    <a:lvl1pPr>
                      <a:spcBef>
                        <a:spcPct val="20000"/>
                      </a:spcBef>
                      <a:buClr>
                        <a:schemeClr val="accent1"/>
                      </a:buClr>
                      <a:buSzPct val="65000"/>
                      <a:buFont typeface="Wingdings" pitchFamily="2" charset="2"/>
                      <a:buChar char="n"/>
                      <a:defRPr sz="24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ＭＳ Ｐゴシック" panose="020B0600070205080204" pitchFamily="34" charset="-128"/>
                      </a:defRPr>
                    </a:lvl1pPr>
                    <a:lvl2pPr marL="742950" indent="-285750">
                      <a:spcBef>
                        <a:spcPct val="20000"/>
                      </a:spcBef>
                      <a:buClr>
                        <a:schemeClr val="accent2"/>
                      </a:buClr>
                      <a:buSzPct val="60000"/>
                      <a:buFont typeface="Wingdings" pitchFamily="2" charset="2"/>
                      <a:buChar char="q"/>
                      <a:defRPr sz="22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ＭＳ Ｐゴシック" panose="020B0600070205080204" pitchFamily="34" charset="-128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chemeClr val="accent1"/>
                      </a:buClr>
                      <a:buSzPct val="65000"/>
                      <a:buFont typeface="Wingdings" pitchFamily="2" charset="2"/>
                      <a:buChar char="n"/>
                      <a:defRPr sz="20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ＭＳ Ｐゴシック" panose="020B0600070205080204" pitchFamily="34" charset="-128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chemeClr val="accent2"/>
                      </a:buClr>
                      <a:buSzPct val="70000"/>
                      <a:buFont typeface="Wingdings" pitchFamily="2" charset="2"/>
                      <a:buChar char="q"/>
                      <a:defRPr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ＭＳ Ｐゴシック" panose="020B0600070205080204" pitchFamily="34" charset="-128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chemeClr val="accent1"/>
                      </a:buClr>
                      <a:buSzPct val="75000"/>
                      <a:buFont typeface="Wingdings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ＭＳ Ｐゴシック" panose="020B0600070205080204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1"/>
                      </a:buClr>
                      <a:buSzPct val="75000"/>
                      <a:buFont typeface="Wingdings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ＭＳ Ｐゴシック" panose="020B0600070205080204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1"/>
                      </a:buClr>
                      <a:buSzPct val="75000"/>
                      <a:buFont typeface="Wingdings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ＭＳ Ｐゴシック" panose="020B0600070205080204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1"/>
                      </a:buClr>
                      <a:buSzPct val="75000"/>
                      <a:buFont typeface="Wingdings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ＭＳ Ｐゴシック" panose="020B0600070205080204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1"/>
                      </a:buClr>
                      <a:buSzPct val="75000"/>
                      <a:buFont typeface="Wingdings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ＭＳ Ｐゴシック" panose="020B0600070205080204" pitchFamily="34" charset="-128"/>
                      </a:defRPr>
                    </a:lvl9pPr>
                  </a:lstStyle>
                  <a:p>
                    <a:pPr marL="0" marR="0" lvl="0" indent="0" algn="l" defTabSz="914400" rtl="0" eaLnBrk="1" fontAlgn="base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altLang="en-US" sz="1800" b="0" i="0" u="none" strike="noStrike" kern="120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panose="020B0604020202020204" pitchFamily="34" charset="0"/>
                      <a:ea typeface="ＭＳ Ｐゴシック" panose="020B0600070205080204" pitchFamily="34" charset="-128"/>
                      <a:cs typeface="+mn-cs"/>
                    </a:endParaRPr>
                  </a:p>
                </p:txBody>
              </p:sp>
              <p:sp>
                <p:nvSpPr>
                  <p:cNvPr id="124993" name="Rectangle 43">
                    <a:extLst>
                      <a:ext uri="{FF2B5EF4-FFF2-40B4-BE49-F238E27FC236}">
                        <a16:creationId xmlns:a16="http://schemas.microsoft.com/office/drawing/2014/main" id="{5623887B-104A-084B-B212-86950EBAFF89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554182" y="3071091"/>
                    <a:ext cx="1477818" cy="166255"/>
                  </a:xfrm>
                  <a:prstGeom prst="rect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>
                    <a:lvl1pPr>
                      <a:spcBef>
                        <a:spcPct val="20000"/>
                      </a:spcBef>
                      <a:buClr>
                        <a:schemeClr val="accent1"/>
                      </a:buClr>
                      <a:buSzPct val="65000"/>
                      <a:buFont typeface="Wingdings" pitchFamily="2" charset="2"/>
                      <a:buChar char="n"/>
                      <a:defRPr sz="24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ＭＳ Ｐゴシック" panose="020B0600070205080204" pitchFamily="34" charset="-128"/>
                      </a:defRPr>
                    </a:lvl1pPr>
                    <a:lvl2pPr marL="742950" indent="-285750">
                      <a:spcBef>
                        <a:spcPct val="20000"/>
                      </a:spcBef>
                      <a:buClr>
                        <a:schemeClr val="accent2"/>
                      </a:buClr>
                      <a:buSzPct val="60000"/>
                      <a:buFont typeface="Wingdings" pitchFamily="2" charset="2"/>
                      <a:buChar char="q"/>
                      <a:defRPr sz="22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ＭＳ Ｐゴシック" panose="020B0600070205080204" pitchFamily="34" charset="-128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chemeClr val="accent1"/>
                      </a:buClr>
                      <a:buSzPct val="65000"/>
                      <a:buFont typeface="Wingdings" pitchFamily="2" charset="2"/>
                      <a:buChar char="n"/>
                      <a:defRPr sz="20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ＭＳ Ｐゴシック" panose="020B0600070205080204" pitchFamily="34" charset="-128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chemeClr val="accent2"/>
                      </a:buClr>
                      <a:buSzPct val="70000"/>
                      <a:buFont typeface="Wingdings" pitchFamily="2" charset="2"/>
                      <a:buChar char="q"/>
                      <a:defRPr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ＭＳ Ｐゴシック" panose="020B0600070205080204" pitchFamily="34" charset="-128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chemeClr val="accent1"/>
                      </a:buClr>
                      <a:buSzPct val="75000"/>
                      <a:buFont typeface="Wingdings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ＭＳ Ｐゴシック" panose="020B0600070205080204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1"/>
                      </a:buClr>
                      <a:buSzPct val="75000"/>
                      <a:buFont typeface="Wingdings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ＭＳ Ｐゴシック" panose="020B0600070205080204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1"/>
                      </a:buClr>
                      <a:buSzPct val="75000"/>
                      <a:buFont typeface="Wingdings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ＭＳ Ｐゴシック" panose="020B0600070205080204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1"/>
                      </a:buClr>
                      <a:buSzPct val="75000"/>
                      <a:buFont typeface="Wingdings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ＭＳ Ｐゴシック" panose="020B0600070205080204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1"/>
                      </a:buClr>
                      <a:buSzPct val="75000"/>
                      <a:buFont typeface="Wingdings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ＭＳ Ｐゴシック" panose="020B0600070205080204" pitchFamily="34" charset="-128"/>
                      </a:defRPr>
                    </a:lvl9pPr>
                  </a:lstStyle>
                  <a:p>
                    <a:pPr marL="0" marR="0" lvl="0" indent="0" algn="l" defTabSz="914400" rtl="0" eaLnBrk="1" fontAlgn="base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altLang="en-US" sz="1800" b="0" i="0" u="none" strike="noStrike" kern="120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panose="020B0604020202020204" pitchFamily="34" charset="0"/>
                      <a:ea typeface="ＭＳ Ｐゴシック" panose="020B0600070205080204" pitchFamily="34" charset="-128"/>
                      <a:cs typeface="+mn-cs"/>
                    </a:endParaRPr>
                  </a:p>
                </p:txBody>
              </p:sp>
            </p:grpSp>
          </p:grpSp>
        </p:grpSp>
      </p:grpSp>
      <p:grpSp>
        <p:nvGrpSpPr>
          <p:cNvPr id="82949" name="Group 59">
            <a:extLst>
              <a:ext uri="{FF2B5EF4-FFF2-40B4-BE49-F238E27FC236}">
                <a16:creationId xmlns:a16="http://schemas.microsoft.com/office/drawing/2014/main" id="{F47ADBD4-E10A-574E-9D4C-96D5A65C6F85}"/>
              </a:ext>
            </a:extLst>
          </p:cNvPr>
          <p:cNvGrpSpPr>
            <a:grpSpLocks/>
          </p:cNvGrpSpPr>
          <p:nvPr/>
        </p:nvGrpSpPr>
        <p:grpSpPr bwMode="auto">
          <a:xfrm>
            <a:off x="4502150" y="3314700"/>
            <a:ext cx="1477963" cy="1338263"/>
            <a:chOff x="2544619" y="2612161"/>
            <a:chExt cx="1477818" cy="1339274"/>
          </a:xfrm>
        </p:grpSpPr>
        <p:sp>
          <p:nvSpPr>
            <p:cNvPr id="124976" name="Rectangle 51">
              <a:extLst>
                <a:ext uri="{FF2B5EF4-FFF2-40B4-BE49-F238E27FC236}">
                  <a16:creationId xmlns:a16="http://schemas.microsoft.com/office/drawing/2014/main" id="{57ABC89A-8BC0-404B-8ECE-B99D97C752C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44619" y="2612161"/>
              <a:ext cx="1477818" cy="166255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60000"/>
                <a:buFont typeface="Wingdings" pitchFamily="2" charset="2"/>
                <a:buChar char="q"/>
                <a:defRPr sz="22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itchFamily="2" charset="2"/>
                <a:buChar char="q"/>
                <a:defRPr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124977" name="Rectangle 52">
              <a:extLst>
                <a:ext uri="{FF2B5EF4-FFF2-40B4-BE49-F238E27FC236}">
                  <a16:creationId xmlns:a16="http://schemas.microsoft.com/office/drawing/2014/main" id="{29E86B7B-77E3-2142-B2B1-7C3B636B6C6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44619" y="2783033"/>
              <a:ext cx="1477818" cy="166255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60000"/>
                <a:buFont typeface="Wingdings" pitchFamily="2" charset="2"/>
                <a:buChar char="q"/>
                <a:defRPr sz="22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itchFamily="2" charset="2"/>
                <a:buChar char="q"/>
                <a:defRPr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124978" name="Rectangle 53">
              <a:extLst>
                <a:ext uri="{FF2B5EF4-FFF2-40B4-BE49-F238E27FC236}">
                  <a16:creationId xmlns:a16="http://schemas.microsoft.com/office/drawing/2014/main" id="{B4BB8816-9286-134B-BCAC-8B9765C1257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44619" y="2949288"/>
              <a:ext cx="1477818" cy="166255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60000"/>
                <a:buFont typeface="Wingdings" pitchFamily="2" charset="2"/>
                <a:buChar char="q"/>
                <a:defRPr sz="22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itchFamily="2" charset="2"/>
                <a:buChar char="q"/>
                <a:defRPr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124979" name="Rectangle 54">
              <a:extLst>
                <a:ext uri="{FF2B5EF4-FFF2-40B4-BE49-F238E27FC236}">
                  <a16:creationId xmlns:a16="http://schemas.microsoft.com/office/drawing/2014/main" id="{66ED7A42-5BD4-F948-9D2F-35AEBF0F437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44619" y="3115543"/>
              <a:ext cx="1477818" cy="166255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60000"/>
                <a:buFont typeface="Wingdings" pitchFamily="2" charset="2"/>
                <a:buChar char="q"/>
                <a:defRPr sz="22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itchFamily="2" charset="2"/>
                <a:buChar char="q"/>
                <a:defRPr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124980" name="Rectangle 55">
              <a:extLst>
                <a:ext uri="{FF2B5EF4-FFF2-40B4-BE49-F238E27FC236}">
                  <a16:creationId xmlns:a16="http://schemas.microsoft.com/office/drawing/2014/main" id="{199BD510-E914-5B40-9724-679EEB7E63D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44619" y="3286415"/>
              <a:ext cx="1477818" cy="166255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60000"/>
                <a:buFont typeface="Wingdings" pitchFamily="2" charset="2"/>
                <a:buChar char="q"/>
                <a:defRPr sz="22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itchFamily="2" charset="2"/>
                <a:buChar char="q"/>
                <a:defRPr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124981" name="Rectangle 56">
              <a:extLst>
                <a:ext uri="{FF2B5EF4-FFF2-40B4-BE49-F238E27FC236}">
                  <a16:creationId xmlns:a16="http://schemas.microsoft.com/office/drawing/2014/main" id="{85435B0E-86A2-0147-8D80-5D385A603D1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44619" y="3452670"/>
              <a:ext cx="1477818" cy="166255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60000"/>
                <a:buFont typeface="Wingdings" pitchFamily="2" charset="2"/>
                <a:buChar char="q"/>
                <a:defRPr sz="22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itchFamily="2" charset="2"/>
                <a:buChar char="q"/>
                <a:defRPr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124982" name="Rectangle 57">
              <a:extLst>
                <a:ext uri="{FF2B5EF4-FFF2-40B4-BE49-F238E27FC236}">
                  <a16:creationId xmlns:a16="http://schemas.microsoft.com/office/drawing/2014/main" id="{9B73AB93-9596-F841-B8AB-2E7CDDFDE07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44619" y="3618925"/>
              <a:ext cx="1477818" cy="166255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60000"/>
                <a:buFont typeface="Wingdings" pitchFamily="2" charset="2"/>
                <a:buChar char="q"/>
                <a:defRPr sz="22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itchFamily="2" charset="2"/>
                <a:buChar char="q"/>
                <a:defRPr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124983" name="Rectangle 58">
              <a:extLst>
                <a:ext uri="{FF2B5EF4-FFF2-40B4-BE49-F238E27FC236}">
                  <a16:creationId xmlns:a16="http://schemas.microsoft.com/office/drawing/2014/main" id="{512E0F1A-EAF9-0D49-A619-0201B098757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44619" y="3785180"/>
              <a:ext cx="1477818" cy="166255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60000"/>
                <a:buFont typeface="Wingdings" pitchFamily="2" charset="2"/>
                <a:buChar char="q"/>
                <a:defRPr sz="22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itchFamily="2" charset="2"/>
                <a:buChar char="q"/>
                <a:defRPr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</p:grpSp>
      <p:sp>
        <p:nvSpPr>
          <p:cNvPr id="82950" name="TextBox 60">
            <a:extLst>
              <a:ext uri="{FF2B5EF4-FFF2-40B4-BE49-F238E27FC236}">
                <a16:creationId xmlns:a16="http://schemas.microsoft.com/office/drawing/2014/main" id="{7EF2B0D8-18B3-114F-8B86-19F5FDB0FBD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78363" y="2898775"/>
            <a:ext cx="1133475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itchFamily="2" charset="2"/>
              <a:buChar char="q"/>
              <a:defRPr sz="22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q"/>
              <a:defRPr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Tag store</a:t>
            </a:r>
          </a:p>
        </p:txBody>
      </p:sp>
      <p:grpSp>
        <p:nvGrpSpPr>
          <p:cNvPr id="82951" name="Group 61">
            <a:extLst>
              <a:ext uri="{FF2B5EF4-FFF2-40B4-BE49-F238E27FC236}">
                <a16:creationId xmlns:a16="http://schemas.microsoft.com/office/drawing/2014/main" id="{272A89D0-C599-4E4E-97CD-797E00B61048}"/>
              </a:ext>
            </a:extLst>
          </p:cNvPr>
          <p:cNvGrpSpPr>
            <a:grpSpLocks/>
          </p:cNvGrpSpPr>
          <p:nvPr/>
        </p:nvGrpSpPr>
        <p:grpSpPr bwMode="auto">
          <a:xfrm>
            <a:off x="6400800" y="3309938"/>
            <a:ext cx="1477963" cy="1339850"/>
            <a:chOff x="2544619" y="2612161"/>
            <a:chExt cx="1477818" cy="1339274"/>
          </a:xfrm>
        </p:grpSpPr>
        <p:sp>
          <p:nvSpPr>
            <p:cNvPr id="124968" name="Rectangle 62">
              <a:extLst>
                <a:ext uri="{FF2B5EF4-FFF2-40B4-BE49-F238E27FC236}">
                  <a16:creationId xmlns:a16="http://schemas.microsoft.com/office/drawing/2014/main" id="{FAE4FD56-7C84-4C45-9740-7FFD54DEA00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44619" y="2612161"/>
              <a:ext cx="1477818" cy="166255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60000"/>
                <a:buFont typeface="Wingdings" pitchFamily="2" charset="2"/>
                <a:buChar char="q"/>
                <a:defRPr sz="22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itchFamily="2" charset="2"/>
                <a:buChar char="q"/>
                <a:defRPr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124969" name="Rectangle 63">
              <a:extLst>
                <a:ext uri="{FF2B5EF4-FFF2-40B4-BE49-F238E27FC236}">
                  <a16:creationId xmlns:a16="http://schemas.microsoft.com/office/drawing/2014/main" id="{9190EC25-BFF2-CE43-A84C-DA2EF8071AA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44619" y="2783033"/>
              <a:ext cx="1477818" cy="166255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60000"/>
                <a:buFont typeface="Wingdings" pitchFamily="2" charset="2"/>
                <a:buChar char="q"/>
                <a:defRPr sz="22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itchFamily="2" charset="2"/>
                <a:buChar char="q"/>
                <a:defRPr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124970" name="Rectangle 64">
              <a:extLst>
                <a:ext uri="{FF2B5EF4-FFF2-40B4-BE49-F238E27FC236}">
                  <a16:creationId xmlns:a16="http://schemas.microsoft.com/office/drawing/2014/main" id="{2D6E02EA-1068-B44F-99F2-088E33ABC36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44619" y="2949288"/>
              <a:ext cx="1477818" cy="166255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60000"/>
                <a:buFont typeface="Wingdings" pitchFamily="2" charset="2"/>
                <a:buChar char="q"/>
                <a:defRPr sz="22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itchFamily="2" charset="2"/>
                <a:buChar char="q"/>
                <a:defRPr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124971" name="Rectangle 65">
              <a:extLst>
                <a:ext uri="{FF2B5EF4-FFF2-40B4-BE49-F238E27FC236}">
                  <a16:creationId xmlns:a16="http://schemas.microsoft.com/office/drawing/2014/main" id="{AE30C71A-FD43-C840-B39D-1CD7D4267DE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44619" y="3115543"/>
              <a:ext cx="1477818" cy="166255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60000"/>
                <a:buFont typeface="Wingdings" pitchFamily="2" charset="2"/>
                <a:buChar char="q"/>
                <a:defRPr sz="22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itchFamily="2" charset="2"/>
                <a:buChar char="q"/>
                <a:defRPr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124972" name="Rectangle 66">
              <a:extLst>
                <a:ext uri="{FF2B5EF4-FFF2-40B4-BE49-F238E27FC236}">
                  <a16:creationId xmlns:a16="http://schemas.microsoft.com/office/drawing/2014/main" id="{024F45F8-067D-474F-8604-9438C929637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44619" y="3286415"/>
              <a:ext cx="1477818" cy="166255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60000"/>
                <a:buFont typeface="Wingdings" pitchFamily="2" charset="2"/>
                <a:buChar char="q"/>
                <a:defRPr sz="22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itchFamily="2" charset="2"/>
                <a:buChar char="q"/>
                <a:defRPr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124973" name="Rectangle 67">
              <a:extLst>
                <a:ext uri="{FF2B5EF4-FFF2-40B4-BE49-F238E27FC236}">
                  <a16:creationId xmlns:a16="http://schemas.microsoft.com/office/drawing/2014/main" id="{03022486-F7F3-5D4E-8B57-F5CE08DCCFA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44619" y="3452670"/>
              <a:ext cx="1477818" cy="166255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60000"/>
                <a:buFont typeface="Wingdings" pitchFamily="2" charset="2"/>
                <a:buChar char="q"/>
                <a:defRPr sz="22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itchFamily="2" charset="2"/>
                <a:buChar char="q"/>
                <a:defRPr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124974" name="Rectangle 68">
              <a:extLst>
                <a:ext uri="{FF2B5EF4-FFF2-40B4-BE49-F238E27FC236}">
                  <a16:creationId xmlns:a16="http://schemas.microsoft.com/office/drawing/2014/main" id="{DF33034F-5356-AC4E-9BE5-277CAE19DB7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44619" y="3618925"/>
              <a:ext cx="1477818" cy="166255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60000"/>
                <a:buFont typeface="Wingdings" pitchFamily="2" charset="2"/>
                <a:buChar char="q"/>
                <a:defRPr sz="22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itchFamily="2" charset="2"/>
                <a:buChar char="q"/>
                <a:defRPr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124975" name="Rectangle 69">
              <a:extLst>
                <a:ext uri="{FF2B5EF4-FFF2-40B4-BE49-F238E27FC236}">
                  <a16:creationId xmlns:a16="http://schemas.microsoft.com/office/drawing/2014/main" id="{6AE8B806-F6FE-924F-8C01-2D4B8E848F2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44619" y="3785180"/>
              <a:ext cx="1477818" cy="166255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60000"/>
                <a:buFont typeface="Wingdings" pitchFamily="2" charset="2"/>
                <a:buChar char="q"/>
                <a:defRPr sz="22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itchFamily="2" charset="2"/>
                <a:buChar char="q"/>
                <a:defRPr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</p:grpSp>
      <p:sp>
        <p:nvSpPr>
          <p:cNvPr id="82952" name="TextBox 70">
            <a:extLst>
              <a:ext uri="{FF2B5EF4-FFF2-40B4-BE49-F238E27FC236}">
                <a16:creationId xmlns:a16="http://schemas.microsoft.com/office/drawing/2014/main" id="{36AD7F6A-EC71-704E-8A08-FFB3FF78029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48438" y="2894013"/>
            <a:ext cx="1249362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itchFamily="2" charset="2"/>
              <a:buChar char="q"/>
              <a:defRPr sz="22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q"/>
              <a:defRPr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Data store</a:t>
            </a:r>
          </a:p>
        </p:txBody>
      </p:sp>
      <p:sp>
        <p:nvSpPr>
          <p:cNvPr id="82953" name="Rectangle 71">
            <a:extLst>
              <a:ext uri="{FF2B5EF4-FFF2-40B4-BE49-F238E27FC236}">
                <a16:creationId xmlns:a16="http://schemas.microsoft.com/office/drawing/2014/main" id="{8FDA1AD7-C792-A445-9611-3D532E0628F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41550" y="2944813"/>
            <a:ext cx="1477963" cy="333375"/>
          </a:xfrm>
          <a:prstGeom prst="rect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itchFamily="2" charset="2"/>
              <a:buChar char="q"/>
              <a:defRPr sz="22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q"/>
              <a:defRPr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82954" name="TextBox 72">
            <a:extLst>
              <a:ext uri="{FF2B5EF4-FFF2-40B4-BE49-F238E27FC236}">
                <a16:creationId xmlns:a16="http://schemas.microsoft.com/office/drawing/2014/main" id="{08CBF199-F0B0-A044-8DDB-0D528113F42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30550" y="3332163"/>
            <a:ext cx="841375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itchFamily="2" charset="2"/>
              <a:buChar char="q"/>
              <a:defRPr sz="22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q"/>
              <a:defRPr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Address</a:t>
            </a:r>
          </a:p>
        </p:txBody>
      </p:sp>
      <p:cxnSp>
        <p:nvCxnSpPr>
          <p:cNvPr id="82955" name="Straight Connector 74">
            <a:extLst>
              <a:ext uri="{FF2B5EF4-FFF2-40B4-BE49-F238E27FC236}">
                <a16:creationId xmlns:a16="http://schemas.microsoft.com/office/drawing/2014/main" id="{B457AC84-4CF0-9848-BE5C-00AD16560341}"/>
              </a:ext>
            </a:extLst>
          </p:cNvPr>
          <p:cNvCxnSpPr>
            <a:cxnSpLocks noChangeShapeType="1"/>
          </p:cNvCxnSpPr>
          <p:nvPr/>
        </p:nvCxnSpPr>
        <p:spPr bwMode="auto">
          <a:xfrm rot="5400000">
            <a:off x="3011488" y="3111500"/>
            <a:ext cx="331788" cy="158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82956" name="Straight Connector 75">
            <a:extLst>
              <a:ext uri="{FF2B5EF4-FFF2-40B4-BE49-F238E27FC236}">
                <a16:creationId xmlns:a16="http://schemas.microsoft.com/office/drawing/2014/main" id="{D72FDB7B-B1FD-7E40-AFCE-7F509484F0EC}"/>
              </a:ext>
            </a:extLst>
          </p:cNvPr>
          <p:cNvCxnSpPr>
            <a:cxnSpLocks noChangeShapeType="1"/>
          </p:cNvCxnSpPr>
          <p:nvPr/>
        </p:nvCxnSpPr>
        <p:spPr bwMode="auto">
          <a:xfrm rot="5400000">
            <a:off x="2475706" y="3110707"/>
            <a:ext cx="333375" cy="158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82957" name="TextBox 78">
            <a:extLst>
              <a:ext uri="{FF2B5EF4-FFF2-40B4-BE49-F238E27FC236}">
                <a16:creationId xmlns:a16="http://schemas.microsoft.com/office/drawing/2014/main" id="{625E1EA0-842A-CC46-8978-A5F33F7E863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36775" y="2593975"/>
            <a:ext cx="433388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itchFamily="2" charset="2"/>
              <a:buChar char="q"/>
              <a:defRPr sz="22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q"/>
              <a:defRPr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tag</a:t>
            </a:r>
          </a:p>
        </p:txBody>
      </p:sp>
      <p:sp>
        <p:nvSpPr>
          <p:cNvPr id="82958" name="TextBox 80">
            <a:extLst>
              <a:ext uri="{FF2B5EF4-FFF2-40B4-BE49-F238E27FC236}">
                <a16:creationId xmlns:a16="http://schemas.microsoft.com/office/drawing/2014/main" id="{F19EEBF1-FE7E-C640-B336-DE5F17B5A64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97150" y="2608263"/>
            <a:ext cx="612775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itchFamily="2" charset="2"/>
              <a:buChar char="q"/>
              <a:defRPr sz="22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q"/>
              <a:defRPr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index</a:t>
            </a:r>
          </a:p>
        </p:txBody>
      </p:sp>
      <p:sp>
        <p:nvSpPr>
          <p:cNvPr id="82959" name="TextBox 81">
            <a:extLst>
              <a:ext uri="{FF2B5EF4-FFF2-40B4-BE49-F238E27FC236}">
                <a16:creationId xmlns:a16="http://schemas.microsoft.com/office/drawing/2014/main" id="{D2EB4DFC-A146-144A-ABE3-602232ED200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09925" y="2608263"/>
            <a:ext cx="1179513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itchFamily="2" charset="2"/>
              <a:buChar char="q"/>
              <a:defRPr sz="22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q"/>
              <a:defRPr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byte in block</a:t>
            </a:r>
          </a:p>
        </p:txBody>
      </p:sp>
      <p:sp>
        <p:nvSpPr>
          <p:cNvPr id="82960" name="TextBox 82">
            <a:extLst>
              <a:ext uri="{FF2B5EF4-FFF2-40B4-BE49-F238E27FC236}">
                <a16:creationId xmlns:a16="http://schemas.microsoft.com/office/drawing/2014/main" id="{D20364B6-47AF-B04E-A6C4-43D0B3BD207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76588" y="2944813"/>
            <a:ext cx="612775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itchFamily="2" charset="2"/>
              <a:buChar char="q"/>
              <a:defRPr sz="22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q"/>
              <a:defRPr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3 bits</a:t>
            </a:r>
          </a:p>
        </p:txBody>
      </p:sp>
      <p:sp>
        <p:nvSpPr>
          <p:cNvPr id="82961" name="TextBox 83">
            <a:extLst>
              <a:ext uri="{FF2B5EF4-FFF2-40B4-BE49-F238E27FC236}">
                <a16:creationId xmlns:a16="http://schemas.microsoft.com/office/drawing/2014/main" id="{603A8A40-F094-2D4F-989A-B757002082D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90800" y="2943225"/>
            <a:ext cx="651140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itchFamily="2" charset="2"/>
              <a:buChar char="q"/>
              <a:defRPr sz="22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q"/>
              <a:defRPr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CC9900">
                    <a:lumMod val="60000"/>
                    <a:lumOff val="40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3 bits</a:t>
            </a:r>
          </a:p>
        </p:txBody>
      </p:sp>
      <p:sp>
        <p:nvSpPr>
          <p:cNvPr id="82962" name="TextBox 84">
            <a:extLst>
              <a:ext uri="{FF2B5EF4-FFF2-40B4-BE49-F238E27FC236}">
                <a16:creationId xmlns:a16="http://schemas.microsoft.com/office/drawing/2014/main" id="{7284C153-99AA-7E4C-A686-62B84A1B5C0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41550" y="2960688"/>
            <a:ext cx="382588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itchFamily="2" charset="2"/>
              <a:buChar char="q"/>
              <a:defRPr sz="22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q"/>
              <a:defRPr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2b</a:t>
            </a:r>
          </a:p>
        </p:txBody>
      </p:sp>
      <p:cxnSp>
        <p:nvCxnSpPr>
          <p:cNvPr id="82963" name="Straight Connector 86">
            <a:extLst>
              <a:ext uri="{FF2B5EF4-FFF2-40B4-BE49-F238E27FC236}">
                <a16:creationId xmlns:a16="http://schemas.microsoft.com/office/drawing/2014/main" id="{F82AAAA2-0FEA-2144-81D6-88081FF88DE7}"/>
              </a:ext>
            </a:extLst>
          </p:cNvPr>
          <p:cNvCxnSpPr>
            <a:cxnSpLocks noChangeShapeType="1"/>
            <a:stCxn id="82953" idx="2"/>
          </p:cNvCxnSpPr>
          <p:nvPr/>
        </p:nvCxnSpPr>
        <p:spPr bwMode="auto">
          <a:xfrm rot="16200000" flipH="1">
            <a:off x="2625726" y="3632200"/>
            <a:ext cx="711200" cy="317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82964" name="Straight Arrow Connector 88">
            <a:extLst>
              <a:ext uri="{FF2B5EF4-FFF2-40B4-BE49-F238E27FC236}">
                <a16:creationId xmlns:a16="http://schemas.microsoft.com/office/drawing/2014/main" id="{85C5343E-770E-6644-8C89-A03D89BD489E}"/>
              </a:ext>
            </a:extLst>
          </p:cNvPr>
          <p:cNvCxnSpPr>
            <a:cxnSpLocks noChangeShapeType="1"/>
          </p:cNvCxnSpPr>
          <p:nvPr/>
        </p:nvCxnSpPr>
        <p:spPr bwMode="auto">
          <a:xfrm flipV="1">
            <a:off x="2982913" y="3979863"/>
            <a:ext cx="1519237" cy="9525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82965" name="Straight Arrow Connector 89">
            <a:extLst>
              <a:ext uri="{FF2B5EF4-FFF2-40B4-BE49-F238E27FC236}">
                <a16:creationId xmlns:a16="http://schemas.microsoft.com/office/drawing/2014/main" id="{6E770ED4-19CF-9E4A-BB43-EA307625F286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6161088" y="3989388"/>
            <a:ext cx="239712" cy="1587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82966" name="Straight Connector 95">
            <a:extLst>
              <a:ext uri="{FF2B5EF4-FFF2-40B4-BE49-F238E27FC236}">
                <a16:creationId xmlns:a16="http://schemas.microsoft.com/office/drawing/2014/main" id="{E95A2E99-0F5C-8042-830F-12C9C7B76083}"/>
              </a:ext>
            </a:extLst>
          </p:cNvPr>
          <p:cNvCxnSpPr>
            <a:cxnSpLocks noChangeShapeType="1"/>
          </p:cNvCxnSpPr>
          <p:nvPr/>
        </p:nvCxnSpPr>
        <p:spPr bwMode="auto">
          <a:xfrm rot="5400000">
            <a:off x="4198144" y="3983831"/>
            <a:ext cx="1339850" cy="158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82967" name="TextBox 96">
            <a:extLst>
              <a:ext uri="{FF2B5EF4-FFF2-40B4-BE49-F238E27FC236}">
                <a16:creationId xmlns:a16="http://schemas.microsoft.com/office/drawing/2014/main" id="{21E246A5-00BF-D74C-95DE-6D719EF6506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62475" y="4446588"/>
            <a:ext cx="287338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itchFamily="2" charset="2"/>
              <a:buChar char="q"/>
              <a:defRPr sz="22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q"/>
              <a:defRPr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V</a:t>
            </a:r>
          </a:p>
        </p:txBody>
      </p:sp>
      <p:sp>
        <p:nvSpPr>
          <p:cNvPr id="82968" name="TextBox 97">
            <a:extLst>
              <a:ext uri="{FF2B5EF4-FFF2-40B4-BE49-F238E27FC236}">
                <a16:creationId xmlns:a16="http://schemas.microsoft.com/office/drawing/2014/main" id="{AED0F0EA-B113-954A-9840-DA0D7E7E578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75250" y="4437063"/>
            <a:ext cx="398463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itchFamily="2" charset="2"/>
              <a:buChar char="q"/>
              <a:defRPr sz="22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q"/>
              <a:defRPr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tag</a:t>
            </a:r>
          </a:p>
        </p:txBody>
      </p:sp>
      <p:sp>
        <p:nvSpPr>
          <p:cNvPr id="82969" name="Rectangle 98">
            <a:extLst>
              <a:ext uri="{FF2B5EF4-FFF2-40B4-BE49-F238E27FC236}">
                <a16:creationId xmlns:a16="http://schemas.microsoft.com/office/drawing/2014/main" id="{CAB5B196-BE37-D645-99F3-D3E8E2D4570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48238" y="5068888"/>
            <a:ext cx="625475" cy="338137"/>
          </a:xfrm>
          <a:prstGeom prst="rect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itchFamily="2" charset="2"/>
              <a:buChar char="q"/>
              <a:defRPr sz="22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q"/>
              <a:defRPr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82970" name="TextBox 99">
            <a:extLst>
              <a:ext uri="{FF2B5EF4-FFF2-40B4-BE49-F238E27FC236}">
                <a16:creationId xmlns:a16="http://schemas.microsoft.com/office/drawing/2014/main" id="{25461A3D-07FA-914C-B338-1C22979C872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46663" y="5046663"/>
            <a:ext cx="47625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itchFamily="2" charset="2"/>
              <a:buChar char="q"/>
              <a:defRPr sz="22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q"/>
              <a:defRPr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=?</a:t>
            </a:r>
          </a:p>
        </p:txBody>
      </p:sp>
      <p:cxnSp>
        <p:nvCxnSpPr>
          <p:cNvPr id="82971" name="Straight Arrow Connector 101">
            <a:extLst>
              <a:ext uri="{FF2B5EF4-FFF2-40B4-BE49-F238E27FC236}">
                <a16:creationId xmlns:a16="http://schemas.microsoft.com/office/drawing/2014/main" id="{8368F2E1-0CC2-0D4C-89F5-E139B7F48ADA}"/>
              </a:ext>
            </a:extLst>
          </p:cNvPr>
          <p:cNvCxnSpPr>
            <a:cxnSpLocks noChangeShapeType="1"/>
          </p:cNvCxnSpPr>
          <p:nvPr/>
        </p:nvCxnSpPr>
        <p:spPr bwMode="auto">
          <a:xfrm rot="5400000">
            <a:off x="5076032" y="4864894"/>
            <a:ext cx="419100" cy="1587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82972" name="Straight Arrow Connector 106">
            <a:extLst>
              <a:ext uri="{FF2B5EF4-FFF2-40B4-BE49-F238E27FC236}">
                <a16:creationId xmlns:a16="http://schemas.microsoft.com/office/drawing/2014/main" id="{B6F7ED89-3CEB-5148-96D8-BE67E6F30A68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4705350" y="4649788"/>
            <a:ext cx="469900" cy="423862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82973" name="Straight Connector 113">
            <a:extLst>
              <a:ext uri="{FF2B5EF4-FFF2-40B4-BE49-F238E27FC236}">
                <a16:creationId xmlns:a16="http://schemas.microsoft.com/office/drawing/2014/main" id="{D07AEB76-2716-974A-902F-305CFAA89CA2}"/>
              </a:ext>
            </a:extLst>
          </p:cNvPr>
          <p:cNvCxnSpPr>
            <a:cxnSpLocks noChangeShapeType="1"/>
          </p:cNvCxnSpPr>
          <p:nvPr/>
        </p:nvCxnSpPr>
        <p:spPr bwMode="auto">
          <a:xfrm rot="16200000" flipH="1">
            <a:off x="1464469" y="4263231"/>
            <a:ext cx="1971675" cy="3651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82974" name="Straight Arrow Connector 115">
            <a:extLst>
              <a:ext uri="{FF2B5EF4-FFF2-40B4-BE49-F238E27FC236}">
                <a16:creationId xmlns:a16="http://schemas.microsoft.com/office/drawing/2014/main" id="{26861C52-A3BC-5642-8423-82243193E3E0}"/>
              </a:ext>
            </a:extLst>
          </p:cNvPr>
          <p:cNvCxnSpPr>
            <a:cxnSpLocks noChangeShapeType="1"/>
            <a:endCxn id="82969" idx="1"/>
          </p:cNvCxnSpPr>
          <p:nvPr/>
        </p:nvCxnSpPr>
        <p:spPr bwMode="auto">
          <a:xfrm flipV="1">
            <a:off x="2468563" y="5237163"/>
            <a:ext cx="2479675" cy="30162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82975" name="Straight Arrow Connector 116">
            <a:extLst>
              <a:ext uri="{FF2B5EF4-FFF2-40B4-BE49-F238E27FC236}">
                <a16:creationId xmlns:a16="http://schemas.microsoft.com/office/drawing/2014/main" id="{5F7AAFEB-B349-CE48-B598-7D8A41BA2D5F}"/>
              </a:ext>
            </a:extLst>
          </p:cNvPr>
          <p:cNvCxnSpPr>
            <a:cxnSpLocks noChangeShapeType="1"/>
          </p:cNvCxnSpPr>
          <p:nvPr/>
        </p:nvCxnSpPr>
        <p:spPr bwMode="auto">
          <a:xfrm rot="5400000">
            <a:off x="6911182" y="4864894"/>
            <a:ext cx="419100" cy="1587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82976" name="Freeform 48">
            <a:extLst>
              <a:ext uri="{FF2B5EF4-FFF2-40B4-BE49-F238E27FC236}">
                <a16:creationId xmlns:a16="http://schemas.microsoft.com/office/drawing/2014/main" id="{40BD663C-56BC-214E-AE50-8BCF8F719639}"/>
              </a:ext>
            </a:extLst>
          </p:cNvPr>
          <p:cNvSpPr>
            <a:spLocks/>
          </p:cNvSpPr>
          <p:nvPr/>
        </p:nvSpPr>
        <p:spPr bwMode="auto">
          <a:xfrm>
            <a:off x="6229350" y="5070475"/>
            <a:ext cx="1797050" cy="320675"/>
          </a:xfrm>
          <a:custGeom>
            <a:avLst/>
            <a:gdLst>
              <a:gd name="T0" fmla="*/ 2147483646 w 1132"/>
              <a:gd name="T1" fmla="*/ 0 h 202"/>
              <a:gd name="T2" fmla="*/ 2147483646 w 1132"/>
              <a:gd name="T3" fmla="*/ 2147483646 h 202"/>
              <a:gd name="T4" fmla="*/ 2147483646 w 1132"/>
              <a:gd name="T5" fmla="*/ 2147483646 h 202"/>
              <a:gd name="T6" fmla="*/ 0 w 1132"/>
              <a:gd name="T7" fmla="*/ 0 h 202"/>
              <a:gd name="T8" fmla="*/ 2147483646 w 1132"/>
              <a:gd name="T9" fmla="*/ 0 h 202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1132"/>
              <a:gd name="T16" fmla="*/ 0 h 202"/>
              <a:gd name="T17" fmla="*/ 1132 w 1132"/>
              <a:gd name="T18" fmla="*/ 202 h 202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1132" h="202">
                <a:moveTo>
                  <a:pt x="1132" y="0"/>
                </a:moveTo>
                <a:lnTo>
                  <a:pt x="849" y="202"/>
                </a:lnTo>
                <a:lnTo>
                  <a:pt x="283" y="202"/>
                </a:lnTo>
                <a:lnTo>
                  <a:pt x="0" y="0"/>
                </a:lnTo>
                <a:lnTo>
                  <a:pt x="1132" y="0"/>
                </a:lnTo>
                <a:close/>
              </a:path>
            </a:pathLst>
          </a:custGeom>
          <a:noFill/>
          <a:ln w="1905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82977" name="Text Box 61">
            <a:extLst>
              <a:ext uri="{FF2B5EF4-FFF2-40B4-BE49-F238E27FC236}">
                <a16:creationId xmlns:a16="http://schemas.microsoft.com/office/drawing/2014/main" id="{AF11080A-DB07-484D-A731-9BC8D520722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77038" y="5046663"/>
            <a:ext cx="696912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itchFamily="2" charset="2"/>
              <a:buChar char="q"/>
              <a:defRPr sz="22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q"/>
              <a:defRPr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MUX</a:t>
            </a:r>
          </a:p>
        </p:txBody>
      </p:sp>
      <p:cxnSp>
        <p:nvCxnSpPr>
          <p:cNvPr id="82978" name="Straight Arrow Connector 121">
            <a:extLst>
              <a:ext uri="{FF2B5EF4-FFF2-40B4-BE49-F238E27FC236}">
                <a16:creationId xmlns:a16="http://schemas.microsoft.com/office/drawing/2014/main" id="{3AAF418E-9E3A-664C-991C-D45AA06ED2D7}"/>
              </a:ext>
            </a:extLst>
          </p:cNvPr>
          <p:cNvCxnSpPr>
            <a:cxnSpLocks noChangeShapeType="1"/>
          </p:cNvCxnSpPr>
          <p:nvPr/>
        </p:nvCxnSpPr>
        <p:spPr bwMode="auto">
          <a:xfrm rot="10800000">
            <a:off x="7797800" y="5230813"/>
            <a:ext cx="523875" cy="1587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82979" name="TextBox 122">
            <a:extLst>
              <a:ext uri="{FF2B5EF4-FFF2-40B4-BE49-F238E27FC236}">
                <a16:creationId xmlns:a16="http://schemas.microsoft.com/office/drawing/2014/main" id="{4FE531F9-6586-8A4B-BEE5-F31CA8894F6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964488" y="4922838"/>
            <a:ext cx="1179512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itchFamily="2" charset="2"/>
              <a:buChar char="q"/>
              <a:defRPr sz="22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q"/>
              <a:defRPr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byte in block</a:t>
            </a:r>
          </a:p>
        </p:txBody>
      </p:sp>
      <p:cxnSp>
        <p:nvCxnSpPr>
          <p:cNvPr id="82980" name="Straight Arrow Connector 99">
            <a:extLst>
              <a:ext uri="{FF2B5EF4-FFF2-40B4-BE49-F238E27FC236}">
                <a16:creationId xmlns:a16="http://schemas.microsoft.com/office/drawing/2014/main" id="{0867E516-A3CB-B74D-8FA9-5C93F71E0482}"/>
              </a:ext>
            </a:extLst>
          </p:cNvPr>
          <p:cNvCxnSpPr>
            <a:cxnSpLocks noChangeShapeType="1"/>
          </p:cNvCxnSpPr>
          <p:nvPr/>
        </p:nvCxnSpPr>
        <p:spPr bwMode="auto">
          <a:xfrm rot="16200000" flipH="1">
            <a:off x="5153819" y="5541169"/>
            <a:ext cx="263525" cy="1587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82981" name="Straight Arrow Connector 100">
            <a:extLst>
              <a:ext uri="{FF2B5EF4-FFF2-40B4-BE49-F238E27FC236}">
                <a16:creationId xmlns:a16="http://schemas.microsoft.com/office/drawing/2014/main" id="{9078B791-2CF7-E446-9106-2313812B2E44}"/>
              </a:ext>
            </a:extLst>
          </p:cNvPr>
          <p:cNvCxnSpPr>
            <a:cxnSpLocks noChangeShapeType="1"/>
          </p:cNvCxnSpPr>
          <p:nvPr/>
        </p:nvCxnSpPr>
        <p:spPr bwMode="auto">
          <a:xfrm rot="16200000" flipH="1">
            <a:off x="6989762" y="5519738"/>
            <a:ext cx="265113" cy="1588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82982" name="TextBox 102">
            <a:extLst>
              <a:ext uri="{FF2B5EF4-FFF2-40B4-BE49-F238E27FC236}">
                <a16:creationId xmlns:a16="http://schemas.microsoft.com/office/drawing/2014/main" id="{6A235DD4-DBB1-6340-846E-F401B75DE87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03850" y="5545138"/>
            <a:ext cx="593725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itchFamily="2" charset="2"/>
              <a:buChar char="q"/>
              <a:defRPr sz="22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q"/>
              <a:defRPr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Hit?</a:t>
            </a:r>
          </a:p>
        </p:txBody>
      </p:sp>
      <p:sp>
        <p:nvSpPr>
          <p:cNvPr id="82983" name="TextBox 103">
            <a:extLst>
              <a:ext uri="{FF2B5EF4-FFF2-40B4-BE49-F238E27FC236}">
                <a16:creationId xmlns:a16="http://schemas.microsoft.com/office/drawing/2014/main" id="{87939264-0174-9C46-8FE1-B6841B6B9E2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202488" y="5545138"/>
            <a:ext cx="671512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itchFamily="2" charset="2"/>
              <a:buChar char="q"/>
              <a:defRPr sz="22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q"/>
              <a:defRPr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Data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59A47AC-87A9-594F-A8D1-D5800D3E7993}"/>
              </a:ext>
            </a:extLst>
          </p:cNvPr>
          <p:cNvSpPr txBox="1"/>
          <p:nvPr/>
        </p:nvSpPr>
        <p:spPr>
          <a:xfrm>
            <a:off x="465753" y="953163"/>
            <a:ext cx="122020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Block: 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00</a:t>
            </a: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CC9900">
                    <a:lumMod val="60000"/>
                    <a:lumOff val="40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000</a:t>
            </a:r>
          </a:p>
        </p:txBody>
      </p:sp>
      <p:sp>
        <p:nvSpPr>
          <p:cNvPr id="104" name="TextBox 103">
            <a:extLst>
              <a:ext uri="{FF2B5EF4-FFF2-40B4-BE49-F238E27FC236}">
                <a16:creationId xmlns:a16="http://schemas.microsoft.com/office/drawing/2014/main" id="{93A07EF3-4793-2B4D-BB58-8ADD1938A2EE}"/>
              </a:ext>
            </a:extLst>
          </p:cNvPr>
          <p:cNvSpPr txBox="1"/>
          <p:nvPr/>
        </p:nvSpPr>
        <p:spPr>
          <a:xfrm>
            <a:off x="456194" y="1105563"/>
            <a:ext cx="122020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Block: 00001</a:t>
            </a:r>
          </a:p>
        </p:txBody>
      </p:sp>
      <p:sp>
        <p:nvSpPr>
          <p:cNvPr id="105" name="TextBox 104">
            <a:extLst>
              <a:ext uri="{FF2B5EF4-FFF2-40B4-BE49-F238E27FC236}">
                <a16:creationId xmlns:a16="http://schemas.microsoft.com/office/drawing/2014/main" id="{55C82DF6-B0C2-B243-AC53-E430E76EA042}"/>
              </a:ext>
            </a:extLst>
          </p:cNvPr>
          <p:cNvSpPr txBox="1"/>
          <p:nvPr/>
        </p:nvSpPr>
        <p:spPr>
          <a:xfrm>
            <a:off x="457200" y="1292423"/>
            <a:ext cx="122020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Block: 00010</a:t>
            </a:r>
          </a:p>
        </p:txBody>
      </p:sp>
      <p:sp>
        <p:nvSpPr>
          <p:cNvPr id="106" name="TextBox 105">
            <a:extLst>
              <a:ext uri="{FF2B5EF4-FFF2-40B4-BE49-F238E27FC236}">
                <a16:creationId xmlns:a16="http://schemas.microsoft.com/office/drawing/2014/main" id="{DE798633-5883-214B-BC1A-7993485CAD7B}"/>
              </a:ext>
            </a:extLst>
          </p:cNvPr>
          <p:cNvSpPr txBox="1"/>
          <p:nvPr/>
        </p:nvSpPr>
        <p:spPr>
          <a:xfrm>
            <a:off x="457200" y="1444823"/>
            <a:ext cx="120686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Block: 00011</a:t>
            </a:r>
          </a:p>
        </p:txBody>
      </p:sp>
      <p:sp>
        <p:nvSpPr>
          <p:cNvPr id="107" name="TextBox 106">
            <a:extLst>
              <a:ext uri="{FF2B5EF4-FFF2-40B4-BE49-F238E27FC236}">
                <a16:creationId xmlns:a16="http://schemas.microsoft.com/office/drawing/2014/main" id="{21B50193-EF49-FC4C-8AA2-267CF73F3D60}"/>
              </a:ext>
            </a:extLst>
          </p:cNvPr>
          <p:cNvSpPr txBox="1"/>
          <p:nvPr/>
        </p:nvSpPr>
        <p:spPr>
          <a:xfrm>
            <a:off x="456194" y="1600200"/>
            <a:ext cx="122020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Block: 00100</a:t>
            </a:r>
          </a:p>
        </p:txBody>
      </p:sp>
      <p:sp>
        <p:nvSpPr>
          <p:cNvPr id="108" name="TextBox 107">
            <a:extLst>
              <a:ext uri="{FF2B5EF4-FFF2-40B4-BE49-F238E27FC236}">
                <a16:creationId xmlns:a16="http://schemas.microsoft.com/office/drawing/2014/main" id="{2D4A92E3-2A6F-3A4C-8EBD-48022EBEA189}"/>
              </a:ext>
            </a:extLst>
          </p:cNvPr>
          <p:cNvSpPr txBox="1"/>
          <p:nvPr/>
        </p:nvSpPr>
        <p:spPr>
          <a:xfrm>
            <a:off x="457200" y="1752600"/>
            <a:ext cx="122020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Block: 00101</a:t>
            </a:r>
          </a:p>
        </p:txBody>
      </p:sp>
      <p:sp>
        <p:nvSpPr>
          <p:cNvPr id="109" name="TextBox 108">
            <a:extLst>
              <a:ext uri="{FF2B5EF4-FFF2-40B4-BE49-F238E27FC236}">
                <a16:creationId xmlns:a16="http://schemas.microsoft.com/office/drawing/2014/main" id="{43C8292A-BD44-3246-ACB3-A3FB38DB3C93}"/>
              </a:ext>
            </a:extLst>
          </p:cNvPr>
          <p:cNvSpPr txBox="1"/>
          <p:nvPr/>
        </p:nvSpPr>
        <p:spPr>
          <a:xfrm>
            <a:off x="457200" y="1978223"/>
            <a:ext cx="120686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Block: 00110</a:t>
            </a:r>
          </a:p>
        </p:txBody>
      </p:sp>
      <p:sp>
        <p:nvSpPr>
          <p:cNvPr id="110" name="TextBox 109">
            <a:extLst>
              <a:ext uri="{FF2B5EF4-FFF2-40B4-BE49-F238E27FC236}">
                <a16:creationId xmlns:a16="http://schemas.microsoft.com/office/drawing/2014/main" id="{89677197-7F1A-3A47-A292-73A5BF46559E}"/>
              </a:ext>
            </a:extLst>
          </p:cNvPr>
          <p:cNvSpPr txBox="1"/>
          <p:nvPr/>
        </p:nvSpPr>
        <p:spPr>
          <a:xfrm>
            <a:off x="457200" y="2133600"/>
            <a:ext cx="119353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Block: 00111</a:t>
            </a:r>
          </a:p>
        </p:txBody>
      </p:sp>
      <p:sp>
        <p:nvSpPr>
          <p:cNvPr id="111" name="TextBox 110">
            <a:extLst>
              <a:ext uri="{FF2B5EF4-FFF2-40B4-BE49-F238E27FC236}">
                <a16:creationId xmlns:a16="http://schemas.microsoft.com/office/drawing/2014/main" id="{3C4B074A-1811-194B-8E3A-91EAB5946436}"/>
              </a:ext>
            </a:extLst>
          </p:cNvPr>
          <p:cNvSpPr txBox="1"/>
          <p:nvPr/>
        </p:nvSpPr>
        <p:spPr>
          <a:xfrm>
            <a:off x="456194" y="2286000"/>
            <a:ext cx="122020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Block: 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01</a:t>
            </a: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CC9900">
                    <a:lumMod val="60000"/>
                    <a:lumOff val="40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000</a:t>
            </a:r>
          </a:p>
        </p:txBody>
      </p:sp>
      <p:sp>
        <p:nvSpPr>
          <p:cNvPr id="112" name="TextBox 111">
            <a:extLst>
              <a:ext uri="{FF2B5EF4-FFF2-40B4-BE49-F238E27FC236}">
                <a16:creationId xmlns:a16="http://schemas.microsoft.com/office/drawing/2014/main" id="{AC4D6C54-CCBF-7B4D-BB25-9CC26DF1E6A4}"/>
              </a:ext>
            </a:extLst>
          </p:cNvPr>
          <p:cNvSpPr txBox="1"/>
          <p:nvPr/>
        </p:nvSpPr>
        <p:spPr>
          <a:xfrm>
            <a:off x="446635" y="2438400"/>
            <a:ext cx="122020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Block: 01001</a:t>
            </a:r>
          </a:p>
        </p:txBody>
      </p:sp>
      <p:sp>
        <p:nvSpPr>
          <p:cNvPr id="113" name="TextBox 112">
            <a:extLst>
              <a:ext uri="{FF2B5EF4-FFF2-40B4-BE49-F238E27FC236}">
                <a16:creationId xmlns:a16="http://schemas.microsoft.com/office/drawing/2014/main" id="{BFD553AB-98E2-6B49-9983-FFB0EF1BB49F}"/>
              </a:ext>
            </a:extLst>
          </p:cNvPr>
          <p:cNvSpPr txBox="1"/>
          <p:nvPr/>
        </p:nvSpPr>
        <p:spPr>
          <a:xfrm>
            <a:off x="447641" y="2625260"/>
            <a:ext cx="122020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Block: 01010</a:t>
            </a:r>
          </a:p>
        </p:txBody>
      </p:sp>
      <p:sp>
        <p:nvSpPr>
          <p:cNvPr id="114" name="TextBox 113">
            <a:extLst>
              <a:ext uri="{FF2B5EF4-FFF2-40B4-BE49-F238E27FC236}">
                <a16:creationId xmlns:a16="http://schemas.microsoft.com/office/drawing/2014/main" id="{4AF7A6A8-AD0F-5F46-819F-B4EDFA7ED4D8}"/>
              </a:ext>
            </a:extLst>
          </p:cNvPr>
          <p:cNvSpPr txBox="1"/>
          <p:nvPr/>
        </p:nvSpPr>
        <p:spPr>
          <a:xfrm>
            <a:off x="447641" y="2777660"/>
            <a:ext cx="120686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Block: 01011</a:t>
            </a:r>
          </a:p>
        </p:txBody>
      </p:sp>
      <p:sp>
        <p:nvSpPr>
          <p:cNvPr id="115" name="TextBox 114">
            <a:extLst>
              <a:ext uri="{FF2B5EF4-FFF2-40B4-BE49-F238E27FC236}">
                <a16:creationId xmlns:a16="http://schemas.microsoft.com/office/drawing/2014/main" id="{1BB59534-F600-BF48-8A0E-5F486F260B52}"/>
              </a:ext>
            </a:extLst>
          </p:cNvPr>
          <p:cNvSpPr txBox="1"/>
          <p:nvPr/>
        </p:nvSpPr>
        <p:spPr>
          <a:xfrm>
            <a:off x="446635" y="2933037"/>
            <a:ext cx="120686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Block: 01100</a:t>
            </a:r>
          </a:p>
        </p:txBody>
      </p:sp>
      <p:sp>
        <p:nvSpPr>
          <p:cNvPr id="116" name="TextBox 115">
            <a:extLst>
              <a:ext uri="{FF2B5EF4-FFF2-40B4-BE49-F238E27FC236}">
                <a16:creationId xmlns:a16="http://schemas.microsoft.com/office/drawing/2014/main" id="{D76E6AC4-736B-C148-B253-901AD0E84074}"/>
              </a:ext>
            </a:extLst>
          </p:cNvPr>
          <p:cNvSpPr txBox="1"/>
          <p:nvPr/>
        </p:nvSpPr>
        <p:spPr>
          <a:xfrm>
            <a:off x="447641" y="3085437"/>
            <a:ext cx="120686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Block: 01101</a:t>
            </a:r>
          </a:p>
        </p:txBody>
      </p:sp>
      <p:sp>
        <p:nvSpPr>
          <p:cNvPr id="117" name="TextBox 116">
            <a:extLst>
              <a:ext uri="{FF2B5EF4-FFF2-40B4-BE49-F238E27FC236}">
                <a16:creationId xmlns:a16="http://schemas.microsoft.com/office/drawing/2014/main" id="{FBE51646-C9DD-E24A-9900-19E6D7DCE73E}"/>
              </a:ext>
            </a:extLst>
          </p:cNvPr>
          <p:cNvSpPr txBox="1"/>
          <p:nvPr/>
        </p:nvSpPr>
        <p:spPr>
          <a:xfrm>
            <a:off x="447641" y="3311060"/>
            <a:ext cx="119353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Block: 01110</a:t>
            </a:r>
          </a:p>
        </p:txBody>
      </p:sp>
      <p:sp>
        <p:nvSpPr>
          <p:cNvPr id="118" name="TextBox 117">
            <a:extLst>
              <a:ext uri="{FF2B5EF4-FFF2-40B4-BE49-F238E27FC236}">
                <a16:creationId xmlns:a16="http://schemas.microsoft.com/office/drawing/2014/main" id="{D3291F01-1F11-4B4F-A2E5-58B85E82F92B}"/>
              </a:ext>
            </a:extLst>
          </p:cNvPr>
          <p:cNvSpPr txBox="1"/>
          <p:nvPr/>
        </p:nvSpPr>
        <p:spPr>
          <a:xfrm>
            <a:off x="447641" y="3466437"/>
            <a:ext cx="118019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Block: 01111</a:t>
            </a:r>
          </a:p>
        </p:txBody>
      </p:sp>
      <p:sp>
        <p:nvSpPr>
          <p:cNvPr id="119" name="TextBox 118">
            <a:extLst>
              <a:ext uri="{FF2B5EF4-FFF2-40B4-BE49-F238E27FC236}">
                <a16:creationId xmlns:a16="http://schemas.microsoft.com/office/drawing/2014/main" id="{A9AFF4D6-4804-9A47-BA1A-8854FCFC188F}"/>
              </a:ext>
            </a:extLst>
          </p:cNvPr>
          <p:cNvSpPr txBox="1"/>
          <p:nvPr/>
        </p:nvSpPr>
        <p:spPr>
          <a:xfrm>
            <a:off x="456194" y="3617186"/>
            <a:ext cx="122020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Block: 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10</a:t>
            </a: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CC9900">
                    <a:lumMod val="60000"/>
                    <a:lumOff val="40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000</a:t>
            </a:r>
          </a:p>
        </p:txBody>
      </p:sp>
      <p:sp>
        <p:nvSpPr>
          <p:cNvPr id="120" name="TextBox 119">
            <a:extLst>
              <a:ext uri="{FF2B5EF4-FFF2-40B4-BE49-F238E27FC236}">
                <a16:creationId xmlns:a16="http://schemas.microsoft.com/office/drawing/2014/main" id="{0051DB5D-56C3-AA4A-A39C-070FCA39CEED}"/>
              </a:ext>
            </a:extLst>
          </p:cNvPr>
          <p:cNvSpPr txBox="1"/>
          <p:nvPr/>
        </p:nvSpPr>
        <p:spPr>
          <a:xfrm>
            <a:off x="446635" y="3769586"/>
            <a:ext cx="122020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Block: 10001</a:t>
            </a:r>
          </a:p>
        </p:txBody>
      </p:sp>
      <p:sp>
        <p:nvSpPr>
          <p:cNvPr id="121" name="TextBox 120">
            <a:extLst>
              <a:ext uri="{FF2B5EF4-FFF2-40B4-BE49-F238E27FC236}">
                <a16:creationId xmlns:a16="http://schemas.microsoft.com/office/drawing/2014/main" id="{B30BE0FD-46E5-EB48-A439-C5BCCCD62353}"/>
              </a:ext>
            </a:extLst>
          </p:cNvPr>
          <p:cNvSpPr txBox="1"/>
          <p:nvPr/>
        </p:nvSpPr>
        <p:spPr>
          <a:xfrm>
            <a:off x="447641" y="3956446"/>
            <a:ext cx="122020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Block: 10010</a:t>
            </a:r>
          </a:p>
        </p:txBody>
      </p:sp>
      <p:sp>
        <p:nvSpPr>
          <p:cNvPr id="122" name="TextBox 121">
            <a:extLst>
              <a:ext uri="{FF2B5EF4-FFF2-40B4-BE49-F238E27FC236}">
                <a16:creationId xmlns:a16="http://schemas.microsoft.com/office/drawing/2014/main" id="{5DAF5082-44DE-144A-AD74-3B42A613AE4B}"/>
              </a:ext>
            </a:extLst>
          </p:cNvPr>
          <p:cNvSpPr txBox="1"/>
          <p:nvPr/>
        </p:nvSpPr>
        <p:spPr>
          <a:xfrm>
            <a:off x="447641" y="4108846"/>
            <a:ext cx="120686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Block: 10011</a:t>
            </a:r>
          </a:p>
        </p:txBody>
      </p:sp>
      <p:sp>
        <p:nvSpPr>
          <p:cNvPr id="123" name="TextBox 122">
            <a:extLst>
              <a:ext uri="{FF2B5EF4-FFF2-40B4-BE49-F238E27FC236}">
                <a16:creationId xmlns:a16="http://schemas.microsoft.com/office/drawing/2014/main" id="{49C83696-4C39-E745-9A24-E5ED70261BC9}"/>
              </a:ext>
            </a:extLst>
          </p:cNvPr>
          <p:cNvSpPr txBox="1"/>
          <p:nvPr/>
        </p:nvSpPr>
        <p:spPr>
          <a:xfrm>
            <a:off x="446635" y="4264223"/>
            <a:ext cx="122020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Block: 10100</a:t>
            </a:r>
          </a:p>
        </p:txBody>
      </p:sp>
      <p:sp>
        <p:nvSpPr>
          <p:cNvPr id="124" name="TextBox 123">
            <a:extLst>
              <a:ext uri="{FF2B5EF4-FFF2-40B4-BE49-F238E27FC236}">
                <a16:creationId xmlns:a16="http://schemas.microsoft.com/office/drawing/2014/main" id="{F680AE27-9900-CC4A-BD4B-52237E237376}"/>
              </a:ext>
            </a:extLst>
          </p:cNvPr>
          <p:cNvSpPr txBox="1"/>
          <p:nvPr/>
        </p:nvSpPr>
        <p:spPr>
          <a:xfrm>
            <a:off x="447641" y="4416623"/>
            <a:ext cx="122020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Block: 10101</a:t>
            </a:r>
          </a:p>
        </p:txBody>
      </p:sp>
      <p:sp>
        <p:nvSpPr>
          <p:cNvPr id="125" name="TextBox 124">
            <a:extLst>
              <a:ext uri="{FF2B5EF4-FFF2-40B4-BE49-F238E27FC236}">
                <a16:creationId xmlns:a16="http://schemas.microsoft.com/office/drawing/2014/main" id="{5775F5A1-522E-8144-A741-3DBB2CF88747}"/>
              </a:ext>
            </a:extLst>
          </p:cNvPr>
          <p:cNvSpPr txBox="1"/>
          <p:nvPr/>
        </p:nvSpPr>
        <p:spPr>
          <a:xfrm>
            <a:off x="447641" y="4642246"/>
            <a:ext cx="120686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Block: 10110</a:t>
            </a:r>
          </a:p>
        </p:txBody>
      </p:sp>
      <p:sp>
        <p:nvSpPr>
          <p:cNvPr id="126" name="TextBox 125">
            <a:extLst>
              <a:ext uri="{FF2B5EF4-FFF2-40B4-BE49-F238E27FC236}">
                <a16:creationId xmlns:a16="http://schemas.microsoft.com/office/drawing/2014/main" id="{8F4A826D-91DE-5549-8747-B7090F30511E}"/>
              </a:ext>
            </a:extLst>
          </p:cNvPr>
          <p:cNvSpPr txBox="1"/>
          <p:nvPr/>
        </p:nvSpPr>
        <p:spPr>
          <a:xfrm>
            <a:off x="447641" y="4797623"/>
            <a:ext cx="119353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Block: 10111</a:t>
            </a:r>
          </a:p>
        </p:txBody>
      </p:sp>
      <p:sp>
        <p:nvSpPr>
          <p:cNvPr id="134" name="TextBox 133">
            <a:extLst>
              <a:ext uri="{FF2B5EF4-FFF2-40B4-BE49-F238E27FC236}">
                <a16:creationId xmlns:a16="http://schemas.microsoft.com/office/drawing/2014/main" id="{FFE62B6B-8F1C-3A49-8206-2279D4309DA3}"/>
              </a:ext>
            </a:extLst>
          </p:cNvPr>
          <p:cNvSpPr txBox="1"/>
          <p:nvPr/>
        </p:nvSpPr>
        <p:spPr>
          <a:xfrm>
            <a:off x="456194" y="4988786"/>
            <a:ext cx="120686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Block: 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11</a:t>
            </a: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CC9900">
                    <a:lumMod val="60000"/>
                    <a:lumOff val="40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000</a:t>
            </a:r>
          </a:p>
        </p:txBody>
      </p:sp>
      <p:sp>
        <p:nvSpPr>
          <p:cNvPr id="135" name="TextBox 134">
            <a:extLst>
              <a:ext uri="{FF2B5EF4-FFF2-40B4-BE49-F238E27FC236}">
                <a16:creationId xmlns:a16="http://schemas.microsoft.com/office/drawing/2014/main" id="{913DCF7A-4055-484A-9CA2-B32D57B29DEF}"/>
              </a:ext>
            </a:extLst>
          </p:cNvPr>
          <p:cNvSpPr txBox="1"/>
          <p:nvPr/>
        </p:nvSpPr>
        <p:spPr>
          <a:xfrm>
            <a:off x="446635" y="5141186"/>
            <a:ext cx="120686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Block: 11001</a:t>
            </a:r>
          </a:p>
        </p:txBody>
      </p:sp>
      <p:sp>
        <p:nvSpPr>
          <p:cNvPr id="136" name="TextBox 135">
            <a:extLst>
              <a:ext uri="{FF2B5EF4-FFF2-40B4-BE49-F238E27FC236}">
                <a16:creationId xmlns:a16="http://schemas.microsoft.com/office/drawing/2014/main" id="{A75ACCA5-B3D7-FD48-B1B0-B0CDCEFB0058}"/>
              </a:ext>
            </a:extLst>
          </p:cNvPr>
          <p:cNvSpPr txBox="1"/>
          <p:nvPr/>
        </p:nvSpPr>
        <p:spPr>
          <a:xfrm>
            <a:off x="447641" y="5328046"/>
            <a:ext cx="120686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Block: 11010</a:t>
            </a:r>
          </a:p>
        </p:txBody>
      </p:sp>
      <p:sp>
        <p:nvSpPr>
          <p:cNvPr id="137" name="TextBox 136">
            <a:extLst>
              <a:ext uri="{FF2B5EF4-FFF2-40B4-BE49-F238E27FC236}">
                <a16:creationId xmlns:a16="http://schemas.microsoft.com/office/drawing/2014/main" id="{297CA6AA-88BD-564B-9EEE-B82E89633F03}"/>
              </a:ext>
            </a:extLst>
          </p:cNvPr>
          <p:cNvSpPr txBox="1"/>
          <p:nvPr/>
        </p:nvSpPr>
        <p:spPr>
          <a:xfrm>
            <a:off x="447641" y="5480446"/>
            <a:ext cx="119353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Block: 11011</a:t>
            </a:r>
          </a:p>
        </p:txBody>
      </p:sp>
      <p:sp>
        <p:nvSpPr>
          <p:cNvPr id="138" name="TextBox 137">
            <a:extLst>
              <a:ext uri="{FF2B5EF4-FFF2-40B4-BE49-F238E27FC236}">
                <a16:creationId xmlns:a16="http://schemas.microsoft.com/office/drawing/2014/main" id="{020D6A1B-8EF1-D44A-8811-A1A3A4BB0DBF}"/>
              </a:ext>
            </a:extLst>
          </p:cNvPr>
          <p:cNvSpPr txBox="1"/>
          <p:nvPr/>
        </p:nvSpPr>
        <p:spPr>
          <a:xfrm>
            <a:off x="446635" y="5635823"/>
            <a:ext cx="119353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Block: 11100</a:t>
            </a:r>
          </a:p>
        </p:txBody>
      </p:sp>
      <p:sp>
        <p:nvSpPr>
          <p:cNvPr id="139" name="TextBox 138">
            <a:extLst>
              <a:ext uri="{FF2B5EF4-FFF2-40B4-BE49-F238E27FC236}">
                <a16:creationId xmlns:a16="http://schemas.microsoft.com/office/drawing/2014/main" id="{47C371D9-A79B-664F-9561-25590C9E500B}"/>
              </a:ext>
            </a:extLst>
          </p:cNvPr>
          <p:cNvSpPr txBox="1"/>
          <p:nvPr/>
        </p:nvSpPr>
        <p:spPr>
          <a:xfrm>
            <a:off x="447641" y="5791200"/>
            <a:ext cx="119353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Block: 11101</a:t>
            </a:r>
          </a:p>
        </p:txBody>
      </p:sp>
      <p:sp>
        <p:nvSpPr>
          <p:cNvPr id="140" name="TextBox 139">
            <a:extLst>
              <a:ext uri="{FF2B5EF4-FFF2-40B4-BE49-F238E27FC236}">
                <a16:creationId xmlns:a16="http://schemas.microsoft.com/office/drawing/2014/main" id="{8D8033AC-1641-D74B-8133-BFA62BD8100D}"/>
              </a:ext>
            </a:extLst>
          </p:cNvPr>
          <p:cNvSpPr txBox="1"/>
          <p:nvPr/>
        </p:nvSpPr>
        <p:spPr>
          <a:xfrm>
            <a:off x="447641" y="6013846"/>
            <a:ext cx="118019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Block: 11110</a:t>
            </a:r>
          </a:p>
        </p:txBody>
      </p:sp>
      <p:sp>
        <p:nvSpPr>
          <p:cNvPr id="141" name="TextBox 140">
            <a:extLst>
              <a:ext uri="{FF2B5EF4-FFF2-40B4-BE49-F238E27FC236}">
                <a16:creationId xmlns:a16="http://schemas.microsoft.com/office/drawing/2014/main" id="{0D2F7A5E-7663-1B43-99EA-494DD2F30778}"/>
              </a:ext>
            </a:extLst>
          </p:cNvPr>
          <p:cNvSpPr txBox="1"/>
          <p:nvPr/>
        </p:nvSpPr>
        <p:spPr>
          <a:xfrm>
            <a:off x="447641" y="6169223"/>
            <a:ext cx="116685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Block: 11111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BF531E0-BE20-1747-8619-6B37FF2A0368}"/>
              </a:ext>
            </a:extLst>
          </p:cNvPr>
          <p:cNvSpPr txBox="1"/>
          <p:nvPr/>
        </p:nvSpPr>
        <p:spPr>
          <a:xfrm>
            <a:off x="317627" y="6361727"/>
            <a:ext cx="15824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Main memory</a:t>
            </a:r>
          </a:p>
        </p:txBody>
      </p:sp>
    </p:spTree>
    <p:extLst>
      <p:ext uri="{BB962C8B-B14F-4D97-AF65-F5344CB8AC3E}">
        <p14:creationId xmlns:p14="http://schemas.microsoft.com/office/powerpoint/2010/main" val="3406161869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94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9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94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94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9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9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9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9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9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>
                      <p:stCondLst>
                        <p:cond delay="indefinite"/>
                      </p:stCondLst>
                      <p:childTnLst>
                        <p:par>
                          <p:cTn id="98" fill="hold">
                            <p:stCondLst>
                              <p:cond delay="0"/>
                            </p:stCondLst>
                            <p:childTnLst>
                              <p:par>
                                <p:cTn id="9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9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9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9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9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9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9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9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9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9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9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9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9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5" fill="hold">
                      <p:stCondLst>
                        <p:cond delay="indefinite"/>
                      </p:stCondLst>
                      <p:childTnLst>
                        <p:par>
                          <p:cTn id="126" fill="hold">
                            <p:stCondLst>
                              <p:cond delay="0"/>
                            </p:stCondLst>
                            <p:childTnLst>
                              <p:par>
                                <p:cTn id="1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9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9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9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3" fill="hold">
                      <p:stCondLst>
                        <p:cond delay="indefinite"/>
                      </p:stCondLst>
                      <p:childTnLst>
                        <p:par>
                          <p:cTn id="134" fill="hold">
                            <p:stCondLst>
                              <p:cond delay="0"/>
                            </p:stCondLst>
                            <p:childTnLst>
                              <p:par>
                                <p:cTn id="1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9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9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9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1" fill="hold">
                      <p:stCondLst>
                        <p:cond delay="indefinite"/>
                      </p:stCondLst>
                      <p:childTnLst>
                        <p:par>
                          <p:cTn id="142" fill="hold">
                            <p:stCondLst>
                              <p:cond delay="0"/>
                            </p:stCondLst>
                            <p:childTnLst>
                              <p:par>
                                <p:cTn id="14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9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9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7" fill="hold">
                      <p:stCondLst>
                        <p:cond delay="indefinite"/>
                      </p:stCondLst>
                      <p:childTnLst>
                        <p:par>
                          <p:cTn id="148" fill="hold">
                            <p:stCondLst>
                              <p:cond delay="0"/>
                            </p:stCondLst>
                            <p:childTnLst>
                              <p:par>
                                <p:cTn id="1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9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9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9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9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7" fill="hold">
                      <p:stCondLst>
                        <p:cond delay="indefinite"/>
                      </p:stCondLst>
                      <p:childTnLst>
                        <p:par>
                          <p:cTn id="158" fill="hold">
                            <p:stCondLst>
                              <p:cond delay="0"/>
                            </p:stCondLst>
                            <p:childTnLst>
                              <p:par>
                                <p:cTn id="15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9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9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9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9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9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9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1" fill="hold">
                      <p:stCondLst>
                        <p:cond delay="indefinite"/>
                      </p:stCondLst>
                      <p:childTnLst>
                        <p:par>
                          <p:cTn id="172" fill="hold">
                            <p:stCondLst>
                              <p:cond delay="0"/>
                            </p:stCondLst>
                            <p:childTnLst>
                              <p:par>
                                <p:cTn id="17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946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5" fill="hold">
                      <p:stCondLst>
                        <p:cond delay="indefinite"/>
                      </p:stCondLst>
                      <p:childTnLst>
                        <p:par>
                          <p:cTn id="176" fill="hold">
                            <p:stCondLst>
                              <p:cond delay="0"/>
                            </p:stCondLst>
                            <p:childTnLst>
                              <p:par>
                                <p:cTn id="17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946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2950" grpId="0"/>
      <p:bldP spid="82952" grpId="0"/>
      <p:bldP spid="82953" grpId="0" animBg="1"/>
      <p:bldP spid="82954" grpId="0"/>
      <p:bldP spid="82957" grpId="0"/>
      <p:bldP spid="82958" grpId="0"/>
      <p:bldP spid="82959" grpId="0"/>
      <p:bldP spid="82960" grpId="0"/>
      <p:bldP spid="82961" grpId="0"/>
      <p:bldP spid="82962" grpId="0"/>
      <p:bldP spid="82967" grpId="0"/>
      <p:bldP spid="82968" grpId="0"/>
      <p:bldP spid="82969" grpId="0" animBg="1"/>
      <p:bldP spid="82970" grpId="0"/>
      <p:bldP spid="82977" grpId="0"/>
      <p:bldP spid="82979" grpId="0"/>
      <p:bldP spid="82982" grpId="0"/>
      <p:bldP spid="82983" grpId="0"/>
      <p:bldP spid="2" grpId="0"/>
      <p:bldP spid="104" grpId="0"/>
      <p:bldP spid="105" grpId="0"/>
      <p:bldP spid="106" grpId="0"/>
      <p:bldP spid="107" grpId="0"/>
      <p:bldP spid="108" grpId="0"/>
      <p:bldP spid="109" grpId="0"/>
      <p:bldP spid="110" grpId="0"/>
      <p:bldP spid="111" grpId="0"/>
      <p:bldP spid="112" grpId="0"/>
      <p:bldP spid="113" grpId="0"/>
      <p:bldP spid="114" grpId="0"/>
      <p:bldP spid="115" grpId="0"/>
      <p:bldP spid="116" grpId="0"/>
      <p:bldP spid="117" grpId="0"/>
      <p:bldP spid="118" grpId="0"/>
      <p:bldP spid="119" grpId="0"/>
      <p:bldP spid="120" grpId="0"/>
      <p:bldP spid="121" grpId="0"/>
      <p:bldP spid="122" grpId="0"/>
      <p:bldP spid="123" grpId="0"/>
      <p:bldP spid="124" grpId="0"/>
      <p:bldP spid="125" grpId="0"/>
      <p:bldP spid="126" grpId="0"/>
      <p:bldP spid="134" grpId="0"/>
      <p:bldP spid="135" grpId="0"/>
      <p:bldP spid="136" grpId="0"/>
      <p:bldP spid="137" grpId="0"/>
      <p:bldP spid="138" grpId="0"/>
      <p:bldP spid="139" grpId="0"/>
      <p:bldP spid="140" grpId="0"/>
      <p:bldP spid="141" grpId="0"/>
      <p:bldP spid="3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993" name="Title 1">
            <a:extLst>
              <a:ext uri="{FF2B5EF4-FFF2-40B4-BE49-F238E27FC236}">
                <a16:creationId xmlns:a16="http://schemas.microsoft.com/office/drawing/2014/main" id="{9AFD93DC-AFF6-AF45-BD50-BC4B9B7C4E3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>
                <a:ea typeface="ＭＳ Ｐゴシック" panose="020B0600070205080204" pitchFamily="34" charset="-128"/>
              </a:rPr>
              <a:t>Direct-Mapped Caches</a:t>
            </a:r>
          </a:p>
        </p:txBody>
      </p:sp>
      <p:sp>
        <p:nvSpPr>
          <p:cNvPr id="87042" name="Content Placeholder 2">
            <a:extLst>
              <a:ext uri="{FF2B5EF4-FFF2-40B4-BE49-F238E27FC236}">
                <a16:creationId xmlns:a16="http://schemas.microsoft.com/office/drawing/2014/main" id="{31FE4E06-1EAA-F548-9DDF-596EB6CC8B61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228600" y="996950"/>
            <a:ext cx="8610600" cy="5194300"/>
          </a:xfrm>
        </p:spPr>
        <p:txBody>
          <a:bodyPr/>
          <a:lstStyle/>
          <a:p>
            <a:r>
              <a:rPr lang="en-US" altLang="en-US">
                <a:solidFill>
                  <a:srgbClr val="0000FF"/>
                </a:solidFill>
                <a:ea typeface="ＭＳ Ｐゴシック" panose="020B0600070205080204" pitchFamily="34" charset="-128"/>
              </a:rPr>
              <a:t>Direct-mapped cache: </a:t>
            </a:r>
            <a:r>
              <a:rPr lang="en-US" altLang="en-US">
                <a:ea typeface="ＭＳ Ｐゴシック" panose="020B0600070205080204" pitchFamily="34" charset="-128"/>
              </a:rPr>
              <a:t>Two blocks in memory that map to the same index in the cache cannot be present in the cache at the same time</a:t>
            </a:r>
          </a:p>
          <a:p>
            <a:pPr lvl="1"/>
            <a:r>
              <a:rPr lang="en-US" altLang="en-US">
                <a:ea typeface="ＭＳ Ｐゴシック" panose="020B0600070205080204" pitchFamily="34" charset="-128"/>
              </a:rPr>
              <a:t>One index </a:t>
            </a:r>
            <a:r>
              <a:rPr lang="en-US" altLang="en-US">
                <a:ea typeface="ＭＳ Ｐゴシック" panose="020B0600070205080204" pitchFamily="34" charset="-128"/>
                <a:sym typeface="Wingdings" pitchFamily="2" charset="2"/>
              </a:rPr>
              <a:t> one entry</a:t>
            </a:r>
          </a:p>
          <a:p>
            <a:pPr lvl="1"/>
            <a:endParaRPr lang="en-US" altLang="en-US">
              <a:ea typeface="ＭＳ Ｐゴシック" panose="020B0600070205080204" pitchFamily="34" charset="-128"/>
              <a:sym typeface="Wingdings" pitchFamily="2" charset="2"/>
            </a:endParaRPr>
          </a:p>
          <a:p>
            <a:r>
              <a:rPr lang="en-US" altLang="en-US">
                <a:ea typeface="ＭＳ Ｐゴシック" panose="020B0600070205080204" pitchFamily="34" charset="-128"/>
                <a:sym typeface="Wingdings" pitchFamily="2" charset="2"/>
              </a:rPr>
              <a:t>Can lead to 0% hit rate if more than one block accessed in an interleaved manner map to the same index </a:t>
            </a:r>
          </a:p>
          <a:p>
            <a:pPr lvl="1"/>
            <a:r>
              <a:rPr lang="en-US" altLang="en-US">
                <a:ea typeface="ＭＳ Ｐゴシック" panose="020B0600070205080204" pitchFamily="34" charset="-128"/>
                <a:sym typeface="Wingdings" pitchFamily="2" charset="2"/>
              </a:rPr>
              <a:t>Assume addresses A and B have the same index bits but different tag bits</a:t>
            </a:r>
          </a:p>
          <a:p>
            <a:pPr lvl="1"/>
            <a:r>
              <a:rPr lang="en-US" altLang="en-US">
                <a:ea typeface="ＭＳ Ｐゴシック" panose="020B0600070205080204" pitchFamily="34" charset="-128"/>
                <a:sym typeface="Wingdings" pitchFamily="2" charset="2"/>
              </a:rPr>
              <a:t>A, B, A, B, A, B, A, B, …  conflict in the cache index</a:t>
            </a:r>
          </a:p>
          <a:p>
            <a:pPr lvl="1"/>
            <a:r>
              <a:rPr lang="en-US" altLang="en-US">
                <a:ea typeface="ＭＳ Ｐゴシック" panose="020B0600070205080204" pitchFamily="34" charset="-128"/>
                <a:sym typeface="Wingdings" pitchFamily="2" charset="2"/>
              </a:rPr>
              <a:t>All accesses are </a:t>
            </a:r>
            <a:r>
              <a:rPr lang="en-US" altLang="en-US">
                <a:solidFill>
                  <a:srgbClr val="0000FF"/>
                </a:solidFill>
                <a:ea typeface="ＭＳ Ｐゴシック" panose="020B0600070205080204" pitchFamily="34" charset="-128"/>
                <a:sym typeface="Wingdings" pitchFamily="2" charset="2"/>
              </a:rPr>
              <a:t>conflict misses</a:t>
            </a:r>
          </a:p>
          <a:p>
            <a:pPr lvl="1"/>
            <a:endParaRPr lang="en-US" altLang="en-US">
              <a:ea typeface="ＭＳ Ｐゴシック" panose="020B0600070205080204" pitchFamily="34" charset="-128"/>
              <a:sym typeface="Wingdings" pitchFamily="2" charset="2"/>
            </a:endParaRPr>
          </a:p>
          <a:p>
            <a:endParaRPr lang="en-US" altLang="en-US">
              <a:ea typeface="ＭＳ Ｐゴシック" panose="020B0600070205080204" pitchFamily="34" charset="-128"/>
            </a:endParaRPr>
          </a:p>
        </p:txBody>
      </p:sp>
      <p:sp>
        <p:nvSpPr>
          <p:cNvPr id="212995" name="Slide Number Placeholder 3">
            <a:extLst>
              <a:ext uri="{FF2B5EF4-FFF2-40B4-BE49-F238E27FC236}">
                <a16:creationId xmlns:a16="http://schemas.microsoft.com/office/drawing/2014/main" id="{05F84423-58C5-2542-87C2-D7E4284D223B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itchFamily="2" charset="2"/>
              <a:buChar char="q"/>
              <a:defRPr sz="22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q"/>
              <a:defRPr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CBCC028B-FB45-E44C-908B-4F686987A0DD}" type="slidenum">
              <a:rPr kumimoji="0" lang="en-US" altLang="en-US" sz="16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aramond" panose="02020404030301010803" pitchFamily="18" charset="0"/>
                <a:ea typeface="ＭＳ Ｐゴシック" panose="020B0600070205080204" pitchFamily="34" charset="-128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en-US" altLang="en-US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Garamond" panose="02020404030301010803" pitchFamily="18" charset="0"/>
              <a:ea typeface="ＭＳ Ｐゴシック" panose="020B0600070205080204" pitchFamily="34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451657774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04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04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04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04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4" name="Content Placeholder 2">
            <a:extLst>
              <a:ext uri="{FF2B5EF4-FFF2-40B4-BE49-F238E27FC236}">
                <a16:creationId xmlns:a16="http://schemas.microsoft.com/office/drawing/2014/main" id="{79C70749-0BBC-D849-927A-07C313633050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228600" y="996950"/>
            <a:ext cx="8610600" cy="5194300"/>
          </a:xfrm>
        </p:spPr>
        <p:txBody>
          <a:bodyPr/>
          <a:lstStyle/>
          <a:p>
            <a:r>
              <a:rPr lang="en-US" altLang="en-US" sz="2200">
                <a:ea typeface="ＭＳ Ｐゴシック" panose="020B0600070205080204" pitchFamily="34" charset="-128"/>
              </a:rPr>
              <a:t>Addresses 0 and 8 always conflict in direct mapped cache</a:t>
            </a:r>
          </a:p>
          <a:p>
            <a:r>
              <a:rPr lang="en-US" altLang="en-US" sz="2200">
                <a:ea typeface="ＭＳ Ｐゴシック" panose="020B0600070205080204" pitchFamily="34" charset="-128"/>
              </a:rPr>
              <a:t>Instead of having one column of 8, have 2 columns of 4 blocks</a:t>
            </a:r>
          </a:p>
          <a:p>
            <a:endParaRPr lang="en-US" altLang="en-US" sz="2200">
              <a:ea typeface="ＭＳ Ｐゴシック" panose="020B0600070205080204" pitchFamily="34" charset="-128"/>
            </a:endParaRPr>
          </a:p>
          <a:p>
            <a:endParaRPr lang="en-US" altLang="en-US" sz="2200">
              <a:ea typeface="ＭＳ Ｐゴシック" panose="020B0600070205080204" pitchFamily="34" charset="-128"/>
            </a:endParaRPr>
          </a:p>
          <a:p>
            <a:endParaRPr lang="en-US" altLang="en-US" sz="2200">
              <a:ea typeface="ＭＳ Ｐゴシック" panose="020B0600070205080204" pitchFamily="34" charset="-128"/>
            </a:endParaRPr>
          </a:p>
          <a:p>
            <a:endParaRPr lang="en-US" altLang="en-US" sz="2200">
              <a:ea typeface="ＭＳ Ｐゴシック" panose="020B0600070205080204" pitchFamily="34" charset="-128"/>
            </a:endParaRPr>
          </a:p>
          <a:p>
            <a:endParaRPr lang="en-US" altLang="en-US" sz="2200">
              <a:ea typeface="ＭＳ Ｐゴシック" panose="020B0600070205080204" pitchFamily="34" charset="-128"/>
            </a:endParaRPr>
          </a:p>
          <a:p>
            <a:endParaRPr lang="en-US" altLang="en-US" sz="2200">
              <a:ea typeface="ＭＳ Ｐゴシック" panose="020B0600070205080204" pitchFamily="34" charset="-128"/>
            </a:endParaRPr>
          </a:p>
          <a:p>
            <a:endParaRPr lang="en-US" altLang="en-US" sz="2200">
              <a:ea typeface="ＭＳ Ｐゴシック" panose="020B0600070205080204" pitchFamily="34" charset="-128"/>
            </a:endParaRPr>
          </a:p>
          <a:p>
            <a:endParaRPr lang="en-US" altLang="en-US" sz="2200">
              <a:ea typeface="ＭＳ Ｐゴシック" panose="020B0600070205080204" pitchFamily="34" charset="-128"/>
            </a:endParaRPr>
          </a:p>
          <a:p>
            <a:endParaRPr lang="en-US" altLang="en-US" sz="2200">
              <a:ea typeface="ＭＳ Ｐゴシック" panose="020B0600070205080204" pitchFamily="34" charset="-128"/>
            </a:endParaRPr>
          </a:p>
          <a:p>
            <a:endParaRPr lang="en-US" altLang="en-US" sz="2200">
              <a:ea typeface="ＭＳ Ｐゴシック" panose="020B0600070205080204" pitchFamily="34" charset="-128"/>
            </a:endParaRPr>
          </a:p>
          <a:p>
            <a:pPr lvl="4"/>
            <a:endParaRPr lang="en-US" altLang="en-US" sz="1400">
              <a:ea typeface="ＭＳ Ｐゴシック" panose="020B0600070205080204" pitchFamily="34" charset="-128"/>
            </a:endParaRPr>
          </a:p>
        </p:txBody>
      </p:sp>
      <p:sp>
        <p:nvSpPr>
          <p:cNvPr id="214018" name="Title 1">
            <a:extLst>
              <a:ext uri="{FF2B5EF4-FFF2-40B4-BE49-F238E27FC236}">
                <a16:creationId xmlns:a16="http://schemas.microsoft.com/office/drawing/2014/main" id="{BCBAB928-21C3-1449-B575-B2AE1609767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>
                <a:ea typeface="ＭＳ Ｐゴシック" panose="020B0600070205080204" pitchFamily="34" charset="-128"/>
              </a:rPr>
              <a:t>Set Associativity</a:t>
            </a:r>
          </a:p>
        </p:txBody>
      </p:sp>
      <p:sp>
        <p:nvSpPr>
          <p:cNvPr id="214019" name="Slide Number Placeholder 3">
            <a:extLst>
              <a:ext uri="{FF2B5EF4-FFF2-40B4-BE49-F238E27FC236}">
                <a16:creationId xmlns:a16="http://schemas.microsoft.com/office/drawing/2014/main" id="{30BA7759-B5ED-D146-BA17-0BC99FB14BB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itchFamily="2" charset="2"/>
              <a:buChar char="q"/>
              <a:defRPr sz="22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q"/>
              <a:defRPr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A80EE0BF-171D-2E48-9C5B-55ED75EF5F96}" type="slidenum">
              <a:rPr kumimoji="0" lang="en-US" altLang="en-US" sz="16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aramond" panose="02020404030301010803" pitchFamily="18" charset="0"/>
                <a:ea typeface="ＭＳ Ｐゴシック" panose="020B0600070205080204" pitchFamily="34" charset="-128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en-US" altLang="en-US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Garamond" panose="02020404030301010803" pitchFamily="18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84996" name="Rectangle 5">
            <a:extLst>
              <a:ext uri="{FF2B5EF4-FFF2-40B4-BE49-F238E27FC236}">
                <a16:creationId xmlns:a16="http://schemas.microsoft.com/office/drawing/2014/main" id="{56213019-5292-3F4E-8DAE-3A06D36D674D}"/>
              </a:ext>
            </a:extLst>
          </p:cNvPr>
          <p:cNvSpPr>
            <a:spLocks noChangeArrowheads="1"/>
          </p:cNvSpPr>
          <p:nvPr/>
        </p:nvSpPr>
        <p:spPr bwMode="auto">
          <a:xfrm>
            <a:off x="941388" y="2625725"/>
            <a:ext cx="1477962" cy="166688"/>
          </a:xfrm>
          <a:prstGeom prst="rect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itchFamily="2" charset="2"/>
              <a:buChar char="q"/>
              <a:defRPr sz="22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q"/>
              <a:defRPr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84997" name="Rectangle 6">
            <a:extLst>
              <a:ext uri="{FF2B5EF4-FFF2-40B4-BE49-F238E27FC236}">
                <a16:creationId xmlns:a16="http://schemas.microsoft.com/office/drawing/2014/main" id="{0F86946F-34C4-A649-B89F-3013AAE875D3}"/>
              </a:ext>
            </a:extLst>
          </p:cNvPr>
          <p:cNvSpPr>
            <a:spLocks noChangeArrowheads="1"/>
          </p:cNvSpPr>
          <p:nvPr/>
        </p:nvSpPr>
        <p:spPr bwMode="auto">
          <a:xfrm>
            <a:off x="941388" y="2797175"/>
            <a:ext cx="1477962" cy="166688"/>
          </a:xfrm>
          <a:prstGeom prst="rect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itchFamily="2" charset="2"/>
              <a:buChar char="q"/>
              <a:defRPr sz="22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q"/>
              <a:defRPr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84998" name="Rectangle 7">
            <a:extLst>
              <a:ext uri="{FF2B5EF4-FFF2-40B4-BE49-F238E27FC236}">
                <a16:creationId xmlns:a16="http://schemas.microsoft.com/office/drawing/2014/main" id="{F580CC6A-4B59-7846-9839-0E9BCE2828F2}"/>
              </a:ext>
            </a:extLst>
          </p:cNvPr>
          <p:cNvSpPr>
            <a:spLocks noChangeArrowheads="1"/>
          </p:cNvSpPr>
          <p:nvPr/>
        </p:nvSpPr>
        <p:spPr bwMode="auto">
          <a:xfrm>
            <a:off x="941388" y="2963863"/>
            <a:ext cx="1477962" cy="165100"/>
          </a:xfrm>
          <a:prstGeom prst="rect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itchFamily="2" charset="2"/>
              <a:buChar char="q"/>
              <a:defRPr sz="22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q"/>
              <a:defRPr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84999" name="Rectangle 8">
            <a:extLst>
              <a:ext uri="{FF2B5EF4-FFF2-40B4-BE49-F238E27FC236}">
                <a16:creationId xmlns:a16="http://schemas.microsoft.com/office/drawing/2014/main" id="{803FBB01-461F-9446-8537-80A9DC1FDA0B}"/>
              </a:ext>
            </a:extLst>
          </p:cNvPr>
          <p:cNvSpPr>
            <a:spLocks noChangeArrowheads="1"/>
          </p:cNvSpPr>
          <p:nvPr/>
        </p:nvSpPr>
        <p:spPr bwMode="auto">
          <a:xfrm>
            <a:off x="941388" y="3128963"/>
            <a:ext cx="1477962" cy="166687"/>
          </a:xfrm>
          <a:prstGeom prst="rect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itchFamily="2" charset="2"/>
              <a:buChar char="q"/>
              <a:defRPr sz="22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q"/>
              <a:defRPr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85000" name="Rectangle 9">
            <a:extLst>
              <a:ext uri="{FF2B5EF4-FFF2-40B4-BE49-F238E27FC236}">
                <a16:creationId xmlns:a16="http://schemas.microsoft.com/office/drawing/2014/main" id="{92E4D4F0-AF33-764D-BFE9-E7D836E4C81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66988" y="2630488"/>
            <a:ext cx="1477962" cy="166687"/>
          </a:xfrm>
          <a:prstGeom prst="rect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itchFamily="2" charset="2"/>
              <a:buChar char="q"/>
              <a:defRPr sz="22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q"/>
              <a:defRPr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85001" name="Rectangle 10">
            <a:extLst>
              <a:ext uri="{FF2B5EF4-FFF2-40B4-BE49-F238E27FC236}">
                <a16:creationId xmlns:a16="http://schemas.microsoft.com/office/drawing/2014/main" id="{46EEAD43-BA02-F840-A92F-7193E18E349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66988" y="2797175"/>
            <a:ext cx="1477962" cy="166688"/>
          </a:xfrm>
          <a:prstGeom prst="rect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itchFamily="2" charset="2"/>
              <a:buChar char="q"/>
              <a:defRPr sz="22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q"/>
              <a:defRPr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85002" name="Rectangle 11">
            <a:extLst>
              <a:ext uri="{FF2B5EF4-FFF2-40B4-BE49-F238E27FC236}">
                <a16:creationId xmlns:a16="http://schemas.microsoft.com/office/drawing/2014/main" id="{9E21C95F-1B23-F140-9FB7-DAA9BAFF0D5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66988" y="2963863"/>
            <a:ext cx="1477962" cy="165100"/>
          </a:xfrm>
          <a:prstGeom prst="rect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itchFamily="2" charset="2"/>
              <a:buChar char="q"/>
              <a:defRPr sz="22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q"/>
              <a:defRPr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85003" name="Rectangle 12">
            <a:extLst>
              <a:ext uri="{FF2B5EF4-FFF2-40B4-BE49-F238E27FC236}">
                <a16:creationId xmlns:a16="http://schemas.microsoft.com/office/drawing/2014/main" id="{819A80E3-60B3-644D-B1B0-541FEB48B83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66988" y="3128963"/>
            <a:ext cx="1477962" cy="166687"/>
          </a:xfrm>
          <a:prstGeom prst="rect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itchFamily="2" charset="2"/>
              <a:buChar char="q"/>
              <a:defRPr sz="22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q"/>
              <a:defRPr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85004" name="TextBox 13">
            <a:extLst>
              <a:ext uri="{FF2B5EF4-FFF2-40B4-BE49-F238E27FC236}">
                <a16:creationId xmlns:a16="http://schemas.microsoft.com/office/drawing/2014/main" id="{36550C2B-37D1-8E4E-A529-CDC2F9A8B36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79600" y="2092325"/>
            <a:ext cx="1133475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itchFamily="2" charset="2"/>
              <a:buChar char="q"/>
              <a:defRPr sz="22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q"/>
              <a:defRPr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Tag store</a:t>
            </a:r>
          </a:p>
        </p:txBody>
      </p:sp>
      <p:sp>
        <p:nvSpPr>
          <p:cNvPr id="85005" name="Rectangle 15">
            <a:extLst>
              <a:ext uri="{FF2B5EF4-FFF2-40B4-BE49-F238E27FC236}">
                <a16:creationId xmlns:a16="http://schemas.microsoft.com/office/drawing/2014/main" id="{011F7A7A-C1F4-0045-A0C9-54BFB76EEAFA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70475" y="2619375"/>
            <a:ext cx="1477963" cy="166688"/>
          </a:xfrm>
          <a:prstGeom prst="rect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itchFamily="2" charset="2"/>
              <a:buChar char="q"/>
              <a:defRPr sz="22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q"/>
              <a:defRPr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85006" name="Rectangle 16">
            <a:extLst>
              <a:ext uri="{FF2B5EF4-FFF2-40B4-BE49-F238E27FC236}">
                <a16:creationId xmlns:a16="http://schemas.microsoft.com/office/drawing/2014/main" id="{D14F5A06-5219-424C-B227-1B44FF1AF458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70475" y="2789238"/>
            <a:ext cx="1477963" cy="166687"/>
          </a:xfrm>
          <a:prstGeom prst="rect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itchFamily="2" charset="2"/>
              <a:buChar char="q"/>
              <a:defRPr sz="22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q"/>
              <a:defRPr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85007" name="Rectangle 17">
            <a:extLst>
              <a:ext uri="{FF2B5EF4-FFF2-40B4-BE49-F238E27FC236}">
                <a16:creationId xmlns:a16="http://schemas.microsoft.com/office/drawing/2014/main" id="{F53DE610-D803-1243-863C-C9D767442CD2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70475" y="2955925"/>
            <a:ext cx="1477963" cy="166688"/>
          </a:xfrm>
          <a:prstGeom prst="rect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itchFamily="2" charset="2"/>
              <a:buChar char="q"/>
              <a:defRPr sz="22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q"/>
              <a:defRPr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85008" name="Rectangle 18">
            <a:extLst>
              <a:ext uri="{FF2B5EF4-FFF2-40B4-BE49-F238E27FC236}">
                <a16:creationId xmlns:a16="http://schemas.microsoft.com/office/drawing/2014/main" id="{FB1021D6-DB65-C84C-9EAB-1C725CB495F8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70475" y="3122613"/>
            <a:ext cx="1477963" cy="166687"/>
          </a:xfrm>
          <a:prstGeom prst="rect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itchFamily="2" charset="2"/>
              <a:buChar char="q"/>
              <a:defRPr sz="22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q"/>
              <a:defRPr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85009" name="Rectangle 19">
            <a:extLst>
              <a:ext uri="{FF2B5EF4-FFF2-40B4-BE49-F238E27FC236}">
                <a16:creationId xmlns:a16="http://schemas.microsoft.com/office/drawing/2014/main" id="{19A6B968-C1E8-FA42-8F17-5E941568AE63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77038" y="2630488"/>
            <a:ext cx="1477962" cy="166687"/>
          </a:xfrm>
          <a:prstGeom prst="rect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itchFamily="2" charset="2"/>
              <a:buChar char="q"/>
              <a:defRPr sz="22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q"/>
              <a:defRPr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85010" name="Rectangle 20">
            <a:extLst>
              <a:ext uri="{FF2B5EF4-FFF2-40B4-BE49-F238E27FC236}">
                <a16:creationId xmlns:a16="http://schemas.microsoft.com/office/drawing/2014/main" id="{5A8E81B5-4294-0A49-81C8-85F7F763A42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77038" y="2797175"/>
            <a:ext cx="1477962" cy="166688"/>
          </a:xfrm>
          <a:prstGeom prst="rect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itchFamily="2" charset="2"/>
              <a:buChar char="q"/>
              <a:defRPr sz="22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q"/>
              <a:defRPr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85011" name="Rectangle 21">
            <a:extLst>
              <a:ext uri="{FF2B5EF4-FFF2-40B4-BE49-F238E27FC236}">
                <a16:creationId xmlns:a16="http://schemas.microsoft.com/office/drawing/2014/main" id="{DC6AF59B-1C56-EC48-B6A6-3CF52895845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77038" y="2963863"/>
            <a:ext cx="1477962" cy="165100"/>
          </a:xfrm>
          <a:prstGeom prst="rect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itchFamily="2" charset="2"/>
              <a:buChar char="q"/>
              <a:defRPr sz="22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q"/>
              <a:defRPr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85012" name="Rectangle 22">
            <a:extLst>
              <a:ext uri="{FF2B5EF4-FFF2-40B4-BE49-F238E27FC236}">
                <a16:creationId xmlns:a16="http://schemas.microsoft.com/office/drawing/2014/main" id="{312ABDE7-BA7C-FC44-98D7-22EAD554C6F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77038" y="3128963"/>
            <a:ext cx="1477962" cy="166687"/>
          </a:xfrm>
          <a:prstGeom prst="rect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itchFamily="2" charset="2"/>
              <a:buChar char="q"/>
              <a:defRPr sz="22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q"/>
              <a:defRPr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85013" name="TextBox 23">
            <a:extLst>
              <a:ext uri="{FF2B5EF4-FFF2-40B4-BE49-F238E27FC236}">
                <a16:creationId xmlns:a16="http://schemas.microsoft.com/office/drawing/2014/main" id="{51074558-6D1B-8F4C-98CF-1E5868BC6E7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24550" y="2092325"/>
            <a:ext cx="1247775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itchFamily="2" charset="2"/>
              <a:buChar char="q"/>
              <a:defRPr sz="22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q"/>
              <a:defRPr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Data store</a:t>
            </a:r>
          </a:p>
        </p:txBody>
      </p:sp>
      <p:sp>
        <p:nvSpPr>
          <p:cNvPr id="85014" name="TextBox 24">
            <a:extLst>
              <a:ext uri="{FF2B5EF4-FFF2-40B4-BE49-F238E27FC236}">
                <a16:creationId xmlns:a16="http://schemas.microsoft.com/office/drawing/2014/main" id="{C3FCFD15-D032-8840-B2D0-449D4DE603D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27313" y="3087688"/>
            <a:ext cx="287337" cy="2778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itchFamily="2" charset="2"/>
              <a:buChar char="q"/>
              <a:defRPr sz="22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q"/>
              <a:defRPr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V</a:t>
            </a:r>
          </a:p>
        </p:txBody>
      </p:sp>
      <p:sp>
        <p:nvSpPr>
          <p:cNvPr id="85015" name="TextBox 25">
            <a:extLst>
              <a:ext uri="{FF2B5EF4-FFF2-40B4-BE49-F238E27FC236}">
                <a16:creationId xmlns:a16="http://schemas.microsoft.com/office/drawing/2014/main" id="{D464EF49-BB83-7248-A936-821D2DD5702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40088" y="3078163"/>
            <a:ext cx="398462" cy="2778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itchFamily="2" charset="2"/>
              <a:buChar char="q"/>
              <a:defRPr sz="22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q"/>
              <a:defRPr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tag</a:t>
            </a:r>
          </a:p>
        </p:txBody>
      </p:sp>
      <p:sp>
        <p:nvSpPr>
          <p:cNvPr id="85016" name="Rectangle 26">
            <a:extLst>
              <a:ext uri="{FF2B5EF4-FFF2-40B4-BE49-F238E27FC236}">
                <a16:creationId xmlns:a16="http://schemas.microsoft.com/office/drawing/2014/main" id="{F74DA51B-06AB-E249-B19F-F1849084793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13075" y="3711575"/>
            <a:ext cx="625475" cy="336550"/>
          </a:xfrm>
          <a:prstGeom prst="rect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itchFamily="2" charset="2"/>
              <a:buChar char="q"/>
              <a:defRPr sz="22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q"/>
              <a:defRPr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85017" name="TextBox 27">
            <a:extLst>
              <a:ext uri="{FF2B5EF4-FFF2-40B4-BE49-F238E27FC236}">
                <a16:creationId xmlns:a16="http://schemas.microsoft.com/office/drawing/2014/main" id="{980A8236-4811-134D-92A2-5EDC6011969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11500" y="3687763"/>
            <a:ext cx="47625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itchFamily="2" charset="2"/>
              <a:buChar char="q"/>
              <a:defRPr sz="22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q"/>
              <a:defRPr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=?</a:t>
            </a:r>
          </a:p>
        </p:txBody>
      </p:sp>
      <p:cxnSp>
        <p:nvCxnSpPr>
          <p:cNvPr id="85018" name="Straight Arrow Connector 28">
            <a:extLst>
              <a:ext uri="{FF2B5EF4-FFF2-40B4-BE49-F238E27FC236}">
                <a16:creationId xmlns:a16="http://schemas.microsoft.com/office/drawing/2014/main" id="{50F9C6EF-F84A-8048-AC7E-B910C23C7716}"/>
              </a:ext>
            </a:extLst>
          </p:cNvPr>
          <p:cNvCxnSpPr>
            <a:cxnSpLocks noChangeShapeType="1"/>
          </p:cNvCxnSpPr>
          <p:nvPr/>
        </p:nvCxnSpPr>
        <p:spPr bwMode="auto">
          <a:xfrm rot="5400000">
            <a:off x="3141662" y="3506788"/>
            <a:ext cx="417513" cy="1588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85019" name="Straight Arrow Connector 29">
            <a:extLst>
              <a:ext uri="{FF2B5EF4-FFF2-40B4-BE49-F238E27FC236}">
                <a16:creationId xmlns:a16="http://schemas.microsoft.com/office/drawing/2014/main" id="{8E44A483-26AE-B64B-B66A-7AF760999065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2770188" y="3290888"/>
            <a:ext cx="469900" cy="42545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85020" name="Straight Arrow Connector 30">
            <a:extLst>
              <a:ext uri="{FF2B5EF4-FFF2-40B4-BE49-F238E27FC236}">
                <a16:creationId xmlns:a16="http://schemas.microsoft.com/office/drawing/2014/main" id="{F195EF90-4E41-6447-A161-387122EC3E6B}"/>
              </a:ext>
            </a:extLst>
          </p:cNvPr>
          <p:cNvCxnSpPr>
            <a:cxnSpLocks noChangeShapeType="1"/>
          </p:cNvCxnSpPr>
          <p:nvPr/>
        </p:nvCxnSpPr>
        <p:spPr bwMode="auto">
          <a:xfrm rot="5400000">
            <a:off x="7287419" y="3510756"/>
            <a:ext cx="419100" cy="1588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85021" name="Straight Connector 31">
            <a:extLst>
              <a:ext uri="{FF2B5EF4-FFF2-40B4-BE49-F238E27FC236}">
                <a16:creationId xmlns:a16="http://schemas.microsoft.com/office/drawing/2014/main" id="{BD91D701-9DAD-1C45-89F1-8AD3F65EB93F}"/>
              </a:ext>
            </a:extLst>
          </p:cNvPr>
          <p:cNvCxnSpPr>
            <a:cxnSpLocks noChangeShapeType="1"/>
          </p:cNvCxnSpPr>
          <p:nvPr/>
        </p:nvCxnSpPr>
        <p:spPr bwMode="auto">
          <a:xfrm rot="5400000">
            <a:off x="2674144" y="2959894"/>
            <a:ext cx="676275" cy="158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85022" name="TextBox 33">
            <a:extLst>
              <a:ext uri="{FF2B5EF4-FFF2-40B4-BE49-F238E27FC236}">
                <a16:creationId xmlns:a16="http://schemas.microsoft.com/office/drawing/2014/main" id="{7FCBFBC6-5560-9F4B-AE91-ADBBC130D92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63625" y="3086100"/>
            <a:ext cx="287338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itchFamily="2" charset="2"/>
              <a:buChar char="q"/>
              <a:defRPr sz="22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q"/>
              <a:defRPr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V</a:t>
            </a:r>
          </a:p>
        </p:txBody>
      </p:sp>
      <p:sp>
        <p:nvSpPr>
          <p:cNvPr id="85023" name="TextBox 34">
            <a:extLst>
              <a:ext uri="{FF2B5EF4-FFF2-40B4-BE49-F238E27FC236}">
                <a16:creationId xmlns:a16="http://schemas.microsoft.com/office/drawing/2014/main" id="{42E3D0BC-31BB-CA4F-91D0-FBFC0E5D701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76400" y="3076575"/>
            <a:ext cx="398463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itchFamily="2" charset="2"/>
              <a:buChar char="q"/>
              <a:defRPr sz="22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q"/>
              <a:defRPr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tag</a:t>
            </a:r>
          </a:p>
        </p:txBody>
      </p:sp>
      <p:sp>
        <p:nvSpPr>
          <p:cNvPr id="85024" name="Rectangle 35">
            <a:extLst>
              <a:ext uri="{FF2B5EF4-FFF2-40B4-BE49-F238E27FC236}">
                <a16:creationId xmlns:a16="http://schemas.microsoft.com/office/drawing/2014/main" id="{3B3BFBE5-17AD-8644-A706-29D643F622C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49388" y="3708400"/>
            <a:ext cx="625475" cy="338138"/>
          </a:xfrm>
          <a:prstGeom prst="rect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itchFamily="2" charset="2"/>
              <a:buChar char="q"/>
              <a:defRPr sz="22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q"/>
              <a:defRPr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85025" name="TextBox 36">
            <a:extLst>
              <a:ext uri="{FF2B5EF4-FFF2-40B4-BE49-F238E27FC236}">
                <a16:creationId xmlns:a16="http://schemas.microsoft.com/office/drawing/2014/main" id="{FC96EB8E-DC76-9442-893D-911E2B86D8B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47813" y="3686175"/>
            <a:ext cx="47625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itchFamily="2" charset="2"/>
              <a:buChar char="q"/>
              <a:defRPr sz="22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q"/>
              <a:defRPr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=?</a:t>
            </a:r>
          </a:p>
        </p:txBody>
      </p:sp>
      <p:cxnSp>
        <p:nvCxnSpPr>
          <p:cNvPr id="85026" name="Straight Arrow Connector 37">
            <a:extLst>
              <a:ext uri="{FF2B5EF4-FFF2-40B4-BE49-F238E27FC236}">
                <a16:creationId xmlns:a16="http://schemas.microsoft.com/office/drawing/2014/main" id="{A3C5390E-CF7F-8944-816B-5C31D1189850}"/>
              </a:ext>
            </a:extLst>
          </p:cNvPr>
          <p:cNvCxnSpPr>
            <a:cxnSpLocks noChangeShapeType="1"/>
          </p:cNvCxnSpPr>
          <p:nvPr/>
        </p:nvCxnSpPr>
        <p:spPr bwMode="auto">
          <a:xfrm rot="5400000">
            <a:off x="1577182" y="3504406"/>
            <a:ext cx="419100" cy="1587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85027" name="Straight Arrow Connector 38">
            <a:extLst>
              <a:ext uri="{FF2B5EF4-FFF2-40B4-BE49-F238E27FC236}">
                <a16:creationId xmlns:a16="http://schemas.microsoft.com/office/drawing/2014/main" id="{FB687F6C-E0CA-4D47-857C-1335BD61EB0A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1206500" y="3289300"/>
            <a:ext cx="469900" cy="423863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85028" name="Straight Connector 39">
            <a:extLst>
              <a:ext uri="{FF2B5EF4-FFF2-40B4-BE49-F238E27FC236}">
                <a16:creationId xmlns:a16="http://schemas.microsoft.com/office/drawing/2014/main" id="{B41A61B0-40E8-3A45-924E-CC82FD5B450F}"/>
              </a:ext>
            </a:extLst>
          </p:cNvPr>
          <p:cNvCxnSpPr>
            <a:cxnSpLocks noChangeShapeType="1"/>
          </p:cNvCxnSpPr>
          <p:nvPr/>
        </p:nvCxnSpPr>
        <p:spPr bwMode="auto">
          <a:xfrm rot="5400000">
            <a:off x="1109662" y="2957513"/>
            <a:ext cx="677863" cy="158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85029" name="Rectangle 40">
            <a:extLst>
              <a:ext uri="{FF2B5EF4-FFF2-40B4-BE49-F238E27FC236}">
                <a16:creationId xmlns:a16="http://schemas.microsoft.com/office/drawing/2014/main" id="{8AC6B6AC-5C50-9649-817D-5E79E22EEBD2}"/>
              </a:ext>
            </a:extLst>
          </p:cNvPr>
          <p:cNvSpPr>
            <a:spLocks noChangeArrowheads="1"/>
          </p:cNvSpPr>
          <p:nvPr/>
        </p:nvSpPr>
        <p:spPr bwMode="auto">
          <a:xfrm>
            <a:off x="909638" y="5710238"/>
            <a:ext cx="1477962" cy="333375"/>
          </a:xfrm>
          <a:prstGeom prst="rect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itchFamily="2" charset="2"/>
              <a:buChar char="q"/>
              <a:defRPr sz="22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q"/>
              <a:defRPr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85030" name="TextBox 41">
            <a:extLst>
              <a:ext uri="{FF2B5EF4-FFF2-40B4-BE49-F238E27FC236}">
                <a16:creationId xmlns:a16="http://schemas.microsoft.com/office/drawing/2014/main" id="{4CA9607E-7BE5-6045-B606-7DC801C91F5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36650" y="4989513"/>
            <a:ext cx="1030288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itchFamily="2" charset="2"/>
              <a:buChar char="q"/>
              <a:defRPr sz="22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q"/>
              <a:defRPr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Address</a:t>
            </a:r>
          </a:p>
        </p:txBody>
      </p:sp>
      <p:cxnSp>
        <p:nvCxnSpPr>
          <p:cNvPr id="85031" name="Straight Connector 42">
            <a:extLst>
              <a:ext uri="{FF2B5EF4-FFF2-40B4-BE49-F238E27FC236}">
                <a16:creationId xmlns:a16="http://schemas.microsoft.com/office/drawing/2014/main" id="{03AC3542-8965-FA4B-9778-CE7E2926252B}"/>
              </a:ext>
            </a:extLst>
          </p:cNvPr>
          <p:cNvCxnSpPr>
            <a:cxnSpLocks noChangeShapeType="1"/>
          </p:cNvCxnSpPr>
          <p:nvPr/>
        </p:nvCxnSpPr>
        <p:spPr bwMode="auto">
          <a:xfrm rot="5400000">
            <a:off x="1681163" y="5876925"/>
            <a:ext cx="331788" cy="158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85032" name="Straight Connector 43">
            <a:extLst>
              <a:ext uri="{FF2B5EF4-FFF2-40B4-BE49-F238E27FC236}">
                <a16:creationId xmlns:a16="http://schemas.microsoft.com/office/drawing/2014/main" id="{E8363BD4-A1D3-B742-8BB1-667606697698}"/>
              </a:ext>
            </a:extLst>
          </p:cNvPr>
          <p:cNvCxnSpPr>
            <a:cxnSpLocks noChangeShapeType="1"/>
          </p:cNvCxnSpPr>
          <p:nvPr/>
        </p:nvCxnSpPr>
        <p:spPr bwMode="auto">
          <a:xfrm rot="5400000">
            <a:off x="1143794" y="5876132"/>
            <a:ext cx="333375" cy="158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85033" name="TextBox 44">
            <a:extLst>
              <a:ext uri="{FF2B5EF4-FFF2-40B4-BE49-F238E27FC236}">
                <a16:creationId xmlns:a16="http://schemas.microsoft.com/office/drawing/2014/main" id="{FE19007D-9573-2C41-B303-5F60D5B0A33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04863" y="5359400"/>
            <a:ext cx="433387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itchFamily="2" charset="2"/>
              <a:buChar char="q"/>
              <a:defRPr sz="22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q"/>
              <a:defRPr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tag</a:t>
            </a:r>
          </a:p>
        </p:txBody>
      </p:sp>
      <p:sp>
        <p:nvSpPr>
          <p:cNvPr id="85034" name="TextBox 45">
            <a:extLst>
              <a:ext uri="{FF2B5EF4-FFF2-40B4-BE49-F238E27FC236}">
                <a16:creationId xmlns:a16="http://schemas.microsoft.com/office/drawing/2014/main" id="{DA37DC39-FC19-8E41-8546-81936FB9524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65238" y="5373688"/>
            <a:ext cx="612775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itchFamily="2" charset="2"/>
              <a:buChar char="q"/>
              <a:defRPr sz="22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q"/>
              <a:defRPr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index</a:t>
            </a:r>
          </a:p>
        </p:txBody>
      </p:sp>
      <p:sp>
        <p:nvSpPr>
          <p:cNvPr id="85035" name="TextBox 46">
            <a:extLst>
              <a:ext uri="{FF2B5EF4-FFF2-40B4-BE49-F238E27FC236}">
                <a16:creationId xmlns:a16="http://schemas.microsoft.com/office/drawing/2014/main" id="{A0C3FB18-69E8-7A4D-8A8E-2FAE8A5D569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78013" y="5373688"/>
            <a:ext cx="1179512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itchFamily="2" charset="2"/>
              <a:buChar char="q"/>
              <a:defRPr sz="22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q"/>
              <a:defRPr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byte in block</a:t>
            </a:r>
          </a:p>
        </p:txBody>
      </p:sp>
      <p:sp>
        <p:nvSpPr>
          <p:cNvPr id="85036" name="TextBox 47">
            <a:extLst>
              <a:ext uri="{FF2B5EF4-FFF2-40B4-BE49-F238E27FC236}">
                <a16:creationId xmlns:a16="http://schemas.microsoft.com/office/drawing/2014/main" id="{6EDAFA39-435A-074D-8D5E-647F287E1FB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46263" y="5710238"/>
            <a:ext cx="611187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itchFamily="2" charset="2"/>
              <a:buChar char="q"/>
              <a:defRPr sz="22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q"/>
              <a:defRPr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3 bits</a:t>
            </a:r>
          </a:p>
        </p:txBody>
      </p:sp>
      <p:sp>
        <p:nvSpPr>
          <p:cNvPr id="85037" name="TextBox 48">
            <a:extLst>
              <a:ext uri="{FF2B5EF4-FFF2-40B4-BE49-F238E27FC236}">
                <a16:creationId xmlns:a16="http://schemas.microsoft.com/office/drawing/2014/main" id="{9CA7DC18-C578-2740-BB5E-125552F80E7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11275" y="5708650"/>
            <a:ext cx="612775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itchFamily="2" charset="2"/>
              <a:buChar char="q"/>
              <a:defRPr sz="22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q"/>
              <a:defRPr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2 bits</a:t>
            </a:r>
          </a:p>
        </p:txBody>
      </p:sp>
      <p:sp>
        <p:nvSpPr>
          <p:cNvPr id="85038" name="TextBox 49">
            <a:extLst>
              <a:ext uri="{FF2B5EF4-FFF2-40B4-BE49-F238E27FC236}">
                <a16:creationId xmlns:a16="http://schemas.microsoft.com/office/drawing/2014/main" id="{40D85608-6DF8-094C-8B35-B2E9921F988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09638" y="5726113"/>
            <a:ext cx="382587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itchFamily="2" charset="2"/>
              <a:buChar char="q"/>
              <a:defRPr sz="22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q"/>
              <a:defRPr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3b</a:t>
            </a:r>
          </a:p>
        </p:txBody>
      </p:sp>
      <p:sp>
        <p:nvSpPr>
          <p:cNvPr id="85039" name="Rectangle 50">
            <a:extLst>
              <a:ext uri="{FF2B5EF4-FFF2-40B4-BE49-F238E27FC236}">
                <a16:creationId xmlns:a16="http://schemas.microsoft.com/office/drawing/2014/main" id="{ACCE891B-CA3F-A04E-B85F-E5B202E2F6D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98763" y="4400550"/>
            <a:ext cx="625475" cy="338138"/>
          </a:xfrm>
          <a:prstGeom prst="rect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itchFamily="2" charset="2"/>
              <a:buChar char="q"/>
              <a:defRPr sz="22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q"/>
              <a:defRPr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85040" name="TextBox 51">
            <a:extLst>
              <a:ext uri="{FF2B5EF4-FFF2-40B4-BE49-F238E27FC236}">
                <a16:creationId xmlns:a16="http://schemas.microsoft.com/office/drawing/2014/main" id="{B4C650C0-E500-F04D-B147-886DB5C4B06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09875" y="4400550"/>
            <a:ext cx="673100" cy="338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itchFamily="2" charset="2"/>
              <a:buChar char="q"/>
              <a:defRPr sz="22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q"/>
              <a:defRPr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Logic</a:t>
            </a:r>
          </a:p>
        </p:txBody>
      </p:sp>
      <p:cxnSp>
        <p:nvCxnSpPr>
          <p:cNvPr id="85041" name="Straight Arrow Connector 53">
            <a:extLst>
              <a:ext uri="{FF2B5EF4-FFF2-40B4-BE49-F238E27FC236}">
                <a16:creationId xmlns:a16="http://schemas.microsoft.com/office/drawing/2014/main" id="{463D8647-9BC6-2D44-BB5F-98833CA7B662}"/>
              </a:ext>
            </a:extLst>
          </p:cNvPr>
          <p:cNvCxnSpPr>
            <a:cxnSpLocks noChangeShapeType="1"/>
            <a:endCxn id="85040" idx="1"/>
          </p:cNvCxnSpPr>
          <p:nvPr/>
        </p:nvCxnSpPr>
        <p:spPr bwMode="auto">
          <a:xfrm>
            <a:off x="2074863" y="4046538"/>
            <a:ext cx="735012" cy="523875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85042" name="Straight Arrow Connector 55">
            <a:extLst>
              <a:ext uri="{FF2B5EF4-FFF2-40B4-BE49-F238E27FC236}">
                <a16:creationId xmlns:a16="http://schemas.microsoft.com/office/drawing/2014/main" id="{DAD0BEC5-F121-8448-BC4A-0EF9BEF6D851}"/>
              </a:ext>
            </a:extLst>
          </p:cNvPr>
          <p:cNvCxnSpPr>
            <a:cxnSpLocks noChangeShapeType="1"/>
            <a:endCxn id="85040" idx="0"/>
          </p:cNvCxnSpPr>
          <p:nvPr/>
        </p:nvCxnSpPr>
        <p:spPr bwMode="auto">
          <a:xfrm rot="10800000" flipV="1">
            <a:off x="3146425" y="4046538"/>
            <a:ext cx="441325" cy="354012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85043" name="Straight Arrow Connector 59">
            <a:extLst>
              <a:ext uri="{FF2B5EF4-FFF2-40B4-BE49-F238E27FC236}">
                <a16:creationId xmlns:a16="http://schemas.microsoft.com/office/drawing/2014/main" id="{DA711A90-21BB-6B48-A339-5512CF5FD38B}"/>
              </a:ext>
            </a:extLst>
          </p:cNvPr>
          <p:cNvCxnSpPr>
            <a:cxnSpLocks noChangeShapeType="1"/>
          </p:cNvCxnSpPr>
          <p:nvPr/>
        </p:nvCxnSpPr>
        <p:spPr bwMode="auto">
          <a:xfrm rot="5400000">
            <a:off x="5714207" y="3501231"/>
            <a:ext cx="419100" cy="1587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85044" name="Freeform 48">
            <a:extLst>
              <a:ext uri="{FF2B5EF4-FFF2-40B4-BE49-F238E27FC236}">
                <a16:creationId xmlns:a16="http://schemas.microsoft.com/office/drawing/2014/main" id="{93454394-3DAC-094D-A544-4FFF1B1CA536}"/>
              </a:ext>
            </a:extLst>
          </p:cNvPr>
          <p:cNvSpPr>
            <a:spLocks/>
          </p:cNvSpPr>
          <p:nvPr/>
        </p:nvSpPr>
        <p:spPr bwMode="auto">
          <a:xfrm>
            <a:off x="5649913" y="3721100"/>
            <a:ext cx="2127250" cy="320675"/>
          </a:xfrm>
          <a:custGeom>
            <a:avLst/>
            <a:gdLst>
              <a:gd name="T0" fmla="*/ 2147483646 w 1132"/>
              <a:gd name="T1" fmla="*/ 0 h 202"/>
              <a:gd name="T2" fmla="*/ 2147483646 w 1132"/>
              <a:gd name="T3" fmla="*/ 2147483646 h 202"/>
              <a:gd name="T4" fmla="*/ 2147483646 w 1132"/>
              <a:gd name="T5" fmla="*/ 2147483646 h 202"/>
              <a:gd name="T6" fmla="*/ 0 w 1132"/>
              <a:gd name="T7" fmla="*/ 0 h 202"/>
              <a:gd name="T8" fmla="*/ 2147483646 w 1132"/>
              <a:gd name="T9" fmla="*/ 0 h 202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1132"/>
              <a:gd name="T16" fmla="*/ 0 h 202"/>
              <a:gd name="T17" fmla="*/ 1132 w 1132"/>
              <a:gd name="T18" fmla="*/ 202 h 202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1132" h="202">
                <a:moveTo>
                  <a:pt x="1132" y="0"/>
                </a:moveTo>
                <a:lnTo>
                  <a:pt x="849" y="202"/>
                </a:lnTo>
                <a:lnTo>
                  <a:pt x="283" y="202"/>
                </a:lnTo>
                <a:lnTo>
                  <a:pt x="0" y="0"/>
                </a:lnTo>
                <a:lnTo>
                  <a:pt x="1132" y="0"/>
                </a:lnTo>
                <a:close/>
              </a:path>
            </a:pathLst>
          </a:custGeom>
          <a:noFill/>
          <a:ln w="1905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85045" name="Text Box 61">
            <a:extLst>
              <a:ext uri="{FF2B5EF4-FFF2-40B4-BE49-F238E27FC236}">
                <a16:creationId xmlns:a16="http://schemas.microsoft.com/office/drawing/2014/main" id="{D685DFE5-BC60-C944-8AEE-5C2F18D24AB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27788" y="3719513"/>
            <a:ext cx="698500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itchFamily="2" charset="2"/>
              <a:buChar char="q"/>
              <a:defRPr sz="22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q"/>
              <a:defRPr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MUX</a:t>
            </a:r>
          </a:p>
        </p:txBody>
      </p:sp>
      <p:cxnSp>
        <p:nvCxnSpPr>
          <p:cNvPr id="85046" name="Straight Arrow Connector 63">
            <a:extLst>
              <a:ext uri="{FF2B5EF4-FFF2-40B4-BE49-F238E27FC236}">
                <a16:creationId xmlns:a16="http://schemas.microsoft.com/office/drawing/2014/main" id="{3B3F4D6D-E828-3B4D-AD0A-150BE7530B18}"/>
              </a:ext>
            </a:extLst>
          </p:cNvPr>
          <p:cNvCxnSpPr>
            <a:cxnSpLocks noChangeShapeType="1"/>
            <a:stCxn id="85040" idx="3"/>
          </p:cNvCxnSpPr>
          <p:nvPr/>
        </p:nvCxnSpPr>
        <p:spPr bwMode="auto">
          <a:xfrm flipV="1">
            <a:off x="3482975" y="3897313"/>
            <a:ext cx="2441575" cy="6731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85047" name="Straight Arrow Connector 66">
            <a:extLst>
              <a:ext uri="{FF2B5EF4-FFF2-40B4-BE49-F238E27FC236}">
                <a16:creationId xmlns:a16="http://schemas.microsoft.com/office/drawing/2014/main" id="{9E82C48B-1325-C748-8CD7-B17D8C9139B2}"/>
              </a:ext>
            </a:extLst>
          </p:cNvPr>
          <p:cNvCxnSpPr>
            <a:cxnSpLocks noChangeShapeType="1"/>
          </p:cNvCxnSpPr>
          <p:nvPr/>
        </p:nvCxnSpPr>
        <p:spPr bwMode="auto">
          <a:xfrm rot="5400000">
            <a:off x="6560344" y="4256881"/>
            <a:ext cx="419100" cy="1588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85048" name="Freeform 48">
            <a:extLst>
              <a:ext uri="{FF2B5EF4-FFF2-40B4-BE49-F238E27FC236}">
                <a16:creationId xmlns:a16="http://schemas.microsoft.com/office/drawing/2014/main" id="{39639B09-237F-D74E-A28F-55A687943E2E}"/>
              </a:ext>
            </a:extLst>
          </p:cNvPr>
          <p:cNvSpPr>
            <a:spLocks/>
          </p:cNvSpPr>
          <p:nvPr/>
        </p:nvSpPr>
        <p:spPr bwMode="auto">
          <a:xfrm>
            <a:off x="5878513" y="4500563"/>
            <a:ext cx="1797050" cy="320675"/>
          </a:xfrm>
          <a:custGeom>
            <a:avLst/>
            <a:gdLst>
              <a:gd name="T0" fmla="*/ 2147483646 w 1132"/>
              <a:gd name="T1" fmla="*/ 0 h 202"/>
              <a:gd name="T2" fmla="*/ 2147483646 w 1132"/>
              <a:gd name="T3" fmla="*/ 2147483646 h 202"/>
              <a:gd name="T4" fmla="*/ 2147483646 w 1132"/>
              <a:gd name="T5" fmla="*/ 2147483646 h 202"/>
              <a:gd name="T6" fmla="*/ 0 w 1132"/>
              <a:gd name="T7" fmla="*/ 0 h 202"/>
              <a:gd name="T8" fmla="*/ 2147483646 w 1132"/>
              <a:gd name="T9" fmla="*/ 0 h 202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1132"/>
              <a:gd name="T16" fmla="*/ 0 h 202"/>
              <a:gd name="T17" fmla="*/ 1132 w 1132"/>
              <a:gd name="T18" fmla="*/ 202 h 202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1132" h="202">
                <a:moveTo>
                  <a:pt x="1132" y="0"/>
                </a:moveTo>
                <a:lnTo>
                  <a:pt x="849" y="202"/>
                </a:lnTo>
                <a:lnTo>
                  <a:pt x="283" y="202"/>
                </a:lnTo>
                <a:lnTo>
                  <a:pt x="0" y="0"/>
                </a:lnTo>
                <a:lnTo>
                  <a:pt x="1132" y="0"/>
                </a:lnTo>
                <a:close/>
              </a:path>
            </a:pathLst>
          </a:custGeom>
          <a:noFill/>
          <a:ln w="1905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85049" name="Text Box 61">
            <a:extLst>
              <a:ext uri="{FF2B5EF4-FFF2-40B4-BE49-F238E27FC236}">
                <a16:creationId xmlns:a16="http://schemas.microsoft.com/office/drawing/2014/main" id="{7330C3D9-D0FD-8E41-BE56-09C8DB809C3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26200" y="4475163"/>
            <a:ext cx="696913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itchFamily="2" charset="2"/>
              <a:buChar char="q"/>
              <a:defRPr sz="22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q"/>
              <a:defRPr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MUX</a:t>
            </a:r>
          </a:p>
        </p:txBody>
      </p:sp>
      <p:cxnSp>
        <p:nvCxnSpPr>
          <p:cNvPr id="85050" name="Straight Arrow Connector 69">
            <a:extLst>
              <a:ext uri="{FF2B5EF4-FFF2-40B4-BE49-F238E27FC236}">
                <a16:creationId xmlns:a16="http://schemas.microsoft.com/office/drawing/2014/main" id="{9B0BC62A-94BE-8649-8130-6A91892A87C4}"/>
              </a:ext>
            </a:extLst>
          </p:cNvPr>
          <p:cNvCxnSpPr>
            <a:cxnSpLocks noChangeShapeType="1"/>
          </p:cNvCxnSpPr>
          <p:nvPr/>
        </p:nvCxnSpPr>
        <p:spPr bwMode="auto">
          <a:xfrm rot="10800000">
            <a:off x="7446963" y="4660900"/>
            <a:ext cx="523875" cy="1588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85051" name="TextBox 70">
            <a:extLst>
              <a:ext uri="{FF2B5EF4-FFF2-40B4-BE49-F238E27FC236}">
                <a16:creationId xmlns:a16="http://schemas.microsoft.com/office/drawing/2014/main" id="{39EADF66-3D0A-9245-8F0A-AAD01DB60D2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13650" y="4352925"/>
            <a:ext cx="1179513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itchFamily="2" charset="2"/>
              <a:buChar char="q"/>
              <a:defRPr sz="22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q"/>
              <a:defRPr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byte in block</a:t>
            </a:r>
          </a:p>
        </p:txBody>
      </p:sp>
      <p:cxnSp>
        <p:nvCxnSpPr>
          <p:cNvPr id="85052" name="Straight Arrow Connector 71">
            <a:extLst>
              <a:ext uri="{FF2B5EF4-FFF2-40B4-BE49-F238E27FC236}">
                <a16:creationId xmlns:a16="http://schemas.microsoft.com/office/drawing/2014/main" id="{519013FE-D05A-E947-A332-A0BE98D6B2AF}"/>
              </a:ext>
            </a:extLst>
          </p:cNvPr>
          <p:cNvCxnSpPr>
            <a:cxnSpLocks noChangeShapeType="1"/>
          </p:cNvCxnSpPr>
          <p:nvPr/>
        </p:nvCxnSpPr>
        <p:spPr bwMode="auto">
          <a:xfrm rot="5400000">
            <a:off x="6559551" y="5029200"/>
            <a:ext cx="417512" cy="1587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73" name="TextBox 72">
            <a:extLst>
              <a:ext uri="{FF2B5EF4-FFF2-40B4-BE49-F238E27FC236}">
                <a16:creationId xmlns:a16="http://schemas.microsoft.com/office/drawing/2014/main" id="{20D82C9D-2B5E-B641-811D-EE804C4DFF5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90900" y="5540375"/>
            <a:ext cx="5861050" cy="1200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itchFamily="2" charset="2"/>
              <a:buChar char="q"/>
              <a:defRPr sz="22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q"/>
              <a:defRPr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33CC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Key idea: Associative memory within the set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33CC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+ Accommodates conflicts better (fewer conflict misses)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33CC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-- More complex, slower access, larger tag store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1800" b="0" i="0" u="none" strike="noStrike" kern="1200" cap="none" spc="0" normalizeH="0" baseline="0" noProof="0">
              <a:ln>
                <a:noFill/>
              </a:ln>
              <a:solidFill>
                <a:srgbClr val="0033CC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74" name="Rounded Rectangle 73">
            <a:extLst>
              <a:ext uri="{FF2B5EF4-FFF2-40B4-BE49-F238E27FC236}">
                <a16:creationId xmlns:a16="http://schemas.microsoft.com/office/drawing/2014/main" id="{35188337-821A-6F48-8E1D-F9364973D981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4863" y="2619375"/>
            <a:ext cx="3351212" cy="177800"/>
          </a:xfrm>
          <a:prstGeom prst="roundRect">
            <a:avLst>
              <a:gd name="adj" fmla="val 16667"/>
            </a:avLst>
          </a:prstGeom>
          <a:noFill/>
          <a:ln w="28575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itchFamily="2" charset="2"/>
              <a:buChar char="q"/>
              <a:defRPr sz="22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q"/>
              <a:defRPr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36118E55-CB66-9842-91B9-43DD6C6595C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513" y="2525713"/>
            <a:ext cx="633412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itchFamily="2" charset="2"/>
              <a:buChar char="q"/>
              <a:defRPr sz="22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q"/>
              <a:defRPr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SET</a:t>
            </a:r>
          </a:p>
        </p:txBody>
      </p:sp>
      <p:sp>
        <p:nvSpPr>
          <p:cNvPr id="76" name="Rounded Rectangle 75">
            <a:extLst>
              <a:ext uri="{FF2B5EF4-FFF2-40B4-BE49-F238E27FC236}">
                <a16:creationId xmlns:a16="http://schemas.microsoft.com/office/drawing/2014/main" id="{53D5A60D-50AE-314C-96D0-9ABAD63BA07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86338" y="2619375"/>
            <a:ext cx="3351212" cy="177800"/>
          </a:xfrm>
          <a:prstGeom prst="roundRect">
            <a:avLst>
              <a:gd name="adj" fmla="val 16667"/>
            </a:avLst>
          </a:prstGeom>
          <a:noFill/>
          <a:ln w="28575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itchFamily="2" charset="2"/>
              <a:buChar char="q"/>
              <a:defRPr sz="22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q"/>
              <a:defRPr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cxnSp>
        <p:nvCxnSpPr>
          <p:cNvPr id="85057" name="Straight Arrow Connector 68">
            <a:extLst>
              <a:ext uri="{FF2B5EF4-FFF2-40B4-BE49-F238E27FC236}">
                <a16:creationId xmlns:a16="http://schemas.microsoft.com/office/drawing/2014/main" id="{3DCA7211-C654-4E4E-B64E-B4DB0AC11E77}"/>
              </a:ext>
            </a:extLst>
          </p:cNvPr>
          <p:cNvCxnSpPr>
            <a:cxnSpLocks noChangeShapeType="1"/>
          </p:cNvCxnSpPr>
          <p:nvPr/>
        </p:nvCxnSpPr>
        <p:spPr bwMode="auto">
          <a:xfrm rot="16200000" flipH="1">
            <a:off x="2979738" y="4870450"/>
            <a:ext cx="265112" cy="1588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85058" name="TextBox 69">
            <a:extLst>
              <a:ext uri="{FF2B5EF4-FFF2-40B4-BE49-F238E27FC236}">
                <a16:creationId xmlns:a16="http://schemas.microsoft.com/office/drawing/2014/main" id="{CB207042-E89E-384A-9CF9-293697824E8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30563" y="4873625"/>
            <a:ext cx="593725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itchFamily="2" charset="2"/>
              <a:buChar char="q"/>
              <a:defRPr sz="22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q"/>
              <a:defRPr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Hit?</a:t>
            </a:r>
          </a:p>
        </p:txBody>
      </p:sp>
    </p:spTree>
    <p:extLst>
      <p:ext uri="{BB962C8B-B14F-4D97-AF65-F5344CB8AC3E}">
        <p14:creationId xmlns:p14="http://schemas.microsoft.com/office/powerpoint/2010/main" val="3921526430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99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0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0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0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0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0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0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0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0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0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0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0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0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9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9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9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9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0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0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0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0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0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0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0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0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0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0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 nodeType="clickPar">
                      <p:stCondLst>
                        <p:cond delay="indefinite"/>
                      </p:stCondLst>
                      <p:childTnLst>
                        <p:par>
                          <p:cTn id="6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0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0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0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0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0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0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0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0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 nodeType="clickPar">
                      <p:stCondLst>
                        <p:cond delay="indefinite"/>
                      </p:stCondLst>
                      <p:childTnLst>
                        <p:par>
                          <p:cTn id="8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0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0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0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0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0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0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0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5" fill="hold" nodeType="clickPar">
                      <p:stCondLst>
                        <p:cond delay="indefinite"/>
                      </p:stCondLst>
                      <p:childTnLst>
                        <p:par>
                          <p:cTn id="10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0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0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0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0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0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0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9" fill="hold" nodeType="clickPar">
                      <p:stCondLst>
                        <p:cond delay="indefinite"/>
                      </p:stCondLst>
                      <p:childTnLst>
                        <p:par>
                          <p:cTn id="1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0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 nodeType="clickPar">
                      <p:stCondLst>
                        <p:cond delay="indefinite"/>
                      </p:stCondLst>
                      <p:childTnLst>
                        <p:par>
                          <p:cTn id="1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0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0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0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0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3" fill="hold" nodeType="clickPar">
                      <p:stCondLst>
                        <p:cond delay="indefinite"/>
                      </p:stCondLst>
                      <p:childTnLst>
                        <p:par>
                          <p:cTn id="1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0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0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0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0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0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7" fill="hold" nodeType="clickPar">
                      <p:stCondLst>
                        <p:cond delay="indefinite"/>
                      </p:stCondLst>
                      <p:childTnLst>
                        <p:par>
                          <p:cTn id="14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1" fill="hold" nodeType="clickPar">
                      <p:stCondLst>
                        <p:cond delay="indefinite"/>
                      </p:stCondLst>
                      <p:childTnLst>
                        <p:par>
                          <p:cTn id="15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5" fill="hold" nodeType="clickPar">
                      <p:stCondLst>
                        <p:cond delay="indefinite"/>
                      </p:stCondLst>
                      <p:childTnLst>
                        <p:par>
                          <p:cTn id="15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4996" grpId="0" animBg="1"/>
      <p:bldP spid="84997" grpId="0" animBg="1"/>
      <p:bldP spid="84998" grpId="0" animBg="1"/>
      <p:bldP spid="84999" grpId="0" animBg="1"/>
      <p:bldP spid="85000" grpId="0" animBg="1"/>
      <p:bldP spid="85001" grpId="0" animBg="1"/>
      <p:bldP spid="85002" grpId="0" animBg="1"/>
      <p:bldP spid="85003" grpId="0" animBg="1"/>
      <p:bldP spid="85004" grpId="0"/>
      <p:bldP spid="85005" grpId="0" animBg="1"/>
      <p:bldP spid="85006" grpId="0" animBg="1"/>
      <p:bldP spid="85007" grpId="0" animBg="1"/>
      <p:bldP spid="85008" grpId="0" animBg="1"/>
      <p:bldP spid="85009" grpId="0" animBg="1"/>
      <p:bldP spid="85010" grpId="0" animBg="1"/>
      <p:bldP spid="85011" grpId="0" animBg="1"/>
      <p:bldP spid="85012" grpId="0" animBg="1"/>
      <p:bldP spid="85013" grpId="0"/>
      <p:bldP spid="85014" grpId="0"/>
      <p:bldP spid="85015" grpId="0"/>
      <p:bldP spid="85016" grpId="0" animBg="1"/>
      <p:bldP spid="85017" grpId="0"/>
      <p:bldP spid="85022" grpId="0"/>
      <p:bldP spid="85023" grpId="0"/>
      <p:bldP spid="85024" grpId="0" animBg="1"/>
      <p:bldP spid="85025" grpId="0"/>
      <p:bldP spid="85029" grpId="0" animBg="1"/>
      <p:bldP spid="85030" grpId="0"/>
      <p:bldP spid="85033" grpId="0"/>
      <p:bldP spid="85034" grpId="0"/>
      <p:bldP spid="85035" grpId="0"/>
      <p:bldP spid="85036" grpId="0"/>
      <p:bldP spid="85037" grpId="0"/>
      <p:bldP spid="85038" grpId="0"/>
      <p:bldP spid="85039" grpId="0" animBg="1"/>
      <p:bldP spid="85040" grpId="0"/>
      <p:bldP spid="85045" grpId="0"/>
      <p:bldP spid="85049" grpId="0"/>
      <p:bldP spid="85051" grpId="0"/>
      <p:bldP spid="74" grpId="0" animBg="1"/>
      <p:bldP spid="75" grpId="0"/>
      <p:bldP spid="76" grpId="0" animBg="1"/>
      <p:bldP spid="85058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41" name="Title 1">
            <a:extLst>
              <a:ext uri="{FF2B5EF4-FFF2-40B4-BE49-F238E27FC236}">
                <a16:creationId xmlns:a16="http://schemas.microsoft.com/office/drawing/2014/main" id="{7B409362-4004-9B46-943E-267871DAE07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>
                <a:ea typeface="ＭＳ Ｐゴシック" panose="020B0600070205080204" pitchFamily="34" charset="-128"/>
              </a:rPr>
              <a:t>Higher Associativity</a:t>
            </a:r>
          </a:p>
        </p:txBody>
      </p:sp>
      <p:sp>
        <p:nvSpPr>
          <p:cNvPr id="86018" name="Content Placeholder 2">
            <a:extLst>
              <a:ext uri="{FF2B5EF4-FFF2-40B4-BE49-F238E27FC236}">
                <a16:creationId xmlns:a16="http://schemas.microsoft.com/office/drawing/2014/main" id="{0FBB8F6A-A62B-CB4C-B14A-87540371F719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228600" y="996950"/>
            <a:ext cx="8610600" cy="5194300"/>
          </a:xfrm>
        </p:spPr>
        <p:txBody>
          <a:bodyPr/>
          <a:lstStyle/>
          <a:p>
            <a:r>
              <a:rPr lang="en-US" altLang="en-US">
                <a:ea typeface="ＭＳ Ｐゴシック" panose="020B0600070205080204" pitchFamily="34" charset="-128"/>
              </a:rPr>
              <a:t>4-way</a:t>
            </a:r>
          </a:p>
          <a:p>
            <a:endParaRPr lang="en-US" altLang="en-US">
              <a:ea typeface="ＭＳ Ｐゴシック" panose="020B0600070205080204" pitchFamily="34" charset="-128"/>
            </a:endParaRPr>
          </a:p>
          <a:p>
            <a:endParaRPr lang="en-US" altLang="en-US">
              <a:ea typeface="ＭＳ Ｐゴシック" panose="020B0600070205080204" pitchFamily="34" charset="-128"/>
            </a:endParaRPr>
          </a:p>
          <a:p>
            <a:endParaRPr lang="en-US" altLang="en-US">
              <a:ea typeface="ＭＳ Ｐゴシック" panose="020B0600070205080204" pitchFamily="34" charset="-128"/>
            </a:endParaRPr>
          </a:p>
          <a:p>
            <a:pPr>
              <a:buFont typeface="Wingdings" pitchFamily="2" charset="2"/>
              <a:buNone/>
            </a:pPr>
            <a:endParaRPr lang="en-US" altLang="en-US">
              <a:ea typeface="ＭＳ Ｐゴシック" panose="020B0600070205080204" pitchFamily="34" charset="-128"/>
            </a:endParaRPr>
          </a:p>
          <a:p>
            <a:pPr>
              <a:buFont typeface="Wingdings" pitchFamily="2" charset="2"/>
              <a:buNone/>
            </a:pPr>
            <a:endParaRPr lang="en-US" altLang="en-US">
              <a:ea typeface="ＭＳ Ｐゴシック" panose="020B0600070205080204" pitchFamily="34" charset="-128"/>
            </a:endParaRPr>
          </a:p>
          <a:p>
            <a:pPr>
              <a:buFont typeface="Wingdings" pitchFamily="2" charset="2"/>
              <a:buNone/>
            </a:pPr>
            <a:endParaRPr lang="en-US" altLang="en-US">
              <a:ea typeface="ＭＳ Ｐゴシック" panose="020B0600070205080204" pitchFamily="34" charset="-128"/>
            </a:endParaRPr>
          </a:p>
          <a:p>
            <a:pPr>
              <a:buFont typeface="Wingdings" pitchFamily="2" charset="2"/>
              <a:buNone/>
            </a:pPr>
            <a:endParaRPr lang="en-US" altLang="en-US">
              <a:ea typeface="ＭＳ Ｐゴシック" panose="020B0600070205080204" pitchFamily="34" charset="-128"/>
            </a:endParaRPr>
          </a:p>
          <a:p>
            <a:pPr>
              <a:buFont typeface="Wingdings" pitchFamily="2" charset="2"/>
              <a:buNone/>
            </a:pPr>
            <a:endParaRPr lang="en-US" altLang="en-US">
              <a:ea typeface="ＭＳ Ｐゴシック" panose="020B0600070205080204" pitchFamily="34" charset="-128"/>
            </a:endParaRPr>
          </a:p>
          <a:p>
            <a:pPr>
              <a:buFont typeface="Wingdings" pitchFamily="2" charset="2"/>
              <a:buNone/>
            </a:pPr>
            <a:endParaRPr lang="en-US" altLang="en-US">
              <a:ea typeface="ＭＳ Ｐゴシック" panose="020B0600070205080204" pitchFamily="34" charset="-128"/>
            </a:endParaRPr>
          </a:p>
          <a:p>
            <a:pPr>
              <a:buFont typeface="Wingdings" pitchFamily="2" charset="2"/>
              <a:buNone/>
            </a:pPr>
            <a:endParaRPr lang="en-US" altLang="en-US" sz="1200">
              <a:ea typeface="ＭＳ Ｐゴシック" panose="020B0600070205080204" pitchFamily="34" charset="-128"/>
            </a:endParaRPr>
          </a:p>
          <a:p>
            <a:pPr>
              <a:buFont typeface="Wingdings" pitchFamily="2" charset="2"/>
              <a:buNone/>
            </a:pPr>
            <a:r>
              <a:rPr lang="en-US" altLang="en-US">
                <a:ea typeface="ＭＳ Ｐゴシック" panose="020B0600070205080204" pitchFamily="34" charset="-128"/>
              </a:rPr>
              <a:t>+ Likelihood of conflict misses even lower</a:t>
            </a:r>
          </a:p>
          <a:p>
            <a:pPr>
              <a:buFont typeface="Wingdings" pitchFamily="2" charset="2"/>
              <a:buNone/>
            </a:pPr>
            <a:r>
              <a:rPr lang="en-US" altLang="en-US">
                <a:ea typeface="ＭＳ Ｐゴシック" panose="020B0600070205080204" pitchFamily="34" charset="-128"/>
              </a:rPr>
              <a:t>-- More tag comparators and wider data mux; larger tags</a:t>
            </a:r>
          </a:p>
          <a:p>
            <a:endParaRPr lang="en-US" altLang="en-US">
              <a:ea typeface="ＭＳ Ｐゴシック" panose="020B0600070205080204" pitchFamily="34" charset="-128"/>
            </a:endParaRPr>
          </a:p>
          <a:p>
            <a:pPr>
              <a:buFont typeface="Wingdings" pitchFamily="2" charset="2"/>
              <a:buNone/>
            </a:pPr>
            <a:endParaRPr lang="en-US" altLang="en-US">
              <a:ea typeface="ＭＳ Ｐゴシック" panose="020B0600070205080204" pitchFamily="34" charset="-128"/>
            </a:endParaRPr>
          </a:p>
          <a:p>
            <a:endParaRPr lang="en-US" altLang="en-US">
              <a:ea typeface="ＭＳ Ｐゴシック" panose="020B0600070205080204" pitchFamily="34" charset="-128"/>
            </a:endParaRPr>
          </a:p>
          <a:p>
            <a:endParaRPr lang="en-US" altLang="en-US">
              <a:ea typeface="ＭＳ Ｐゴシック" panose="020B0600070205080204" pitchFamily="34" charset="-128"/>
            </a:endParaRPr>
          </a:p>
          <a:p>
            <a:endParaRPr lang="en-US" altLang="en-US">
              <a:ea typeface="ＭＳ Ｐゴシック" panose="020B0600070205080204" pitchFamily="34" charset="-128"/>
            </a:endParaRPr>
          </a:p>
          <a:p>
            <a:endParaRPr lang="en-US" altLang="en-US">
              <a:ea typeface="ＭＳ Ｐゴシック" panose="020B0600070205080204" pitchFamily="34" charset="-128"/>
            </a:endParaRPr>
          </a:p>
          <a:p>
            <a:endParaRPr lang="en-US" altLang="en-US">
              <a:ea typeface="ＭＳ Ｐゴシック" panose="020B0600070205080204" pitchFamily="34" charset="-128"/>
            </a:endParaRPr>
          </a:p>
        </p:txBody>
      </p:sp>
      <p:sp>
        <p:nvSpPr>
          <p:cNvPr id="215043" name="Slide Number Placeholder 3">
            <a:extLst>
              <a:ext uri="{FF2B5EF4-FFF2-40B4-BE49-F238E27FC236}">
                <a16:creationId xmlns:a16="http://schemas.microsoft.com/office/drawing/2014/main" id="{1C02904A-AF77-FC4E-A73E-2D39256AD8F1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itchFamily="2" charset="2"/>
              <a:buChar char="q"/>
              <a:defRPr sz="22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q"/>
              <a:defRPr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40935EB0-D52C-0E4F-AD7B-2217C3CC085E}" type="slidenum">
              <a:rPr kumimoji="0" lang="en-US" altLang="en-US" sz="16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aramond" panose="02020404030301010803" pitchFamily="18" charset="0"/>
                <a:ea typeface="ＭＳ Ｐゴシック" panose="020B0600070205080204" pitchFamily="34" charset="-128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en-US" altLang="en-US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Garamond" panose="02020404030301010803" pitchFamily="18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86020" name="Rectangle 4">
            <a:extLst>
              <a:ext uri="{FF2B5EF4-FFF2-40B4-BE49-F238E27FC236}">
                <a16:creationId xmlns:a16="http://schemas.microsoft.com/office/drawing/2014/main" id="{4A99D446-31DF-EF4E-92D0-39753A4F362A}"/>
              </a:ext>
            </a:extLst>
          </p:cNvPr>
          <p:cNvSpPr>
            <a:spLocks noChangeArrowheads="1"/>
          </p:cNvSpPr>
          <p:nvPr/>
        </p:nvSpPr>
        <p:spPr bwMode="auto">
          <a:xfrm>
            <a:off x="941388" y="1490663"/>
            <a:ext cx="1477962" cy="165100"/>
          </a:xfrm>
          <a:prstGeom prst="rect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itchFamily="2" charset="2"/>
              <a:buChar char="q"/>
              <a:defRPr sz="22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q"/>
              <a:defRPr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86021" name="Rectangle 5">
            <a:extLst>
              <a:ext uri="{FF2B5EF4-FFF2-40B4-BE49-F238E27FC236}">
                <a16:creationId xmlns:a16="http://schemas.microsoft.com/office/drawing/2014/main" id="{4D8D3D6E-621A-8F4F-B6AC-7AF6E964C0A2}"/>
              </a:ext>
            </a:extLst>
          </p:cNvPr>
          <p:cNvSpPr>
            <a:spLocks noChangeArrowheads="1"/>
          </p:cNvSpPr>
          <p:nvPr/>
        </p:nvSpPr>
        <p:spPr bwMode="auto">
          <a:xfrm>
            <a:off x="941388" y="1660525"/>
            <a:ext cx="1477962" cy="166688"/>
          </a:xfrm>
          <a:prstGeom prst="rect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itchFamily="2" charset="2"/>
              <a:buChar char="q"/>
              <a:defRPr sz="22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q"/>
              <a:defRPr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86022" name="Rectangle 6">
            <a:extLst>
              <a:ext uri="{FF2B5EF4-FFF2-40B4-BE49-F238E27FC236}">
                <a16:creationId xmlns:a16="http://schemas.microsoft.com/office/drawing/2014/main" id="{BC83FAC5-08C8-B64E-8D29-FDB82D7FEBA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71750" y="1485900"/>
            <a:ext cx="1477963" cy="165100"/>
          </a:xfrm>
          <a:prstGeom prst="rect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itchFamily="2" charset="2"/>
              <a:buChar char="q"/>
              <a:defRPr sz="22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q"/>
              <a:defRPr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86023" name="Rectangle 7">
            <a:extLst>
              <a:ext uri="{FF2B5EF4-FFF2-40B4-BE49-F238E27FC236}">
                <a16:creationId xmlns:a16="http://schemas.microsoft.com/office/drawing/2014/main" id="{EB7F4FDC-8629-F64B-988C-F82C251C1C3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71750" y="1655763"/>
            <a:ext cx="1477963" cy="166687"/>
          </a:xfrm>
          <a:prstGeom prst="rect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itchFamily="2" charset="2"/>
              <a:buChar char="q"/>
              <a:defRPr sz="22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q"/>
              <a:defRPr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86024" name="Rectangle 8">
            <a:extLst>
              <a:ext uri="{FF2B5EF4-FFF2-40B4-BE49-F238E27FC236}">
                <a16:creationId xmlns:a16="http://schemas.microsoft.com/office/drawing/2014/main" id="{3D4A517D-6026-6F4D-87B9-FE26C9B1CCB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02113" y="1471613"/>
            <a:ext cx="1477962" cy="166687"/>
          </a:xfrm>
          <a:prstGeom prst="rect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itchFamily="2" charset="2"/>
              <a:buChar char="q"/>
              <a:defRPr sz="22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q"/>
              <a:defRPr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86025" name="Rectangle 9">
            <a:extLst>
              <a:ext uri="{FF2B5EF4-FFF2-40B4-BE49-F238E27FC236}">
                <a16:creationId xmlns:a16="http://schemas.microsoft.com/office/drawing/2014/main" id="{04151BE7-AACF-114C-953F-0A2B37DFA02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02113" y="1643063"/>
            <a:ext cx="1477962" cy="165100"/>
          </a:xfrm>
          <a:prstGeom prst="rect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itchFamily="2" charset="2"/>
              <a:buChar char="q"/>
              <a:defRPr sz="22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q"/>
              <a:defRPr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86026" name="Rectangle 10">
            <a:extLst>
              <a:ext uri="{FF2B5EF4-FFF2-40B4-BE49-F238E27FC236}">
                <a16:creationId xmlns:a16="http://schemas.microsoft.com/office/drawing/2014/main" id="{7E6CE48D-3F18-6340-8711-895B892ECFEB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32475" y="1452563"/>
            <a:ext cx="1476375" cy="166687"/>
          </a:xfrm>
          <a:prstGeom prst="rect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itchFamily="2" charset="2"/>
              <a:buChar char="q"/>
              <a:defRPr sz="22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q"/>
              <a:defRPr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86027" name="Rectangle 11">
            <a:extLst>
              <a:ext uri="{FF2B5EF4-FFF2-40B4-BE49-F238E27FC236}">
                <a16:creationId xmlns:a16="http://schemas.microsoft.com/office/drawing/2014/main" id="{809863E1-9554-054A-B1F7-2AE102017A3B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32475" y="1624013"/>
            <a:ext cx="1476375" cy="166687"/>
          </a:xfrm>
          <a:prstGeom prst="rect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itchFamily="2" charset="2"/>
              <a:buChar char="q"/>
              <a:defRPr sz="22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q"/>
              <a:defRPr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86028" name="TextBox 12">
            <a:extLst>
              <a:ext uri="{FF2B5EF4-FFF2-40B4-BE49-F238E27FC236}">
                <a16:creationId xmlns:a16="http://schemas.microsoft.com/office/drawing/2014/main" id="{7A9E6ADD-036F-B644-B066-6E923D9658E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82975" y="996950"/>
            <a:ext cx="1133475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itchFamily="2" charset="2"/>
              <a:buChar char="q"/>
              <a:defRPr sz="22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q"/>
              <a:defRPr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Tag store</a:t>
            </a:r>
          </a:p>
        </p:txBody>
      </p:sp>
      <p:sp>
        <p:nvSpPr>
          <p:cNvPr id="86029" name="Rectangle 13">
            <a:extLst>
              <a:ext uri="{FF2B5EF4-FFF2-40B4-BE49-F238E27FC236}">
                <a16:creationId xmlns:a16="http://schemas.microsoft.com/office/drawing/2014/main" id="{843E2FAF-12B5-3B4F-97EC-38BB04CA9FD5}"/>
              </a:ext>
            </a:extLst>
          </p:cNvPr>
          <p:cNvSpPr>
            <a:spLocks noChangeArrowheads="1"/>
          </p:cNvSpPr>
          <p:nvPr/>
        </p:nvSpPr>
        <p:spPr bwMode="auto">
          <a:xfrm>
            <a:off x="941388" y="3759200"/>
            <a:ext cx="1477962" cy="165100"/>
          </a:xfrm>
          <a:prstGeom prst="rect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itchFamily="2" charset="2"/>
              <a:buChar char="q"/>
              <a:defRPr sz="22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q"/>
              <a:defRPr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86030" name="Rectangle 14">
            <a:extLst>
              <a:ext uri="{FF2B5EF4-FFF2-40B4-BE49-F238E27FC236}">
                <a16:creationId xmlns:a16="http://schemas.microsoft.com/office/drawing/2014/main" id="{C18BA1E1-FC4A-0D49-A8A2-B114BBE0725F}"/>
              </a:ext>
            </a:extLst>
          </p:cNvPr>
          <p:cNvSpPr>
            <a:spLocks noChangeArrowheads="1"/>
          </p:cNvSpPr>
          <p:nvPr/>
        </p:nvSpPr>
        <p:spPr bwMode="auto">
          <a:xfrm>
            <a:off x="941388" y="3929063"/>
            <a:ext cx="1477962" cy="166687"/>
          </a:xfrm>
          <a:prstGeom prst="rect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itchFamily="2" charset="2"/>
              <a:buChar char="q"/>
              <a:defRPr sz="22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q"/>
              <a:defRPr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86031" name="Rectangle 15">
            <a:extLst>
              <a:ext uri="{FF2B5EF4-FFF2-40B4-BE49-F238E27FC236}">
                <a16:creationId xmlns:a16="http://schemas.microsoft.com/office/drawing/2014/main" id="{297D5F85-A784-2A4B-968B-BC465F3351F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71750" y="3754438"/>
            <a:ext cx="1477963" cy="166687"/>
          </a:xfrm>
          <a:prstGeom prst="rect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itchFamily="2" charset="2"/>
              <a:buChar char="q"/>
              <a:defRPr sz="22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q"/>
              <a:defRPr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86032" name="Rectangle 16">
            <a:extLst>
              <a:ext uri="{FF2B5EF4-FFF2-40B4-BE49-F238E27FC236}">
                <a16:creationId xmlns:a16="http://schemas.microsoft.com/office/drawing/2014/main" id="{F2A89915-D463-8046-B9E7-6586D58333B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71750" y="3924300"/>
            <a:ext cx="1477963" cy="166688"/>
          </a:xfrm>
          <a:prstGeom prst="rect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itchFamily="2" charset="2"/>
              <a:buChar char="q"/>
              <a:defRPr sz="22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q"/>
              <a:defRPr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86033" name="Rectangle 17">
            <a:extLst>
              <a:ext uri="{FF2B5EF4-FFF2-40B4-BE49-F238E27FC236}">
                <a16:creationId xmlns:a16="http://schemas.microsoft.com/office/drawing/2014/main" id="{FF7C3326-2B3C-C343-B8AF-DD50EF51070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02113" y="3740150"/>
            <a:ext cx="1477962" cy="166688"/>
          </a:xfrm>
          <a:prstGeom prst="rect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itchFamily="2" charset="2"/>
              <a:buChar char="q"/>
              <a:defRPr sz="22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q"/>
              <a:defRPr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86034" name="Rectangle 18">
            <a:extLst>
              <a:ext uri="{FF2B5EF4-FFF2-40B4-BE49-F238E27FC236}">
                <a16:creationId xmlns:a16="http://schemas.microsoft.com/office/drawing/2014/main" id="{092FB690-2E23-1045-A55B-BD3D71C06AA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02113" y="3911600"/>
            <a:ext cx="1477962" cy="165100"/>
          </a:xfrm>
          <a:prstGeom prst="rect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itchFamily="2" charset="2"/>
              <a:buChar char="q"/>
              <a:defRPr sz="22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q"/>
              <a:defRPr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86035" name="Rectangle 19">
            <a:extLst>
              <a:ext uri="{FF2B5EF4-FFF2-40B4-BE49-F238E27FC236}">
                <a16:creationId xmlns:a16="http://schemas.microsoft.com/office/drawing/2014/main" id="{E6B7E9A8-D929-0E4A-81D0-81B33EBFA6F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32475" y="3721100"/>
            <a:ext cx="1476375" cy="166688"/>
          </a:xfrm>
          <a:prstGeom prst="rect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itchFamily="2" charset="2"/>
              <a:buChar char="q"/>
              <a:defRPr sz="22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q"/>
              <a:defRPr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86036" name="Rectangle 20">
            <a:extLst>
              <a:ext uri="{FF2B5EF4-FFF2-40B4-BE49-F238E27FC236}">
                <a16:creationId xmlns:a16="http://schemas.microsoft.com/office/drawing/2014/main" id="{ECACE9FE-DB46-0045-A3AF-135E8FFEB62B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32475" y="3892550"/>
            <a:ext cx="1476375" cy="166688"/>
          </a:xfrm>
          <a:prstGeom prst="rect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itchFamily="2" charset="2"/>
              <a:buChar char="q"/>
              <a:defRPr sz="22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q"/>
              <a:defRPr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86037" name="TextBox 21">
            <a:extLst>
              <a:ext uri="{FF2B5EF4-FFF2-40B4-BE49-F238E27FC236}">
                <a16:creationId xmlns:a16="http://schemas.microsoft.com/office/drawing/2014/main" id="{F59BF1C2-60B1-CF41-A713-5596492FC29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82975" y="3267075"/>
            <a:ext cx="1247775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itchFamily="2" charset="2"/>
              <a:buChar char="q"/>
              <a:defRPr sz="22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q"/>
              <a:defRPr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Data store</a:t>
            </a:r>
          </a:p>
        </p:txBody>
      </p:sp>
      <p:sp>
        <p:nvSpPr>
          <p:cNvPr id="86038" name="Rectangle 26">
            <a:extLst>
              <a:ext uri="{FF2B5EF4-FFF2-40B4-BE49-F238E27FC236}">
                <a16:creationId xmlns:a16="http://schemas.microsoft.com/office/drawing/2014/main" id="{A646D9BE-FE8D-654B-BB47-74F0E748C9D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13075" y="2105025"/>
            <a:ext cx="625475" cy="336550"/>
          </a:xfrm>
          <a:prstGeom prst="rect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itchFamily="2" charset="2"/>
              <a:buChar char="q"/>
              <a:defRPr sz="22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q"/>
              <a:defRPr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86039" name="TextBox 27">
            <a:extLst>
              <a:ext uri="{FF2B5EF4-FFF2-40B4-BE49-F238E27FC236}">
                <a16:creationId xmlns:a16="http://schemas.microsoft.com/office/drawing/2014/main" id="{B4837FFB-998F-D344-A16E-7EE977812A2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11500" y="2081213"/>
            <a:ext cx="47625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itchFamily="2" charset="2"/>
              <a:buChar char="q"/>
              <a:defRPr sz="22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q"/>
              <a:defRPr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=?</a:t>
            </a:r>
          </a:p>
        </p:txBody>
      </p:sp>
      <p:sp>
        <p:nvSpPr>
          <p:cNvPr id="86040" name="Rectangle 35">
            <a:extLst>
              <a:ext uri="{FF2B5EF4-FFF2-40B4-BE49-F238E27FC236}">
                <a16:creationId xmlns:a16="http://schemas.microsoft.com/office/drawing/2014/main" id="{2FBFBD20-111C-7640-87C1-FB890B55C5A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49388" y="2101850"/>
            <a:ext cx="625475" cy="338138"/>
          </a:xfrm>
          <a:prstGeom prst="rect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itchFamily="2" charset="2"/>
              <a:buChar char="q"/>
              <a:defRPr sz="22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q"/>
              <a:defRPr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86041" name="TextBox 36">
            <a:extLst>
              <a:ext uri="{FF2B5EF4-FFF2-40B4-BE49-F238E27FC236}">
                <a16:creationId xmlns:a16="http://schemas.microsoft.com/office/drawing/2014/main" id="{9423C5D6-4337-2741-8018-AB0FF30A601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47813" y="2079625"/>
            <a:ext cx="47625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itchFamily="2" charset="2"/>
              <a:buChar char="q"/>
              <a:defRPr sz="22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q"/>
              <a:defRPr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=?</a:t>
            </a:r>
          </a:p>
        </p:txBody>
      </p:sp>
      <p:sp>
        <p:nvSpPr>
          <p:cNvPr id="86042" name="Rectangle 26">
            <a:extLst>
              <a:ext uri="{FF2B5EF4-FFF2-40B4-BE49-F238E27FC236}">
                <a16:creationId xmlns:a16="http://schemas.microsoft.com/office/drawing/2014/main" id="{286AF1BE-05D9-8744-9443-0F69FE4A6E2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94438" y="2098675"/>
            <a:ext cx="625475" cy="336550"/>
          </a:xfrm>
          <a:prstGeom prst="rect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itchFamily="2" charset="2"/>
              <a:buChar char="q"/>
              <a:defRPr sz="22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q"/>
              <a:defRPr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86043" name="TextBox 27">
            <a:extLst>
              <a:ext uri="{FF2B5EF4-FFF2-40B4-BE49-F238E27FC236}">
                <a16:creationId xmlns:a16="http://schemas.microsoft.com/office/drawing/2014/main" id="{DA8A6EB9-DE7C-5647-AEF9-00E24DD0D90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92863" y="2074863"/>
            <a:ext cx="47625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itchFamily="2" charset="2"/>
              <a:buChar char="q"/>
              <a:defRPr sz="22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q"/>
              <a:defRPr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=?</a:t>
            </a:r>
          </a:p>
        </p:txBody>
      </p:sp>
      <p:sp>
        <p:nvSpPr>
          <p:cNvPr id="86044" name="Rectangle 35">
            <a:extLst>
              <a:ext uri="{FF2B5EF4-FFF2-40B4-BE49-F238E27FC236}">
                <a16:creationId xmlns:a16="http://schemas.microsoft.com/office/drawing/2014/main" id="{67711BFD-8567-C849-B750-55010C15EFB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30750" y="2095500"/>
            <a:ext cx="625475" cy="338138"/>
          </a:xfrm>
          <a:prstGeom prst="rect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itchFamily="2" charset="2"/>
              <a:buChar char="q"/>
              <a:defRPr sz="22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q"/>
              <a:defRPr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86045" name="TextBox 36">
            <a:extLst>
              <a:ext uri="{FF2B5EF4-FFF2-40B4-BE49-F238E27FC236}">
                <a16:creationId xmlns:a16="http://schemas.microsoft.com/office/drawing/2014/main" id="{2F1F9664-10F3-4B4D-BF90-592A699A33C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29175" y="2073275"/>
            <a:ext cx="47625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itchFamily="2" charset="2"/>
              <a:buChar char="q"/>
              <a:defRPr sz="22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q"/>
              <a:defRPr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=?</a:t>
            </a:r>
          </a:p>
        </p:txBody>
      </p:sp>
      <p:cxnSp>
        <p:nvCxnSpPr>
          <p:cNvPr id="86046" name="Straight Arrow Connector 37">
            <a:extLst>
              <a:ext uri="{FF2B5EF4-FFF2-40B4-BE49-F238E27FC236}">
                <a16:creationId xmlns:a16="http://schemas.microsoft.com/office/drawing/2014/main" id="{581AE8F4-E9F2-9241-93AF-D83E0C6E07F0}"/>
              </a:ext>
            </a:extLst>
          </p:cNvPr>
          <p:cNvCxnSpPr>
            <a:cxnSpLocks noChangeShapeType="1"/>
          </p:cNvCxnSpPr>
          <p:nvPr/>
        </p:nvCxnSpPr>
        <p:spPr bwMode="auto">
          <a:xfrm rot="5400000">
            <a:off x="1651794" y="1970882"/>
            <a:ext cx="269875" cy="1587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86047" name="Freeform 48">
            <a:extLst>
              <a:ext uri="{FF2B5EF4-FFF2-40B4-BE49-F238E27FC236}">
                <a16:creationId xmlns:a16="http://schemas.microsoft.com/office/drawing/2014/main" id="{04E8F760-93FF-794A-8B45-7FEBE4CB4453}"/>
              </a:ext>
            </a:extLst>
          </p:cNvPr>
          <p:cNvSpPr>
            <a:spLocks/>
          </p:cNvSpPr>
          <p:nvPr/>
        </p:nvSpPr>
        <p:spPr bwMode="auto">
          <a:xfrm>
            <a:off x="941388" y="4371975"/>
            <a:ext cx="6367462" cy="320675"/>
          </a:xfrm>
          <a:custGeom>
            <a:avLst/>
            <a:gdLst>
              <a:gd name="T0" fmla="*/ 2147483646 w 1132"/>
              <a:gd name="T1" fmla="*/ 0 h 202"/>
              <a:gd name="T2" fmla="*/ 2147483646 w 1132"/>
              <a:gd name="T3" fmla="*/ 2147483646 h 202"/>
              <a:gd name="T4" fmla="*/ 2147483646 w 1132"/>
              <a:gd name="T5" fmla="*/ 2147483646 h 202"/>
              <a:gd name="T6" fmla="*/ 0 w 1132"/>
              <a:gd name="T7" fmla="*/ 0 h 202"/>
              <a:gd name="T8" fmla="*/ 2147483646 w 1132"/>
              <a:gd name="T9" fmla="*/ 0 h 202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1132"/>
              <a:gd name="T16" fmla="*/ 0 h 202"/>
              <a:gd name="T17" fmla="*/ 1132 w 1132"/>
              <a:gd name="T18" fmla="*/ 202 h 202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1132" h="202">
                <a:moveTo>
                  <a:pt x="1132" y="0"/>
                </a:moveTo>
                <a:lnTo>
                  <a:pt x="849" y="202"/>
                </a:lnTo>
                <a:lnTo>
                  <a:pt x="283" y="202"/>
                </a:lnTo>
                <a:lnTo>
                  <a:pt x="0" y="0"/>
                </a:lnTo>
                <a:lnTo>
                  <a:pt x="1132" y="0"/>
                </a:lnTo>
                <a:close/>
              </a:path>
            </a:pathLst>
          </a:custGeom>
          <a:noFill/>
          <a:ln w="1905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86048" name="Text Box 61">
            <a:extLst>
              <a:ext uri="{FF2B5EF4-FFF2-40B4-BE49-F238E27FC236}">
                <a16:creationId xmlns:a16="http://schemas.microsoft.com/office/drawing/2014/main" id="{A002D11A-7BFE-BC4A-9B8E-AD5E4EB1010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46513" y="4351338"/>
            <a:ext cx="711200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itchFamily="2" charset="2"/>
              <a:buChar char="q"/>
              <a:defRPr sz="22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q"/>
              <a:defRPr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MUX</a:t>
            </a:r>
          </a:p>
        </p:txBody>
      </p:sp>
      <p:cxnSp>
        <p:nvCxnSpPr>
          <p:cNvPr id="86049" name="Straight Arrow Connector 59">
            <a:extLst>
              <a:ext uri="{FF2B5EF4-FFF2-40B4-BE49-F238E27FC236}">
                <a16:creationId xmlns:a16="http://schemas.microsoft.com/office/drawing/2014/main" id="{488E8FF4-2E71-1F44-90F2-810096122F2A}"/>
              </a:ext>
            </a:extLst>
          </p:cNvPr>
          <p:cNvCxnSpPr>
            <a:cxnSpLocks noChangeShapeType="1"/>
          </p:cNvCxnSpPr>
          <p:nvPr/>
        </p:nvCxnSpPr>
        <p:spPr bwMode="auto">
          <a:xfrm rot="16200000" flipH="1">
            <a:off x="1639094" y="4223544"/>
            <a:ext cx="295275" cy="1587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86050" name="Straight Arrow Connector 59">
            <a:extLst>
              <a:ext uri="{FF2B5EF4-FFF2-40B4-BE49-F238E27FC236}">
                <a16:creationId xmlns:a16="http://schemas.microsoft.com/office/drawing/2014/main" id="{43C4A03F-9F98-5441-9EEB-760A0D430A09}"/>
              </a:ext>
            </a:extLst>
          </p:cNvPr>
          <p:cNvCxnSpPr>
            <a:cxnSpLocks noChangeShapeType="1"/>
          </p:cNvCxnSpPr>
          <p:nvPr/>
        </p:nvCxnSpPr>
        <p:spPr bwMode="auto">
          <a:xfrm rot="16200000" flipH="1">
            <a:off x="3083719" y="4242594"/>
            <a:ext cx="295275" cy="1587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86051" name="Straight Arrow Connector 59">
            <a:extLst>
              <a:ext uri="{FF2B5EF4-FFF2-40B4-BE49-F238E27FC236}">
                <a16:creationId xmlns:a16="http://schemas.microsoft.com/office/drawing/2014/main" id="{167968F1-E231-9F42-948D-44D03B13837F}"/>
              </a:ext>
            </a:extLst>
          </p:cNvPr>
          <p:cNvCxnSpPr>
            <a:cxnSpLocks noChangeShapeType="1"/>
          </p:cNvCxnSpPr>
          <p:nvPr/>
        </p:nvCxnSpPr>
        <p:spPr bwMode="auto">
          <a:xfrm rot="16200000" flipH="1">
            <a:off x="4872831" y="4223544"/>
            <a:ext cx="295275" cy="1588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86052" name="Straight Arrow Connector 59">
            <a:extLst>
              <a:ext uri="{FF2B5EF4-FFF2-40B4-BE49-F238E27FC236}">
                <a16:creationId xmlns:a16="http://schemas.microsoft.com/office/drawing/2014/main" id="{8EAB8D4B-DA89-C143-AC5F-C7E8B3622616}"/>
              </a:ext>
            </a:extLst>
          </p:cNvPr>
          <p:cNvCxnSpPr>
            <a:cxnSpLocks noChangeShapeType="1"/>
          </p:cNvCxnSpPr>
          <p:nvPr/>
        </p:nvCxnSpPr>
        <p:spPr bwMode="auto">
          <a:xfrm rot="16200000" flipH="1">
            <a:off x="6436519" y="4223544"/>
            <a:ext cx="295275" cy="1587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86053" name="Straight Arrow Connector 37">
            <a:extLst>
              <a:ext uri="{FF2B5EF4-FFF2-40B4-BE49-F238E27FC236}">
                <a16:creationId xmlns:a16="http://schemas.microsoft.com/office/drawing/2014/main" id="{A8F2B243-0CB3-594D-A94B-893971B33FE8}"/>
              </a:ext>
            </a:extLst>
          </p:cNvPr>
          <p:cNvCxnSpPr>
            <a:cxnSpLocks noChangeShapeType="1"/>
          </p:cNvCxnSpPr>
          <p:nvPr/>
        </p:nvCxnSpPr>
        <p:spPr bwMode="auto">
          <a:xfrm rot="5400000">
            <a:off x="3218656" y="1961357"/>
            <a:ext cx="269875" cy="1588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86054" name="Straight Arrow Connector 37">
            <a:extLst>
              <a:ext uri="{FF2B5EF4-FFF2-40B4-BE49-F238E27FC236}">
                <a16:creationId xmlns:a16="http://schemas.microsoft.com/office/drawing/2014/main" id="{1DC66C34-F941-0E4A-AB97-FB41700A74CB}"/>
              </a:ext>
            </a:extLst>
          </p:cNvPr>
          <p:cNvCxnSpPr>
            <a:cxnSpLocks noChangeShapeType="1"/>
          </p:cNvCxnSpPr>
          <p:nvPr/>
        </p:nvCxnSpPr>
        <p:spPr bwMode="auto">
          <a:xfrm rot="5400000">
            <a:off x="4887119" y="1942307"/>
            <a:ext cx="269875" cy="1587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86055" name="Straight Arrow Connector 37">
            <a:extLst>
              <a:ext uri="{FF2B5EF4-FFF2-40B4-BE49-F238E27FC236}">
                <a16:creationId xmlns:a16="http://schemas.microsoft.com/office/drawing/2014/main" id="{41C81F57-A212-CF47-907C-C045F10B6C9C}"/>
              </a:ext>
            </a:extLst>
          </p:cNvPr>
          <p:cNvCxnSpPr>
            <a:cxnSpLocks noChangeShapeType="1"/>
          </p:cNvCxnSpPr>
          <p:nvPr/>
        </p:nvCxnSpPr>
        <p:spPr bwMode="auto">
          <a:xfrm rot="5400000">
            <a:off x="6452394" y="1942307"/>
            <a:ext cx="269875" cy="1587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86056" name="Straight Arrow Connector 66">
            <a:extLst>
              <a:ext uri="{FF2B5EF4-FFF2-40B4-BE49-F238E27FC236}">
                <a16:creationId xmlns:a16="http://schemas.microsoft.com/office/drawing/2014/main" id="{74324789-386E-7B47-AC9F-9A64045EC158}"/>
              </a:ext>
            </a:extLst>
          </p:cNvPr>
          <p:cNvCxnSpPr>
            <a:cxnSpLocks noChangeShapeType="1"/>
          </p:cNvCxnSpPr>
          <p:nvPr/>
        </p:nvCxnSpPr>
        <p:spPr bwMode="auto">
          <a:xfrm rot="5400000">
            <a:off x="4114007" y="4785519"/>
            <a:ext cx="184150" cy="1587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86057" name="Freeform 48">
            <a:extLst>
              <a:ext uri="{FF2B5EF4-FFF2-40B4-BE49-F238E27FC236}">
                <a16:creationId xmlns:a16="http://schemas.microsoft.com/office/drawing/2014/main" id="{C06AD93D-7C47-F447-A8F4-6BB55740E301}"/>
              </a:ext>
            </a:extLst>
          </p:cNvPr>
          <p:cNvSpPr>
            <a:spLocks/>
          </p:cNvSpPr>
          <p:nvPr/>
        </p:nvSpPr>
        <p:spPr bwMode="auto">
          <a:xfrm>
            <a:off x="3313113" y="4876800"/>
            <a:ext cx="1797050" cy="320675"/>
          </a:xfrm>
          <a:custGeom>
            <a:avLst/>
            <a:gdLst>
              <a:gd name="T0" fmla="*/ 2147483646 w 1132"/>
              <a:gd name="T1" fmla="*/ 0 h 202"/>
              <a:gd name="T2" fmla="*/ 2147483646 w 1132"/>
              <a:gd name="T3" fmla="*/ 2147483646 h 202"/>
              <a:gd name="T4" fmla="*/ 2147483646 w 1132"/>
              <a:gd name="T5" fmla="*/ 2147483646 h 202"/>
              <a:gd name="T6" fmla="*/ 0 w 1132"/>
              <a:gd name="T7" fmla="*/ 0 h 202"/>
              <a:gd name="T8" fmla="*/ 2147483646 w 1132"/>
              <a:gd name="T9" fmla="*/ 0 h 202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1132"/>
              <a:gd name="T16" fmla="*/ 0 h 202"/>
              <a:gd name="T17" fmla="*/ 1132 w 1132"/>
              <a:gd name="T18" fmla="*/ 202 h 202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1132" h="202">
                <a:moveTo>
                  <a:pt x="1132" y="0"/>
                </a:moveTo>
                <a:lnTo>
                  <a:pt x="849" y="202"/>
                </a:lnTo>
                <a:lnTo>
                  <a:pt x="283" y="202"/>
                </a:lnTo>
                <a:lnTo>
                  <a:pt x="0" y="0"/>
                </a:lnTo>
                <a:lnTo>
                  <a:pt x="1132" y="0"/>
                </a:lnTo>
                <a:close/>
              </a:path>
            </a:pathLst>
          </a:custGeom>
          <a:noFill/>
          <a:ln w="1905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86058" name="Text Box 61">
            <a:extLst>
              <a:ext uri="{FF2B5EF4-FFF2-40B4-BE49-F238E27FC236}">
                <a16:creationId xmlns:a16="http://schemas.microsoft.com/office/drawing/2014/main" id="{6DA9E63A-AFD2-6040-BE22-21A48AB2B32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60800" y="4851400"/>
            <a:ext cx="696913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itchFamily="2" charset="2"/>
              <a:buChar char="q"/>
              <a:defRPr sz="22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q"/>
              <a:defRPr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MUX</a:t>
            </a:r>
          </a:p>
        </p:txBody>
      </p:sp>
      <p:cxnSp>
        <p:nvCxnSpPr>
          <p:cNvPr id="86059" name="Straight Arrow Connector 69">
            <a:extLst>
              <a:ext uri="{FF2B5EF4-FFF2-40B4-BE49-F238E27FC236}">
                <a16:creationId xmlns:a16="http://schemas.microsoft.com/office/drawing/2014/main" id="{81E3D337-156B-4244-82F4-CF51648DF3E7}"/>
              </a:ext>
            </a:extLst>
          </p:cNvPr>
          <p:cNvCxnSpPr>
            <a:cxnSpLocks noChangeShapeType="1"/>
          </p:cNvCxnSpPr>
          <p:nvPr/>
        </p:nvCxnSpPr>
        <p:spPr bwMode="auto">
          <a:xfrm rot="10800000">
            <a:off x="4881563" y="5037138"/>
            <a:ext cx="523875" cy="1587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86060" name="TextBox 70">
            <a:extLst>
              <a:ext uri="{FF2B5EF4-FFF2-40B4-BE49-F238E27FC236}">
                <a16:creationId xmlns:a16="http://schemas.microsoft.com/office/drawing/2014/main" id="{39880270-3E2D-794E-82C8-C159662F7EB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48250" y="4729163"/>
            <a:ext cx="1179513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itchFamily="2" charset="2"/>
              <a:buChar char="q"/>
              <a:defRPr sz="22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q"/>
              <a:defRPr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byte in block</a:t>
            </a:r>
          </a:p>
        </p:txBody>
      </p:sp>
      <p:cxnSp>
        <p:nvCxnSpPr>
          <p:cNvPr id="86061" name="Straight Arrow Connector 71">
            <a:extLst>
              <a:ext uri="{FF2B5EF4-FFF2-40B4-BE49-F238E27FC236}">
                <a16:creationId xmlns:a16="http://schemas.microsoft.com/office/drawing/2014/main" id="{ED62F261-6A89-0240-85DA-EDD068042F0E}"/>
              </a:ext>
            </a:extLst>
          </p:cNvPr>
          <p:cNvCxnSpPr>
            <a:cxnSpLocks noChangeShapeType="1"/>
          </p:cNvCxnSpPr>
          <p:nvPr/>
        </p:nvCxnSpPr>
        <p:spPr bwMode="auto">
          <a:xfrm rot="16200000" flipH="1">
            <a:off x="4121150" y="5280025"/>
            <a:ext cx="168275" cy="3175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86062" name="TextBox 51">
            <a:extLst>
              <a:ext uri="{FF2B5EF4-FFF2-40B4-BE49-F238E27FC236}">
                <a16:creationId xmlns:a16="http://schemas.microsoft.com/office/drawing/2014/main" id="{C52A85BA-6A89-F74A-BABC-168156710F6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13163" y="2690813"/>
            <a:ext cx="673100" cy="338137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itchFamily="2" charset="2"/>
              <a:buChar char="q"/>
              <a:defRPr sz="22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q"/>
              <a:defRPr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Logic</a:t>
            </a:r>
          </a:p>
        </p:txBody>
      </p:sp>
      <p:cxnSp>
        <p:nvCxnSpPr>
          <p:cNvPr id="86063" name="Straight Arrow Connector 76">
            <a:extLst>
              <a:ext uri="{FF2B5EF4-FFF2-40B4-BE49-F238E27FC236}">
                <a16:creationId xmlns:a16="http://schemas.microsoft.com/office/drawing/2014/main" id="{CCF0BCF7-8AAE-9E4A-8D59-02F26611386B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2074863" y="2433638"/>
            <a:ext cx="1638300" cy="257175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86064" name="Straight Arrow Connector 78">
            <a:extLst>
              <a:ext uri="{FF2B5EF4-FFF2-40B4-BE49-F238E27FC236}">
                <a16:creationId xmlns:a16="http://schemas.microsoft.com/office/drawing/2014/main" id="{DA291A3C-7BA6-C44D-8B87-7B86113FB467}"/>
              </a:ext>
            </a:extLst>
          </p:cNvPr>
          <p:cNvCxnSpPr>
            <a:cxnSpLocks noChangeShapeType="1"/>
          </p:cNvCxnSpPr>
          <p:nvPr/>
        </p:nvCxnSpPr>
        <p:spPr bwMode="auto">
          <a:xfrm rot="16200000" flipH="1">
            <a:off x="3621087" y="2451101"/>
            <a:ext cx="257175" cy="22225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86065" name="Straight Arrow Connector 80">
            <a:extLst>
              <a:ext uri="{FF2B5EF4-FFF2-40B4-BE49-F238E27FC236}">
                <a16:creationId xmlns:a16="http://schemas.microsoft.com/office/drawing/2014/main" id="{0602F355-3C53-814F-9674-29D520B3FD98}"/>
              </a:ext>
            </a:extLst>
          </p:cNvPr>
          <p:cNvCxnSpPr>
            <a:cxnSpLocks noChangeShapeType="1"/>
          </p:cNvCxnSpPr>
          <p:nvPr/>
        </p:nvCxnSpPr>
        <p:spPr bwMode="auto">
          <a:xfrm rot="10800000" flipV="1">
            <a:off x="4202113" y="2433638"/>
            <a:ext cx="528637" cy="257175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86066" name="Straight Arrow Connector 82">
            <a:extLst>
              <a:ext uri="{FF2B5EF4-FFF2-40B4-BE49-F238E27FC236}">
                <a16:creationId xmlns:a16="http://schemas.microsoft.com/office/drawing/2014/main" id="{6E50451B-567D-5B49-A41F-2B3FDD1E24F8}"/>
              </a:ext>
            </a:extLst>
          </p:cNvPr>
          <p:cNvCxnSpPr>
            <a:cxnSpLocks noChangeShapeType="1"/>
          </p:cNvCxnSpPr>
          <p:nvPr/>
        </p:nvCxnSpPr>
        <p:spPr bwMode="auto">
          <a:xfrm rot="10800000" flipV="1">
            <a:off x="4386263" y="2439988"/>
            <a:ext cx="1908175" cy="250825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86067" name="Straight Arrow Connector 84">
            <a:extLst>
              <a:ext uri="{FF2B5EF4-FFF2-40B4-BE49-F238E27FC236}">
                <a16:creationId xmlns:a16="http://schemas.microsoft.com/office/drawing/2014/main" id="{449798BD-8EF1-264D-8D1E-85DC43A0A140}"/>
              </a:ext>
            </a:extLst>
          </p:cNvPr>
          <p:cNvCxnSpPr>
            <a:cxnSpLocks noChangeShapeType="1"/>
            <a:stCxn id="86062" idx="3"/>
          </p:cNvCxnSpPr>
          <p:nvPr/>
        </p:nvCxnSpPr>
        <p:spPr bwMode="auto">
          <a:xfrm>
            <a:off x="4386263" y="2860675"/>
            <a:ext cx="495300" cy="11113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86068" name="TextBox 86">
            <a:extLst>
              <a:ext uri="{FF2B5EF4-FFF2-40B4-BE49-F238E27FC236}">
                <a16:creationId xmlns:a16="http://schemas.microsoft.com/office/drawing/2014/main" id="{B50C2F7A-1DE3-D84D-944E-C4B4390B843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81563" y="2687638"/>
            <a:ext cx="595312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itchFamily="2" charset="2"/>
              <a:buChar char="q"/>
              <a:defRPr sz="22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q"/>
              <a:defRPr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Hit?</a:t>
            </a:r>
          </a:p>
        </p:txBody>
      </p:sp>
      <p:cxnSp>
        <p:nvCxnSpPr>
          <p:cNvPr id="86069" name="Straight Connector 91">
            <a:extLst>
              <a:ext uri="{FF2B5EF4-FFF2-40B4-BE49-F238E27FC236}">
                <a16:creationId xmlns:a16="http://schemas.microsoft.com/office/drawing/2014/main" id="{F43BEBFA-4E42-3845-815E-A92A21853465}"/>
              </a:ext>
            </a:extLst>
          </p:cNvPr>
          <p:cNvCxnSpPr>
            <a:cxnSpLocks noChangeShapeType="1"/>
            <a:stCxn id="86062" idx="1"/>
          </p:cNvCxnSpPr>
          <p:nvPr/>
        </p:nvCxnSpPr>
        <p:spPr bwMode="auto">
          <a:xfrm rot="10800000" flipV="1">
            <a:off x="508000" y="2860675"/>
            <a:ext cx="3205163" cy="406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86070" name="Straight Connector 93">
            <a:extLst>
              <a:ext uri="{FF2B5EF4-FFF2-40B4-BE49-F238E27FC236}">
                <a16:creationId xmlns:a16="http://schemas.microsoft.com/office/drawing/2014/main" id="{E6E3554D-686D-974D-88D8-DB8C40F3677E}"/>
              </a:ext>
            </a:extLst>
          </p:cNvPr>
          <p:cNvCxnSpPr>
            <a:cxnSpLocks noChangeShapeType="1"/>
          </p:cNvCxnSpPr>
          <p:nvPr/>
        </p:nvCxnSpPr>
        <p:spPr bwMode="auto">
          <a:xfrm rot="5400000">
            <a:off x="-296862" y="4071938"/>
            <a:ext cx="1609725" cy="317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86071" name="Straight Arrow Connector 95">
            <a:extLst>
              <a:ext uri="{FF2B5EF4-FFF2-40B4-BE49-F238E27FC236}">
                <a16:creationId xmlns:a16="http://schemas.microsoft.com/office/drawing/2014/main" id="{FB79CD33-0C25-364B-89F0-A0CB8C450531}"/>
              </a:ext>
            </a:extLst>
          </p:cNvPr>
          <p:cNvCxnSpPr>
            <a:cxnSpLocks noChangeShapeType="1"/>
          </p:cNvCxnSpPr>
          <p:nvPr/>
        </p:nvCxnSpPr>
        <p:spPr bwMode="auto">
          <a:xfrm flipV="1">
            <a:off x="508000" y="4525963"/>
            <a:ext cx="1163638" cy="352425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</p:spTree>
    <p:extLst>
      <p:ext uri="{BB962C8B-B14F-4D97-AF65-F5344CB8AC3E}">
        <p14:creationId xmlns:p14="http://schemas.microsoft.com/office/powerpoint/2010/main" val="3376034788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0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0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0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0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0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0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0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0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0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0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0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0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0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0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0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0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0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0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0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0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0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0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0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0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0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0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0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0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 nodeType="clickPar">
                      <p:stCondLst>
                        <p:cond delay="indefinite"/>
                      </p:stCondLst>
                      <p:childTnLst>
                        <p:par>
                          <p:cTn id="6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0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0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0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0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0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0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0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0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0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0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0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0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0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0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0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0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0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0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0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0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0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0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 nodeType="clickPar">
                      <p:stCondLst>
                        <p:cond delay="indefinite"/>
                      </p:stCondLst>
                      <p:childTnLst>
                        <p:par>
                          <p:cTn id="1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018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7" fill="hold" nodeType="clickPar">
                      <p:stCondLst>
                        <p:cond delay="indefinite"/>
                      </p:stCondLst>
                      <p:childTnLst>
                        <p:par>
                          <p:cTn id="1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018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6020" grpId="0" animBg="1"/>
      <p:bldP spid="86021" grpId="0" animBg="1"/>
      <p:bldP spid="86022" grpId="0" animBg="1"/>
      <p:bldP spid="86023" grpId="0" animBg="1"/>
      <p:bldP spid="86024" grpId="0" animBg="1"/>
      <p:bldP spid="86025" grpId="0" animBg="1"/>
      <p:bldP spid="86026" grpId="0" animBg="1"/>
      <p:bldP spid="86027" grpId="0" animBg="1"/>
      <p:bldP spid="86028" grpId="0"/>
      <p:bldP spid="86029" grpId="0" animBg="1"/>
      <p:bldP spid="86030" grpId="0" animBg="1"/>
      <p:bldP spid="86031" grpId="0" animBg="1"/>
      <p:bldP spid="86032" grpId="0" animBg="1"/>
      <p:bldP spid="86033" grpId="0" animBg="1"/>
      <p:bldP spid="86034" grpId="0" animBg="1"/>
      <p:bldP spid="86035" grpId="0" animBg="1"/>
      <p:bldP spid="86036" grpId="0" animBg="1"/>
      <p:bldP spid="86037" grpId="0"/>
      <p:bldP spid="86038" grpId="0" animBg="1"/>
      <p:bldP spid="86039" grpId="0"/>
      <p:bldP spid="86040" grpId="0" animBg="1"/>
      <p:bldP spid="86041" grpId="0"/>
      <p:bldP spid="86042" grpId="0" animBg="1"/>
      <p:bldP spid="86043" grpId="0"/>
      <p:bldP spid="86044" grpId="0" animBg="1"/>
      <p:bldP spid="86045" grpId="0"/>
      <p:bldP spid="86048" grpId="0"/>
      <p:bldP spid="86058" grpId="0"/>
      <p:bldP spid="86060" grpId="0"/>
      <p:bldP spid="86062" grpId="0" animBg="1"/>
      <p:bldP spid="86068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065" name="Title 1">
            <a:extLst>
              <a:ext uri="{FF2B5EF4-FFF2-40B4-BE49-F238E27FC236}">
                <a16:creationId xmlns:a16="http://schemas.microsoft.com/office/drawing/2014/main" id="{70BF233F-81FA-D74E-9F30-583E81305B6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>
                <a:ea typeface="ＭＳ Ｐゴシック" panose="020B0600070205080204" pitchFamily="34" charset="-128"/>
              </a:rPr>
              <a:t>Full Associativity</a:t>
            </a:r>
          </a:p>
        </p:txBody>
      </p:sp>
      <p:sp>
        <p:nvSpPr>
          <p:cNvPr id="216066" name="Content Placeholder 2">
            <a:extLst>
              <a:ext uri="{FF2B5EF4-FFF2-40B4-BE49-F238E27FC236}">
                <a16:creationId xmlns:a16="http://schemas.microsoft.com/office/drawing/2014/main" id="{82535B99-3410-DA41-AF84-F10A1D836CA5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228600" y="996950"/>
            <a:ext cx="8610600" cy="5194300"/>
          </a:xfrm>
        </p:spPr>
        <p:txBody>
          <a:bodyPr/>
          <a:lstStyle/>
          <a:p>
            <a:r>
              <a:rPr lang="en-US" altLang="en-US">
                <a:ea typeface="ＭＳ Ｐゴシック" panose="020B0600070205080204" pitchFamily="34" charset="-128"/>
              </a:rPr>
              <a:t>Fully associative cache</a:t>
            </a:r>
          </a:p>
          <a:p>
            <a:pPr lvl="1"/>
            <a:r>
              <a:rPr lang="en-US" altLang="en-US">
                <a:ea typeface="ＭＳ Ｐゴシック" panose="020B0600070205080204" pitchFamily="34" charset="-128"/>
              </a:rPr>
              <a:t>A block can be placed in </a:t>
            </a:r>
            <a:r>
              <a:rPr lang="en-US" altLang="en-US">
                <a:solidFill>
                  <a:srgbClr val="0000FF"/>
                </a:solidFill>
                <a:ea typeface="ＭＳ Ｐゴシック" panose="020B0600070205080204" pitchFamily="34" charset="-128"/>
              </a:rPr>
              <a:t>any</a:t>
            </a:r>
            <a:r>
              <a:rPr lang="en-US" altLang="en-US">
                <a:ea typeface="ＭＳ Ｐゴシック" panose="020B0600070205080204" pitchFamily="34" charset="-128"/>
              </a:rPr>
              <a:t> cache location</a:t>
            </a:r>
          </a:p>
          <a:p>
            <a:endParaRPr lang="en-US" altLang="en-US">
              <a:ea typeface="ＭＳ Ｐゴシック" panose="020B0600070205080204" pitchFamily="34" charset="-128"/>
            </a:endParaRPr>
          </a:p>
        </p:txBody>
      </p:sp>
      <p:sp>
        <p:nvSpPr>
          <p:cNvPr id="216067" name="Slide Number Placeholder 3">
            <a:extLst>
              <a:ext uri="{FF2B5EF4-FFF2-40B4-BE49-F238E27FC236}">
                <a16:creationId xmlns:a16="http://schemas.microsoft.com/office/drawing/2014/main" id="{47671801-739D-C84A-8E67-F5D37D806568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itchFamily="2" charset="2"/>
              <a:buChar char="q"/>
              <a:defRPr sz="22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q"/>
              <a:defRPr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83227020-7F92-2841-8170-1DB6E73AC85F}" type="slidenum">
              <a:rPr kumimoji="0" lang="en-US" altLang="en-US" sz="16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aramond" panose="02020404030301010803" pitchFamily="18" charset="0"/>
                <a:ea typeface="ＭＳ Ｐゴシック" panose="020B0600070205080204" pitchFamily="34" charset="-128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0" lang="en-US" altLang="en-US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Garamond" panose="02020404030301010803" pitchFamily="18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87044" name="Rectangle 4">
            <a:extLst>
              <a:ext uri="{FF2B5EF4-FFF2-40B4-BE49-F238E27FC236}">
                <a16:creationId xmlns:a16="http://schemas.microsoft.com/office/drawing/2014/main" id="{382DD4BB-98AF-D34E-86AC-048E290D2C3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14463" y="2327275"/>
            <a:ext cx="863600" cy="166688"/>
          </a:xfrm>
          <a:prstGeom prst="rect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itchFamily="2" charset="2"/>
              <a:buChar char="q"/>
              <a:defRPr sz="22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q"/>
              <a:defRPr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87045" name="Rectangle 5">
            <a:extLst>
              <a:ext uri="{FF2B5EF4-FFF2-40B4-BE49-F238E27FC236}">
                <a16:creationId xmlns:a16="http://schemas.microsoft.com/office/drawing/2014/main" id="{4D288F07-E4F4-CD42-A160-09C8BDB554A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32038" y="2327275"/>
            <a:ext cx="863600" cy="166688"/>
          </a:xfrm>
          <a:prstGeom prst="rect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itchFamily="2" charset="2"/>
              <a:buChar char="q"/>
              <a:defRPr sz="22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q"/>
              <a:defRPr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87046" name="Rectangle 6">
            <a:extLst>
              <a:ext uri="{FF2B5EF4-FFF2-40B4-BE49-F238E27FC236}">
                <a16:creationId xmlns:a16="http://schemas.microsoft.com/office/drawing/2014/main" id="{8A6CB624-1F47-B544-AFD1-B5CEFC5C5B2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43263" y="2327275"/>
            <a:ext cx="863600" cy="166688"/>
          </a:xfrm>
          <a:prstGeom prst="rect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itchFamily="2" charset="2"/>
              <a:buChar char="q"/>
              <a:defRPr sz="22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q"/>
              <a:defRPr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87047" name="Rectangle 7">
            <a:extLst>
              <a:ext uri="{FF2B5EF4-FFF2-40B4-BE49-F238E27FC236}">
                <a16:creationId xmlns:a16="http://schemas.microsoft.com/office/drawing/2014/main" id="{E94285D5-AA00-B54A-A25D-CD15A142EED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52900" y="2327275"/>
            <a:ext cx="863600" cy="166688"/>
          </a:xfrm>
          <a:prstGeom prst="rect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itchFamily="2" charset="2"/>
              <a:buChar char="q"/>
              <a:defRPr sz="22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q"/>
              <a:defRPr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87048" name="Rectangle 8">
            <a:extLst>
              <a:ext uri="{FF2B5EF4-FFF2-40B4-BE49-F238E27FC236}">
                <a16:creationId xmlns:a16="http://schemas.microsoft.com/office/drawing/2014/main" id="{B9AB411F-49FA-014C-AC86-C93C740E249D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67300" y="2332038"/>
            <a:ext cx="863600" cy="166687"/>
          </a:xfrm>
          <a:prstGeom prst="rect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itchFamily="2" charset="2"/>
              <a:buChar char="q"/>
              <a:defRPr sz="22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q"/>
              <a:defRPr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87049" name="Rectangle 9">
            <a:extLst>
              <a:ext uri="{FF2B5EF4-FFF2-40B4-BE49-F238E27FC236}">
                <a16:creationId xmlns:a16="http://schemas.microsoft.com/office/drawing/2014/main" id="{B4C493D1-732B-8244-AB15-A6F331267282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84875" y="2332038"/>
            <a:ext cx="863600" cy="166687"/>
          </a:xfrm>
          <a:prstGeom prst="rect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itchFamily="2" charset="2"/>
              <a:buChar char="q"/>
              <a:defRPr sz="22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q"/>
              <a:defRPr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87050" name="Rectangle 10">
            <a:extLst>
              <a:ext uri="{FF2B5EF4-FFF2-40B4-BE49-F238E27FC236}">
                <a16:creationId xmlns:a16="http://schemas.microsoft.com/office/drawing/2014/main" id="{56357EE5-A233-1248-BD0C-C58B0F11893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96100" y="2332038"/>
            <a:ext cx="863600" cy="166687"/>
          </a:xfrm>
          <a:prstGeom prst="rect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itchFamily="2" charset="2"/>
              <a:buChar char="q"/>
              <a:defRPr sz="22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q"/>
              <a:defRPr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87051" name="Rectangle 11">
            <a:extLst>
              <a:ext uri="{FF2B5EF4-FFF2-40B4-BE49-F238E27FC236}">
                <a16:creationId xmlns:a16="http://schemas.microsoft.com/office/drawing/2014/main" id="{69E83C16-F282-E344-B6B2-EAFFB7A9AE4F}"/>
              </a:ext>
            </a:extLst>
          </p:cNvPr>
          <p:cNvSpPr>
            <a:spLocks noChangeArrowheads="1"/>
          </p:cNvSpPr>
          <p:nvPr/>
        </p:nvSpPr>
        <p:spPr bwMode="auto">
          <a:xfrm>
            <a:off x="7805738" y="2332038"/>
            <a:ext cx="863600" cy="166687"/>
          </a:xfrm>
          <a:prstGeom prst="rect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itchFamily="2" charset="2"/>
              <a:buChar char="q"/>
              <a:defRPr sz="22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q"/>
              <a:defRPr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87052" name="Rectangle 12">
            <a:extLst>
              <a:ext uri="{FF2B5EF4-FFF2-40B4-BE49-F238E27FC236}">
                <a16:creationId xmlns:a16="http://schemas.microsoft.com/office/drawing/2014/main" id="{0E0FB774-2547-1344-85E6-8CFFFC299A4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68425" y="4624388"/>
            <a:ext cx="863600" cy="166687"/>
          </a:xfrm>
          <a:prstGeom prst="rect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itchFamily="2" charset="2"/>
              <a:buChar char="q"/>
              <a:defRPr sz="22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q"/>
              <a:defRPr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87053" name="Rectangle 13">
            <a:extLst>
              <a:ext uri="{FF2B5EF4-FFF2-40B4-BE49-F238E27FC236}">
                <a16:creationId xmlns:a16="http://schemas.microsoft.com/office/drawing/2014/main" id="{CF91DCDE-E187-814A-8923-43817D3CD5D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86000" y="4624388"/>
            <a:ext cx="863600" cy="166687"/>
          </a:xfrm>
          <a:prstGeom prst="rect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itchFamily="2" charset="2"/>
              <a:buChar char="q"/>
              <a:defRPr sz="22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q"/>
              <a:defRPr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87054" name="Rectangle 14">
            <a:extLst>
              <a:ext uri="{FF2B5EF4-FFF2-40B4-BE49-F238E27FC236}">
                <a16:creationId xmlns:a16="http://schemas.microsoft.com/office/drawing/2014/main" id="{7B2C48FF-F53E-7345-AD79-DD4EFD0AEB7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97225" y="4624388"/>
            <a:ext cx="863600" cy="166687"/>
          </a:xfrm>
          <a:prstGeom prst="rect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itchFamily="2" charset="2"/>
              <a:buChar char="q"/>
              <a:defRPr sz="22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q"/>
              <a:defRPr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87055" name="Rectangle 15">
            <a:extLst>
              <a:ext uri="{FF2B5EF4-FFF2-40B4-BE49-F238E27FC236}">
                <a16:creationId xmlns:a16="http://schemas.microsoft.com/office/drawing/2014/main" id="{E6DC9D87-61D7-D94C-81E1-E8C639AD0966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06863" y="4624388"/>
            <a:ext cx="863600" cy="166687"/>
          </a:xfrm>
          <a:prstGeom prst="rect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itchFamily="2" charset="2"/>
              <a:buChar char="q"/>
              <a:defRPr sz="22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q"/>
              <a:defRPr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87056" name="Rectangle 16">
            <a:extLst>
              <a:ext uri="{FF2B5EF4-FFF2-40B4-BE49-F238E27FC236}">
                <a16:creationId xmlns:a16="http://schemas.microsoft.com/office/drawing/2014/main" id="{B4801FA2-3D10-2A48-B851-3705D5572B3E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21263" y="4629150"/>
            <a:ext cx="863600" cy="165100"/>
          </a:xfrm>
          <a:prstGeom prst="rect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itchFamily="2" charset="2"/>
              <a:buChar char="q"/>
              <a:defRPr sz="22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q"/>
              <a:defRPr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87057" name="Rectangle 17">
            <a:extLst>
              <a:ext uri="{FF2B5EF4-FFF2-40B4-BE49-F238E27FC236}">
                <a16:creationId xmlns:a16="http://schemas.microsoft.com/office/drawing/2014/main" id="{5147C180-735E-4246-BB1F-57C0D0E2265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38838" y="4629150"/>
            <a:ext cx="863600" cy="165100"/>
          </a:xfrm>
          <a:prstGeom prst="rect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itchFamily="2" charset="2"/>
              <a:buChar char="q"/>
              <a:defRPr sz="22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q"/>
              <a:defRPr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87058" name="Rectangle 18">
            <a:extLst>
              <a:ext uri="{FF2B5EF4-FFF2-40B4-BE49-F238E27FC236}">
                <a16:creationId xmlns:a16="http://schemas.microsoft.com/office/drawing/2014/main" id="{5FD3C7F9-0265-BE48-A66B-BFCE13839033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50063" y="4629150"/>
            <a:ext cx="863600" cy="165100"/>
          </a:xfrm>
          <a:prstGeom prst="rect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itchFamily="2" charset="2"/>
              <a:buChar char="q"/>
              <a:defRPr sz="22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q"/>
              <a:defRPr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87059" name="Rectangle 19">
            <a:extLst>
              <a:ext uri="{FF2B5EF4-FFF2-40B4-BE49-F238E27FC236}">
                <a16:creationId xmlns:a16="http://schemas.microsoft.com/office/drawing/2014/main" id="{9BD684E8-EA5E-CA40-8826-DF5134ED66CA}"/>
              </a:ext>
            </a:extLst>
          </p:cNvPr>
          <p:cNvSpPr>
            <a:spLocks noChangeArrowheads="1"/>
          </p:cNvSpPr>
          <p:nvPr/>
        </p:nvSpPr>
        <p:spPr bwMode="auto">
          <a:xfrm>
            <a:off x="7759700" y="4629150"/>
            <a:ext cx="863600" cy="165100"/>
          </a:xfrm>
          <a:prstGeom prst="rect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itchFamily="2" charset="2"/>
              <a:buChar char="q"/>
              <a:defRPr sz="22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q"/>
              <a:defRPr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87060" name="TextBox 20">
            <a:extLst>
              <a:ext uri="{FF2B5EF4-FFF2-40B4-BE49-F238E27FC236}">
                <a16:creationId xmlns:a16="http://schemas.microsoft.com/office/drawing/2014/main" id="{81B30C27-240C-BE4F-951D-EFDC720D96E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5750" y="2147888"/>
            <a:ext cx="1133475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itchFamily="2" charset="2"/>
              <a:buChar char="q"/>
              <a:defRPr sz="22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q"/>
              <a:defRPr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Tag store</a:t>
            </a:r>
          </a:p>
        </p:txBody>
      </p:sp>
      <p:sp>
        <p:nvSpPr>
          <p:cNvPr id="87061" name="TextBox 21">
            <a:extLst>
              <a:ext uri="{FF2B5EF4-FFF2-40B4-BE49-F238E27FC236}">
                <a16:creationId xmlns:a16="http://schemas.microsoft.com/office/drawing/2014/main" id="{BBFC9EB4-ABD8-C84C-9F62-A7E3AB35D28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4625" y="4518025"/>
            <a:ext cx="1249363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itchFamily="2" charset="2"/>
              <a:buChar char="q"/>
              <a:defRPr sz="22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q"/>
              <a:defRPr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Data store</a:t>
            </a:r>
          </a:p>
        </p:txBody>
      </p:sp>
      <p:sp>
        <p:nvSpPr>
          <p:cNvPr id="87062" name="Rectangle 35">
            <a:extLst>
              <a:ext uri="{FF2B5EF4-FFF2-40B4-BE49-F238E27FC236}">
                <a16:creationId xmlns:a16="http://schemas.microsoft.com/office/drawing/2014/main" id="{56F7A0EA-F3F5-7349-9336-EA4C1B2EF32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47813" y="2744788"/>
            <a:ext cx="625475" cy="338137"/>
          </a:xfrm>
          <a:prstGeom prst="rect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itchFamily="2" charset="2"/>
              <a:buChar char="q"/>
              <a:defRPr sz="22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q"/>
              <a:defRPr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87063" name="TextBox 36">
            <a:extLst>
              <a:ext uri="{FF2B5EF4-FFF2-40B4-BE49-F238E27FC236}">
                <a16:creationId xmlns:a16="http://schemas.microsoft.com/office/drawing/2014/main" id="{D89EDCE9-BBAE-1245-95A1-6960665F1DC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46238" y="2722563"/>
            <a:ext cx="47625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itchFamily="2" charset="2"/>
              <a:buChar char="q"/>
              <a:defRPr sz="22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q"/>
              <a:defRPr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=?</a:t>
            </a:r>
          </a:p>
        </p:txBody>
      </p:sp>
      <p:cxnSp>
        <p:nvCxnSpPr>
          <p:cNvPr id="87064" name="Straight Arrow Connector 37">
            <a:extLst>
              <a:ext uri="{FF2B5EF4-FFF2-40B4-BE49-F238E27FC236}">
                <a16:creationId xmlns:a16="http://schemas.microsoft.com/office/drawing/2014/main" id="{8AC52DB4-B7F0-B54C-A4E9-EC13A39DD8D8}"/>
              </a:ext>
            </a:extLst>
          </p:cNvPr>
          <p:cNvCxnSpPr>
            <a:cxnSpLocks noChangeShapeType="1"/>
          </p:cNvCxnSpPr>
          <p:nvPr/>
        </p:nvCxnSpPr>
        <p:spPr bwMode="auto">
          <a:xfrm rot="5400000">
            <a:off x="1751013" y="2613025"/>
            <a:ext cx="268288" cy="1587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87065" name="Rectangle 35">
            <a:extLst>
              <a:ext uri="{FF2B5EF4-FFF2-40B4-BE49-F238E27FC236}">
                <a16:creationId xmlns:a16="http://schemas.microsoft.com/office/drawing/2014/main" id="{F30A6B10-8EE8-994C-B3D8-D9FDF8C9F41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22525" y="2754313"/>
            <a:ext cx="625475" cy="338137"/>
          </a:xfrm>
          <a:prstGeom prst="rect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itchFamily="2" charset="2"/>
              <a:buChar char="q"/>
              <a:defRPr sz="22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q"/>
              <a:defRPr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87066" name="TextBox 36">
            <a:extLst>
              <a:ext uri="{FF2B5EF4-FFF2-40B4-BE49-F238E27FC236}">
                <a16:creationId xmlns:a16="http://schemas.microsoft.com/office/drawing/2014/main" id="{7784C99A-E726-DC4B-A537-1752CF64B8E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20950" y="2732088"/>
            <a:ext cx="47625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itchFamily="2" charset="2"/>
              <a:buChar char="q"/>
              <a:defRPr sz="22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q"/>
              <a:defRPr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=?</a:t>
            </a:r>
          </a:p>
        </p:txBody>
      </p:sp>
      <p:cxnSp>
        <p:nvCxnSpPr>
          <p:cNvPr id="87067" name="Straight Arrow Connector 37">
            <a:extLst>
              <a:ext uri="{FF2B5EF4-FFF2-40B4-BE49-F238E27FC236}">
                <a16:creationId xmlns:a16="http://schemas.microsoft.com/office/drawing/2014/main" id="{FAA524E7-DC39-7D41-B855-54555D4C83F0}"/>
              </a:ext>
            </a:extLst>
          </p:cNvPr>
          <p:cNvCxnSpPr>
            <a:cxnSpLocks noChangeShapeType="1"/>
          </p:cNvCxnSpPr>
          <p:nvPr/>
        </p:nvCxnSpPr>
        <p:spPr bwMode="auto">
          <a:xfrm rot="5400000">
            <a:off x="2624931" y="2623344"/>
            <a:ext cx="269875" cy="1588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87068" name="Rectangle 35">
            <a:extLst>
              <a:ext uri="{FF2B5EF4-FFF2-40B4-BE49-F238E27FC236}">
                <a16:creationId xmlns:a16="http://schemas.microsoft.com/office/drawing/2014/main" id="{B8C89EDF-E5A1-A144-8751-B5CA36A25BC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71850" y="2759075"/>
            <a:ext cx="625475" cy="338138"/>
          </a:xfrm>
          <a:prstGeom prst="rect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itchFamily="2" charset="2"/>
              <a:buChar char="q"/>
              <a:defRPr sz="22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q"/>
              <a:defRPr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87069" name="TextBox 36">
            <a:extLst>
              <a:ext uri="{FF2B5EF4-FFF2-40B4-BE49-F238E27FC236}">
                <a16:creationId xmlns:a16="http://schemas.microsoft.com/office/drawing/2014/main" id="{AF63CBD9-80E6-D04A-B1F5-76837A9CA73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70275" y="2736850"/>
            <a:ext cx="47625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itchFamily="2" charset="2"/>
              <a:buChar char="q"/>
              <a:defRPr sz="22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q"/>
              <a:defRPr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=?</a:t>
            </a:r>
          </a:p>
        </p:txBody>
      </p:sp>
      <p:cxnSp>
        <p:nvCxnSpPr>
          <p:cNvPr id="87070" name="Straight Arrow Connector 37">
            <a:extLst>
              <a:ext uri="{FF2B5EF4-FFF2-40B4-BE49-F238E27FC236}">
                <a16:creationId xmlns:a16="http://schemas.microsoft.com/office/drawing/2014/main" id="{6E7DDF40-B4B8-0449-B7E3-3DB75E834B4E}"/>
              </a:ext>
            </a:extLst>
          </p:cNvPr>
          <p:cNvCxnSpPr>
            <a:cxnSpLocks noChangeShapeType="1"/>
          </p:cNvCxnSpPr>
          <p:nvPr/>
        </p:nvCxnSpPr>
        <p:spPr bwMode="auto">
          <a:xfrm rot="5400000">
            <a:off x="3574256" y="2628107"/>
            <a:ext cx="269875" cy="1588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87071" name="Rectangle 35">
            <a:extLst>
              <a:ext uri="{FF2B5EF4-FFF2-40B4-BE49-F238E27FC236}">
                <a16:creationId xmlns:a16="http://schemas.microsoft.com/office/drawing/2014/main" id="{75D4E4A8-A345-754E-81DE-228E3AED717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54500" y="2747963"/>
            <a:ext cx="625475" cy="338137"/>
          </a:xfrm>
          <a:prstGeom prst="rect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itchFamily="2" charset="2"/>
              <a:buChar char="q"/>
              <a:defRPr sz="22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q"/>
              <a:defRPr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87072" name="TextBox 36">
            <a:extLst>
              <a:ext uri="{FF2B5EF4-FFF2-40B4-BE49-F238E27FC236}">
                <a16:creationId xmlns:a16="http://schemas.microsoft.com/office/drawing/2014/main" id="{E78DE991-18F1-F440-A2BB-B7248A11BA2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52925" y="2725738"/>
            <a:ext cx="47625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itchFamily="2" charset="2"/>
              <a:buChar char="q"/>
              <a:defRPr sz="22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q"/>
              <a:defRPr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=?</a:t>
            </a:r>
          </a:p>
        </p:txBody>
      </p:sp>
      <p:cxnSp>
        <p:nvCxnSpPr>
          <p:cNvPr id="87073" name="Straight Arrow Connector 37">
            <a:extLst>
              <a:ext uri="{FF2B5EF4-FFF2-40B4-BE49-F238E27FC236}">
                <a16:creationId xmlns:a16="http://schemas.microsoft.com/office/drawing/2014/main" id="{9143ECF7-9129-C64A-AD95-29522AEABE6C}"/>
              </a:ext>
            </a:extLst>
          </p:cNvPr>
          <p:cNvCxnSpPr>
            <a:cxnSpLocks noChangeShapeType="1"/>
          </p:cNvCxnSpPr>
          <p:nvPr/>
        </p:nvCxnSpPr>
        <p:spPr bwMode="auto">
          <a:xfrm rot="5400000">
            <a:off x="4457700" y="2617788"/>
            <a:ext cx="268287" cy="1588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87074" name="Rectangle 35">
            <a:extLst>
              <a:ext uri="{FF2B5EF4-FFF2-40B4-BE49-F238E27FC236}">
                <a16:creationId xmlns:a16="http://schemas.microsoft.com/office/drawing/2014/main" id="{B31E2519-C847-0E4C-8C85-AD6C4CDBC25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67313" y="2781300"/>
            <a:ext cx="625475" cy="338138"/>
          </a:xfrm>
          <a:prstGeom prst="rect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itchFamily="2" charset="2"/>
              <a:buChar char="q"/>
              <a:defRPr sz="22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q"/>
              <a:defRPr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87075" name="TextBox 36">
            <a:extLst>
              <a:ext uri="{FF2B5EF4-FFF2-40B4-BE49-F238E27FC236}">
                <a16:creationId xmlns:a16="http://schemas.microsoft.com/office/drawing/2014/main" id="{0160E01B-2B38-514D-8150-99409E4FBA8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265738" y="2759075"/>
            <a:ext cx="47625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itchFamily="2" charset="2"/>
              <a:buChar char="q"/>
              <a:defRPr sz="22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q"/>
              <a:defRPr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=?</a:t>
            </a:r>
          </a:p>
        </p:txBody>
      </p:sp>
      <p:cxnSp>
        <p:nvCxnSpPr>
          <p:cNvPr id="87076" name="Straight Arrow Connector 37">
            <a:extLst>
              <a:ext uri="{FF2B5EF4-FFF2-40B4-BE49-F238E27FC236}">
                <a16:creationId xmlns:a16="http://schemas.microsoft.com/office/drawing/2014/main" id="{312D0B62-20A0-2143-A0E5-0ACAFF223053}"/>
              </a:ext>
            </a:extLst>
          </p:cNvPr>
          <p:cNvCxnSpPr>
            <a:cxnSpLocks noChangeShapeType="1"/>
          </p:cNvCxnSpPr>
          <p:nvPr/>
        </p:nvCxnSpPr>
        <p:spPr bwMode="auto">
          <a:xfrm rot="5400000">
            <a:off x="5369719" y="2650332"/>
            <a:ext cx="269875" cy="1587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87077" name="Rectangle 35">
            <a:extLst>
              <a:ext uri="{FF2B5EF4-FFF2-40B4-BE49-F238E27FC236}">
                <a16:creationId xmlns:a16="http://schemas.microsoft.com/office/drawing/2014/main" id="{89D13601-82E9-B041-9871-B7E6BCFBFB0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86475" y="2768600"/>
            <a:ext cx="625475" cy="338138"/>
          </a:xfrm>
          <a:prstGeom prst="rect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itchFamily="2" charset="2"/>
              <a:buChar char="q"/>
              <a:defRPr sz="22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q"/>
              <a:defRPr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87078" name="TextBox 36">
            <a:extLst>
              <a:ext uri="{FF2B5EF4-FFF2-40B4-BE49-F238E27FC236}">
                <a16:creationId xmlns:a16="http://schemas.microsoft.com/office/drawing/2014/main" id="{85732B59-12FF-D349-A51D-A191134C917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84900" y="2746375"/>
            <a:ext cx="47625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itchFamily="2" charset="2"/>
              <a:buChar char="q"/>
              <a:defRPr sz="22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q"/>
              <a:defRPr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=?</a:t>
            </a:r>
          </a:p>
        </p:txBody>
      </p:sp>
      <p:cxnSp>
        <p:nvCxnSpPr>
          <p:cNvPr id="87079" name="Straight Arrow Connector 37">
            <a:extLst>
              <a:ext uri="{FF2B5EF4-FFF2-40B4-BE49-F238E27FC236}">
                <a16:creationId xmlns:a16="http://schemas.microsoft.com/office/drawing/2014/main" id="{C5EC9092-43E3-5E45-A6A2-FA307410EC96}"/>
              </a:ext>
            </a:extLst>
          </p:cNvPr>
          <p:cNvCxnSpPr>
            <a:cxnSpLocks noChangeShapeType="1"/>
          </p:cNvCxnSpPr>
          <p:nvPr/>
        </p:nvCxnSpPr>
        <p:spPr bwMode="auto">
          <a:xfrm rot="5400000">
            <a:off x="6289675" y="2638425"/>
            <a:ext cx="268288" cy="1588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87080" name="Rectangle 35">
            <a:extLst>
              <a:ext uri="{FF2B5EF4-FFF2-40B4-BE49-F238E27FC236}">
                <a16:creationId xmlns:a16="http://schemas.microsoft.com/office/drawing/2014/main" id="{593E4FE3-3680-774D-984D-074E025F20B8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16750" y="2754313"/>
            <a:ext cx="625475" cy="338137"/>
          </a:xfrm>
          <a:prstGeom prst="rect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itchFamily="2" charset="2"/>
              <a:buChar char="q"/>
              <a:defRPr sz="22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q"/>
              <a:defRPr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87081" name="TextBox 36">
            <a:extLst>
              <a:ext uri="{FF2B5EF4-FFF2-40B4-BE49-F238E27FC236}">
                <a16:creationId xmlns:a16="http://schemas.microsoft.com/office/drawing/2014/main" id="{1AB138EA-5ACF-5645-B843-22352A501A0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115175" y="2732088"/>
            <a:ext cx="47625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itchFamily="2" charset="2"/>
              <a:buChar char="q"/>
              <a:defRPr sz="22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q"/>
              <a:defRPr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=?</a:t>
            </a:r>
          </a:p>
        </p:txBody>
      </p:sp>
      <p:cxnSp>
        <p:nvCxnSpPr>
          <p:cNvPr id="87082" name="Straight Arrow Connector 37">
            <a:extLst>
              <a:ext uri="{FF2B5EF4-FFF2-40B4-BE49-F238E27FC236}">
                <a16:creationId xmlns:a16="http://schemas.microsoft.com/office/drawing/2014/main" id="{4F5ADC08-F6CA-4440-A638-B355B364C2A3}"/>
              </a:ext>
            </a:extLst>
          </p:cNvPr>
          <p:cNvCxnSpPr>
            <a:cxnSpLocks noChangeShapeType="1"/>
          </p:cNvCxnSpPr>
          <p:nvPr/>
        </p:nvCxnSpPr>
        <p:spPr bwMode="auto">
          <a:xfrm rot="5400000">
            <a:off x="7219156" y="2623344"/>
            <a:ext cx="269875" cy="1588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87083" name="Rectangle 35">
            <a:extLst>
              <a:ext uri="{FF2B5EF4-FFF2-40B4-BE49-F238E27FC236}">
                <a16:creationId xmlns:a16="http://schemas.microsoft.com/office/drawing/2014/main" id="{EEAC83E5-B9DA-9D4D-9F4D-5EB2275C7C0D}"/>
              </a:ext>
            </a:extLst>
          </p:cNvPr>
          <p:cNvSpPr>
            <a:spLocks noChangeArrowheads="1"/>
          </p:cNvSpPr>
          <p:nvPr/>
        </p:nvSpPr>
        <p:spPr bwMode="auto">
          <a:xfrm>
            <a:off x="7896225" y="2773363"/>
            <a:ext cx="625475" cy="338137"/>
          </a:xfrm>
          <a:prstGeom prst="rect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itchFamily="2" charset="2"/>
              <a:buChar char="q"/>
              <a:defRPr sz="22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q"/>
              <a:defRPr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87084" name="TextBox 36">
            <a:extLst>
              <a:ext uri="{FF2B5EF4-FFF2-40B4-BE49-F238E27FC236}">
                <a16:creationId xmlns:a16="http://schemas.microsoft.com/office/drawing/2014/main" id="{814E561F-E066-3D47-8536-A5A482BB938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994650" y="2751138"/>
            <a:ext cx="47625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itchFamily="2" charset="2"/>
              <a:buChar char="q"/>
              <a:defRPr sz="22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q"/>
              <a:defRPr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=?</a:t>
            </a:r>
          </a:p>
        </p:txBody>
      </p:sp>
      <p:cxnSp>
        <p:nvCxnSpPr>
          <p:cNvPr id="87085" name="Straight Arrow Connector 37">
            <a:extLst>
              <a:ext uri="{FF2B5EF4-FFF2-40B4-BE49-F238E27FC236}">
                <a16:creationId xmlns:a16="http://schemas.microsoft.com/office/drawing/2014/main" id="{3CB72C4E-8F83-8B45-AF37-2AC3789046F9}"/>
              </a:ext>
            </a:extLst>
          </p:cNvPr>
          <p:cNvCxnSpPr>
            <a:cxnSpLocks noChangeShapeType="1"/>
          </p:cNvCxnSpPr>
          <p:nvPr/>
        </p:nvCxnSpPr>
        <p:spPr bwMode="auto">
          <a:xfrm rot="5400000">
            <a:off x="8098631" y="2642394"/>
            <a:ext cx="269875" cy="1588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87086" name="Freeform 48">
            <a:extLst>
              <a:ext uri="{FF2B5EF4-FFF2-40B4-BE49-F238E27FC236}">
                <a16:creationId xmlns:a16="http://schemas.microsoft.com/office/drawing/2014/main" id="{F3E4C7E8-6687-124B-97E6-BE418C5AD8C5}"/>
              </a:ext>
            </a:extLst>
          </p:cNvPr>
          <p:cNvSpPr>
            <a:spLocks/>
          </p:cNvSpPr>
          <p:nvPr/>
        </p:nvSpPr>
        <p:spPr bwMode="auto">
          <a:xfrm>
            <a:off x="1368425" y="5072063"/>
            <a:ext cx="7254875" cy="320675"/>
          </a:xfrm>
          <a:custGeom>
            <a:avLst/>
            <a:gdLst>
              <a:gd name="T0" fmla="*/ 2147483646 w 1132"/>
              <a:gd name="T1" fmla="*/ 0 h 202"/>
              <a:gd name="T2" fmla="*/ 2147483646 w 1132"/>
              <a:gd name="T3" fmla="*/ 2147483646 h 202"/>
              <a:gd name="T4" fmla="*/ 2147483646 w 1132"/>
              <a:gd name="T5" fmla="*/ 2147483646 h 202"/>
              <a:gd name="T6" fmla="*/ 0 w 1132"/>
              <a:gd name="T7" fmla="*/ 0 h 202"/>
              <a:gd name="T8" fmla="*/ 2147483646 w 1132"/>
              <a:gd name="T9" fmla="*/ 0 h 202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1132"/>
              <a:gd name="T16" fmla="*/ 0 h 202"/>
              <a:gd name="T17" fmla="*/ 1132 w 1132"/>
              <a:gd name="T18" fmla="*/ 202 h 202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1132" h="202">
                <a:moveTo>
                  <a:pt x="1132" y="0"/>
                </a:moveTo>
                <a:lnTo>
                  <a:pt x="849" y="202"/>
                </a:lnTo>
                <a:lnTo>
                  <a:pt x="283" y="202"/>
                </a:lnTo>
                <a:lnTo>
                  <a:pt x="0" y="0"/>
                </a:lnTo>
                <a:lnTo>
                  <a:pt x="1132" y="0"/>
                </a:lnTo>
                <a:close/>
              </a:path>
            </a:pathLst>
          </a:custGeom>
          <a:noFill/>
          <a:ln w="1905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87087" name="Text Box 61">
            <a:extLst>
              <a:ext uri="{FF2B5EF4-FFF2-40B4-BE49-F238E27FC236}">
                <a16:creationId xmlns:a16="http://schemas.microsoft.com/office/drawing/2014/main" id="{D8F2B873-F8CB-1944-83F0-FA782C195D8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16450" y="5024438"/>
            <a:ext cx="809625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itchFamily="2" charset="2"/>
              <a:buChar char="q"/>
              <a:defRPr sz="22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q"/>
              <a:defRPr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MUX</a:t>
            </a:r>
          </a:p>
        </p:txBody>
      </p:sp>
      <p:cxnSp>
        <p:nvCxnSpPr>
          <p:cNvPr id="87088" name="Straight Arrow Connector 66">
            <a:extLst>
              <a:ext uri="{FF2B5EF4-FFF2-40B4-BE49-F238E27FC236}">
                <a16:creationId xmlns:a16="http://schemas.microsoft.com/office/drawing/2014/main" id="{E10F4EF2-6E56-2D43-8261-C3AFA854714E}"/>
              </a:ext>
            </a:extLst>
          </p:cNvPr>
          <p:cNvCxnSpPr>
            <a:cxnSpLocks noChangeShapeType="1"/>
          </p:cNvCxnSpPr>
          <p:nvPr/>
        </p:nvCxnSpPr>
        <p:spPr bwMode="auto">
          <a:xfrm rot="16200000" flipH="1">
            <a:off x="4922837" y="5499101"/>
            <a:ext cx="155575" cy="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87089" name="Freeform 48">
            <a:extLst>
              <a:ext uri="{FF2B5EF4-FFF2-40B4-BE49-F238E27FC236}">
                <a16:creationId xmlns:a16="http://schemas.microsoft.com/office/drawing/2014/main" id="{A8672C68-60DD-354C-96B1-98126F689245}"/>
              </a:ext>
            </a:extLst>
          </p:cNvPr>
          <p:cNvSpPr>
            <a:spLocks/>
          </p:cNvSpPr>
          <p:nvPr/>
        </p:nvSpPr>
        <p:spPr bwMode="auto">
          <a:xfrm>
            <a:off x="3971925" y="5576888"/>
            <a:ext cx="2046288" cy="320675"/>
          </a:xfrm>
          <a:custGeom>
            <a:avLst/>
            <a:gdLst>
              <a:gd name="T0" fmla="*/ 2147483646 w 1132"/>
              <a:gd name="T1" fmla="*/ 0 h 202"/>
              <a:gd name="T2" fmla="*/ 2147483646 w 1132"/>
              <a:gd name="T3" fmla="*/ 2147483646 h 202"/>
              <a:gd name="T4" fmla="*/ 2147483646 w 1132"/>
              <a:gd name="T5" fmla="*/ 2147483646 h 202"/>
              <a:gd name="T6" fmla="*/ 0 w 1132"/>
              <a:gd name="T7" fmla="*/ 0 h 202"/>
              <a:gd name="T8" fmla="*/ 2147483646 w 1132"/>
              <a:gd name="T9" fmla="*/ 0 h 202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1132"/>
              <a:gd name="T16" fmla="*/ 0 h 202"/>
              <a:gd name="T17" fmla="*/ 1132 w 1132"/>
              <a:gd name="T18" fmla="*/ 202 h 202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1132" h="202">
                <a:moveTo>
                  <a:pt x="1132" y="0"/>
                </a:moveTo>
                <a:lnTo>
                  <a:pt x="849" y="202"/>
                </a:lnTo>
                <a:lnTo>
                  <a:pt x="283" y="202"/>
                </a:lnTo>
                <a:lnTo>
                  <a:pt x="0" y="0"/>
                </a:lnTo>
                <a:lnTo>
                  <a:pt x="1132" y="0"/>
                </a:lnTo>
                <a:close/>
              </a:path>
            </a:pathLst>
          </a:custGeom>
          <a:noFill/>
          <a:ln w="1905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87090" name="Text Box 61">
            <a:extLst>
              <a:ext uri="{FF2B5EF4-FFF2-40B4-BE49-F238E27FC236}">
                <a16:creationId xmlns:a16="http://schemas.microsoft.com/office/drawing/2014/main" id="{908DD7EE-9408-7149-9EF5-E54F306DD25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22800" y="5559425"/>
            <a:ext cx="79375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itchFamily="2" charset="2"/>
              <a:buChar char="q"/>
              <a:defRPr sz="22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q"/>
              <a:defRPr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MUX</a:t>
            </a:r>
          </a:p>
        </p:txBody>
      </p:sp>
      <p:sp>
        <p:nvSpPr>
          <p:cNvPr id="87091" name="TextBox 70">
            <a:extLst>
              <a:ext uri="{FF2B5EF4-FFF2-40B4-BE49-F238E27FC236}">
                <a16:creationId xmlns:a16="http://schemas.microsoft.com/office/drawing/2014/main" id="{5D03D80E-C921-D649-B5A1-18B57FA337E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48375" y="5429250"/>
            <a:ext cx="1343025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itchFamily="2" charset="2"/>
              <a:buChar char="q"/>
              <a:defRPr sz="22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q"/>
              <a:defRPr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byte in block</a:t>
            </a:r>
          </a:p>
        </p:txBody>
      </p:sp>
      <p:cxnSp>
        <p:nvCxnSpPr>
          <p:cNvPr id="87092" name="Straight Arrow Connector 71">
            <a:extLst>
              <a:ext uri="{FF2B5EF4-FFF2-40B4-BE49-F238E27FC236}">
                <a16:creationId xmlns:a16="http://schemas.microsoft.com/office/drawing/2014/main" id="{16B7EF35-6D01-4E4F-AEE9-041B127CE32B}"/>
              </a:ext>
            </a:extLst>
          </p:cNvPr>
          <p:cNvCxnSpPr>
            <a:cxnSpLocks noChangeShapeType="1"/>
          </p:cNvCxnSpPr>
          <p:nvPr/>
        </p:nvCxnSpPr>
        <p:spPr bwMode="auto">
          <a:xfrm rot="16200000" flipH="1">
            <a:off x="4866482" y="6022181"/>
            <a:ext cx="252412" cy="3175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87093" name="Straight Arrow Connector 69">
            <a:extLst>
              <a:ext uri="{FF2B5EF4-FFF2-40B4-BE49-F238E27FC236}">
                <a16:creationId xmlns:a16="http://schemas.microsoft.com/office/drawing/2014/main" id="{F13EFB1A-117C-F84A-9DC1-03CCA1FE5516}"/>
              </a:ext>
            </a:extLst>
          </p:cNvPr>
          <p:cNvCxnSpPr>
            <a:cxnSpLocks noChangeShapeType="1"/>
          </p:cNvCxnSpPr>
          <p:nvPr/>
        </p:nvCxnSpPr>
        <p:spPr bwMode="auto">
          <a:xfrm rot="10800000">
            <a:off x="5722938" y="5735638"/>
            <a:ext cx="523875" cy="1587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87094" name="Straight Arrow Connector 37">
            <a:extLst>
              <a:ext uri="{FF2B5EF4-FFF2-40B4-BE49-F238E27FC236}">
                <a16:creationId xmlns:a16="http://schemas.microsoft.com/office/drawing/2014/main" id="{52FDF073-8FE6-1140-85EA-DC4509B30C73}"/>
              </a:ext>
            </a:extLst>
          </p:cNvPr>
          <p:cNvCxnSpPr>
            <a:cxnSpLocks noChangeShapeType="1"/>
          </p:cNvCxnSpPr>
          <p:nvPr/>
        </p:nvCxnSpPr>
        <p:spPr bwMode="auto">
          <a:xfrm rot="5400000">
            <a:off x="1748631" y="4920457"/>
            <a:ext cx="269875" cy="1588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87095" name="Straight Arrow Connector 37">
            <a:extLst>
              <a:ext uri="{FF2B5EF4-FFF2-40B4-BE49-F238E27FC236}">
                <a16:creationId xmlns:a16="http://schemas.microsoft.com/office/drawing/2014/main" id="{4713E86B-D453-B247-ACED-63D8962EDF68}"/>
              </a:ext>
            </a:extLst>
          </p:cNvPr>
          <p:cNvCxnSpPr>
            <a:cxnSpLocks noChangeShapeType="1"/>
          </p:cNvCxnSpPr>
          <p:nvPr/>
        </p:nvCxnSpPr>
        <p:spPr bwMode="auto">
          <a:xfrm rot="5400000">
            <a:off x="2623344" y="4929982"/>
            <a:ext cx="269875" cy="1587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87096" name="Straight Arrow Connector 37">
            <a:extLst>
              <a:ext uri="{FF2B5EF4-FFF2-40B4-BE49-F238E27FC236}">
                <a16:creationId xmlns:a16="http://schemas.microsoft.com/office/drawing/2014/main" id="{E0A5D288-9FFA-EB44-B5EB-5BB95F48E5EF}"/>
              </a:ext>
            </a:extLst>
          </p:cNvPr>
          <p:cNvCxnSpPr>
            <a:cxnSpLocks noChangeShapeType="1"/>
          </p:cNvCxnSpPr>
          <p:nvPr/>
        </p:nvCxnSpPr>
        <p:spPr bwMode="auto">
          <a:xfrm rot="5400000">
            <a:off x="3572669" y="4934744"/>
            <a:ext cx="269875" cy="1587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87097" name="Straight Arrow Connector 37">
            <a:extLst>
              <a:ext uri="{FF2B5EF4-FFF2-40B4-BE49-F238E27FC236}">
                <a16:creationId xmlns:a16="http://schemas.microsoft.com/office/drawing/2014/main" id="{FAF8E98C-8FB7-4741-8874-6BC7A6035F25}"/>
              </a:ext>
            </a:extLst>
          </p:cNvPr>
          <p:cNvCxnSpPr>
            <a:cxnSpLocks noChangeShapeType="1"/>
          </p:cNvCxnSpPr>
          <p:nvPr/>
        </p:nvCxnSpPr>
        <p:spPr bwMode="auto">
          <a:xfrm rot="5400000">
            <a:off x="4456113" y="4924425"/>
            <a:ext cx="268288" cy="1587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87098" name="Straight Arrow Connector 37">
            <a:extLst>
              <a:ext uri="{FF2B5EF4-FFF2-40B4-BE49-F238E27FC236}">
                <a16:creationId xmlns:a16="http://schemas.microsoft.com/office/drawing/2014/main" id="{8BD3E176-BB1C-FF4B-8EE8-895804A782A3}"/>
              </a:ext>
            </a:extLst>
          </p:cNvPr>
          <p:cNvCxnSpPr>
            <a:cxnSpLocks noChangeShapeType="1"/>
          </p:cNvCxnSpPr>
          <p:nvPr/>
        </p:nvCxnSpPr>
        <p:spPr bwMode="auto">
          <a:xfrm rot="5400000">
            <a:off x="5368131" y="4956969"/>
            <a:ext cx="269875" cy="1588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87099" name="Straight Arrow Connector 37">
            <a:extLst>
              <a:ext uri="{FF2B5EF4-FFF2-40B4-BE49-F238E27FC236}">
                <a16:creationId xmlns:a16="http://schemas.microsoft.com/office/drawing/2014/main" id="{408DB7F8-9DE2-D544-AA52-FDF14D6FF5C0}"/>
              </a:ext>
            </a:extLst>
          </p:cNvPr>
          <p:cNvCxnSpPr>
            <a:cxnSpLocks noChangeShapeType="1"/>
          </p:cNvCxnSpPr>
          <p:nvPr/>
        </p:nvCxnSpPr>
        <p:spPr bwMode="auto">
          <a:xfrm rot="5400000">
            <a:off x="6288088" y="4945063"/>
            <a:ext cx="268287" cy="1587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87100" name="Straight Arrow Connector 37">
            <a:extLst>
              <a:ext uri="{FF2B5EF4-FFF2-40B4-BE49-F238E27FC236}">
                <a16:creationId xmlns:a16="http://schemas.microsoft.com/office/drawing/2014/main" id="{84F85127-4C9C-3F4C-A178-44C31F691F21}"/>
              </a:ext>
            </a:extLst>
          </p:cNvPr>
          <p:cNvCxnSpPr>
            <a:cxnSpLocks noChangeShapeType="1"/>
          </p:cNvCxnSpPr>
          <p:nvPr/>
        </p:nvCxnSpPr>
        <p:spPr bwMode="auto">
          <a:xfrm rot="5400000">
            <a:off x="7217569" y="4929982"/>
            <a:ext cx="269875" cy="1587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87101" name="Straight Arrow Connector 37">
            <a:extLst>
              <a:ext uri="{FF2B5EF4-FFF2-40B4-BE49-F238E27FC236}">
                <a16:creationId xmlns:a16="http://schemas.microsoft.com/office/drawing/2014/main" id="{913EC3D3-AC86-1E4F-9456-3A3DB0C8B9B2}"/>
              </a:ext>
            </a:extLst>
          </p:cNvPr>
          <p:cNvCxnSpPr>
            <a:cxnSpLocks noChangeShapeType="1"/>
          </p:cNvCxnSpPr>
          <p:nvPr/>
        </p:nvCxnSpPr>
        <p:spPr bwMode="auto">
          <a:xfrm rot="5400000">
            <a:off x="8097838" y="4949825"/>
            <a:ext cx="268288" cy="1587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87102" name="Straight Arrow Connector 37">
            <a:extLst>
              <a:ext uri="{FF2B5EF4-FFF2-40B4-BE49-F238E27FC236}">
                <a16:creationId xmlns:a16="http://schemas.microsoft.com/office/drawing/2014/main" id="{6F0CF6A9-D066-374D-B12E-41AB27775801}"/>
              </a:ext>
            </a:extLst>
          </p:cNvPr>
          <p:cNvCxnSpPr>
            <a:cxnSpLocks noChangeShapeType="1"/>
          </p:cNvCxnSpPr>
          <p:nvPr/>
        </p:nvCxnSpPr>
        <p:spPr bwMode="auto">
          <a:xfrm rot="5400000">
            <a:off x="1750219" y="3220244"/>
            <a:ext cx="269875" cy="1587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87103" name="Straight Arrow Connector 37">
            <a:extLst>
              <a:ext uri="{FF2B5EF4-FFF2-40B4-BE49-F238E27FC236}">
                <a16:creationId xmlns:a16="http://schemas.microsoft.com/office/drawing/2014/main" id="{3CB12E57-92B6-E14B-8592-6800F441B299}"/>
              </a:ext>
            </a:extLst>
          </p:cNvPr>
          <p:cNvCxnSpPr>
            <a:cxnSpLocks noChangeShapeType="1"/>
          </p:cNvCxnSpPr>
          <p:nvPr/>
        </p:nvCxnSpPr>
        <p:spPr bwMode="auto">
          <a:xfrm rot="5400000">
            <a:off x="2624931" y="3231357"/>
            <a:ext cx="269875" cy="1588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87104" name="Straight Arrow Connector 37">
            <a:extLst>
              <a:ext uri="{FF2B5EF4-FFF2-40B4-BE49-F238E27FC236}">
                <a16:creationId xmlns:a16="http://schemas.microsoft.com/office/drawing/2014/main" id="{4010D7DC-C738-3F45-9540-D22A3E1C0B7D}"/>
              </a:ext>
            </a:extLst>
          </p:cNvPr>
          <p:cNvCxnSpPr>
            <a:cxnSpLocks noChangeShapeType="1"/>
          </p:cNvCxnSpPr>
          <p:nvPr/>
        </p:nvCxnSpPr>
        <p:spPr bwMode="auto">
          <a:xfrm rot="5400000">
            <a:off x="3574256" y="3236119"/>
            <a:ext cx="269875" cy="1588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87105" name="Straight Arrow Connector 37">
            <a:extLst>
              <a:ext uri="{FF2B5EF4-FFF2-40B4-BE49-F238E27FC236}">
                <a16:creationId xmlns:a16="http://schemas.microsoft.com/office/drawing/2014/main" id="{044BCD8D-D509-F349-A6F4-14600E7016AC}"/>
              </a:ext>
            </a:extLst>
          </p:cNvPr>
          <p:cNvCxnSpPr>
            <a:cxnSpLocks noChangeShapeType="1"/>
          </p:cNvCxnSpPr>
          <p:nvPr/>
        </p:nvCxnSpPr>
        <p:spPr bwMode="auto">
          <a:xfrm rot="5400000">
            <a:off x="4456906" y="3225007"/>
            <a:ext cx="269875" cy="1588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87106" name="Straight Arrow Connector 37">
            <a:extLst>
              <a:ext uri="{FF2B5EF4-FFF2-40B4-BE49-F238E27FC236}">
                <a16:creationId xmlns:a16="http://schemas.microsoft.com/office/drawing/2014/main" id="{A01815D8-6049-474F-A2E5-4474C8D84DB4}"/>
              </a:ext>
            </a:extLst>
          </p:cNvPr>
          <p:cNvCxnSpPr>
            <a:cxnSpLocks noChangeShapeType="1"/>
          </p:cNvCxnSpPr>
          <p:nvPr/>
        </p:nvCxnSpPr>
        <p:spPr bwMode="auto">
          <a:xfrm rot="5400000">
            <a:off x="5369719" y="3258344"/>
            <a:ext cx="269875" cy="1587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87107" name="Straight Arrow Connector 37">
            <a:extLst>
              <a:ext uri="{FF2B5EF4-FFF2-40B4-BE49-F238E27FC236}">
                <a16:creationId xmlns:a16="http://schemas.microsoft.com/office/drawing/2014/main" id="{CB7B29A6-1511-454E-B0B2-340E4B1FAD06}"/>
              </a:ext>
            </a:extLst>
          </p:cNvPr>
          <p:cNvCxnSpPr>
            <a:cxnSpLocks noChangeShapeType="1"/>
          </p:cNvCxnSpPr>
          <p:nvPr/>
        </p:nvCxnSpPr>
        <p:spPr bwMode="auto">
          <a:xfrm rot="5400000">
            <a:off x="6288881" y="3245644"/>
            <a:ext cx="269875" cy="1588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87108" name="Straight Arrow Connector 37">
            <a:extLst>
              <a:ext uri="{FF2B5EF4-FFF2-40B4-BE49-F238E27FC236}">
                <a16:creationId xmlns:a16="http://schemas.microsoft.com/office/drawing/2014/main" id="{7DAC2CAB-67BF-3C4A-8B34-F0859B6CB4B1}"/>
              </a:ext>
            </a:extLst>
          </p:cNvPr>
          <p:cNvCxnSpPr>
            <a:cxnSpLocks noChangeShapeType="1"/>
          </p:cNvCxnSpPr>
          <p:nvPr/>
        </p:nvCxnSpPr>
        <p:spPr bwMode="auto">
          <a:xfrm rot="5400000">
            <a:off x="7219156" y="3231357"/>
            <a:ext cx="269875" cy="1588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87109" name="Straight Arrow Connector 37">
            <a:extLst>
              <a:ext uri="{FF2B5EF4-FFF2-40B4-BE49-F238E27FC236}">
                <a16:creationId xmlns:a16="http://schemas.microsoft.com/office/drawing/2014/main" id="{DA14925D-40AE-9E44-B41D-73B0301B0A3F}"/>
              </a:ext>
            </a:extLst>
          </p:cNvPr>
          <p:cNvCxnSpPr>
            <a:cxnSpLocks noChangeShapeType="1"/>
          </p:cNvCxnSpPr>
          <p:nvPr/>
        </p:nvCxnSpPr>
        <p:spPr bwMode="auto">
          <a:xfrm rot="5400000">
            <a:off x="8098631" y="3250407"/>
            <a:ext cx="269875" cy="1588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87110" name="TextBox 51">
            <a:extLst>
              <a:ext uri="{FF2B5EF4-FFF2-40B4-BE49-F238E27FC236}">
                <a16:creationId xmlns:a16="http://schemas.microsoft.com/office/drawing/2014/main" id="{70F6D27A-9F5B-0E40-BF30-5B5C6F4F675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47813" y="3375025"/>
            <a:ext cx="6923087" cy="338138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itchFamily="2" charset="2"/>
              <a:buChar char="q"/>
              <a:defRPr sz="22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q"/>
              <a:defRPr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Logic</a:t>
            </a:r>
          </a:p>
        </p:txBody>
      </p:sp>
      <p:sp>
        <p:nvSpPr>
          <p:cNvPr id="87111" name="TextBox 79">
            <a:extLst>
              <a:ext uri="{FF2B5EF4-FFF2-40B4-BE49-F238E27FC236}">
                <a16:creationId xmlns:a16="http://schemas.microsoft.com/office/drawing/2014/main" id="{B53698A5-799D-644E-9D93-225F729DC88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18100" y="3797300"/>
            <a:ext cx="595313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itchFamily="2" charset="2"/>
              <a:buChar char="q"/>
              <a:defRPr sz="22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q"/>
              <a:defRPr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Hit?</a:t>
            </a:r>
          </a:p>
        </p:txBody>
      </p:sp>
      <p:cxnSp>
        <p:nvCxnSpPr>
          <p:cNvPr id="87112" name="Straight Arrow Connector 37">
            <a:extLst>
              <a:ext uri="{FF2B5EF4-FFF2-40B4-BE49-F238E27FC236}">
                <a16:creationId xmlns:a16="http://schemas.microsoft.com/office/drawing/2014/main" id="{BDDFABAF-DDC6-234C-924D-4BF2B3BE35E6}"/>
              </a:ext>
            </a:extLst>
          </p:cNvPr>
          <p:cNvCxnSpPr>
            <a:cxnSpLocks noChangeShapeType="1"/>
          </p:cNvCxnSpPr>
          <p:nvPr/>
        </p:nvCxnSpPr>
        <p:spPr bwMode="auto">
          <a:xfrm rot="5400000">
            <a:off x="4931569" y="3847307"/>
            <a:ext cx="269875" cy="1587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87113" name="Straight Connector 82">
            <a:extLst>
              <a:ext uri="{FF2B5EF4-FFF2-40B4-BE49-F238E27FC236}">
                <a16:creationId xmlns:a16="http://schemas.microsoft.com/office/drawing/2014/main" id="{1334D717-71FD-8A40-ACAF-9865AF90A9D5}"/>
              </a:ext>
            </a:extLst>
          </p:cNvPr>
          <p:cNvCxnSpPr>
            <a:cxnSpLocks noChangeShapeType="1"/>
            <a:stCxn id="87110" idx="3"/>
          </p:cNvCxnSpPr>
          <p:nvPr/>
        </p:nvCxnSpPr>
        <p:spPr bwMode="auto">
          <a:xfrm>
            <a:off x="8470900" y="3543300"/>
            <a:ext cx="439738" cy="203358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87114" name="Straight Arrow Connector 84">
            <a:extLst>
              <a:ext uri="{FF2B5EF4-FFF2-40B4-BE49-F238E27FC236}">
                <a16:creationId xmlns:a16="http://schemas.microsoft.com/office/drawing/2014/main" id="{242B0F44-66F7-3949-AC77-DB20E59E71D2}"/>
              </a:ext>
            </a:extLst>
          </p:cNvPr>
          <p:cNvCxnSpPr>
            <a:cxnSpLocks noChangeShapeType="1"/>
          </p:cNvCxnSpPr>
          <p:nvPr/>
        </p:nvCxnSpPr>
        <p:spPr bwMode="auto">
          <a:xfrm rot="10800000">
            <a:off x="7642225" y="5237163"/>
            <a:ext cx="1268413" cy="339725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</p:spTree>
    <p:extLst>
      <p:ext uri="{BB962C8B-B14F-4D97-AF65-F5344CB8AC3E}">
        <p14:creationId xmlns:p14="http://schemas.microsoft.com/office/powerpoint/2010/main" val="2761012480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0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0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0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0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0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0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0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0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0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0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0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0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0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0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0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0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0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0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0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0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0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0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0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0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0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0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0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0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0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0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0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0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 nodeType="clickPar">
                      <p:stCondLst>
                        <p:cond delay="indefinite"/>
                      </p:stCondLst>
                      <p:childTnLst>
                        <p:par>
                          <p:cTn id="9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0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0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0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0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0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0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0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0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0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0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0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0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0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0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0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0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0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0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0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0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0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0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0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7044" grpId="0" animBg="1"/>
      <p:bldP spid="87045" grpId="0" animBg="1"/>
      <p:bldP spid="87046" grpId="0" animBg="1"/>
      <p:bldP spid="87047" grpId="0" animBg="1"/>
      <p:bldP spid="87048" grpId="0" animBg="1"/>
      <p:bldP spid="87049" grpId="0" animBg="1"/>
      <p:bldP spid="87050" grpId="0" animBg="1"/>
      <p:bldP spid="87051" grpId="0" animBg="1"/>
      <p:bldP spid="87052" grpId="0" animBg="1"/>
      <p:bldP spid="87053" grpId="0" animBg="1"/>
      <p:bldP spid="87054" grpId="0" animBg="1"/>
      <p:bldP spid="87055" grpId="0" animBg="1"/>
      <p:bldP spid="87056" grpId="0" animBg="1"/>
      <p:bldP spid="87057" grpId="0" animBg="1"/>
      <p:bldP spid="87058" grpId="0" animBg="1"/>
      <p:bldP spid="87059" grpId="0" animBg="1"/>
      <p:bldP spid="87060" grpId="0"/>
      <p:bldP spid="87061" grpId="0"/>
      <p:bldP spid="87062" grpId="0" animBg="1"/>
      <p:bldP spid="87063" grpId="0"/>
      <p:bldP spid="87065" grpId="0" animBg="1"/>
      <p:bldP spid="87066" grpId="0"/>
      <p:bldP spid="87068" grpId="0" animBg="1"/>
      <p:bldP spid="87069" grpId="0"/>
      <p:bldP spid="87071" grpId="0" animBg="1"/>
      <p:bldP spid="87072" grpId="0"/>
      <p:bldP spid="87074" grpId="0" animBg="1"/>
      <p:bldP spid="87075" grpId="0"/>
      <p:bldP spid="87077" grpId="0" animBg="1"/>
      <p:bldP spid="87078" grpId="0"/>
      <p:bldP spid="87080" grpId="0" animBg="1"/>
      <p:bldP spid="87081" grpId="0"/>
      <p:bldP spid="87083" grpId="0" animBg="1"/>
      <p:bldP spid="87084" grpId="0"/>
      <p:bldP spid="87087" grpId="0"/>
      <p:bldP spid="87090" grpId="0"/>
      <p:bldP spid="87091" grpId="0"/>
      <p:bldP spid="87110" grpId="0" animBg="1"/>
      <p:bldP spid="87111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089" name="Title 1">
            <a:extLst>
              <a:ext uri="{FF2B5EF4-FFF2-40B4-BE49-F238E27FC236}">
                <a16:creationId xmlns:a16="http://schemas.microsoft.com/office/drawing/2014/main" id="{26DC96AF-C84A-F94B-AE59-AB836EF7069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>
                <a:ea typeface="ＭＳ Ｐゴシック" panose="020B0600070205080204" pitchFamily="34" charset="-128"/>
              </a:rPr>
              <a:t>Associativity (and Tradeoffs)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153BDA-ABC4-0443-B796-3529B822012F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228600" y="996950"/>
            <a:ext cx="8610600" cy="5194300"/>
          </a:xfrm>
        </p:spPr>
        <p:txBody>
          <a:bodyPr/>
          <a:lstStyle/>
          <a:p>
            <a:r>
              <a:rPr lang="en-US" altLang="en-US">
                <a:solidFill>
                  <a:srgbClr val="0000FF"/>
                </a:solidFill>
                <a:ea typeface="ＭＳ Ｐゴシック" panose="020B0600070205080204" pitchFamily="34" charset="-128"/>
              </a:rPr>
              <a:t>Degree of associativity</a:t>
            </a:r>
            <a:r>
              <a:rPr lang="en-US" altLang="en-US">
                <a:ea typeface="ＭＳ Ｐゴシック" panose="020B0600070205080204" pitchFamily="34" charset="-128"/>
              </a:rPr>
              <a:t>: How many blocks can map to the same index (or set)?</a:t>
            </a:r>
          </a:p>
          <a:p>
            <a:endParaRPr lang="en-US" altLang="en-US" sz="1600">
              <a:ea typeface="ＭＳ Ｐゴシック" panose="020B0600070205080204" pitchFamily="34" charset="-128"/>
            </a:endParaRPr>
          </a:p>
          <a:p>
            <a:r>
              <a:rPr lang="en-US" altLang="en-US">
                <a:ea typeface="ＭＳ Ｐゴシック" panose="020B0600070205080204" pitchFamily="34" charset="-128"/>
              </a:rPr>
              <a:t>Higher associativity</a:t>
            </a:r>
          </a:p>
          <a:p>
            <a:pPr marL="342900" lvl="1" indent="0">
              <a:buFont typeface="Wingdings" pitchFamily="2" charset="2"/>
              <a:buNone/>
            </a:pPr>
            <a:r>
              <a:rPr lang="en-US" altLang="en-US">
                <a:ea typeface="ＭＳ Ｐゴシック" panose="020B0600070205080204" pitchFamily="34" charset="-128"/>
              </a:rPr>
              <a:t>++ Higher hit rate</a:t>
            </a:r>
          </a:p>
          <a:p>
            <a:pPr marL="342900" lvl="1" indent="0">
              <a:buFont typeface="Wingdings" pitchFamily="2" charset="2"/>
              <a:buNone/>
            </a:pPr>
            <a:r>
              <a:rPr lang="en-US" altLang="en-US">
                <a:ea typeface="ＭＳ Ｐゴシック" panose="020B0600070205080204" pitchFamily="34" charset="-128"/>
              </a:rPr>
              <a:t>-- Slower cache access time (hit latency and data access latency)</a:t>
            </a:r>
          </a:p>
          <a:p>
            <a:pPr marL="342900" lvl="1" indent="0">
              <a:buFont typeface="Wingdings" pitchFamily="2" charset="2"/>
              <a:buNone/>
            </a:pPr>
            <a:r>
              <a:rPr lang="en-US" altLang="en-US">
                <a:ea typeface="ＭＳ Ｐゴシック" panose="020B0600070205080204" pitchFamily="34" charset="-128"/>
              </a:rPr>
              <a:t>-- More expensive hardware (more comparators)</a:t>
            </a:r>
          </a:p>
          <a:p>
            <a:pPr marL="342900" lvl="1" indent="0">
              <a:buFont typeface="Wingdings" pitchFamily="2" charset="2"/>
              <a:buNone/>
            </a:pPr>
            <a:endParaRPr lang="en-US" altLang="en-US">
              <a:ea typeface="ＭＳ Ｐゴシック" panose="020B0600070205080204" pitchFamily="34" charset="-128"/>
            </a:endParaRPr>
          </a:p>
          <a:p>
            <a:r>
              <a:rPr lang="en-US" altLang="en-US">
                <a:ea typeface="ＭＳ Ｐゴシック" panose="020B0600070205080204" pitchFamily="34" charset="-128"/>
              </a:rPr>
              <a:t>Diminishing returns from higher</a:t>
            </a:r>
          </a:p>
          <a:p>
            <a:pPr marL="342900" lvl="1" indent="0">
              <a:buFont typeface="Wingdings" pitchFamily="2" charset="2"/>
              <a:buNone/>
            </a:pPr>
            <a:r>
              <a:rPr lang="en-US" altLang="en-US" sz="2400">
                <a:ea typeface="ＭＳ Ｐゴシック" panose="020B0600070205080204" pitchFamily="34" charset="-128"/>
              </a:rPr>
              <a:t>associativity</a:t>
            </a:r>
          </a:p>
          <a:p>
            <a:pPr marL="342900" lvl="1" indent="0">
              <a:buFont typeface="Wingdings" pitchFamily="2" charset="2"/>
              <a:buNone/>
            </a:pPr>
            <a:endParaRPr lang="en-US" altLang="en-US">
              <a:ea typeface="ＭＳ Ｐゴシック" panose="020B0600070205080204" pitchFamily="34" charset="-128"/>
            </a:endParaRPr>
          </a:p>
        </p:txBody>
      </p:sp>
      <p:sp>
        <p:nvSpPr>
          <p:cNvPr id="217091" name="Slide Number Placeholder 3">
            <a:extLst>
              <a:ext uri="{FF2B5EF4-FFF2-40B4-BE49-F238E27FC236}">
                <a16:creationId xmlns:a16="http://schemas.microsoft.com/office/drawing/2014/main" id="{4795D9C9-E1B3-F040-ADC5-1C200303A021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itchFamily="2" charset="2"/>
              <a:buChar char="q"/>
              <a:defRPr sz="22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q"/>
              <a:defRPr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EB7CD02F-63CC-C745-83CA-597B420E9328}" type="slidenum">
              <a:rPr kumimoji="0" lang="en-US" altLang="en-US" sz="16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aramond" panose="02020404030301010803" pitchFamily="18" charset="0"/>
                <a:ea typeface="ＭＳ Ｐゴシック" panose="020B0600070205080204" pitchFamily="34" charset="-128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12</a:t>
            </a:fld>
            <a:endParaRPr kumimoji="0" lang="en-US" altLang="en-US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Garamond" panose="02020404030301010803" pitchFamily="18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5" name="Freeform 5">
            <a:extLst>
              <a:ext uri="{FF2B5EF4-FFF2-40B4-BE49-F238E27FC236}">
                <a16:creationId xmlns:a16="http://schemas.microsoft.com/office/drawing/2014/main" id="{E310498F-496F-1C4C-B9D1-F69BAA4C48A0}"/>
              </a:ext>
            </a:extLst>
          </p:cNvPr>
          <p:cNvSpPr>
            <a:spLocks/>
          </p:cNvSpPr>
          <p:nvPr/>
        </p:nvSpPr>
        <p:spPr bwMode="auto">
          <a:xfrm>
            <a:off x="5486400" y="3810000"/>
            <a:ext cx="3048000" cy="2286000"/>
          </a:xfrm>
          <a:custGeom>
            <a:avLst/>
            <a:gdLst>
              <a:gd name="T0" fmla="*/ 0 w 1920"/>
              <a:gd name="T1" fmla="*/ 0 h 1440"/>
              <a:gd name="T2" fmla="*/ 0 w 1920"/>
              <a:gd name="T3" fmla="*/ 2147483646 h 1440"/>
              <a:gd name="T4" fmla="*/ 2147483646 w 1920"/>
              <a:gd name="T5" fmla="*/ 2147483646 h 1440"/>
              <a:gd name="T6" fmla="*/ 0 60000 65536"/>
              <a:gd name="T7" fmla="*/ 0 60000 65536"/>
              <a:gd name="T8" fmla="*/ 0 60000 65536"/>
              <a:gd name="T9" fmla="*/ 0 w 1920"/>
              <a:gd name="T10" fmla="*/ 0 h 1440"/>
              <a:gd name="T11" fmla="*/ 1920 w 1920"/>
              <a:gd name="T12" fmla="*/ 1440 h 144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920" h="1440">
                <a:moveTo>
                  <a:pt x="0" y="0"/>
                </a:moveTo>
                <a:lnTo>
                  <a:pt x="0" y="1440"/>
                </a:lnTo>
                <a:lnTo>
                  <a:pt x="1920" y="1440"/>
                </a:lnTo>
              </a:path>
            </a:pathLst>
          </a:custGeom>
          <a:noFill/>
          <a:ln w="28575">
            <a:solidFill>
              <a:schemeClr val="tx1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6" name="Text Box 7">
            <a:extLst>
              <a:ext uri="{FF2B5EF4-FFF2-40B4-BE49-F238E27FC236}">
                <a16:creationId xmlns:a16="http://schemas.microsoft.com/office/drawing/2014/main" id="{D343329D-2470-9742-8CB5-2E98816C7A6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00950" y="6184900"/>
            <a:ext cx="1481138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itchFamily="2" charset="2"/>
              <a:buChar char="q"/>
              <a:defRPr sz="22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q"/>
              <a:defRPr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associativity</a:t>
            </a:r>
          </a:p>
        </p:txBody>
      </p:sp>
      <p:sp>
        <p:nvSpPr>
          <p:cNvPr id="7" name="Freeform 8">
            <a:extLst>
              <a:ext uri="{FF2B5EF4-FFF2-40B4-BE49-F238E27FC236}">
                <a16:creationId xmlns:a16="http://schemas.microsoft.com/office/drawing/2014/main" id="{EA64BB0F-100C-8840-B114-EF86360C5C89}"/>
              </a:ext>
            </a:extLst>
          </p:cNvPr>
          <p:cNvSpPr>
            <a:spLocks/>
          </p:cNvSpPr>
          <p:nvPr/>
        </p:nvSpPr>
        <p:spPr bwMode="auto">
          <a:xfrm>
            <a:off x="5772150" y="3865563"/>
            <a:ext cx="2609850" cy="852487"/>
          </a:xfrm>
          <a:custGeom>
            <a:avLst/>
            <a:gdLst>
              <a:gd name="T0" fmla="*/ 0 w 1644"/>
              <a:gd name="T1" fmla="*/ 2147483646 h 537"/>
              <a:gd name="T2" fmla="*/ 2147483646 w 1644"/>
              <a:gd name="T3" fmla="*/ 2147483646 h 537"/>
              <a:gd name="T4" fmla="*/ 2147483646 w 1644"/>
              <a:gd name="T5" fmla="*/ 2147483646 h 537"/>
              <a:gd name="T6" fmla="*/ 2147483646 w 1644"/>
              <a:gd name="T7" fmla="*/ 0 h 537"/>
              <a:gd name="T8" fmla="*/ 0 60000 65536"/>
              <a:gd name="T9" fmla="*/ 0 60000 65536"/>
              <a:gd name="T10" fmla="*/ 0 60000 65536"/>
              <a:gd name="T11" fmla="*/ 0 60000 65536"/>
              <a:gd name="T12" fmla="*/ 0 w 1644"/>
              <a:gd name="T13" fmla="*/ 0 h 537"/>
              <a:gd name="T14" fmla="*/ 1644 w 1644"/>
              <a:gd name="T15" fmla="*/ 537 h 537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1644" h="537">
                <a:moveTo>
                  <a:pt x="0" y="537"/>
                </a:moveTo>
                <a:cubicBezTo>
                  <a:pt x="35" y="492"/>
                  <a:pt x="101" y="341"/>
                  <a:pt x="209" y="267"/>
                </a:cubicBezTo>
                <a:cubicBezTo>
                  <a:pt x="317" y="193"/>
                  <a:pt x="410" y="134"/>
                  <a:pt x="649" y="90"/>
                </a:cubicBezTo>
                <a:cubicBezTo>
                  <a:pt x="888" y="46"/>
                  <a:pt x="1437" y="19"/>
                  <a:pt x="1644" y="0"/>
                </a:cubicBez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8" name="Text Box 6">
            <a:extLst>
              <a:ext uri="{FF2B5EF4-FFF2-40B4-BE49-F238E27FC236}">
                <a16:creationId xmlns:a16="http://schemas.microsoft.com/office/drawing/2014/main" id="{A76E5982-7542-A641-8361-4148A80B690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83125" y="3581400"/>
            <a:ext cx="11160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itchFamily="2" charset="2"/>
              <a:buChar char="q"/>
              <a:defRPr sz="22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q"/>
              <a:defRPr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hit rate</a:t>
            </a:r>
          </a:p>
        </p:txBody>
      </p:sp>
    </p:spTree>
    <p:extLst>
      <p:ext uri="{BB962C8B-B14F-4D97-AF65-F5344CB8AC3E}">
        <p14:creationId xmlns:p14="http://schemas.microsoft.com/office/powerpoint/2010/main" val="2351170136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8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017" name="Title 1">
            <a:extLst>
              <a:ext uri="{FF2B5EF4-FFF2-40B4-BE49-F238E27FC236}">
                <a16:creationId xmlns:a16="http://schemas.microsoft.com/office/drawing/2014/main" id="{60A54A10-BFB8-7945-A06E-DA756CE2E84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>
                <a:ea typeface="ＭＳ Ｐゴシック" panose="020B0600070205080204" pitchFamily="34" charset="-128"/>
              </a:rPr>
              <a:t>Issues in Set-Associative Caches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04BF70-B84E-8D4D-9F27-B5FA985C4C0F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228600" y="996950"/>
            <a:ext cx="8839200" cy="5194300"/>
          </a:xfrm>
        </p:spPr>
        <p:txBody>
          <a:bodyPr/>
          <a:lstStyle/>
          <a:p>
            <a:r>
              <a:rPr lang="en-US" altLang="en-US">
                <a:ea typeface="ＭＳ Ｐゴシック" panose="020B0600070205080204" pitchFamily="34" charset="-128"/>
              </a:rPr>
              <a:t>Think of each block in a set having a “priority”</a:t>
            </a:r>
          </a:p>
          <a:p>
            <a:pPr lvl="1"/>
            <a:r>
              <a:rPr lang="en-US" altLang="en-US">
                <a:ea typeface="ＭＳ Ｐゴシック" panose="020B0600070205080204" pitchFamily="34" charset="-128"/>
              </a:rPr>
              <a:t>Indicating how important it is to keep the block in the cache</a:t>
            </a:r>
          </a:p>
          <a:p>
            <a:r>
              <a:rPr lang="en-US" altLang="en-US">
                <a:ea typeface="ＭＳ Ｐゴシック" panose="020B0600070205080204" pitchFamily="34" charset="-128"/>
              </a:rPr>
              <a:t>Key issue: How do you determine/adjust block priorities?</a:t>
            </a:r>
          </a:p>
          <a:p>
            <a:r>
              <a:rPr lang="en-US" altLang="en-US">
                <a:ea typeface="ＭＳ Ｐゴシック" panose="020B0600070205080204" pitchFamily="34" charset="-128"/>
              </a:rPr>
              <a:t>There are three key decisions in a set:</a:t>
            </a:r>
          </a:p>
          <a:p>
            <a:pPr lvl="1"/>
            <a:r>
              <a:rPr lang="en-US" altLang="en-US">
                <a:solidFill>
                  <a:srgbClr val="0000FF"/>
                </a:solidFill>
                <a:ea typeface="ＭＳ Ｐゴシック" panose="020B0600070205080204" pitchFamily="34" charset="-128"/>
              </a:rPr>
              <a:t>Insertion, promotion, eviction (replacement)</a:t>
            </a:r>
            <a:endParaRPr lang="en-US" altLang="en-US">
              <a:ea typeface="ＭＳ Ｐゴシック" panose="020B0600070205080204" pitchFamily="34" charset="-128"/>
            </a:endParaRPr>
          </a:p>
          <a:p>
            <a:pPr lvl="2"/>
            <a:endParaRPr lang="en-US" altLang="en-US">
              <a:ea typeface="ＭＳ Ｐゴシック" panose="020B0600070205080204" pitchFamily="34" charset="-128"/>
            </a:endParaRPr>
          </a:p>
          <a:p>
            <a:r>
              <a:rPr lang="en-US" altLang="en-US">
                <a:solidFill>
                  <a:srgbClr val="0432FF"/>
                </a:solidFill>
                <a:ea typeface="ＭＳ Ｐゴシック" panose="020B0600070205080204" pitchFamily="34" charset="-128"/>
              </a:rPr>
              <a:t>Insertion: What happens to priorities on a cache fill?</a:t>
            </a:r>
          </a:p>
          <a:p>
            <a:pPr lvl="1"/>
            <a:r>
              <a:rPr lang="en-US" altLang="en-US" sz="2000">
                <a:ea typeface="ＭＳ Ｐゴシック" panose="020B0600070205080204" pitchFamily="34" charset="-128"/>
              </a:rPr>
              <a:t>Where to insert the incoming block, whether or not to insert the block</a:t>
            </a:r>
          </a:p>
          <a:p>
            <a:r>
              <a:rPr lang="en-US" altLang="en-US">
                <a:solidFill>
                  <a:srgbClr val="0432FF"/>
                </a:solidFill>
                <a:ea typeface="ＭＳ Ｐゴシック" panose="020B0600070205080204" pitchFamily="34" charset="-128"/>
              </a:rPr>
              <a:t>Promotion: What happens to priorities on a cache hit?</a:t>
            </a:r>
          </a:p>
          <a:p>
            <a:pPr lvl="1"/>
            <a:r>
              <a:rPr lang="en-US" altLang="en-US" sz="2000">
                <a:ea typeface="ＭＳ Ｐゴシック" panose="020B0600070205080204" pitchFamily="34" charset="-128"/>
              </a:rPr>
              <a:t>Whether and how to change block priority</a:t>
            </a:r>
          </a:p>
          <a:p>
            <a:r>
              <a:rPr lang="en-US" altLang="en-US">
                <a:solidFill>
                  <a:srgbClr val="0432FF"/>
                </a:solidFill>
                <a:ea typeface="ＭＳ Ｐゴシック" panose="020B0600070205080204" pitchFamily="34" charset="-128"/>
              </a:rPr>
              <a:t>Eviction/replacement: What happens to priorities on a cache miss?</a:t>
            </a:r>
          </a:p>
          <a:p>
            <a:pPr lvl="1"/>
            <a:r>
              <a:rPr lang="en-US" altLang="en-US" sz="2000">
                <a:ea typeface="ＭＳ Ｐゴシック" panose="020B0600070205080204" pitchFamily="34" charset="-128"/>
              </a:rPr>
              <a:t>Which block to evict and how to adjust priorities</a:t>
            </a:r>
          </a:p>
          <a:p>
            <a:endParaRPr lang="en-US" altLang="en-US">
              <a:ea typeface="ＭＳ Ｐゴシック" panose="020B0600070205080204" pitchFamily="34" charset="-128"/>
            </a:endParaRPr>
          </a:p>
          <a:p>
            <a:endParaRPr lang="en-US" altLang="en-US">
              <a:ea typeface="ＭＳ Ｐゴシック" panose="020B0600070205080204" pitchFamily="34" charset="-128"/>
            </a:endParaRPr>
          </a:p>
          <a:p>
            <a:pPr lvl="2"/>
            <a:endParaRPr lang="en-US" altLang="en-US">
              <a:ea typeface="ＭＳ Ｐゴシック" panose="020B0600070205080204" pitchFamily="34" charset="-128"/>
            </a:endParaRPr>
          </a:p>
        </p:txBody>
      </p:sp>
      <p:sp>
        <p:nvSpPr>
          <p:cNvPr id="214019" name="Slide Number Placeholder 3">
            <a:extLst>
              <a:ext uri="{FF2B5EF4-FFF2-40B4-BE49-F238E27FC236}">
                <a16:creationId xmlns:a16="http://schemas.microsoft.com/office/drawing/2014/main" id="{AB7DF0BD-6D27-2D41-9E63-FFEED419D225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itchFamily="2" charset="2"/>
              <a:buChar char="q"/>
              <a:defRPr sz="22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q"/>
              <a:defRPr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A6400099-9C34-004A-BB9F-A581F0A3CA53}" type="slidenum">
              <a:rPr kumimoji="0" lang="en-US" altLang="en-US" sz="16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aramond" panose="02020404030301010803" pitchFamily="18" charset="0"/>
                <a:ea typeface="ＭＳ Ｐゴシック" panose="020B0600070205080204" pitchFamily="34" charset="-128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13</a:t>
            </a:fld>
            <a:endParaRPr kumimoji="0" lang="en-US" altLang="en-US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Garamond" panose="02020404030301010803" pitchFamily="18" charset="0"/>
              <a:ea typeface="ＭＳ Ｐゴシック" panose="020B0600070205080204" pitchFamily="34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429249767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065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>
                <a:ea typeface="ＭＳ Ｐゴシック" charset="-128"/>
              </a:rPr>
              <a:t>Eviction/Replacement Policy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996950"/>
            <a:ext cx="8610600" cy="5194300"/>
          </a:xfrm>
        </p:spPr>
        <p:txBody>
          <a:bodyPr/>
          <a:lstStyle/>
          <a:p>
            <a:r>
              <a:rPr lang="en-US" altLang="en-US" dirty="0">
                <a:solidFill>
                  <a:srgbClr val="FF0000"/>
                </a:solidFill>
                <a:ea typeface="ＭＳ Ｐゴシック" charset="-128"/>
              </a:rPr>
              <a:t>Which block </a:t>
            </a:r>
            <a:r>
              <a:rPr lang="en-US" altLang="en-US" dirty="0">
                <a:ea typeface="ＭＳ Ｐゴシック" charset="-128"/>
              </a:rPr>
              <a:t>in the set </a:t>
            </a:r>
            <a:r>
              <a:rPr lang="en-US" altLang="en-US" dirty="0">
                <a:solidFill>
                  <a:srgbClr val="FF0000"/>
                </a:solidFill>
                <a:ea typeface="ＭＳ Ｐゴシック" charset="-128"/>
              </a:rPr>
              <a:t>to replace</a:t>
            </a:r>
            <a:r>
              <a:rPr lang="en-US" altLang="en-US" dirty="0">
                <a:ea typeface="ＭＳ Ｐゴシック" charset="-128"/>
              </a:rPr>
              <a:t> on a cache miss?</a:t>
            </a:r>
          </a:p>
          <a:p>
            <a:pPr lvl="1"/>
            <a:r>
              <a:rPr lang="en-US" altLang="en-US" dirty="0">
                <a:ea typeface="ＭＳ Ｐゴシック" charset="-128"/>
              </a:rPr>
              <a:t>Any invalid block first</a:t>
            </a:r>
          </a:p>
          <a:p>
            <a:pPr lvl="1"/>
            <a:r>
              <a:rPr lang="en-US" altLang="en-US" dirty="0">
                <a:ea typeface="ＭＳ Ｐゴシック" charset="-128"/>
              </a:rPr>
              <a:t>If all are valid, consult the </a:t>
            </a:r>
            <a:r>
              <a:rPr lang="en-US" altLang="en-US" dirty="0">
                <a:solidFill>
                  <a:srgbClr val="FF0000"/>
                </a:solidFill>
                <a:ea typeface="ＭＳ Ｐゴシック" charset="-128"/>
              </a:rPr>
              <a:t>replacement policy</a:t>
            </a:r>
          </a:p>
          <a:p>
            <a:pPr lvl="2"/>
            <a:r>
              <a:rPr lang="en-US" altLang="en-US" dirty="0">
                <a:ea typeface="ＭＳ Ｐゴシック" charset="-128"/>
              </a:rPr>
              <a:t>Random</a:t>
            </a:r>
          </a:p>
          <a:p>
            <a:pPr lvl="2"/>
            <a:r>
              <a:rPr lang="en-US" altLang="en-US" dirty="0">
                <a:ea typeface="ＭＳ Ｐゴシック" charset="-128"/>
              </a:rPr>
              <a:t>FIFO</a:t>
            </a:r>
          </a:p>
          <a:p>
            <a:pPr lvl="2"/>
            <a:r>
              <a:rPr lang="en-US" altLang="en-US" dirty="0">
                <a:ea typeface="ＭＳ Ｐゴシック" charset="-128"/>
              </a:rPr>
              <a:t>Least recently used (how to implement?)</a:t>
            </a:r>
          </a:p>
          <a:p>
            <a:pPr lvl="2"/>
            <a:r>
              <a:rPr lang="en-US" altLang="en-US" dirty="0">
                <a:ea typeface="ＭＳ Ｐゴシック" charset="-128"/>
              </a:rPr>
              <a:t>Not most recently used</a:t>
            </a:r>
          </a:p>
          <a:p>
            <a:pPr lvl="2"/>
            <a:r>
              <a:rPr lang="en-US" altLang="en-US" dirty="0">
                <a:ea typeface="ＭＳ Ｐゴシック" charset="-128"/>
              </a:rPr>
              <a:t>Least frequently used?</a:t>
            </a:r>
          </a:p>
          <a:p>
            <a:pPr lvl="2"/>
            <a:r>
              <a:rPr lang="en-US" altLang="en-US" dirty="0">
                <a:ea typeface="ＭＳ Ｐゴシック" charset="-128"/>
              </a:rPr>
              <a:t>Least costly to re-fetch?</a:t>
            </a:r>
          </a:p>
          <a:p>
            <a:pPr lvl="3"/>
            <a:r>
              <a:rPr lang="en-US" altLang="en-US" dirty="0">
                <a:ea typeface="ＭＳ Ｐゴシック" charset="-128"/>
              </a:rPr>
              <a:t>Why would memory accesses have different cost?</a:t>
            </a:r>
          </a:p>
          <a:p>
            <a:pPr lvl="2"/>
            <a:r>
              <a:rPr lang="en-US" altLang="en-US" dirty="0">
                <a:ea typeface="ＭＳ Ｐゴシック" charset="-128"/>
              </a:rPr>
              <a:t>Hybrid replacement policies</a:t>
            </a:r>
          </a:p>
          <a:p>
            <a:pPr lvl="2"/>
            <a:r>
              <a:rPr lang="en-US" altLang="en-US" dirty="0">
                <a:ea typeface="ＭＳ Ｐゴシック" charset="-128"/>
              </a:rPr>
              <a:t>Optimal replacement policy? </a:t>
            </a:r>
          </a:p>
          <a:p>
            <a:pPr lvl="2"/>
            <a:endParaRPr lang="en-US" altLang="en-US" dirty="0">
              <a:ea typeface="ＭＳ Ｐゴシック" charset="-128"/>
            </a:endParaRPr>
          </a:p>
          <a:p>
            <a:endParaRPr lang="en-US" altLang="en-US" dirty="0">
              <a:ea typeface="ＭＳ Ｐゴシック" charset="-128"/>
            </a:endParaRPr>
          </a:p>
          <a:p>
            <a:pPr lvl="2"/>
            <a:endParaRPr lang="en-US" altLang="en-US" dirty="0">
              <a:ea typeface="ＭＳ Ｐゴシック" charset="-128"/>
            </a:endParaRPr>
          </a:p>
        </p:txBody>
      </p:sp>
      <p:sp>
        <p:nvSpPr>
          <p:cNvPr id="216067" name="Slide Number Placeholder 3"/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charset="2"/>
              <a:buChar char="n"/>
              <a:defRPr sz="2400">
                <a:solidFill>
                  <a:schemeClr val="tx1"/>
                </a:solidFill>
                <a:latin typeface="Tahoma" charset="0"/>
                <a:ea typeface="ＭＳ Ｐゴシック" charset="-128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charset="2"/>
              <a:buChar char="q"/>
              <a:defRPr sz="2200">
                <a:solidFill>
                  <a:schemeClr val="tx1"/>
                </a:solidFill>
                <a:latin typeface="Tahoma" charset="0"/>
                <a:ea typeface="ＭＳ Ｐゴシック" charset="-128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charset="2"/>
              <a:buChar char="n"/>
              <a:defRPr sz="2000">
                <a:solidFill>
                  <a:schemeClr val="tx1"/>
                </a:solidFill>
                <a:latin typeface="Tahoma" charset="0"/>
                <a:ea typeface="ＭＳ Ｐゴシック" charset="-128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charset="2"/>
              <a:buChar char="q"/>
              <a:defRPr>
                <a:solidFill>
                  <a:schemeClr val="tx1"/>
                </a:solidFill>
                <a:latin typeface="Tahoma" charset="0"/>
                <a:ea typeface="ＭＳ Ｐゴシック" charset="-128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charset="2"/>
              <a:buChar char="§"/>
              <a:defRPr sz="1600">
                <a:solidFill>
                  <a:schemeClr val="tx1"/>
                </a:solidFill>
                <a:latin typeface="Tahoma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charset="2"/>
              <a:buChar char="§"/>
              <a:defRPr sz="1600">
                <a:solidFill>
                  <a:schemeClr val="tx1"/>
                </a:solidFill>
                <a:latin typeface="Tahoma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charset="2"/>
              <a:buChar char="§"/>
              <a:defRPr sz="1600">
                <a:solidFill>
                  <a:schemeClr val="tx1"/>
                </a:solidFill>
                <a:latin typeface="Tahoma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charset="2"/>
              <a:buChar char="§"/>
              <a:defRPr sz="1600">
                <a:solidFill>
                  <a:schemeClr val="tx1"/>
                </a:solidFill>
                <a:latin typeface="Tahoma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charset="2"/>
              <a:buChar char="§"/>
              <a:defRPr sz="1600">
                <a:solidFill>
                  <a:schemeClr val="tx1"/>
                </a:solidFill>
                <a:latin typeface="Tahoma" charset="0"/>
                <a:ea typeface="ＭＳ Ｐゴシック" charset="-128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B4FCA501-DF5C-9346-989A-5F5B4F969CE2}" type="slidenum">
              <a:rPr lang="en-US" altLang="en-US" sz="1600">
                <a:solidFill>
                  <a:srgbClr val="000000"/>
                </a:solidFill>
                <a:latin typeface="Garamond" charset="0"/>
              </a:rPr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14</a:t>
            </a:fld>
            <a:endParaRPr lang="en-US" altLang="en-US" sz="1600">
              <a:solidFill>
                <a:srgbClr val="000000"/>
              </a:solidFill>
              <a:latin typeface="Garamond" charset="0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08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>
                <a:ea typeface="ＭＳ Ｐゴシック" charset="-128"/>
              </a:rPr>
              <a:t>Implementing LRU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996950"/>
            <a:ext cx="8610600" cy="5194300"/>
          </a:xfrm>
        </p:spPr>
        <p:txBody>
          <a:bodyPr/>
          <a:lstStyle/>
          <a:p>
            <a:r>
              <a:rPr lang="en-US" altLang="en-US">
                <a:ea typeface="ＭＳ Ｐゴシック" charset="-128"/>
              </a:rPr>
              <a:t>Idea: Evict the least recently accessed block</a:t>
            </a:r>
          </a:p>
          <a:p>
            <a:r>
              <a:rPr lang="en-US" altLang="en-US">
                <a:ea typeface="ＭＳ Ｐゴシック" charset="-128"/>
              </a:rPr>
              <a:t>Problem: Need to keep track of access ordering of blocks</a:t>
            </a:r>
          </a:p>
          <a:p>
            <a:endParaRPr lang="en-US" altLang="en-US">
              <a:ea typeface="ＭＳ Ｐゴシック" charset="-128"/>
            </a:endParaRPr>
          </a:p>
          <a:p>
            <a:r>
              <a:rPr lang="en-US" altLang="en-US">
                <a:ea typeface="ＭＳ Ｐゴシック" charset="-128"/>
              </a:rPr>
              <a:t>Question: 2-way set associative cache:</a:t>
            </a:r>
          </a:p>
          <a:p>
            <a:pPr lvl="1"/>
            <a:r>
              <a:rPr lang="en-US" altLang="en-US">
                <a:ea typeface="ＭＳ Ｐゴシック" charset="-128"/>
              </a:rPr>
              <a:t>What do you need to implement LRU perfectly?</a:t>
            </a:r>
          </a:p>
          <a:p>
            <a:pPr lvl="1"/>
            <a:endParaRPr lang="en-US" altLang="en-US">
              <a:ea typeface="ＭＳ Ｐゴシック" charset="-128"/>
            </a:endParaRPr>
          </a:p>
          <a:p>
            <a:r>
              <a:rPr lang="en-US" altLang="en-US">
                <a:ea typeface="ＭＳ Ｐゴシック" charset="-128"/>
              </a:rPr>
              <a:t>Question: 4-way set associative cache: </a:t>
            </a:r>
          </a:p>
          <a:p>
            <a:pPr lvl="1"/>
            <a:r>
              <a:rPr lang="en-US" altLang="en-US">
                <a:ea typeface="ＭＳ Ｐゴシック" charset="-128"/>
              </a:rPr>
              <a:t>What do you need to implement LRU perfectly?</a:t>
            </a:r>
          </a:p>
          <a:p>
            <a:pPr lvl="1"/>
            <a:r>
              <a:rPr lang="en-US" altLang="en-US">
                <a:ea typeface="ＭＳ Ｐゴシック" charset="-128"/>
              </a:rPr>
              <a:t>How many different orderings possible for the 4 blocks in the set? </a:t>
            </a:r>
          </a:p>
          <a:p>
            <a:pPr lvl="1"/>
            <a:r>
              <a:rPr lang="en-US" altLang="en-US">
                <a:ea typeface="ＭＳ Ｐゴシック" charset="-128"/>
              </a:rPr>
              <a:t>How many bits needed to encode the LRU order of a block?</a:t>
            </a:r>
          </a:p>
          <a:p>
            <a:pPr lvl="1"/>
            <a:r>
              <a:rPr lang="en-US" altLang="en-US">
                <a:ea typeface="ＭＳ Ｐゴシック" charset="-128"/>
              </a:rPr>
              <a:t>What is the logic needed to determine the LRU victim?</a:t>
            </a:r>
          </a:p>
          <a:p>
            <a:pPr lvl="1"/>
            <a:endParaRPr lang="en-US" altLang="en-US">
              <a:ea typeface="ＭＳ Ｐゴシック" charset="-128"/>
            </a:endParaRPr>
          </a:p>
        </p:txBody>
      </p:sp>
      <p:sp>
        <p:nvSpPr>
          <p:cNvPr id="217091" name="Slide Number Placeholder 3"/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charset="2"/>
              <a:buChar char="n"/>
              <a:defRPr sz="2400">
                <a:solidFill>
                  <a:schemeClr val="tx1"/>
                </a:solidFill>
                <a:latin typeface="Tahoma" charset="0"/>
                <a:ea typeface="ＭＳ Ｐゴシック" charset="-128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charset="2"/>
              <a:buChar char="q"/>
              <a:defRPr sz="2200">
                <a:solidFill>
                  <a:schemeClr val="tx1"/>
                </a:solidFill>
                <a:latin typeface="Tahoma" charset="0"/>
                <a:ea typeface="ＭＳ Ｐゴシック" charset="-128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charset="2"/>
              <a:buChar char="n"/>
              <a:defRPr sz="2000">
                <a:solidFill>
                  <a:schemeClr val="tx1"/>
                </a:solidFill>
                <a:latin typeface="Tahoma" charset="0"/>
                <a:ea typeface="ＭＳ Ｐゴシック" charset="-128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charset="2"/>
              <a:buChar char="q"/>
              <a:defRPr>
                <a:solidFill>
                  <a:schemeClr val="tx1"/>
                </a:solidFill>
                <a:latin typeface="Tahoma" charset="0"/>
                <a:ea typeface="ＭＳ Ｐゴシック" charset="-128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charset="2"/>
              <a:buChar char="§"/>
              <a:defRPr sz="1600">
                <a:solidFill>
                  <a:schemeClr val="tx1"/>
                </a:solidFill>
                <a:latin typeface="Tahoma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charset="2"/>
              <a:buChar char="§"/>
              <a:defRPr sz="1600">
                <a:solidFill>
                  <a:schemeClr val="tx1"/>
                </a:solidFill>
                <a:latin typeface="Tahoma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charset="2"/>
              <a:buChar char="§"/>
              <a:defRPr sz="1600">
                <a:solidFill>
                  <a:schemeClr val="tx1"/>
                </a:solidFill>
                <a:latin typeface="Tahoma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charset="2"/>
              <a:buChar char="§"/>
              <a:defRPr sz="1600">
                <a:solidFill>
                  <a:schemeClr val="tx1"/>
                </a:solidFill>
                <a:latin typeface="Tahoma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charset="2"/>
              <a:buChar char="§"/>
              <a:defRPr sz="1600">
                <a:solidFill>
                  <a:schemeClr val="tx1"/>
                </a:solidFill>
                <a:latin typeface="Tahoma" charset="0"/>
                <a:ea typeface="ＭＳ Ｐゴシック" charset="-128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A8FB53F7-C9EB-264D-A8D2-F8AD970AEFDD}" type="slidenum">
              <a:rPr lang="en-US" altLang="en-US" sz="1600">
                <a:solidFill>
                  <a:srgbClr val="000000"/>
                </a:solidFill>
                <a:latin typeface="Garamond" charset="0"/>
              </a:rPr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15</a:t>
            </a:fld>
            <a:endParaRPr lang="en-US" altLang="en-US" sz="1600">
              <a:solidFill>
                <a:srgbClr val="000000"/>
              </a:solidFill>
              <a:latin typeface="Garamond" charset="0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113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>
                <a:ea typeface="ＭＳ Ｐゴシック" charset="-128"/>
              </a:rPr>
              <a:t>Approximations of LRU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996950"/>
            <a:ext cx="8610600" cy="5194300"/>
          </a:xfrm>
        </p:spPr>
        <p:txBody>
          <a:bodyPr/>
          <a:lstStyle/>
          <a:p>
            <a:r>
              <a:rPr lang="en-US" altLang="en-US" dirty="0">
                <a:ea typeface="ＭＳ Ｐゴシック" charset="-128"/>
              </a:rPr>
              <a:t>Most modern processors do not implement “true LRU” (also called “perfect LRU”) in highly-associative caches</a:t>
            </a:r>
          </a:p>
          <a:p>
            <a:endParaRPr lang="en-US" altLang="en-US" dirty="0">
              <a:ea typeface="ＭＳ Ｐゴシック" charset="-128"/>
            </a:endParaRPr>
          </a:p>
          <a:p>
            <a:r>
              <a:rPr lang="en-US" altLang="en-US" dirty="0">
                <a:ea typeface="ＭＳ Ｐゴシック" charset="-128"/>
              </a:rPr>
              <a:t>Why?</a:t>
            </a:r>
          </a:p>
          <a:p>
            <a:pPr lvl="1"/>
            <a:r>
              <a:rPr lang="en-US" altLang="en-US" dirty="0">
                <a:ea typeface="ＭＳ Ｐゴシック" charset="-128"/>
              </a:rPr>
              <a:t>True LRU is complex</a:t>
            </a:r>
          </a:p>
          <a:p>
            <a:pPr lvl="1"/>
            <a:r>
              <a:rPr lang="en-US" altLang="en-US" dirty="0">
                <a:ea typeface="ＭＳ Ｐゴシック" charset="-128"/>
              </a:rPr>
              <a:t>LRU is an approximation to predict locality anyway (i.e., not the best possible cache management policy)</a:t>
            </a:r>
          </a:p>
          <a:p>
            <a:pPr lvl="1"/>
            <a:endParaRPr lang="en-US" altLang="en-US" dirty="0">
              <a:ea typeface="ＭＳ Ｐゴシック" charset="-128"/>
            </a:endParaRPr>
          </a:p>
          <a:p>
            <a:r>
              <a:rPr lang="en-US" altLang="en-US" dirty="0">
                <a:ea typeface="ＭＳ Ｐゴシック" charset="-128"/>
              </a:rPr>
              <a:t>Examples:</a:t>
            </a:r>
          </a:p>
          <a:p>
            <a:pPr lvl="1"/>
            <a:r>
              <a:rPr lang="en-US" altLang="en-US" dirty="0">
                <a:solidFill>
                  <a:srgbClr val="0000FF"/>
                </a:solidFill>
                <a:ea typeface="ＭＳ Ｐゴシック" charset="-128"/>
              </a:rPr>
              <a:t>Not MRU </a:t>
            </a:r>
            <a:r>
              <a:rPr lang="en-US" altLang="en-US" dirty="0">
                <a:ea typeface="ＭＳ Ｐゴシック" charset="-128"/>
              </a:rPr>
              <a:t>(not most recently used)</a:t>
            </a:r>
          </a:p>
          <a:p>
            <a:pPr lvl="1"/>
            <a:r>
              <a:rPr lang="en-US" altLang="en-US" dirty="0" smtClean="0">
                <a:solidFill>
                  <a:srgbClr val="0000FF"/>
                </a:solidFill>
                <a:ea typeface="ＭＳ Ｐゴシック" charset="-128"/>
              </a:rPr>
              <a:t>Victim-</a:t>
            </a:r>
            <a:r>
              <a:rPr lang="en-US" altLang="en-US" dirty="0" err="1" smtClean="0">
                <a:solidFill>
                  <a:srgbClr val="0000FF"/>
                </a:solidFill>
                <a:ea typeface="ＭＳ Ｐゴシック" charset="-128"/>
              </a:rPr>
              <a:t>NextVictim</a:t>
            </a:r>
            <a:r>
              <a:rPr lang="en-US" altLang="en-US" dirty="0" smtClean="0">
                <a:solidFill>
                  <a:srgbClr val="0000FF"/>
                </a:solidFill>
                <a:ea typeface="ＭＳ Ｐゴシック" charset="-128"/>
              </a:rPr>
              <a:t> </a:t>
            </a:r>
            <a:r>
              <a:rPr lang="en-US" altLang="en-US" dirty="0">
                <a:solidFill>
                  <a:srgbClr val="0000FF"/>
                </a:solidFill>
                <a:ea typeface="ＭＳ Ｐゴシック" charset="-128"/>
              </a:rPr>
              <a:t>Replacement</a:t>
            </a:r>
            <a:r>
              <a:rPr lang="en-US" altLang="en-US" dirty="0">
                <a:ea typeface="ＭＳ Ｐゴシック" charset="-128"/>
              </a:rPr>
              <a:t>: Only keep track of the victim and the next victim</a:t>
            </a:r>
          </a:p>
        </p:txBody>
      </p:sp>
      <p:sp>
        <p:nvSpPr>
          <p:cNvPr id="218115" name="Slide Number Placeholder 3"/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charset="2"/>
              <a:buChar char="n"/>
              <a:defRPr sz="2400">
                <a:solidFill>
                  <a:schemeClr val="tx1"/>
                </a:solidFill>
                <a:latin typeface="Tahoma" charset="0"/>
                <a:ea typeface="ＭＳ Ｐゴシック" charset="-128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charset="2"/>
              <a:buChar char="q"/>
              <a:defRPr sz="2200">
                <a:solidFill>
                  <a:schemeClr val="tx1"/>
                </a:solidFill>
                <a:latin typeface="Tahoma" charset="0"/>
                <a:ea typeface="ＭＳ Ｐゴシック" charset="-128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charset="2"/>
              <a:buChar char="n"/>
              <a:defRPr sz="2000">
                <a:solidFill>
                  <a:schemeClr val="tx1"/>
                </a:solidFill>
                <a:latin typeface="Tahoma" charset="0"/>
                <a:ea typeface="ＭＳ Ｐゴシック" charset="-128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charset="2"/>
              <a:buChar char="q"/>
              <a:defRPr>
                <a:solidFill>
                  <a:schemeClr val="tx1"/>
                </a:solidFill>
                <a:latin typeface="Tahoma" charset="0"/>
                <a:ea typeface="ＭＳ Ｐゴシック" charset="-128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charset="2"/>
              <a:buChar char="§"/>
              <a:defRPr sz="1600">
                <a:solidFill>
                  <a:schemeClr val="tx1"/>
                </a:solidFill>
                <a:latin typeface="Tahoma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charset="2"/>
              <a:buChar char="§"/>
              <a:defRPr sz="1600">
                <a:solidFill>
                  <a:schemeClr val="tx1"/>
                </a:solidFill>
                <a:latin typeface="Tahoma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charset="2"/>
              <a:buChar char="§"/>
              <a:defRPr sz="1600">
                <a:solidFill>
                  <a:schemeClr val="tx1"/>
                </a:solidFill>
                <a:latin typeface="Tahoma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charset="2"/>
              <a:buChar char="§"/>
              <a:defRPr sz="1600">
                <a:solidFill>
                  <a:schemeClr val="tx1"/>
                </a:solidFill>
                <a:latin typeface="Tahoma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charset="2"/>
              <a:buChar char="§"/>
              <a:defRPr sz="1600">
                <a:solidFill>
                  <a:schemeClr val="tx1"/>
                </a:solidFill>
                <a:latin typeface="Tahoma" charset="0"/>
                <a:ea typeface="ＭＳ Ｐゴシック" charset="-128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8F28DDD5-06D7-7E48-A49D-DD2357E40DD0}" type="slidenum">
              <a:rPr lang="en-US" altLang="en-US" sz="1600">
                <a:solidFill>
                  <a:srgbClr val="000000"/>
                </a:solidFill>
                <a:latin typeface="Garamond" charset="0"/>
              </a:rPr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16</a:t>
            </a:fld>
            <a:endParaRPr lang="en-US" altLang="en-US" sz="1600">
              <a:solidFill>
                <a:srgbClr val="000000"/>
              </a:solidFill>
              <a:latin typeface="Garamond" charset="0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257" name="Title 1"/>
          <p:cNvSpPr>
            <a:spLocks noGrp="1"/>
          </p:cNvSpPr>
          <p:nvPr>
            <p:ph type="title"/>
          </p:nvPr>
        </p:nvSpPr>
        <p:spPr>
          <a:xfrm>
            <a:off x="228600" y="152400"/>
            <a:ext cx="8915400" cy="1066800"/>
          </a:xfrm>
        </p:spPr>
        <p:txBody>
          <a:bodyPr/>
          <a:lstStyle/>
          <a:p>
            <a:r>
              <a:rPr lang="en-US" altLang="en-US" sz="3800">
                <a:ea typeface="ＭＳ Ｐゴシック" charset="-128"/>
              </a:rPr>
              <a:t>Cache Replacement Policy: LRU or Random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996950"/>
            <a:ext cx="8610600" cy="5194300"/>
          </a:xfrm>
        </p:spPr>
        <p:txBody>
          <a:bodyPr/>
          <a:lstStyle/>
          <a:p>
            <a:r>
              <a:rPr lang="en-US" altLang="en-US" dirty="0">
                <a:ea typeface="ＭＳ Ｐゴシック" charset="-128"/>
              </a:rPr>
              <a:t>LRU vs. Random: Which one is better?</a:t>
            </a:r>
          </a:p>
          <a:p>
            <a:pPr lvl="1"/>
            <a:r>
              <a:rPr lang="en-US" altLang="en-US" dirty="0">
                <a:ea typeface="ＭＳ Ｐゴシック" charset="-128"/>
              </a:rPr>
              <a:t>Example: 4-way cache, cyclic references to A, B, C, D, E </a:t>
            </a:r>
            <a:endParaRPr lang="en-US" altLang="en-US" dirty="0">
              <a:ea typeface="ＭＳ Ｐゴシック" charset="-128"/>
              <a:sym typeface="Wingdings" charset="2"/>
            </a:endParaRPr>
          </a:p>
          <a:p>
            <a:pPr lvl="2"/>
            <a:r>
              <a:rPr lang="en-US" altLang="en-US" dirty="0">
                <a:ea typeface="ＭＳ Ｐゴシック" charset="-128"/>
                <a:sym typeface="Wingdings" charset="2"/>
              </a:rPr>
              <a:t>0% hit rate with LRU policy</a:t>
            </a:r>
            <a:endParaRPr lang="en-US" altLang="en-US" dirty="0">
              <a:ea typeface="ＭＳ Ｐゴシック" charset="-128"/>
            </a:endParaRPr>
          </a:p>
          <a:p>
            <a:r>
              <a:rPr lang="en-US" altLang="en-US" dirty="0">
                <a:solidFill>
                  <a:srgbClr val="0000FF"/>
                </a:solidFill>
                <a:ea typeface="ＭＳ Ｐゴシック" charset="-128"/>
              </a:rPr>
              <a:t>Set thrashing: </a:t>
            </a:r>
            <a:r>
              <a:rPr lang="en-US" altLang="en-US" dirty="0">
                <a:ea typeface="ＭＳ Ｐゴシック" charset="-128"/>
              </a:rPr>
              <a:t>When the </a:t>
            </a:r>
            <a:r>
              <a:rPr lang="ja-JP" altLang="en-US" dirty="0">
                <a:ea typeface="ＭＳ Ｐゴシック" charset="-128"/>
              </a:rPr>
              <a:t>“</a:t>
            </a:r>
            <a:r>
              <a:rPr lang="en-US" altLang="ja-JP" dirty="0">
                <a:ea typeface="ＭＳ Ｐゴシック" charset="-128"/>
              </a:rPr>
              <a:t>program working set</a:t>
            </a:r>
            <a:r>
              <a:rPr lang="ja-JP" altLang="en-US" dirty="0">
                <a:ea typeface="ＭＳ Ｐゴシック" charset="-128"/>
              </a:rPr>
              <a:t>”</a:t>
            </a:r>
            <a:r>
              <a:rPr lang="en-US" altLang="ja-JP" dirty="0">
                <a:ea typeface="ＭＳ Ｐゴシック" charset="-128"/>
              </a:rPr>
              <a:t> in a set is larger than set associativity</a:t>
            </a:r>
          </a:p>
          <a:p>
            <a:pPr lvl="1"/>
            <a:r>
              <a:rPr lang="en-US" altLang="en-US" dirty="0">
                <a:ea typeface="ＭＳ Ｐゴシック" charset="-128"/>
                <a:sym typeface="Wingdings" charset="2"/>
              </a:rPr>
              <a:t>Random replacement policy is better when thrashing occurs</a:t>
            </a:r>
          </a:p>
          <a:p>
            <a:r>
              <a:rPr lang="en-US" altLang="en-US" dirty="0">
                <a:ea typeface="ＭＳ Ｐゴシック" charset="-128"/>
                <a:sym typeface="Wingdings" charset="2"/>
              </a:rPr>
              <a:t>In practice:</a:t>
            </a:r>
          </a:p>
          <a:p>
            <a:pPr lvl="1"/>
            <a:r>
              <a:rPr lang="en-US" altLang="en-US" dirty="0">
                <a:ea typeface="ＭＳ Ｐゴシック" charset="-128"/>
                <a:sym typeface="Wingdings" charset="2"/>
              </a:rPr>
              <a:t>Depends on workload</a:t>
            </a:r>
          </a:p>
          <a:p>
            <a:pPr lvl="1"/>
            <a:r>
              <a:rPr lang="en-US" altLang="en-US" dirty="0">
                <a:ea typeface="ＭＳ Ｐゴシック" charset="-128"/>
                <a:sym typeface="Wingdings" charset="2"/>
              </a:rPr>
              <a:t>Average hit rate of LRU and Random are similar</a:t>
            </a:r>
          </a:p>
          <a:p>
            <a:pPr lvl="1"/>
            <a:endParaRPr lang="en-US" altLang="en-US" sz="1400" dirty="0">
              <a:ea typeface="ＭＳ Ｐゴシック" charset="-128"/>
              <a:sym typeface="Wingdings" charset="2"/>
            </a:endParaRPr>
          </a:p>
          <a:p>
            <a:r>
              <a:rPr lang="en-US" altLang="en-US" dirty="0">
                <a:ea typeface="ＭＳ Ｐゴシック" charset="-128"/>
                <a:sym typeface="Wingdings" charset="2"/>
              </a:rPr>
              <a:t>Best of both Worlds: Hybrid of LRU and Random</a:t>
            </a:r>
          </a:p>
          <a:p>
            <a:pPr lvl="1"/>
            <a:r>
              <a:rPr lang="en-US" altLang="en-US" dirty="0">
                <a:ea typeface="ＭＳ Ｐゴシック" charset="-128"/>
                <a:sym typeface="Wingdings" charset="2"/>
              </a:rPr>
              <a:t>How to choose between the two? </a:t>
            </a:r>
            <a:r>
              <a:rPr lang="en-US" altLang="en-US" dirty="0">
                <a:solidFill>
                  <a:srgbClr val="0000FF"/>
                </a:solidFill>
                <a:ea typeface="ＭＳ Ｐゴシック" charset="-128"/>
                <a:sym typeface="Wingdings" charset="2"/>
              </a:rPr>
              <a:t>Set </a:t>
            </a:r>
            <a:r>
              <a:rPr lang="en-US" altLang="en-US" dirty="0" smtClean="0">
                <a:solidFill>
                  <a:srgbClr val="0000FF"/>
                </a:solidFill>
                <a:ea typeface="ＭＳ Ｐゴシック" charset="-128"/>
                <a:sym typeface="Wingdings" charset="2"/>
              </a:rPr>
              <a:t>sampling</a:t>
            </a:r>
            <a:endParaRPr lang="en-US" altLang="en-US" dirty="0">
              <a:solidFill>
                <a:srgbClr val="0000FF"/>
              </a:solidFill>
              <a:ea typeface="ＭＳ Ｐゴシック" charset="-128"/>
              <a:sym typeface="Wingdings" charset="2"/>
            </a:endParaRPr>
          </a:p>
        </p:txBody>
      </p:sp>
      <p:sp>
        <p:nvSpPr>
          <p:cNvPr id="224259" name="Slide Number Placeholder 3"/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charset="2"/>
              <a:buChar char="n"/>
              <a:defRPr sz="2400">
                <a:solidFill>
                  <a:schemeClr val="tx1"/>
                </a:solidFill>
                <a:latin typeface="Tahoma" charset="0"/>
                <a:ea typeface="ＭＳ Ｐゴシック" charset="-128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charset="2"/>
              <a:buChar char="q"/>
              <a:defRPr sz="2200">
                <a:solidFill>
                  <a:schemeClr val="tx1"/>
                </a:solidFill>
                <a:latin typeface="Tahoma" charset="0"/>
                <a:ea typeface="ＭＳ Ｐゴシック" charset="-128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charset="2"/>
              <a:buChar char="n"/>
              <a:defRPr sz="2000">
                <a:solidFill>
                  <a:schemeClr val="tx1"/>
                </a:solidFill>
                <a:latin typeface="Tahoma" charset="0"/>
                <a:ea typeface="ＭＳ Ｐゴシック" charset="-128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charset="2"/>
              <a:buChar char="q"/>
              <a:defRPr>
                <a:solidFill>
                  <a:schemeClr val="tx1"/>
                </a:solidFill>
                <a:latin typeface="Tahoma" charset="0"/>
                <a:ea typeface="ＭＳ Ｐゴシック" charset="-128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charset="2"/>
              <a:buChar char="§"/>
              <a:defRPr sz="1600">
                <a:solidFill>
                  <a:schemeClr val="tx1"/>
                </a:solidFill>
                <a:latin typeface="Tahoma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charset="2"/>
              <a:buChar char="§"/>
              <a:defRPr sz="1600">
                <a:solidFill>
                  <a:schemeClr val="tx1"/>
                </a:solidFill>
                <a:latin typeface="Tahoma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charset="2"/>
              <a:buChar char="§"/>
              <a:defRPr sz="1600">
                <a:solidFill>
                  <a:schemeClr val="tx1"/>
                </a:solidFill>
                <a:latin typeface="Tahoma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charset="2"/>
              <a:buChar char="§"/>
              <a:defRPr sz="1600">
                <a:solidFill>
                  <a:schemeClr val="tx1"/>
                </a:solidFill>
                <a:latin typeface="Tahoma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charset="2"/>
              <a:buChar char="§"/>
              <a:defRPr sz="1600">
                <a:solidFill>
                  <a:schemeClr val="tx1"/>
                </a:solidFill>
                <a:latin typeface="Tahoma" charset="0"/>
                <a:ea typeface="ＭＳ Ｐゴシック" charset="-128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6CF6978A-9D5F-8B4E-90D3-6A93A3445576}" type="slidenum">
              <a:rPr lang="en-US" altLang="en-US" sz="1600">
                <a:solidFill>
                  <a:srgbClr val="000000"/>
                </a:solidFill>
                <a:latin typeface="Garamond" charset="0"/>
              </a:rPr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17</a:t>
            </a:fld>
            <a:endParaRPr lang="en-US" altLang="en-US" sz="1600">
              <a:solidFill>
                <a:srgbClr val="000000"/>
              </a:solidFill>
              <a:latin typeface="Garamond" charset="0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281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>
                <a:ea typeface="ＭＳ Ｐゴシック" charset="-128"/>
              </a:rPr>
              <a:t>What Is the Optimal Replacement Policy?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996950"/>
            <a:ext cx="8610600" cy="5194300"/>
          </a:xfrm>
        </p:spPr>
        <p:txBody>
          <a:bodyPr/>
          <a:lstStyle/>
          <a:p>
            <a:r>
              <a:rPr lang="en-US" altLang="en-US" dirty="0" err="1">
                <a:ea typeface="ＭＳ Ｐゴシック" charset="-128"/>
              </a:rPr>
              <a:t>Belady</a:t>
            </a:r>
            <a:r>
              <a:rPr lang="ja-JP" altLang="en-US" dirty="0">
                <a:ea typeface="ＭＳ Ｐゴシック" charset="-128"/>
              </a:rPr>
              <a:t>’</a:t>
            </a:r>
            <a:r>
              <a:rPr lang="en-US" altLang="ja-JP" dirty="0">
                <a:ea typeface="ＭＳ Ｐゴシック" charset="-128"/>
              </a:rPr>
              <a:t>s OPT</a:t>
            </a:r>
          </a:p>
          <a:p>
            <a:pPr lvl="1"/>
            <a:r>
              <a:rPr lang="en-US" altLang="en-US" dirty="0">
                <a:solidFill>
                  <a:srgbClr val="0000FF"/>
                </a:solidFill>
                <a:ea typeface="ＭＳ Ｐゴシック" charset="-128"/>
              </a:rPr>
              <a:t>Replace the block that is going to be referenced furthest in the future by the program</a:t>
            </a:r>
          </a:p>
          <a:p>
            <a:pPr lvl="1"/>
            <a:r>
              <a:rPr lang="en-US" altLang="en-US" dirty="0" err="1">
                <a:ea typeface="ＭＳ Ｐゴシック" charset="-128"/>
              </a:rPr>
              <a:t>Belady</a:t>
            </a:r>
            <a:r>
              <a:rPr lang="en-US" altLang="en-US" dirty="0">
                <a:ea typeface="ＭＳ Ｐゴシック" charset="-128"/>
              </a:rPr>
              <a:t>, </a:t>
            </a:r>
            <a:r>
              <a:rPr lang="ja-JP" altLang="en-US" dirty="0">
                <a:ea typeface="ＭＳ Ｐゴシック" charset="-128"/>
              </a:rPr>
              <a:t>“</a:t>
            </a:r>
            <a:r>
              <a:rPr lang="en-US" altLang="ja-JP" dirty="0">
                <a:solidFill>
                  <a:srgbClr val="FF0000"/>
                </a:solidFill>
                <a:ea typeface="ＭＳ Ｐゴシック" charset="-128"/>
              </a:rPr>
              <a:t>A study of replacement algorithms for a virtual-storage computer</a:t>
            </a:r>
            <a:r>
              <a:rPr lang="en-US" altLang="ja-JP" dirty="0">
                <a:ea typeface="ＭＳ Ｐゴシック" charset="-128"/>
              </a:rPr>
              <a:t>,</a:t>
            </a:r>
            <a:r>
              <a:rPr lang="ja-JP" altLang="en-US" dirty="0">
                <a:ea typeface="ＭＳ Ｐゴシック" charset="-128"/>
              </a:rPr>
              <a:t>”</a:t>
            </a:r>
            <a:r>
              <a:rPr lang="en-US" altLang="ja-JP" dirty="0">
                <a:ea typeface="ＭＳ Ｐゴシック" charset="-128"/>
              </a:rPr>
              <a:t> IBM Systems Journal, 1966.</a:t>
            </a:r>
          </a:p>
          <a:p>
            <a:pPr lvl="1"/>
            <a:r>
              <a:rPr lang="en-US" altLang="en-US" dirty="0">
                <a:ea typeface="ＭＳ Ｐゴシック" charset="-128"/>
              </a:rPr>
              <a:t>How do we implement this? Simulate?</a:t>
            </a:r>
          </a:p>
          <a:p>
            <a:endParaRPr lang="en-US" altLang="en-US" dirty="0">
              <a:ea typeface="ＭＳ Ｐゴシック" charset="-128"/>
            </a:endParaRPr>
          </a:p>
          <a:p>
            <a:r>
              <a:rPr lang="en-US" altLang="en-US" dirty="0">
                <a:ea typeface="ＭＳ Ｐゴシック" charset="-128"/>
              </a:rPr>
              <a:t>Is this optimal for minimizing miss rate?</a:t>
            </a:r>
          </a:p>
          <a:p>
            <a:r>
              <a:rPr lang="en-US" altLang="en-US" dirty="0">
                <a:ea typeface="ＭＳ Ｐゴシック" charset="-128"/>
              </a:rPr>
              <a:t>Is this optimal for minimizing execution time?</a:t>
            </a:r>
          </a:p>
          <a:p>
            <a:pPr lvl="1"/>
            <a:r>
              <a:rPr lang="en-US" altLang="en-US" dirty="0">
                <a:solidFill>
                  <a:srgbClr val="0000FF"/>
                </a:solidFill>
                <a:ea typeface="ＭＳ Ｐゴシック" charset="-128"/>
              </a:rPr>
              <a:t>No. Cache miss latency/cost varies from block to block!</a:t>
            </a:r>
          </a:p>
          <a:p>
            <a:pPr lvl="1"/>
            <a:r>
              <a:rPr lang="en-US" altLang="en-US" dirty="0">
                <a:solidFill>
                  <a:srgbClr val="0000FF"/>
                </a:solidFill>
                <a:ea typeface="ＭＳ Ｐゴシック" charset="-128"/>
              </a:rPr>
              <a:t>Two reasons: Remote vs. local caches and miss </a:t>
            </a:r>
            <a:r>
              <a:rPr lang="en-US" altLang="en-US" dirty="0" smtClean="0">
                <a:solidFill>
                  <a:srgbClr val="0000FF"/>
                </a:solidFill>
                <a:ea typeface="ＭＳ Ｐゴシック" charset="-128"/>
              </a:rPr>
              <a:t>overlapping</a:t>
            </a:r>
            <a:endParaRPr lang="en-US" altLang="en-US" dirty="0">
              <a:ea typeface="ＭＳ Ｐゴシック" charset="-128"/>
            </a:endParaRPr>
          </a:p>
          <a:p>
            <a:endParaRPr lang="en-US" altLang="en-US" dirty="0">
              <a:ea typeface="ＭＳ Ｐゴシック" charset="-128"/>
            </a:endParaRPr>
          </a:p>
          <a:p>
            <a:pPr lvl="1"/>
            <a:endParaRPr lang="en-US" altLang="en-US" dirty="0">
              <a:ea typeface="ＭＳ Ｐゴシック" charset="-128"/>
            </a:endParaRPr>
          </a:p>
        </p:txBody>
      </p:sp>
      <p:sp>
        <p:nvSpPr>
          <p:cNvPr id="225283" name="Slide Number Placeholder 3"/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charset="2"/>
              <a:buChar char="n"/>
              <a:defRPr sz="2400">
                <a:solidFill>
                  <a:schemeClr val="tx1"/>
                </a:solidFill>
                <a:latin typeface="Tahoma" charset="0"/>
                <a:ea typeface="ＭＳ Ｐゴシック" charset="-128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charset="2"/>
              <a:buChar char="q"/>
              <a:defRPr sz="2200">
                <a:solidFill>
                  <a:schemeClr val="tx1"/>
                </a:solidFill>
                <a:latin typeface="Tahoma" charset="0"/>
                <a:ea typeface="ＭＳ Ｐゴシック" charset="-128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charset="2"/>
              <a:buChar char="n"/>
              <a:defRPr sz="2000">
                <a:solidFill>
                  <a:schemeClr val="tx1"/>
                </a:solidFill>
                <a:latin typeface="Tahoma" charset="0"/>
                <a:ea typeface="ＭＳ Ｐゴシック" charset="-128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charset="2"/>
              <a:buChar char="q"/>
              <a:defRPr>
                <a:solidFill>
                  <a:schemeClr val="tx1"/>
                </a:solidFill>
                <a:latin typeface="Tahoma" charset="0"/>
                <a:ea typeface="ＭＳ Ｐゴシック" charset="-128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charset="2"/>
              <a:buChar char="§"/>
              <a:defRPr sz="1600">
                <a:solidFill>
                  <a:schemeClr val="tx1"/>
                </a:solidFill>
                <a:latin typeface="Tahoma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charset="2"/>
              <a:buChar char="§"/>
              <a:defRPr sz="1600">
                <a:solidFill>
                  <a:schemeClr val="tx1"/>
                </a:solidFill>
                <a:latin typeface="Tahoma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charset="2"/>
              <a:buChar char="§"/>
              <a:defRPr sz="1600">
                <a:solidFill>
                  <a:schemeClr val="tx1"/>
                </a:solidFill>
                <a:latin typeface="Tahoma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charset="2"/>
              <a:buChar char="§"/>
              <a:defRPr sz="1600">
                <a:solidFill>
                  <a:schemeClr val="tx1"/>
                </a:solidFill>
                <a:latin typeface="Tahoma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charset="2"/>
              <a:buChar char="§"/>
              <a:defRPr sz="1600">
                <a:solidFill>
                  <a:schemeClr val="tx1"/>
                </a:solidFill>
                <a:latin typeface="Tahoma" charset="0"/>
                <a:ea typeface="ＭＳ Ｐゴシック" charset="-128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27B94AFF-4EFE-614F-A663-C6578C779ECB}" type="slidenum">
              <a:rPr lang="en-US" altLang="en-US" sz="1600">
                <a:solidFill>
                  <a:srgbClr val="000000"/>
                </a:solidFill>
                <a:latin typeface="Garamond" charset="0"/>
              </a:rPr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18</a:t>
            </a:fld>
            <a:endParaRPr lang="en-US" altLang="en-US" sz="1600">
              <a:solidFill>
                <a:srgbClr val="000000"/>
              </a:solidFill>
              <a:latin typeface="Garamond" charset="0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32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>
                <a:ea typeface="ＭＳ Ｐゴシック" charset="-128"/>
              </a:rPr>
              <a:t>What’s In A Tag Store Entry?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996950"/>
            <a:ext cx="8610600" cy="5194300"/>
          </a:xfrm>
        </p:spPr>
        <p:txBody>
          <a:bodyPr/>
          <a:lstStyle/>
          <a:p>
            <a:r>
              <a:rPr lang="en-US" altLang="en-US" dirty="0">
                <a:ea typeface="ＭＳ Ｐゴシック" charset="-128"/>
              </a:rPr>
              <a:t>Valid bit</a:t>
            </a:r>
          </a:p>
          <a:p>
            <a:r>
              <a:rPr lang="en-US" altLang="en-US" dirty="0">
                <a:ea typeface="ＭＳ Ｐゴシック" charset="-128"/>
              </a:rPr>
              <a:t>Tag</a:t>
            </a:r>
          </a:p>
          <a:p>
            <a:r>
              <a:rPr lang="en-US" altLang="en-US" dirty="0">
                <a:ea typeface="ＭＳ Ｐゴシック" charset="-128"/>
              </a:rPr>
              <a:t>Replacement policy </a:t>
            </a:r>
            <a:r>
              <a:rPr lang="en-US" altLang="en-US" dirty="0" smtClean="0">
                <a:ea typeface="ＭＳ Ｐゴシック" charset="-128"/>
              </a:rPr>
              <a:t>bits</a:t>
            </a:r>
            <a:endParaRPr lang="en-US" altLang="en-US" dirty="0">
              <a:ea typeface="ＭＳ Ｐゴシック" charset="-128"/>
            </a:endParaRPr>
          </a:p>
          <a:p>
            <a:r>
              <a:rPr lang="en-US" altLang="en-US" dirty="0">
                <a:ea typeface="ＭＳ Ｐゴシック" charset="-128"/>
              </a:rPr>
              <a:t>Dirty bit?</a:t>
            </a:r>
          </a:p>
          <a:p>
            <a:pPr lvl="1"/>
            <a:r>
              <a:rPr lang="en-US" sz="2400" dirty="0" smtClean="0">
                <a:ea typeface="ＭＳ Ｐゴシック" charset="-128"/>
              </a:rPr>
              <a:t>To </a:t>
            </a:r>
            <a:r>
              <a:rPr lang="en-US" sz="2400" dirty="0">
                <a:ea typeface="ＭＳ Ｐゴシック" charset="-128"/>
              </a:rPr>
              <a:t>reduce the frequency of writing back blocks on replacement, a feature called the dirty bit is commonly used. </a:t>
            </a:r>
            <a:endParaRPr lang="en-US" sz="2400" dirty="0" smtClean="0">
              <a:ea typeface="ＭＳ Ｐゴシック" charset="-128"/>
            </a:endParaRPr>
          </a:p>
          <a:p>
            <a:pPr lvl="1"/>
            <a:r>
              <a:rPr lang="en-US" sz="2400" dirty="0" smtClean="0">
                <a:ea typeface="ＭＳ Ｐゴシック" charset="-128"/>
              </a:rPr>
              <a:t>This </a:t>
            </a:r>
            <a:r>
              <a:rPr lang="en-US" sz="2400" dirty="0">
                <a:ea typeface="ＭＳ Ｐゴシック" charset="-128"/>
              </a:rPr>
              <a:t>status bit indicates whether the block is dirty (modified while in the cache) or clean (not modified). </a:t>
            </a:r>
            <a:endParaRPr lang="en-US" sz="2400" dirty="0" smtClean="0">
              <a:ea typeface="ＭＳ Ｐゴシック" charset="-128"/>
            </a:endParaRPr>
          </a:p>
          <a:p>
            <a:pPr lvl="1"/>
            <a:r>
              <a:rPr lang="en-US" sz="2400" dirty="0" smtClean="0">
                <a:ea typeface="ＭＳ Ｐゴシック" charset="-128"/>
              </a:rPr>
              <a:t>If </a:t>
            </a:r>
            <a:r>
              <a:rPr lang="en-US" sz="2400" dirty="0">
                <a:ea typeface="ＭＳ Ｐゴシック" charset="-128"/>
              </a:rPr>
              <a:t>it is clean, the block is not written back on a miss, since identical information to the cache is found in lower levels.</a:t>
            </a:r>
          </a:p>
          <a:p>
            <a:pPr lvl="1"/>
            <a:endParaRPr lang="en-US" altLang="en-US" dirty="0">
              <a:ea typeface="ＭＳ Ｐゴシック" charset="-128"/>
            </a:endParaRPr>
          </a:p>
          <a:p>
            <a:pPr lvl="1"/>
            <a:endParaRPr lang="en-US" altLang="en-US" dirty="0">
              <a:ea typeface="ＭＳ Ｐゴシック" charset="-128"/>
            </a:endParaRPr>
          </a:p>
        </p:txBody>
      </p:sp>
      <p:sp>
        <p:nvSpPr>
          <p:cNvPr id="227331" name="Slide Number Placeholder 3"/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charset="2"/>
              <a:buChar char="n"/>
              <a:defRPr sz="2400">
                <a:solidFill>
                  <a:schemeClr val="tx1"/>
                </a:solidFill>
                <a:latin typeface="Tahoma" charset="0"/>
                <a:ea typeface="ＭＳ Ｐゴシック" charset="-128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charset="2"/>
              <a:buChar char="q"/>
              <a:defRPr sz="2200">
                <a:solidFill>
                  <a:schemeClr val="tx1"/>
                </a:solidFill>
                <a:latin typeface="Tahoma" charset="0"/>
                <a:ea typeface="ＭＳ Ｐゴシック" charset="-128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charset="2"/>
              <a:buChar char="n"/>
              <a:defRPr sz="2000">
                <a:solidFill>
                  <a:schemeClr val="tx1"/>
                </a:solidFill>
                <a:latin typeface="Tahoma" charset="0"/>
                <a:ea typeface="ＭＳ Ｐゴシック" charset="-128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charset="2"/>
              <a:buChar char="q"/>
              <a:defRPr>
                <a:solidFill>
                  <a:schemeClr val="tx1"/>
                </a:solidFill>
                <a:latin typeface="Tahoma" charset="0"/>
                <a:ea typeface="ＭＳ Ｐゴシック" charset="-128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charset="2"/>
              <a:buChar char="§"/>
              <a:defRPr sz="1600">
                <a:solidFill>
                  <a:schemeClr val="tx1"/>
                </a:solidFill>
                <a:latin typeface="Tahoma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charset="2"/>
              <a:buChar char="§"/>
              <a:defRPr sz="1600">
                <a:solidFill>
                  <a:schemeClr val="tx1"/>
                </a:solidFill>
                <a:latin typeface="Tahoma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charset="2"/>
              <a:buChar char="§"/>
              <a:defRPr sz="1600">
                <a:solidFill>
                  <a:schemeClr val="tx1"/>
                </a:solidFill>
                <a:latin typeface="Tahoma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charset="2"/>
              <a:buChar char="§"/>
              <a:defRPr sz="1600">
                <a:solidFill>
                  <a:schemeClr val="tx1"/>
                </a:solidFill>
                <a:latin typeface="Tahoma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charset="2"/>
              <a:buChar char="§"/>
              <a:defRPr sz="1600">
                <a:solidFill>
                  <a:schemeClr val="tx1"/>
                </a:solidFill>
                <a:latin typeface="Tahoma" charset="0"/>
                <a:ea typeface="ＭＳ Ｐゴシック" charset="-128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763B3927-20A7-644D-B1EA-BF575D896CB9}" type="slidenum">
              <a:rPr lang="en-US" altLang="en-US" sz="1600">
                <a:solidFill>
                  <a:srgbClr val="000000"/>
                </a:solidFill>
                <a:latin typeface="Garamond" charset="0"/>
              </a:rPr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19</a:t>
            </a:fld>
            <a:endParaRPr lang="en-US" altLang="en-US" sz="1600">
              <a:solidFill>
                <a:srgbClr val="000000"/>
              </a:solidFill>
              <a:latin typeface="Garamond" charset="0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353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>
                <a:ea typeface="ＭＳ Ｐゴシック" charset="-128"/>
              </a:rPr>
              <a:t>Handling Writes (I)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996950"/>
            <a:ext cx="8915400" cy="5194300"/>
          </a:xfrm>
        </p:spPr>
        <p:txBody>
          <a:bodyPr/>
          <a:lstStyle/>
          <a:p>
            <a:pPr marL="342900" lvl="1" indent="-342900">
              <a:buClr>
                <a:schemeClr val="accent1"/>
              </a:buClr>
              <a:buSzPct val="65000"/>
              <a:buFont typeface="Wingdings" charset="2"/>
              <a:buChar char="n"/>
            </a:pPr>
            <a:r>
              <a:rPr lang="en-US" altLang="en-US" dirty="0">
                <a:solidFill>
                  <a:srgbClr val="0033CC"/>
                </a:solidFill>
                <a:ea typeface="ＭＳ Ｐゴシック" charset="-128"/>
              </a:rPr>
              <a:t>When do we write the modified data in a cache to the next level?</a:t>
            </a:r>
          </a:p>
          <a:p>
            <a:pPr marL="695325" lvl="2" indent="-342900"/>
            <a:r>
              <a:rPr lang="en-US" altLang="en-US" dirty="0">
                <a:solidFill>
                  <a:srgbClr val="0033CC"/>
                </a:solidFill>
                <a:ea typeface="ＭＳ Ｐゴシック" charset="-128"/>
              </a:rPr>
              <a:t>Write through</a:t>
            </a:r>
            <a:r>
              <a:rPr lang="en-US" altLang="en-US" dirty="0">
                <a:ea typeface="ＭＳ Ｐゴシック" charset="-128"/>
              </a:rPr>
              <a:t>: At the time the write happens</a:t>
            </a:r>
          </a:p>
          <a:p>
            <a:pPr marL="695325" lvl="2" indent="-342900"/>
            <a:r>
              <a:rPr lang="en-US" altLang="en-US" dirty="0">
                <a:solidFill>
                  <a:srgbClr val="0033CC"/>
                </a:solidFill>
                <a:ea typeface="ＭＳ Ｐゴシック" charset="-128"/>
              </a:rPr>
              <a:t>Write back</a:t>
            </a:r>
            <a:r>
              <a:rPr lang="en-US" altLang="en-US" dirty="0">
                <a:ea typeface="ＭＳ Ｐゴシック" charset="-128"/>
              </a:rPr>
              <a:t>: When the block is </a:t>
            </a:r>
            <a:r>
              <a:rPr lang="en-US" altLang="en-US" dirty="0" smtClean="0">
                <a:ea typeface="ＭＳ Ｐゴシック" charset="-128"/>
              </a:rPr>
              <a:t>evicted</a:t>
            </a:r>
          </a:p>
          <a:p>
            <a:pPr marL="352425" lvl="2" indent="0">
              <a:buNone/>
            </a:pPr>
            <a:endParaRPr lang="en-US" altLang="en-US" dirty="0" smtClean="0">
              <a:ea typeface="ＭＳ Ｐゴシック" charset="-128"/>
            </a:endParaRPr>
          </a:p>
          <a:p>
            <a:pPr marL="342900" lvl="1" indent="-342900"/>
            <a:r>
              <a:rPr lang="en-US" altLang="en-US" dirty="0" smtClean="0">
                <a:ea typeface="ＭＳ Ｐゴシック" charset="-128"/>
              </a:rPr>
              <a:t>Write-back</a:t>
            </a:r>
            <a:endParaRPr lang="en-US" altLang="en-US" dirty="0">
              <a:ea typeface="ＭＳ Ｐゴシック" charset="-128"/>
            </a:endParaRPr>
          </a:p>
          <a:p>
            <a:pPr marL="695325" lvl="2" indent="-342900">
              <a:buFont typeface="Wingdings" charset="2"/>
              <a:buNone/>
            </a:pPr>
            <a:r>
              <a:rPr lang="en-US" altLang="en-US" dirty="0">
                <a:ea typeface="ＭＳ Ｐゴシック" charset="-128"/>
              </a:rPr>
              <a:t>+ Can combine multiple writes to the same block before eviction</a:t>
            </a:r>
          </a:p>
          <a:p>
            <a:pPr marL="1012825" lvl="3" indent="-342900"/>
            <a:r>
              <a:rPr lang="en-US" altLang="en-US" dirty="0">
                <a:ea typeface="ＭＳ Ｐゴシック" charset="-128"/>
              </a:rPr>
              <a:t>Potentially saves bandwidth between cache levels + saves energy</a:t>
            </a:r>
          </a:p>
          <a:p>
            <a:pPr marL="342900" lvl="1" indent="-342900">
              <a:buFont typeface="Wingdings" charset="2"/>
              <a:buNone/>
            </a:pPr>
            <a:r>
              <a:rPr lang="en-US" altLang="en-US" sz="2000" dirty="0">
                <a:ea typeface="ＭＳ Ｐゴシック" charset="-128"/>
              </a:rPr>
              <a:t>    -- Need a bit in the tag store indicating the block is </a:t>
            </a:r>
            <a:r>
              <a:rPr lang="ja-JP" altLang="en-US" sz="2000" dirty="0">
                <a:ea typeface="ＭＳ Ｐゴシック" charset="-128"/>
              </a:rPr>
              <a:t>“</a:t>
            </a:r>
            <a:r>
              <a:rPr lang="en-US" altLang="ja-JP" sz="2000" dirty="0">
                <a:ea typeface="ＭＳ Ｐゴシック" charset="-128"/>
              </a:rPr>
              <a:t>dirty/modified</a:t>
            </a:r>
            <a:r>
              <a:rPr lang="ja-JP" altLang="en-US" sz="2000" dirty="0">
                <a:ea typeface="ＭＳ Ｐゴシック" charset="-128"/>
              </a:rPr>
              <a:t>”</a:t>
            </a:r>
            <a:endParaRPr lang="en-US" altLang="ja-JP" sz="2000" dirty="0">
              <a:ea typeface="ＭＳ Ｐゴシック" charset="-128"/>
            </a:endParaRPr>
          </a:p>
          <a:p>
            <a:pPr marL="342900" lvl="1" indent="-342900"/>
            <a:endParaRPr lang="en-US" altLang="en-US" dirty="0">
              <a:ea typeface="ＭＳ Ｐゴシック" charset="-128"/>
            </a:endParaRPr>
          </a:p>
          <a:p>
            <a:pPr marL="342900" lvl="1" indent="-342900"/>
            <a:r>
              <a:rPr lang="en-US" altLang="en-US" dirty="0">
                <a:ea typeface="ＭＳ Ｐゴシック" charset="-128"/>
              </a:rPr>
              <a:t>Write-through</a:t>
            </a:r>
          </a:p>
          <a:p>
            <a:pPr marL="695325" lvl="2" indent="-342900">
              <a:buFont typeface="Wingdings" charset="2"/>
              <a:buNone/>
            </a:pPr>
            <a:r>
              <a:rPr lang="en-US" altLang="en-US" dirty="0">
                <a:ea typeface="ＭＳ Ｐゴシック" charset="-128"/>
              </a:rPr>
              <a:t>+ Simpler</a:t>
            </a:r>
          </a:p>
          <a:p>
            <a:pPr marL="695325" lvl="2" indent="-342900">
              <a:buFont typeface="Wingdings" charset="2"/>
              <a:buNone/>
            </a:pPr>
            <a:r>
              <a:rPr lang="en-US" altLang="en-US" dirty="0">
                <a:ea typeface="ＭＳ Ｐゴシック" charset="-128"/>
              </a:rPr>
              <a:t>+ All levels are up to date. </a:t>
            </a:r>
            <a:r>
              <a:rPr lang="en-US" altLang="en-US" dirty="0">
                <a:solidFill>
                  <a:srgbClr val="0033CC"/>
                </a:solidFill>
                <a:ea typeface="ＭＳ Ｐゴシック" charset="-128"/>
              </a:rPr>
              <a:t>Consistency</a:t>
            </a:r>
            <a:r>
              <a:rPr lang="en-US" altLang="en-US" dirty="0">
                <a:ea typeface="ＭＳ Ｐゴシック" charset="-128"/>
              </a:rPr>
              <a:t>: Simpler cache coherence because no need to check close-to-processor caches’ tag stores for presence</a:t>
            </a:r>
          </a:p>
          <a:p>
            <a:pPr marL="695325" lvl="2" indent="-342900">
              <a:buFont typeface="Wingdings" charset="2"/>
              <a:buNone/>
            </a:pPr>
            <a:r>
              <a:rPr lang="en-US" altLang="en-US" dirty="0">
                <a:ea typeface="ＭＳ Ｐゴシック" charset="-128"/>
              </a:rPr>
              <a:t>-- More bandwidth intensive; no combining of writes</a:t>
            </a:r>
          </a:p>
        </p:txBody>
      </p:sp>
      <p:sp>
        <p:nvSpPr>
          <p:cNvPr id="228355" name="Slide Number Placeholder 3"/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charset="2"/>
              <a:buChar char="n"/>
              <a:defRPr sz="2400">
                <a:solidFill>
                  <a:schemeClr val="tx1"/>
                </a:solidFill>
                <a:latin typeface="Tahoma" charset="0"/>
                <a:ea typeface="ＭＳ Ｐゴシック" charset="-128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charset="2"/>
              <a:buChar char="q"/>
              <a:defRPr sz="2200">
                <a:solidFill>
                  <a:schemeClr val="tx1"/>
                </a:solidFill>
                <a:latin typeface="Tahoma" charset="0"/>
                <a:ea typeface="ＭＳ Ｐゴシック" charset="-128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charset="2"/>
              <a:buChar char="n"/>
              <a:defRPr sz="2000">
                <a:solidFill>
                  <a:schemeClr val="tx1"/>
                </a:solidFill>
                <a:latin typeface="Tahoma" charset="0"/>
                <a:ea typeface="ＭＳ Ｐゴシック" charset="-128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charset="2"/>
              <a:buChar char="q"/>
              <a:defRPr>
                <a:solidFill>
                  <a:schemeClr val="tx1"/>
                </a:solidFill>
                <a:latin typeface="Tahoma" charset="0"/>
                <a:ea typeface="ＭＳ Ｐゴシック" charset="-128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charset="2"/>
              <a:buChar char="§"/>
              <a:defRPr sz="1600">
                <a:solidFill>
                  <a:schemeClr val="tx1"/>
                </a:solidFill>
                <a:latin typeface="Tahoma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charset="2"/>
              <a:buChar char="§"/>
              <a:defRPr sz="1600">
                <a:solidFill>
                  <a:schemeClr val="tx1"/>
                </a:solidFill>
                <a:latin typeface="Tahoma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charset="2"/>
              <a:buChar char="§"/>
              <a:defRPr sz="1600">
                <a:solidFill>
                  <a:schemeClr val="tx1"/>
                </a:solidFill>
                <a:latin typeface="Tahoma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charset="2"/>
              <a:buChar char="§"/>
              <a:defRPr sz="1600">
                <a:solidFill>
                  <a:schemeClr val="tx1"/>
                </a:solidFill>
                <a:latin typeface="Tahoma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charset="2"/>
              <a:buChar char="§"/>
              <a:defRPr sz="1600">
                <a:solidFill>
                  <a:schemeClr val="tx1"/>
                </a:solidFill>
                <a:latin typeface="Tahoma" charset="0"/>
                <a:ea typeface="ＭＳ Ｐゴシック" charset="-128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A7D73CDD-AE9E-E248-A047-2770A2A836A6}" type="slidenum">
              <a:rPr lang="en-US" altLang="en-US" sz="1600">
                <a:solidFill>
                  <a:srgbClr val="000000"/>
                </a:solidFill>
                <a:latin typeface="Garamond" charset="0"/>
              </a:rPr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20</a:t>
            </a:fld>
            <a:endParaRPr lang="en-US" altLang="en-US" sz="1600">
              <a:solidFill>
                <a:srgbClr val="000000"/>
              </a:solidFill>
              <a:latin typeface="Garamond" charset="0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US" sz="2000" dirty="0" smtClean="0">
              <a:ea typeface="ＭＳ Ｐゴシック" charset="-128"/>
            </a:endParaRPr>
          </a:p>
          <a:p>
            <a:r>
              <a:rPr lang="en-US" sz="2000" dirty="0">
                <a:ea typeface="ＭＳ Ｐゴシック" charset="-128"/>
              </a:rPr>
              <a:t>Write-through is easier to implement than write-back. The cache is </a:t>
            </a:r>
            <a:r>
              <a:rPr lang="en-US" sz="2000" dirty="0" smtClean="0">
                <a:ea typeface="ＭＳ Ｐゴシック" charset="-128"/>
              </a:rPr>
              <a:t>always clean</a:t>
            </a:r>
            <a:r>
              <a:rPr lang="en-US" sz="2000" dirty="0">
                <a:ea typeface="ＭＳ Ｐゴシック" charset="-128"/>
              </a:rPr>
              <a:t>, so unlike write-back read misses never result in writes to the lower level.</a:t>
            </a:r>
          </a:p>
          <a:p>
            <a:pPr marL="0" indent="0">
              <a:buNone/>
            </a:pPr>
            <a:endParaRPr lang="en-US" sz="2000" dirty="0" smtClean="0">
              <a:ea typeface="ＭＳ Ｐゴシック" charset="-128"/>
            </a:endParaRPr>
          </a:p>
          <a:p>
            <a:r>
              <a:rPr lang="en-US" sz="2000" dirty="0" smtClean="0">
                <a:ea typeface="ＭＳ Ｐゴシック" charset="-128"/>
              </a:rPr>
              <a:t>Write-through </a:t>
            </a:r>
            <a:r>
              <a:rPr lang="en-US" sz="2000" dirty="0">
                <a:ea typeface="ＭＳ Ｐゴシック" charset="-128"/>
              </a:rPr>
              <a:t>also has the advantage that the next lower level has the most </a:t>
            </a:r>
            <a:r>
              <a:rPr lang="en-US" sz="2000" dirty="0" smtClean="0">
                <a:ea typeface="ＭＳ Ｐゴシック" charset="-128"/>
              </a:rPr>
              <a:t>current copy </a:t>
            </a:r>
            <a:r>
              <a:rPr lang="en-US" sz="2000" dirty="0">
                <a:ea typeface="ＭＳ Ｐゴシック" charset="-128"/>
              </a:rPr>
              <a:t>of the data, which simplifies data coherency.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C693BED2-1B18-8744-B8F0-03CBD3594789}" type="slidenum">
              <a:rPr lang="en-US" altLang="en-US" smtClean="0"/>
              <a:pPr>
                <a:defRPr/>
              </a:pPr>
              <a:t>21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443506363"/>
      </p:ext>
    </p:extLst>
  </p:cSld>
  <p:clrMapOvr>
    <a:masterClrMapping/>
  </p:clrMapOvr>
  <p:transition/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 smtClean="0"/>
          </a:p>
          <a:p>
            <a:pPr marL="0" indent="0">
              <a:buNone/>
            </a:pPr>
            <a:r>
              <a:rPr lang="en-US" dirty="0" smtClean="0"/>
              <a:t>There </a:t>
            </a:r>
            <a:r>
              <a:rPr lang="en-US" dirty="0"/>
              <a:t>are two options on </a:t>
            </a:r>
            <a:r>
              <a:rPr lang="en-US" dirty="0" smtClean="0"/>
              <a:t>a write </a:t>
            </a:r>
            <a:r>
              <a:rPr lang="en-US" dirty="0"/>
              <a:t>miss:</a:t>
            </a:r>
          </a:p>
          <a:p>
            <a:pPr marL="0" indent="0">
              <a:buNone/>
            </a:pPr>
            <a:r>
              <a:rPr lang="en-US" dirty="0"/>
              <a:t>■ Write allocate—The block is allocated on a write miss, followed by the </a:t>
            </a:r>
            <a:r>
              <a:rPr lang="en-US" dirty="0" smtClean="0"/>
              <a:t>write hit </a:t>
            </a:r>
            <a:r>
              <a:rPr lang="en-US" dirty="0"/>
              <a:t>actions above. In this natural option, write misses act like read misses.</a:t>
            </a:r>
          </a:p>
          <a:p>
            <a:pPr marL="0" indent="0">
              <a:buNone/>
            </a:pPr>
            <a:r>
              <a:rPr lang="en-US" dirty="0"/>
              <a:t>■ No-write allocate—This apparently unusual alternative is write misses do </a:t>
            </a:r>
            <a:r>
              <a:rPr lang="en-US" dirty="0" smtClean="0"/>
              <a:t>not affect </a:t>
            </a:r>
            <a:r>
              <a:rPr lang="en-US" dirty="0"/>
              <a:t>the cache. Instead, the block is modified only in the lower-level memory.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C693BED2-1B18-8744-B8F0-03CBD3594789}" type="slidenum">
              <a:rPr lang="en-US" altLang="en-US" smtClean="0"/>
              <a:pPr>
                <a:defRPr/>
              </a:pPr>
              <a:t>22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947965244"/>
      </p:ext>
    </p:extLst>
  </p:cSld>
  <p:clrMapOvr>
    <a:masterClrMapping/>
  </p:clrMapOvr>
  <p:transition/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545" name="Title 1">
            <a:extLst>
              <a:ext uri="{FF2B5EF4-FFF2-40B4-BE49-F238E27FC236}">
                <a16:creationId xmlns:a16="http://schemas.microsoft.com/office/drawing/2014/main" id="{CE719DA1-8DF9-8045-96CA-9A1027D9E37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>
                <a:ea typeface="ＭＳ Ｐゴシック" panose="020B0600070205080204" pitchFamily="34" charset="-128"/>
              </a:rPr>
              <a:t>Cache Parameters vs. Miss/Hit Rate</a:t>
            </a:r>
          </a:p>
        </p:txBody>
      </p:sp>
      <p:sp>
        <p:nvSpPr>
          <p:cNvPr id="236546" name="Content Placeholder 2">
            <a:extLst>
              <a:ext uri="{FF2B5EF4-FFF2-40B4-BE49-F238E27FC236}">
                <a16:creationId xmlns:a16="http://schemas.microsoft.com/office/drawing/2014/main" id="{760E185C-9B19-704C-B96C-7E38E5621742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228600" y="996950"/>
            <a:ext cx="8610600" cy="5194300"/>
          </a:xfrm>
        </p:spPr>
        <p:txBody>
          <a:bodyPr/>
          <a:lstStyle/>
          <a:p>
            <a:r>
              <a:rPr lang="en-US" altLang="en-US" dirty="0">
                <a:ea typeface="ＭＳ Ｐゴシック" panose="020B0600070205080204" pitchFamily="34" charset="-128"/>
              </a:rPr>
              <a:t>Cache size</a:t>
            </a:r>
          </a:p>
          <a:p>
            <a:endParaRPr lang="en-US" altLang="en-US" dirty="0">
              <a:ea typeface="ＭＳ Ｐゴシック" panose="020B0600070205080204" pitchFamily="34" charset="-128"/>
            </a:endParaRPr>
          </a:p>
          <a:p>
            <a:r>
              <a:rPr lang="en-US" altLang="en-US" dirty="0">
                <a:ea typeface="ＭＳ Ｐゴシック" panose="020B0600070205080204" pitchFamily="34" charset="-128"/>
              </a:rPr>
              <a:t>Block size</a:t>
            </a:r>
          </a:p>
          <a:p>
            <a:endParaRPr lang="en-US" altLang="en-US" dirty="0">
              <a:ea typeface="ＭＳ Ｐゴシック" panose="020B0600070205080204" pitchFamily="34" charset="-128"/>
            </a:endParaRPr>
          </a:p>
          <a:p>
            <a:r>
              <a:rPr lang="en-US" altLang="en-US" dirty="0">
                <a:ea typeface="ＭＳ Ｐゴシック" panose="020B0600070205080204" pitchFamily="34" charset="-128"/>
              </a:rPr>
              <a:t>Associativity</a:t>
            </a:r>
          </a:p>
          <a:p>
            <a:endParaRPr lang="en-US" altLang="en-US" dirty="0">
              <a:ea typeface="ＭＳ Ｐゴシック" panose="020B0600070205080204" pitchFamily="34" charset="-128"/>
            </a:endParaRPr>
          </a:p>
          <a:p>
            <a:r>
              <a:rPr lang="en-US" altLang="en-US" dirty="0">
                <a:ea typeface="ＭＳ Ｐゴシック" panose="020B0600070205080204" pitchFamily="34" charset="-128"/>
              </a:rPr>
              <a:t>Replacement </a:t>
            </a:r>
            <a:r>
              <a:rPr lang="en-US" altLang="en-US" dirty="0" smtClean="0">
                <a:ea typeface="ＭＳ Ｐゴシック" panose="020B0600070205080204" pitchFamily="34" charset="-128"/>
              </a:rPr>
              <a:t>policy</a:t>
            </a:r>
          </a:p>
          <a:p>
            <a:pPr marL="0" indent="0">
              <a:buNone/>
            </a:pPr>
            <a:endParaRPr lang="en-US" altLang="en-US" dirty="0">
              <a:ea typeface="ＭＳ Ｐゴシック" panose="020B0600070205080204" pitchFamily="34" charset="-128"/>
            </a:endParaRPr>
          </a:p>
          <a:p>
            <a:r>
              <a:rPr lang="en-US" altLang="en-US" dirty="0">
                <a:ea typeface="ＭＳ Ｐゴシック" panose="020B0600070205080204" pitchFamily="34" charset="-128"/>
              </a:rPr>
              <a:t>Insertion/Placement policy</a:t>
            </a:r>
          </a:p>
        </p:txBody>
      </p:sp>
      <p:sp>
        <p:nvSpPr>
          <p:cNvPr id="236547" name="Slide Number Placeholder 3">
            <a:extLst>
              <a:ext uri="{FF2B5EF4-FFF2-40B4-BE49-F238E27FC236}">
                <a16:creationId xmlns:a16="http://schemas.microsoft.com/office/drawing/2014/main" id="{22EBDBB4-C397-4544-8A24-9308AEBBEB52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itchFamily="2" charset="2"/>
              <a:buChar char="q"/>
              <a:defRPr sz="22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q"/>
              <a:defRPr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596B56C-F53A-4D4F-AB3C-8185DD9D85C1}" type="slidenum">
              <a:rPr kumimoji="0" lang="en-US" altLang="en-US" sz="16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aramond" panose="02020404030301010803" pitchFamily="18" charset="0"/>
                <a:ea typeface="ＭＳ Ｐゴシック" panose="020B0600070205080204" pitchFamily="34" charset="-128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23</a:t>
            </a:fld>
            <a:endParaRPr kumimoji="0" lang="en-US" altLang="en-US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Garamond" panose="02020404030301010803" pitchFamily="18" charset="0"/>
              <a:ea typeface="ＭＳ Ｐゴシック" panose="020B0600070205080204" pitchFamily="34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85102466"/>
      </p:ext>
    </p:extLst>
  </p:cSld>
  <p:clrMapOvr>
    <a:masterClrMapping/>
  </p:clrMapOvr>
  <p:transition/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569" name="Title 1">
            <a:extLst>
              <a:ext uri="{FF2B5EF4-FFF2-40B4-BE49-F238E27FC236}">
                <a16:creationId xmlns:a16="http://schemas.microsoft.com/office/drawing/2014/main" id="{E58BA011-5A98-2A4D-B746-9896BCC90F1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>
                <a:ea typeface="ＭＳ Ｐゴシック" panose="020B0600070205080204" pitchFamily="34" charset="-128"/>
              </a:rPr>
              <a:t>Cache Size</a:t>
            </a:r>
          </a:p>
        </p:txBody>
      </p:sp>
      <p:sp>
        <p:nvSpPr>
          <p:cNvPr id="14339" name="Content Placeholder 2">
            <a:extLst>
              <a:ext uri="{FF2B5EF4-FFF2-40B4-BE49-F238E27FC236}">
                <a16:creationId xmlns:a16="http://schemas.microsoft.com/office/drawing/2014/main" id="{B523A32A-9C69-E649-85CE-8691E4D7B80D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228600" y="996950"/>
            <a:ext cx="8610600" cy="5194300"/>
          </a:xfrm>
        </p:spPr>
        <p:txBody>
          <a:bodyPr/>
          <a:lstStyle/>
          <a:p>
            <a:r>
              <a:rPr lang="en-US" altLang="en-US" dirty="0">
                <a:ea typeface="ＭＳ Ｐゴシック" panose="020B0600070205080204" pitchFamily="34" charset="-128"/>
              </a:rPr>
              <a:t>Cache size: total data (not including tag) capacity</a:t>
            </a:r>
          </a:p>
          <a:p>
            <a:pPr lvl="1"/>
            <a:r>
              <a:rPr lang="en-US" altLang="en-US" dirty="0">
                <a:ea typeface="ＭＳ Ｐゴシック" panose="020B0600070205080204" pitchFamily="34" charset="-128"/>
              </a:rPr>
              <a:t> bigger can exploit temporal locality better</a:t>
            </a:r>
          </a:p>
          <a:p>
            <a:pPr lvl="1"/>
            <a:r>
              <a:rPr lang="en-US" altLang="en-US" dirty="0">
                <a:ea typeface="ＭＳ Ｐゴシック" panose="020B0600070205080204" pitchFamily="34" charset="-128"/>
              </a:rPr>
              <a:t> not ALWAYS better</a:t>
            </a:r>
          </a:p>
          <a:p>
            <a:r>
              <a:rPr lang="en-US" altLang="en-US" dirty="0">
                <a:solidFill>
                  <a:srgbClr val="FF0000"/>
                </a:solidFill>
                <a:ea typeface="ＭＳ Ｐゴシック" panose="020B0600070205080204" pitchFamily="34" charset="-128"/>
              </a:rPr>
              <a:t>Too large </a:t>
            </a:r>
            <a:r>
              <a:rPr lang="en-US" altLang="en-US" dirty="0">
                <a:ea typeface="ＭＳ Ｐゴシック" panose="020B0600070205080204" pitchFamily="34" charset="-128"/>
              </a:rPr>
              <a:t>a cache adversely affects hit and miss latency</a:t>
            </a:r>
          </a:p>
          <a:p>
            <a:pPr lvl="1"/>
            <a:r>
              <a:rPr lang="en-US" altLang="en-US" dirty="0">
                <a:ea typeface="ＭＳ Ｐゴシック" panose="020B0600070205080204" pitchFamily="34" charset="-128"/>
              </a:rPr>
              <a:t> smaller is faster =&gt; bigger is slower</a:t>
            </a:r>
          </a:p>
          <a:p>
            <a:pPr lvl="1"/>
            <a:r>
              <a:rPr lang="en-US" altLang="en-US" dirty="0">
                <a:ea typeface="ＭＳ Ｐゴシック" panose="020B0600070205080204" pitchFamily="34" charset="-128"/>
              </a:rPr>
              <a:t> access time may degrade critical path</a:t>
            </a:r>
          </a:p>
          <a:p>
            <a:r>
              <a:rPr lang="en-US" altLang="en-US" dirty="0">
                <a:solidFill>
                  <a:srgbClr val="FF0000"/>
                </a:solidFill>
                <a:ea typeface="ＭＳ Ｐゴシック" panose="020B0600070205080204" pitchFamily="34" charset="-128"/>
              </a:rPr>
              <a:t>Too small </a:t>
            </a:r>
            <a:r>
              <a:rPr lang="en-US" altLang="en-US" dirty="0">
                <a:ea typeface="ＭＳ Ｐゴシック" panose="020B0600070205080204" pitchFamily="34" charset="-128"/>
              </a:rPr>
              <a:t>a cache</a:t>
            </a:r>
          </a:p>
          <a:p>
            <a:pPr lvl="1"/>
            <a:r>
              <a:rPr lang="en-US" altLang="en-US" dirty="0">
                <a:ea typeface="ＭＳ Ｐゴシック" panose="020B0600070205080204" pitchFamily="34" charset="-128"/>
              </a:rPr>
              <a:t> doesn’t</a:t>
            </a:r>
            <a:r>
              <a:rPr lang="en-US" altLang="ja-JP" dirty="0">
                <a:ea typeface="ＭＳ Ｐゴシック" panose="020B0600070205080204" pitchFamily="34" charset="-128"/>
              </a:rPr>
              <a:t> exploit temporal locality well</a:t>
            </a:r>
          </a:p>
          <a:p>
            <a:pPr lvl="1"/>
            <a:r>
              <a:rPr lang="en-US" altLang="en-US" dirty="0">
                <a:ea typeface="ＭＳ Ｐゴシック" panose="020B0600070205080204" pitchFamily="34" charset="-128"/>
              </a:rPr>
              <a:t> useful data replaced often</a:t>
            </a:r>
          </a:p>
          <a:p>
            <a:pPr lvl="1"/>
            <a:endParaRPr lang="en-US" altLang="en-US" dirty="0">
              <a:ea typeface="ＭＳ Ｐゴシック" panose="020B0600070205080204" pitchFamily="34" charset="-128"/>
            </a:endParaRPr>
          </a:p>
          <a:p>
            <a:r>
              <a:rPr lang="en-US" altLang="en-US" dirty="0">
                <a:solidFill>
                  <a:srgbClr val="0000FF"/>
                </a:solidFill>
                <a:ea typeface="ＭＳ Ｐゴシック" panose="020B0600070205080204" pitchFamily="34" charset="-128"/>
              </a:rPr>
              <a:t>Working set</a:t>
            </a:r>
            <a:r>
              <a:rPr lang="en-US" altLang="en-US" dirty="0">
                <a:ea typeface="ＭＳ Ｐゴシック" panose="020B0600070205080204" pitchFamily="34" charset="-128"/>
              </a:rPr>
              <a:t>: the whole set of data                                                    the executing application references </a:t>
            </a:r>
          </a:p>
          <a:p>
            <a:pPr lvl="1"/>
            <a:r>
              <a:rPr lang="en-US" altLang="en-US" dirty="0">
                <a:ea typeface="ＭＳ Ｐゴシック" panose="020B0600070205080204" pitchFamily="34" charset="-128"/>
              </a:rPr>
              <a:t>Within a time interval </a:t>
            </a:r>
          </a:p>
          <a:p>
            <a:endParaRPr lang="en-US" altLang="en-US" dirty="0">
              <a:ea typeface="ＭＳ Ｐゴシック" panose="020B0600070205080204" pitchFamily="34" charset="-128"/>
            </a:endParaRPr>
          </a:p>
        </p:txBody>
      </p:sp>
      <p:sp>
        <p:nvSpPr>
          <p:cNvPr id="237571" name="Slide Number Placeholder 3">
            <a:extLst>
              <a:ext uri="{FF2B5EF4-FFF2-40B4-BE49-F238E27FC236}">
                <a16:creationId xmlns:a16="http://schemas.microsoft.com/office/drawing/2014/main" id="{5D1F0486-1F36-2247-8EAB-B39AD7E46C1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itchFamily="2" charset="2"/>
              <a:buChar char="q"/>
              <a:defRPr sz="22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q"/>
              <a:defRPr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A01435A0-8973-A84E-895F-DB1B7E461781}" type="slidenum">
              <a:rPr kumimoji="0" lang="en-US" altLang="en-US" sz="16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aramond" panose="02020404030301010803" pitchFamily="18" charset="0"/>
                <a:ea typeface="ＭＳ Ｐゴシック" panose="020B0600070205080204" pitchFamily="34" charset="-128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24</a:t>
            </a:fld>
            <a:endParaRPr kumimoji="0" lang="en-US" altLang="en-US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Garamond" panose="02020404030301010803" pitchFamily="18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237572" name="Freeform 4">
            <a:extLst>
              <a:ext uri="{FF2B5EF4-FFF2-40B4-BE49-F238E27FC236}">
                <a16:creationId xmlns:a16="http://schemas.microsoft.com/office/drawing/2014/main" id="{BFC1F869-AB86-DD4A-AF97-6DA212C5E1B7}"/>
              </a:ext>
            </a:extLst>
          </p:cNvPr>
          <p:cNvSpPr>
            <a:spLocks/>
          </p:cNvSpPr>
          <p:nvPr/>
        </p:nvSpPr>
        <p:spPr bwMode="auto">
          <a:xfrm>
            <a:off x="5791200" y="3657600"/>
            <a:ext cx="3048000" cy="2286000"/>
          </a:xfrm>
          <a:custGeom>
            <a:avLst/>
            <a:gdLst>
              <a:gd name="T0" fmla="*/ 0 w 1920"/>
              <a:gd name="T1" fmla="*/ 0 h 1440"/>
              <a:gd name="T2" fmla="*/ 0 w 1920"/>
              <a:gd name="T3" fmla="*/ 2147483646 h 1440"/>
              <a:gd name="T4" fmla="*/ 2147483646 w 1920"/>
              <a:gd name="T5" fmla="*/ 2147483646 h 1440"/>
              <a:gd name="T6" fmla="*/ 0 60000 65536"/>
              <a:gd name="T7" fmla="*/ 0 60000 65536"/>
              <a:gd name="T8" fmla="*/ 0 60000 65536"/>
              <a:gd name="T9" fmla="*/ 0 w 1920"/>
              <a:gd name="T10" fmla="*/ 0 h 1440"/>
              <a:gd name="T11" fmla="*/ 1920 w 1920"/>
              <a:gd name="T12" fmla="*/ 1440 h 144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920" h="1440">
                <a:moveTo>
                  <a:pt x="0" y="0"/>
                </a:moveTo>
                <a:lnTo>
                  <a:pt x="0" y="1440"/>
                </a:lnTo>
                <a:lnTo>
                  <a:pt x="1920" y="1440"/>
                </a:lnTo>
              </a:path>
            </a:pathLst>
          </a:custGeom>
          <a:noFill/>
          <a:ln w="28575">
            <a:solidFill>
              <a:schemeClr val="tx1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237573" name="Text Box 5">
            <a:extLst>
              <a:ext uri="{FF2B5EF4-FFF2-40B4-BE49-F238E27FC236}">
                <a16:creationId xmlns:a16="http://schemas.microsoft.com/office/drawing/2014/main" id="{3D7C93F3-F291-D740-8128-450FEFF2206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64213" y="3429000"/>
            <a:ext cx="1116012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itchFamily="2" charset="2"/>
              <a:buChar char="q"/>
              <a:defRPr sz="22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q"/>
              <a:defRPr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hit rate</a:t>
            </a:r>
          </a:p>
        </p:txBody>
      </p:sp>
      <p:sp>
        <p:nvSpPr>
          <p:cNvPr id="237574" name="Text Box 6">
            <a:extLst>
              <a:ext uri="{FF2B5EF4-FFF2-40B4-BE49-F238E27FC236}">
                <a16:creationId xmlns:a16="http://schemas.microsoft.com/office/drawing/2014/main" id="{73B42984-9053-6C48-8B5D-F3D2CF59361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869238" y="5973763"/>
            <a:ext cx="1274762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itchFamily="2" charset="2"/>
              <a:buChar char="q"/>
              <a:defRPr sz="22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q"/>
              <a:defRPr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cache size</a:t>
            </a:r>
          </a:p>
        </p:txBody>
      </p:sp>
      <p:sp>
        <p:nvSpPr>
          <p:cNvPr id="237575" name="Line 8">
            <a:extLst>
              <a:ext uri="{FF2B5EF4-FFF2-40B4-BE49-F238E27FC236}">
                <a16:creationId xmlns:a16="http://schemas.microsoft.com/office/drawing/2014/main" id="{CEAEF386-1872-7C4D-A6B7-59281814802B}"/>
              </a:ext>
            </a:extLst>
          </p:cNvPr>
          <p:cNvSpPr>
            <a:spLocks noChangeShapeType="1"/>
          </p:cNvSpPr>
          <p:nvPr/>
        </p:nvSpPr>
        <p:spPr bwMode="auto">
          <a:xfrm>
            <a:off x="7010400" y="3276600"/>
            <a:ext cx="0" cy="266700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237576" name="Oval 9">
            <a:extLst>
              <a:ext uri="{FF2B5EF4-FFF2-40B4-BE49-F238E27FC236}">
                <a16:creationId xmlns:a16="http://schemas.microsoft.com/office/drawing/2014/main" id="{C8430FD4-22EA-ED42-9515-F85D6AA5AE9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34200" y="5867400"/>
            <a:ext cx="152400" cy="152400"/>
          </a:xfrm>
          <a:prstGeom prst="ellipse">
            <a:avLst/>
          </a:prstGeom>
          <a:solidFill>
            <a:srgbClr val="FF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itchFamily="2" charset="2"/>
              <a:buChar char="q"/>
              <a:defRPr sz="22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q"/>
              <a:defRPr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237577" name="Text Box 10">
            <a:extLst>
              <a:ext uri="{FF2B5EF4-FFF2-40B4-BE49-F238E27FC236}">
                <a16:creationId xmlns:a16="http://schemas.microsoft.com/office/drawing/2014/main" id="{43D44969-A71D-5C4B-BC1A-798C5AC2782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20000" y="4516438"/>
            <a:ext cx="1347788" cy="581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itchFamily="2" charset="2"/>
              <a:buChar char="q"/>
              <a:defRPr sz="22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q"/>
              <a:defRPr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ja-JP" altLang="en-US" sz="1600" b="0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“</a:t>
            </a:r>
            <a:r>
              <a:rPr kumimoji="0" lang="en-US" altLang="ja-JP" sz="1600" b="0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working set</a:t>
            </a:r>
            <a:r>
              <a:rPr kumimoji="0" lang="ja-JP" altLang="en-US" sz="1600" b="0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”</a:t>
            </a:r>
            <a:endParaRPr kumimoji="0" lang="en-US" altLang="ja-JP" sz="1600" b="0" i="0" u="none" strike="noStrike" kern="1200" cap="none" spc="0" normalizeH="0" baseline="0" noProof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600" b="0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 size</a:t>
            </a:r>
          </a:p>
        </p:txBody>
      </p:sp>
      <p:sp>
        <p:nvSpPr>
          <p:cNvPr id="237578" name="Freeform 11">
            <a:extLst>
              <a:ext uri="{FF2B5EF4-FFF2-40B4-BE49-F238E27FC236}">
                <a16:creationId xmlns:a16="http://schemas.microsoft.com/office/drawing/2014/main" id="{8C4826B3-0985-3C49-84AB-B1EAE7D5248F}"/>
              </a:ext>
            </a:extLst>
          </p:cNvPr>
          <p:cNvSpPr>
            <a:spLocks/>
          </p:cNvSpPr>
          <p:nvPr/>
        </p:nvSpPr>
        <p:spPr bwMode="auto">
          <a:xfrm>
            <a:off x="7086600" y="4864100"/>
            <a:ext cx="990600" cy="1003300"/>
          </a:xfrm>
          <a:custGeom>
            <a:avLst/>
            <a:gdLst>
              <a:gd name="T0" fmla="*/ 2147483646 w 624"/>
              <a:gd name="T1" fmla="*/ 2147483646 h 632"/>
              <a:gd name="T2" fmla="*/ 2147483646 w 624"/>
              <a:gd name="T3" fmla="*/ 2147483646 h 632"/>
              <a:gd name="T4" fmla="*/ 2147483646 w 624"/>
              <a:gd name="T5" fmla="*/ 2147483646 h 632"/>
              <a:gd name="T6" fmla="*/ 0 w 624"/>
              <a:gd name="T7" fmla="*/ 2147483646 h 632"/>
              <a:gd name="T8" fmla="*/ 0 60000 65536"/>
              <a:gd name="T9" fmla="*/ 0 60000 65536"/>
              <a:gd name="T10" fmla="*/ 0 60000 65536"/>
              <a:gd name="T11" fmla="*/ 0 60000 65536"/>
              <a:gd name="T12" fmla="*/ 0 w 624"/>
              <a:gd name="T13" fmla="*/ 0 h 632"/>
              <a:gd name="T14" fmla="*/ 624 w 624"/>
              <a:gd name="T15" fmla="*/ 632 h 632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624" h="632">
                <a:moveTo>
                  <a:pt x="624" y="8"/>
                </a:moveTo>
                <a:cubicBezTo>
                  <a:pt x="484" y="4"/>
                  <a:pt x="344" y="0"/>
                  <a:pt x="288" y="56"/>
                </a:cubicBezTo>
                <a:cubicBezTo>
                  <a:pt x="232" y="112"/>
                  <a:pt x="336" y="248"/>
                  <a:pt x="288" y="344"/>
                </a:cubicBezTo>
                <a:cubicBezTo>
                  <a:pt x="240" y="440"/>
                  <a:pt x="120" y="536"/>
                  <a:pt x="0" y="632"/>
                </a:cubicBezTo>
              </a:path>
            </a:pathLst>
          </a:custGeom>
          <a:noFill/>
          <a:ln w="1905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237579" name="Freeform 7">
            <a:extLst>
              <a:ext uri="{FF2B5EF4-FFF2-40B4-BE49-F238E27FC236}">
                <a16:creationId xmlns:a16="http://schemas.microsoft.com/office/drawing/2014/main" id="{964B94A7-3167-1D4B-A3F8-44C5018FF361}"/>
              </a:ext>
            </a:extLst>
          </p:cNvPr>
          <p:cNvSpPr>
            <a:spLocks/>
          </p:cNvSpPr>
          <p:nvPr/>
        </p:nvSpPr>
        <p:spPr bwMode="auto">
          <a:xfrm>
            <a:off x="5791200" y="3657600"/>
            <a:ext cx="2895600" cy="2286000"/>
          </a:xfrm>
          <a:custGeom>
            <a:avLst/>
            <a:gdLst>
              <a:gd name="T0" fmla="*/ 0 w 1824"/>
              <a:gd name="T1" fmla="*/ 2147483646 h 1440"/>
              <a:gd name="T2" fmla="*/ 2147483646 w 1824"/>
              <a:gd name="T3" fmla="*/ 2147483646 h 1440"/>
              <a:gd name="T4" fmla="*/ 2147483646 w 1824"/>
              <a:gd name="T5" fmla="*/ 2147483646 h 1440"/>
              <a:gd name="T6" fmla="*/ 2147483646 w 1824"/>
              <a:gd name="T7" fmla="*/ 2147483646 h 1440"/>
              <a:gd name="T8" fmla="*/ 2147483646 w 1824"/>
              <a:gd name="T9" fmla="*/ 0 h 1440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1824"/>
              <a:gd name="T16" fmla="*/ 0 h 1440"/>
              <a:gd name="T17" fmla="*/ 1824 w 1824"/>
              <a:gd name="T18" fmla="*/ 1440 h 1440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1824" h="1440">
                <a:moveTo>
                  <a:pt x="0" y="1440"/>
                </a:moveTo>
                <a:cubicBezTo>
                  <a:pt x="36" y="1220"/>
                  <a:pt x="72" y="1000"/>
                  <a:pt x="144" y="816"/>
                </a:cubicBezTo>
                <a:cubicBezTo>
                  <a:pt x="216" y="632"/>
                  <a:pt x="318" y="457"/>
                  <a:pt x="432" y="336"/>
                </a:cubicBezTo>
                <a:cubicBezTo>
                  <a:pt x="546" y="215"/>
                  <a:pt x="597" y="146"/>
                  <a:pt x="829" y="90"/>
                </a:cubicBezTo>
                <a:cubicBezTo>
                  <a:pt x="1061" y="34"/>
                  <a:pt x="1617" y="19"/>
                  <a:pt x="1824" y="0"/>
                </a:cubicBez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81744813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9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9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593" name="Title 1">
            <a:extLst>
              <a:ext uri="{FF2B5EF4-FFF2-40B4-BE49-F238E27FC236}">
                <a16:creationId xmlns:a16="http://schemas.microsoft.com/office/drawing/2014/main" id="{8D4373FB-FD83-2745-8F24-33D875C5730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>
                <a:ea typeface="ＭＳ Ｐゴシック" panose="020B0600070205080204" pitchFamily="34" charset="-128"/>
              </a:rPr>
              <a:t>Block Size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B6E018-6540-834B-959B-BE2282F9C93E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228600" y="901700"/>
            <a:ext cx="8915400" cy="5575300"/>
          </a:xfrm>
        </p:spPr>
        <p:txBody>
          <a:bodyPr/>
          <a:lstStyle/>
          <a:p>
            <a:r>
              <a:rPr lang="en-US" altLang="en-US" dirty="0">
                <a:ea typeface="ＭＳ Ｐゴシック" panose="020B0600070205080204" pitchFamily="34" charset="-128"/>
              </a:rPr>
              <a:t>Block size is the data that is associated with an address tag </a:t>
            </a:r>
          </a:p>
          <a:p>
            <a:pPr lvl="1"/>
            <a:r>
              <a:rPr lang="en-US" altLang="en-US" dirty="0">
                <a:ea typeface="ＭＳ Ｐゴシック" panose="020B0600070205080204" pitchFamily="34" charset="-128"/>
              </a:rPr>
              <a:t> not necessarily the unit of transfer between hierarchies</a:t>
            </a:r>
          </a:p>
          <a:p>
            <a:pPr lvl="2"/>
            <a:r>
              <a:rPr lang="en-US" altLang="en-US" dirty="0">
                <a:solidFill>
                  <a:srgbClr val="0000FF"/>
                </a:solidFill>
                <a:ea typeface="ＭＳ Ｐゴシック" panose="020B0600070205080204" pitchFamily="34" charset="-128"/>
              </a:rPr>
              <a:t>Sub-blocking: A block divided into multiple pieces (each w/ V/D bits)</a:t>
            </a:r>
          </a:p>
          <a:p>
            <a:endParaRPr lang="en-US" altLang="en-US" sz="2000" dirty="0">
              <a:ea typeface="ＭＳ Ｐゴシック" panose="020B0600070205080204" pitchFamily="34" charset="-128"/>
            </a:endParaRPr>
          </a:p>
          <a:p>
            <a:endParaRPr lang="en-US" altLang="en-US" sz="1000" dirty="0">
              <a:ea typeface="ＭＳ Ｐゴシック" panose="020B0600070205080204" pitchFamily="34" charset="-128"/>
            </a:endParaRPr>
          </a:p>
          <a:p>
            <a:r>
              <a:rPr lang="en-US" altLang="en-US" dirty="0">
                <a:solidFill>
                  <a:srgbClr val="FF0000"/>
                </a:solidFill>
                <a:ea typeface="ＭＳ Ｐゴシック" panose="020B0600070205080204" pitchFamily="34" charset="-128"/>
              </a:rPr>
              <a:t>Too small </a:t>
            </a:r>
            <a:r>
              <a:rPr lang="en-US" altLang="en-US" dirty="0">
                <a:ea typeface="ＭＳ Ｐゴシック" panose="020B0600070205080204" pitchFamily="34" charset="-128"/>
              </a:rPr>
              <a:t>blocks</a:t>
            </a:r>
          </a:p>
          <a:p>
            <a:pPr lvl="1"/>
            <a:r>
              <a:rPr lang="en-US" altLang="en-US" dirty="0">
                <a:ea typeface="ＭＳ Ｐゴシック" panose="020B0600070205080204" pitchFamily="34" charset="-128"/>
              </a:rPr>
              <a:t> don’t exploit spatial locality well</a:t>
            </a:r>
          </a:p>
          <a:p>
            <a:pPr lvl="1"/>
            <a:r>
              <a:rPr lang="en-US" altLang="en-US" dirty="0">
                <a:ea typeface="ＭＳ Ｐゴシック" panose="020B0600070205080204" pitchFamily="34" charset="-128"/>
              </a:rPr>
              <a:t> have larger tag overhead</a:t>
            </a:r>
          </a:p>
          <a:p>
            <a:endParaRPr lang="en-US" altLang="en-US" sz="2000" dirty="0">
              <a:ea typeface="ＭＳ Ｐゴシック" panose="020B0600070205080204" pitchFamily="34" charset="-128"/>
            </a:endParaRPr>
          </a:p>
          <a:p>
            <a:r>
              <a:rPr lang="en-US" altLang="en-US" dirty="0">
                <a:solidFill>
                  <a:srgbClr val="FF0000"/>
                </a:solidFill>
                <a:ea typeface="ＭＳ Ｐゴシック" panose="020B0600070205080204" pitchFamily="34" charset="-128"/>
              </a:rPr>
              <a:t>Too large </a:t>
            </a:r>
            <a:r>
              <a:rPr lang="en-US" altLang="en-US" dirty="0">
                <a:ea typeface="ＭＳ Ｐゴシック" panose="020B0600070205080204" pitchFamily="34" charset="-128"/>
              </a:rPr>
              <a:t>blocks</a:t>
            </a:r>
          </a:p>
          <a:p>
            <a:pPr lvl="1"/>
            <a:r>
              <a:rPr lang="en-US" altLang="en-US" dirty="0">
                <a:ea typeface="ＭＳ Ｐゴシック" panose="020B0600070205080204" pitchFamily="34" charset="-128"/>
              </a:rPr>
              <a:t>too few total # of blocks </a:t>
            </a:r>
            <a:r>
              <a:rPr lang="en-US" altLang="en-US" dirty="0">
                <a:ea typeface="ＭＳ Ｐゴシック" panose="020B0600070205080204" pitchFamily="34" charset="-128"/>
                <a:sym typeface="Wingdings" pitchFamily="2" charset="2"/>
              </a:rPr>
              <a:t> less</a:t>
            </a:r>
          </a:p>
          <a:p>
            <a:pPr lvl="2">
              <a:buFont typeface="Wingdings" pitchFamily="2" charset="2"/>
              <a:buNone/>
            </a:pPr>
            <a:r>
              <a:rPr lang="en-US" altLang="en-US" sz="2200" dirty="0">
                <a:ea typeface="ＭＳ Ｐゴシック" panose="020B0600070205080204" pitchFamily="34" charset="-128"/>
                <a:sym typeface="Wingdings" pitchFamily="2" charset="2"/>
              </a:rPr>
              <a:t>temporal locality exploitation</a:t>
            </a:r>
          </a:p>
          <a:p>
            <a:pPr lvl="1"/>
            <a:r>
              <a:rPr lang="en-US" altLang="en-US" dirty="0">
                <a:ea typeface="ＭＳ Ｐゴシック" panose="020B0600070205080204" pitchFamily="34" charset="-128"/>
                <a:sym typeface="Wingdings" pitchFamily="2" charset="2"/>
              </a:rPr>
              <a:t>waste of cache space and bandwidth/energy </a:t>
            </a:r>
          </a:p>
          <a:p>
            <a:pPr lvl="1">
              <a:buFont typeface="Wingdings" pitchFamily="2" charset="2"/>
              <a:buNone/>
            </a:pPr>
            <a:r>
              <a:rPr lang="en-US" altLang="en-US" dirty="0">
                <a:ea typeface="ＭＳ Ｐゴシック" panose="020B0600070205080204" pitchFamily="34" charset="-128"/>
                <a:sym typeface="Wingdings" pitchFamily="2" charset="2"/>
              </a:rPr>
              <a:t>    if spatial locality is not high</a:t>
            </a:r>
            <a:endParaRPr lang="en-US" altLang="en-US" dirty="0">
              <a:ea typeface="ＭＳ Ｐゴシック" panose="020B0600070205080204" pitchFamily="34" charset="-128"/>
            </a:endParaRPr>
          </a:p>
        </p:txBody>
      </p:sp>
      <p:sp>
        <p:nvSpPr>
          <p:cNvPr id="238595" name="Slide Number Placeholder 3">
            <a:extLst>
              <a:ext uri="{FF2B5EF4-FFF2-40B4-BE49-F238E27FC236}">
                <a16:creationId xmlns:a16="http://schemas.microsoft.com/office/drawing/2014/main" id="{85A174DD-BE8D-E746-85CC-8D78A75ACE1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itchFamily="2" charset="2"/>
              <a:buChar char="q"/>
              <a:defRPr sz="22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q"/>
              <a:defRPr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5A6815B7-7032-EA4D-9E89-475FA7BC4202}" type="slidenum">
              <a:rPr kumimoji="0" lang="en-US" altLang="en-US" sz="16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aramond" panose="02020404030301010803" pitchFamily="18" charset="0"/>
                <a:ea typeface="ＭＳ Ｐゴシック" panose="020B0600070205080204" pitchFamily="34" charset="-128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25</a:t>
            </a:fld>
            <a:endParaRPr kumimoji="0" lang="en-US" altLang="en-US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Garamond" panose="02020404030301010803" pitchFamily="18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238596" name="Freeform 4">
            <a:extLst>
              <a:ext uri="{FF2B5EF4-FFF2-40B4-BE49-F238E27FC236}">
                <a16:creationId xmlns:a16="http://schemas.microsoft.com/office/drawing/2014/main" id="{D02BBFA5-3A40-CE46-AC90-C6996BB7DB1D}"/>
              </a:ext>
            </a:extLst>
          </p:cNvPr>
          <p:cNvSpPr>
            <a:spLocks/>
          </p:cNvSpPr>
          <p:nvPr/>
        </p:nvSpPr>
        <p:spPr bwMode="auto">
          <a:xfrm>
            <a:off x="5659438" y="3032125"/>
            <a:ext cx="3048000" cy="2286000"/>
          </a:xfrm>
          <a:custGeom>
            <a:avLst/>
            <a:gdLst>
              <a:gd name="T0" fmla="*/ 0 w 1920"/>
              <a:gd name="T1" fmla="*/ 0 h 1440"/>
              <a:gd name="T2" fmla="*/ 0 w 1920"/>
              <a:gd name="T3" fmla="*/ 2147483646 h 1440"/>
              <a:gd name="T4" fmla="*/ 2147483646 w 1920"/>
              <a:gd name="T5" fmla="*/ 2147483646 h 1440"/>
              <a:gd name="T6" fmla="*/ 0 60000 65536"/>
              <a:gd name="T7" fmla="*/ 0 60000 65536"/>
              <a:gd name="T8" fmla="*/ 0 60000 65536"/>
              <a:gd name="T9" fmla="*/ 0 w 1920"/>
              <a:gd name="T10" fmla="*/ 0 h 1440"/>
              <a:gd name="T11" fmla="*/ 1920 w 1920"/>
              <a:gd name="T12" fmla="*/ 1440 h 144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920" h="1440">
                <a:moveTo>
                  <a:pt x="0" y="0"/>
                </a:moveTo>
                <a:lnTo>
                  <a:pt x="0" y="1440"/>
                </a:lnTo>
                <a:lnTo>
                  <a:pt x="1920" y="1440"/>
                </a:lnTo>
              </a:path>
            </a:pathLst>
          </a:custGeom>
          <a:noFill/>
          <a:ln w="28575">
            <a:solidFill>
              <a:schemeClr val="tx1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238597" name="Text Box 5">
            <a:extLst>
              <a:ext uri="{FF2B5EF4-FFF2-40B4-BE49-F238E27FC236}">
                <a16:creationId xmlns:a16="http://schemas.microsoft.com/office/drawing/2014/main" id="{EC557BC5-9F45-B442-A9D7-E5E12C27C2C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75238" y="2590800"/>
            <a:ext cx="11144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itchFamily="2" charset="2"/>
              <a:buChar char="q"/>
              <a:defRPr sz="22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q"/>
              <a:defRPr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hit rate</a:t>
            </a:r>
          </a:p>
        </p:txBody>
      </p:sp>
      <p:sp>
        <p:nvSpPr>
          <p:cNvPr id="238598" name="Text Box 6">
            <a:extLst>
              <a:ext uri="{FF2B5EF4-FFF2-40B4-BE49-F238E27FC236}">
                <a16:creationId xmlns:a16="http://schemas.microsoft.com/office/drawing/2014/main" id="{6257B137-3EC1-C440-B0B6-CBFF979E096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47075" y="5318125"/>
            <a:ext cx="722313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itchFamily="2" charset="2"/>
              <a:buChar char="q"/>
              <a:defRPr sz="22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q"/>
              <a:defRPr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block</a:t>
            </a: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size</a:t>
            </a:r>
          </a:p>
        </p:txBody>
      </p:sp>
      <p:sp>
        <p:nvSpPr>
          <p:cNvPr id="238599" name="Freeform 7">
            <a:extLst>
              <a:ext uri="{FF2B5EF4-FFF2-40B4-BE49-F238E27FC236}">
                <a16:creationId xmlns:a16="http://schemas.microsoft.com/office/drawing/2014/main" id="{422761CA-5BF9-2C4A-8DF7-08A0E9D7D5EE}"/>
              </a:ext>
            </a:extLst>
          </p:cNvPr>
          <p:cNvSpPr>
            <a:spLocks/>
          </p:cNvSpPr>
          <p:nvPr/>
        </p:nvSpPr>
        <p:spPr bwMode="auto">
          <a:xfrm>
            <a:off x="5659438" y="3048000"/>
            <a:ext cx="2863850" cy="2270125"/>
          </a:xfrm>
          <a:custGeom>
            <a:avLst/>
            <a:gdLst>
              <a:gd name="T0" fmla="*/ 0 w 1804"/>
              <a:gd name="T1" fmla="*/ 2147483646 h 1430"/>
              <a:gd name="T2" fmla="*/ 2147483646 w 1804"/>
              <a:gd name="T3" fmla="*/ 2147483646 h 1430"/>
              <a:gd name="T4" fmla="*/ 2147483646 w 1804"/>
              <a:gd name="T5" fmla="*/ 2147483646 h 1430"/>
              <a:gd name="T6" fmla="*/ 2147483646 w 1804"/>
              <a:gd name="T7" fmla="*/ 2147483646 h 1430"/>
              <a:gd name="T8" fmla="*/ 2147483646 w 1804"/>
              <a:gd name="T9" fmla="*/ 2147483646 h 1430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1804"/>
              <a:gd name="T16" fmla="*/ 0 h 1430"/>
              <a:gd name="T17" fmla="*/ 1804 w 1804"/>
              <a:gd name="T18" fmla="*/ 1430 h 1430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1804" h="1430">
                <a:moveTo>
                  <a:pt x="0" y="1430"/>
                </a:moveTo>
                <a:cubicBezTo>
                  <a:pt x="36" y="1210"/>
                  <a:pt x="52" y="1027"/>
                  <a:pt x="144" y="806"/>
                </a:cubicBezTo>
                <a:cubicBezTo>
                  <a:pt x="236" y="585"/>
                  <a:pt x="384" y="212"/>
                  <a:pt x="551" y="106"/>
                </a:cubicBezTo>
                <a:cubicBezTo>
                  <a:pt x="718" y="0"/>
                  <a:pt x="937" y="45"/>
                  <a:pt x="1146" y="169"/>
                </a:cubicBezTo>
                <a:cubicBezTo>
                  <a:pt x="1355" y="293"/>
                  <a:pt x="1667" y="710"/>
                  <a:pt x="1804" y="852"/>
                </a:cubicBez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40070401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641" name="Title 1">
            <a:extLst>
              <a:ext uri="{FF2B5EF4-FFF2-40B4-BE49-F238E27FC236}">
                <a16:creationId xmlns:a16="http://schemas.microsoft.com/office/drawing/2014/main" id="{8D98BFA0-99B2-F64A-9BD8-B8769CC2928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>
                <a:ea typeface="ＭＳ Ｐゴシック" panose="020B0600070205080204" pitchFamily="34" charset="-128"/>
              </a:rPr>
              <a:t>Associativity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E55D8F-6FF8-4E48-8F28-31305B0EF257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76200" y="914400"/>
            <a:ext cx="9005888" cy="5562600"/>
          </a:xfrm>
        </p:spPr>
        <p:txBody>
          <a:bodyPr/>
          <a:lstStyle/>
          <a:p>
            <a:r>
              <a:rPr lang="en-US" altLang="en-US" dirty="0">
                <a:ea typeface="ＭＳ Ｐゴシック" panose="020B0600070205080204" pitchFamily="34" charset="-128"/>
              </a:rPr>
              <a:t>How many blocks can be present in the same index (i.e., set)?</a:t>
            </a:r>
          </a:p>
          <a:p>
            <a:endParaRPr lang="en-US" altLang="en-US" dirty="0">
              <a:ea typeface="ＭＳ Ｐゴシック" panose="020B0600070205080204" pitchFamily="34" charset="-128"/>
            </a:endParaRPr>
          </a:p>
          <a:p>
            <a:r>
              <a:rPr lang="en-US" altLang="en-US" dirty="0">
                <a:solidFill>
                  <a:srgbClr val="0432FF"/>
                </a:solidFill>
                <a:ea typeface="ＭＳ Ｐゴシック" panose="020B0600070205080204" pitchFamily="34" charset="-128"/>
              </a:rPr>
              <a:t>Larger associativity</a:t>
            </a:r>
          </a:p>
          <a:p>
            <a:pPr lvl="1"/>
            <a:r>
              <a:rPr lang="en-US" altLang="en-US" dirty="0">
                <a:ea typeface="ＭＳ Ｐゴシック" panose="020B0600070205080204" pitchFamily="34" charset="-128"/>
              </a:rPr>
              <a:t>lower miss rate (reduced conflicts)</a:t>
            </a:r>
          </a:p>
          <a:p>
            <a:pPr lvl="1"/>
            <a:r>
              <a:rPr lang="en-US" altLang="en-US" dirty="0">
                <a:ea typeface="ＭＳ Ｐゴシック" panose="020B0600070205080204" pitchFamily="34" charset="-128"/>
              </a:rPr>
              <a:t>higher hit latency and area cost (plus diminishing returns)</a:t>
            </a:r>
          </a:p>
          <a:p>
            <a:endParaRPr lang="en-US" altLang="en-US" dirty="0">
              <a:ea typeface="ＭＳ Ｐゴシック" panose="020B0600070205080204" pitchFamily="34" charset="-128"/>
            </a:endParaRPr>
          </a:p>
          <a:p>
            <a:r>
              <a:rPr lang="en-US" altLang="en-US" dirty="0">
                <a:solidFill>
                  <a:srgbClr val="0432FF"/>
                </a:solidFill>
                <a:ea typeface="ＭＳ Ｐゴシック" panose="020B0600070205080204" pitchFamily="34" charset="-128"/>
              </a:rPr>
              <a:t>Smaller associativity</a:t>
            </a:r>
          </a:p>
          <a:p>
            <a:pPr lvl="1"/>
            <a:r>
              <a:rPr lang="en-US" altLang="en-US" dirty="0">
                <a:ea typeface="ＭＳ Ｐゴシック" panose="020B0600070205080204" pitchFamily="34" charset="-128"/>
              </a:rPr>
              <a:t>lower cost</a:t>
            </a:r>
          </a:p>
          <a:p>
            <a:pPr lvl="1"/>
            <a:r>
              <a:rPr lang="en-US" altLang="en-US" dirty="0">
                <a:ea typeface="ＭＳ Ｐゴシック" panose="020B0600070205080204" pitchFamily="34" charset="-128"/>
              </a:rPr>
              <a:t>lower hit latency</a:t>
            </a:r>
          </a:p>
          <a:p>
            <a:pPr lvl="2"/>
            <a:r>
              <a:rPr lang="en-US" altLang="en-US" dirty="0">
                <a:ea typeface="ＭＳ Ｐゴシック" panose="020B0600070205080204" pitchFamily="34" charset="-128"/>
              </a:rPr>
              <a:t>Especially important for L1 caches</a:t>
            </a:r>
          </a:p>
          <a:p>
            <a:pPr lvl="1"/>
            <a:endParaRPr lang="en-US" altLang="en-US" dirty="0">
              <a:ea typeface="ＭＳ Ｐゴシック" panose="020B0600070205080204" pitchFamily="34" charset="-128"/>
            </a:endParaRPr>
          </a:p>
          <a:p>
            <a:pPr lvl="1"/>
            <a:endParaRPr lang="en-US" altLang="en-US" dirty="0">
              <a:ea typeface="ＭＳ Ｐゴシック" panose="020B0600070205080204" pitchFamily="34" charset="-128"/>
            </a:endParaRPr>
          </a:p>
          <a:p>
            <a:r>
              <a:rPr lang="en-US" altLang="en-US" dirty="0">
                <a:solidFill>
                  <a:srgbClr val="FF0000"/>
                </a:solidFill>
                <a:ea typeface="ＭＳ Ｐゴシック" panose="020B0600070205080204" pitchFamily="34" charset="-128"/>
              </a:rPr>
              <a:t>Is power of 2 associativity required?</a:t>
            </a:r>
          </a:p>
          <a:p>
            <a:pPr lvl="1">
              <a:buFont typeface="Wingdings" pitchFamily="2" charset="2"/>
              <a:buNone/>
            </a:pPr>
            <a:endParaRPr lang="en-US" altLang="en-US" dirty="0">
              <a:ea typeface="ＭＳ Ｐゴシック" panose="020B0600070205080204" pitchFamily="34" charset="-128"/>
            </a:endParaRPr>
          </a:p>
          <a:p>
            <a:endParaRPr lang="en-US" altLang="en-US" dirty="0">
              <a:ea typeface="ＭＳ Ｐゴシック" panose="020B0600070205080204" pitchFamily="34" charset="-128"/>
            </a:endParaRPr>
          </a:p>
        </p:txBody>
      </p:sp>
      <p:sp>
        <p:nvSpPr>
          <p:cNvPr id="240643" name="Slide Number Placeholder 3">
            <a:extLst>
              <a:ext uri="{FF2B5EF4-FFF2-40B4-BE49-F238E27FC236}">
                <a16:creationId xmlns:a16="http://schemas.microsoft.com/office/drawing/2014/main" id="{716AA897-F03A-184E-8E70-6932FD3563A2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itchFamily="2" charset="2"/>
              <a:buChar char="q"/>
              <a:defRPr sz="22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q"/>
              <a:defRPr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E918969F-C166-4549-B472-67EFBC00DC27}" type="slidenum">
              <a:rPr kumimoji="0" lang="en-US" altLang="en-US" sz="16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aramond" panose="02020404030301010803" pitchFamily="18" charset="0"/>
                <a:ea typeface="ＭＳ Ｐゴシック" panose="020B0600070205080204" pitchFamily="34" charset="-128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26</a:t>
            </a:fld>
            <a:endParaRPr kumimoji="0" lang="en-US" altLang="en-US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Garamond" panose="02020404030301010803" pitchFamily="18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240644" name="Freeform 5">
            <a:extLst>
              <a:ext uri="{FF2B5EF4-FFF2-40B4-BE49-F238E27FC236}">
                <a16:creationId xmlns:a16="http://schemas.microsoft.com/office/drawing/2014/main" id="{4BB3A8F6-F064-CF45-8C84-A17B6B90080A}"/>
              </a:ext>
            </a:extLst>
          </p:cNvPr>
          <p:cNvSpPr>
            <a:spLocks/>
          </p:cNvSpPr>
          <p:nvPr/>
        </p:nvSpPr>
        <p:spPr bwMode="auto">
          <a:xfrm>
            <a:off x="5527675" y="3414713"/>
            <a:ext cx="3048000" cy="2286000"/>
          </a:xfrm>
          <a:custGeom>
            <a:avLst/>
            <a:gdLst>
              <a:gd name="T0" fmla="*/ 0 w 1920"/>
              <a:gd name="T1" fmla="*/ 0 h 1440"/>
              <a:gd name="T2" fmla="*/ 0 w 1920"/>
              <a:gd name="T3" fmla="*/ 2147483646 h 1440"/>
              <a:gd name="T4" fmla="*/ 2147483646 w 1920"/>
              <a:gd name="T5" fmla="*/ 2147483646 h 1440"/>
              <a:gd name="T6" fmla="*/ 0 60000 65536"/>
              <a:gd name="T7" fmla="*/ 0 60000 65536"/>
              <a:gd name="T8" fmla="*/ 0 60000 65536"/>
              <a:gd name="T9" fmla="*/ 0 w 1920"/>
              <a:gd name="T10" fmla="*/ 0 h 1440"/>
              <a:gd name="T11" fmla="*/ 1920 w 1920"/>
              <a:gd name="T12" fmla="*/ 1440 h 144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920" h="1440">
                <a:moveTo>
                  <a:pt x="0" y="0"/>
                </a:moveTo>
                <a:lnTo>
                  <a:pt x="0" y="1440"/>
                </a:lnTo>
                <a:lnTo>
                  <a:pt x="1920" y="1440"/>
                </a:lnTo>
              </a:path>
            </a:pathLst>
          </a:custGeom>
          <a:noFill/>
          <a:ln w="28575">
            <a:solidFill>
              <a:schemeClr val="tx1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240645" name="Text Box 7">
            <a:extLst>
              <a:ext uri="{FF2B5EF4-FFF2-40B4-BE49-F238E27FC236}">
                <a16:creationId xmlns:a16="http://schemas.microsoft.com/office/drawing/2014/main" id="{E8C154C2-076A-D147-B491-1D05E029543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42225" y="5734050"/>
            <a:ext cx="1481138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itchFamily="2" charset="2"/>
              <a:buChar char="q"/>
              <a:defRPr sz="22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q"/>
              <a:defRPr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associativity</a:t>
            </a:r>
          </a:p>
        </p:txBody>
      </p:sp>
      <p:sp>
        <p:nvSpPr>
          <p:cNvPr id="240646" name="Freeform 8">
            <a:extLst>
              <a:ext uri="{FF2B5EF4-FFF2-40B4-BE49-F238E27FC236}">
                <a16:creationId xmlns:a16="http://schemas.microsoft.com/office/drawing/2014/main" id="{4EB1FF55-ACDA-7F4B-86A8-166C5A3234A3}"/>
              </a:ext>
            </a:extLst>
          </p:cNvPr>
          <p:cNvSpPr>
            <a:spLocks/>
          </p:cNvSpPr>
          <p:nvPr/>
        </p:nvSpPr>
        <p:spPr bwMode="auto">
          <a:xfrm>
            <a:off x="5813425" y="3414713"/>
            <a:ext cx="2609850" cy="852487"/>
          </a:xfrm>
          <a:custGeom>
            <a:avLst/>
            <a:gdLst>
              <a:gd name="T0" fmla="*/ 0 w 1644"/>
              <a:gd name="T1" fmla="*/ 2147483646 h 537"/>
              <a:gd name="T2" fmla="*/ 2147483646 w 1644"/>
              <a:gd name="T3" fmla="*/ 2147483646 h 537"/>
              <a:gd name="T4" fmla="*/ 2147483646 w 1644"/>
              <a:gd name="T5" fmla="*/ 2147483646 h 537"/>
              <a:gd name="T6" fmla="*/ 2147483646 w 1644"/>
              <a:gd name="T7" fmla="*/ 0 h 537"/>
              <a:gd name="T8" fmla="*/ 0 60000 65536"/>
              <a:gd name="T9" fmla="*/ 0 60000 65536"/>
              <a:gd name="T10" fmla="*/ 0 60000 65536"/>
              <a:gd name="T11" fmla="*/ 0 60000 65536"/>
              <a:gd name="T12" fmla="*/ 0 w 1644"/>
              <a:gd name="T13" fmla="*/ 0 h 537"/>
              <a:gd name="T14" fmla="*/ 1644 w 1644"/>
              <a:gd name="T15" fmla="*/ 537 h 537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1644" h="537">
                <a:moveTo>
                  <a:pt x="0" y="537"/>
                </a:moveTo>
                <a:cubicBezTo>
                  <a:pt x="35" y="492"/>
                  <a:pt x="101" y="341"/>
                  <a:pt x="209" y="267"/>
                </a:cubicBezTo>
                <a:cubicBezTo>
                  <a:pt x="317" y="193"/>
                  <a:pt x="410" y="134"/>
                  <a:pt x="649" y="90"/>
                </a:cubicBezTo>
                <a:cubicBezTo>
                  <a:pt x="888" y="46"/>
                  <a:pt x="1437" y="19"/>
                  <a:pt x="1644" y="0"/>
                </a:cubicBez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240647" name="Text Box 6">
            <a:extLst>
              <a:ext uri="{FF2B5EF4-FFF2-40B4-BE49-F238E27FC236}">
                <a16:creationId xmlns:a16="http://schemas.microsoft.com/office/drawing/2014/main" id="{B7008063-7CC5-0243-9A0B-D2F1C89F08D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24400" y="3130550"/>
            <a:ext cx="11160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itchFamily="2" charset="2"/>
              <a:buChar char="q"/>
              <a:defRPr sz="22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q"/>
              <a:defRPr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hit rate</a:t>
            </a:r>
          </a:p>
        </p:txBody>
      </p:sp>
    </p:spTree>
    <p:extLst>
      <p:ext uri="{BB962C8B-B14F-4D97-AF65-F5344CB8AC3E}">
        <p14:creationId xmlns:p14="http://schemas.microsoft.com/office/powerpoint/2010/main" val="4107733158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689" name="Title 1">
            <a:extLst>
              <a:ext uri="{FF2B5EF4-FFF2-40B4-BE49-F238E27FC236}">
                <a16:creationId xmlns:a16="http://schemas.microsoft.com/office/drawing/2014/main" id="{8D920F56-9B9B-F247-A317-DC0AB3A48EE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>
                <a:ea typeface="ＭＳ Ｐゴシック" panose="020B0600070205080204" pitchFamily="34" charset="-128"/>
              </a:rPr>
              <a:t>Classification of Cache Misses</a:t>
            </a:r>
          </a:p>
        </p:txBody>
      </p:sp>
      <p:sp>
        <p:nvSpPr>
          <p:cNvPr id="48130" name="Content Placeholder 2">
            <a:extLst>
              <a:ext uri="{FF2B5EF4-FFF2-40B4-BE49-F238E27FC236}">
                <a16:creationId xmlns:a16="http://schemas.microsoft.com/office/drawing/2014/main" id="{9EA6A80F-F22E-B442-80E6-FCFE792BEACC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228600" y="914400"/>
            <a:ext cx="8534400" cy="5562600"/>
          </a:xfrm>
        </p:spPr>
        <p:txBody>
          <a:bodyPr/>
          <a:lstStyle/>
          <a:p>
            <a:r>
              <a:rPr lang="en-US" altLang="en-US" dirty="0">
                <a:solidFill>
                  <a:srgbClr val="FF0000"/>
                </a:solidFill>
                <a:ea typeface="ＭＳ Ｐゴシック" panose="020B0600070205080204" pitchFamily="34" charset="-128"/>
              </a:rPr>
              <a:t>Compulsory miss </a:t>
            </a:r>
          </a:p>
          <a:p>
            <a:pPr lvl="1"/>
            <a:r>
              <a:rPr lang="en-US" altLang="en-US" dirty="0">
                <a:solidFill>
                  <a:srgbClr val="0432FF"/>
                </a:solidFill>
                <a:ea typeface="ＭＳ Ｐゴシック" panose="020B0600070205080204" pitchFamily="34" charset="-128"/>
              </a:rPr>
              <a:t>first reference to an address (block) always results in a miss</a:t>
            </a:r>
          </a:p>
          <a:p>
            <a:pPr lvl="1"/>
            <a:r>
              <a:rPr lang="en-US" altLang="en-US" dirty="0">
                <a:ea typeface="ＭＳ Ｐゴシック" panose="020B0600070205080204" pitchFamily="34" charset="-128"/>
              </a:rPr>
              <a:t>subsequent references should hit unless the cache block is displaced for the reasons below</a:t>
            </a:r>
          </a:p>
          <a:p>
            <a:endParaRPr lang="en-US" altLang="en-US" dirty="0">
              <a:ea typeface="ＭＳ Ｐゴシック" panose="020B0600070205080204" pitchFamily="34" charset="-128"/>
            </a:endParaRPr>
          </a:p>
          <a:p>
            <a:r>
              <a:rPr lang="en-US" altLang="en-US" dirty="0">
                <a:solidFill>
                  <a:srgbClr val="FF0000"/>
                </a:solidFill>
                <a:ea typeface="ＭＳ Ｐゴシック" panose="020B0600070205080204" pitchFamily="34" charset="-128"/>
              </a:rPr>
              <a:t>Capacity miss </a:t>
            </a:r>
          </a:p>
          <a:p>
            <a:pPr lvl="1"/>
            <a:r>
              <a:rPr lang="en-US" altLang="en-US" dirty="0">
                <a:solidFill>
                  <a:srgbClr val="0432FF"/>
                </a:solidFill>
                <a:ea typeface="ＭＳ Ｐゴシック" panose="020B0600070205080204" pitchFamily="34" charset="-128"/>
              </a:rPr>
              <a:t>cache is too small to hold everything needed</a:t>
            </a:r>
          </a:p>
          <a:p>
            <a:pPr lvl="1"/>
            <a:r>
              <a:rPr lang="en-US" altLang="en-US" dirty="0">
                <a:ea typeface="ＭＳ Ｐゴシック" panose="020B0600070205080204" pitchFamily="34" charset="-128"/>
              </a:rPr>
              <a:t>defined as the misses that would occur even in a fully-associative cache (with optimal replacement) of the same capacity 	</a:t>
            </a:r>
          </a:p>
          <a:p>
            <a:endParaRPr lang="en-US" altLang="en-US" dirty="0">
              <a:ea typeface="ＭＳ Ｐゴシック" panose="020B0600070205080204" pitchFamily="34" charset="-128"/>
            </a:endParaRPr>
          </a:p>
          <a:p>
            <a:r>
              <a:rPr lang="en-US" altLang="en-US" dirty="0">
                <a:solidFill>
                  <a:srgbClr val="FF0000"/>
                </a:solidFill>
                <a:ea typeface="ＭＳ Ｐゴシック" panose="020B0600070205080204" pitchFamily="34" charset="-128"/>
              </a:rPr>
              <a:t>Conflict miss </a:t>
            </a:r>
          </a:p>
          <a:p>
            <a:pPr lvl="1"/>
            <a:r>
              <a:rPr lang="en-US" altLang="en-US" dirty="0">
                <a:ea typeface="ＭＳ Ｐゴシック" panose="020B0600070205080204" pitchFamily="34" charset="-128"/>
              </a:rPr>
              <a:t>defined as </a:t>
            </a:r>
            <a:r>
              <a:rPr lang="en-US" altLang="en-US" dirty="0">
                <a:solidFill>
                  <a:srgbClr val="0432FF"/>
                </a:solidFill>
                <a:ea typeface="ＭＳ Ｐゴシック" panose="020B0600070205080204" pitchFamily="34" charset="-128"/>
              </a:rPr>
              <a:t>any miss that is neither a compulsory nor a capacity miss	</a:t>
            </a:r>
          </a:p>
        </p:txBody>
      </p:sp>
      <p:sp>
        <p:nvSpPr>
          <p:cNvPr id="242691" name="Slide Number Placeholder 3">
            <a:extLst>
              <a:ext uri="{FF2B5EF4-FFF2-40B4-BE49-F238E27FC236}">
                <a16:creationId xmlns:a16="http://schemas.microsoft.com/office/drawing/2014/main" id="{18F47AAE-3071-384D-8FE1-8E5E9252A6F8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itchFamily="2" charset="2"/>
              <a:buChar char="q"/>
              <a:defRPr sz="22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q"/>
              <a:defRPr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F7233B88-6CD8-FF4B-82E3-0E64DCBB7D38}" type="slidenum">
              <a:rPr kumimoji="0" lang="en-US" altLang="en-US" sz="16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aramond" panose="02020404030301010803" pitchFamily="18" charset="0"/>
                <a:ea typeface="ＭＳ Ｐゴシック" panose="020B0600070205080204" pitchFamily="34" charset="-128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27</a:t>
            </a:fld>
            <a:endParaRPr kumimoji="0" lang="en-US" altLang="en-US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Garamond" panose="02020404030301010803" pitchFamily="18" charset="0"/>
              <a:ea typeface="ＭＳ Ｐゴシック" panose="020B0600070205080204" pitchFamily="34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467464775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0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713" name="Title 1">
            <a:extLst>
              <a:ext uri="{FF2B5EF4-FFF2-40B4-BE49-F238E27FC236}">
                <a16:creationId xmlns:a16="http://schemas.microsoft.com/office/drawing/2014/main" id="{0A540D80-C58E-3548-907D-0DCF99C7A71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>
                <a:ea typeface="ＭＳ Ｐゴシック" panose="020B0600070205080204" pitchFamily="34" charset="-128"/>
              </a:rPr>
              <a:t>How to Reduce Each Miss Type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575350-184D-4246-B62F-3CFF71A80FA3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228600" y="914400"/>
            <a:ext cx="8610600" cy="5194300"/>
          </a:xfrm>
        </p:spPr>
        <p:txBody>
          <a:bodyPr/>
          <a:lstStyle/>
          <a:p>
            <a:r>
              <a:rPr lang="en-US" altLang="en-US" dirty="0">
                <a:solidFill>
                  <a:srgbClr val="FF0000"/>
                </a:solidFill>
                <a:ea typeface="ＭＳ Ｐゴシック" panose="020B0600070205080204" pitchFamily="34" charset="-128"/>
              </a:rPr>
              <a:t>Compulsory</a:t>
            </a:r>
          </a:p>
          <a:p>
            <a:pPr lvl="1"/>
            <a:r>
              <a:rPr lang="en-US" altLang="en-US" dirty="0">
                <a:ea typeface="ＭＳ Ｐゴシック" panose="020B0600070205080204" pitchFamily="34" charset="-128"/>
              </a:rPr>
              <a:t>Caching cannot help</a:t>
            </a:r>
          </a:p>
          <a:p>
            <a:pPr lvl="1"/>
            <a:r>
              <a:rPr lang="en-US" altLang="en-US" dirty="0">
                <a:ea typeface="ＭＳ Ｐゴシック" panose="020B0600070205080204" pitchFamily="34" charset="-128"/>
              </a:rPr>
              <a:t>Prefetching can: Anticipate which blocks will be needed soon</a:t>
            </a:r>
          </a:p>
          <a:p>
            <a:r>
              <a:rPr lang="en-US" altLang="en-US" dirty="0">
                <a:solidFill>
                  <a:srgbClr val="FF0000"/>
                </a:solidFill>
                <a:ea typeface="ＭＳ Ｐゴシック" panose="020B0600070205080204" pitchFamily="34" charset="-128"/>
              </a:rPr>
              <a:t>Conflict</a:t>
            </a:r>
          </a:p>
          <a:p>
            <a:pPr lvl="1"/>
            <a:r>
              <a:rPr lang="en-US" altLang="en-US" dirty="0">
                <a:ea typeface="ＭＳ Ｐゴシック" panose="020B0600070205080204" pitchFamily="34" charset="-128"/>
              </a:rPr>
              <a:t>More associativity</a:t>
            </a:r>
          </a:p>
          <a:p>
            <a:pPr lvl="1"/>
            <a:r>
              <a:rPr lang="en-US" altLang="en-US" dirty="0">
                <a:ea typeface="ＭＳ Ｐゴシック" panose="020B0600070205080204" pitchFamily="34" charset="-128"/>
              </a:rPr>
              <a:t>Other ways to get more associativity without making the cache associative</a:t>
            </a:r>
          </a:p>
          <a:p>
            <a:pPr lvl="2"/>
            <a:r>
              <a:rPr lang="en-US" altLang="en-US" dirty="0">
                <a:ea typeface="ＭＳ Ｐゴシック" panose="020B0600070205080204" pitchFamily="34" charset="-128"/>
              </a:rPr>
              <a:t>Victim cache</a:t>
            </a:r>
          </a:p>
          <a:p>
            <a:pPr lvl="2"/>
            <a:r>
              <a:rPr lang="en-US" altLang="en-US" dirty="0">
                <a:ea typeface="ＭＳ Ｐゴシック" panose="020B0600070205080204" pitchFamily="34" charset="-128"/>
              </a:rPr>
              <a:t>Better, randomized indexing</a:t>
            </a:r>
          </a:p>
          <a:p>
            <a:pPr lvl="2"/>
            <a:r>
              <a:rPr lang="en-US" altLang="en-US" dirty="0">
                <a:ea typeface="ＭＳ Ｐゴシック" panose="020B0600070205080204" pitchFamily="34" charset="-128"/>
              </a:rPr>
              <a:t>Software hints?</a:t>
            </a:r>
          </a:p>
          <a:p>
            <a:r>
              <a:rPr lang="en-US" altLang="en-US" dirty="0">
                <a:solidFill>
                  <a:srgbClr val="FF0000"/>
                </a:solidFill>
                <a:ea typeface="ＭＳ Ｐゴシック" panose="020B0600070205080204" pitchFamily="34" charset="-128"/>
              </a:rPr>
              <a:t>Capacity</a:t>
            </a:r>
          </a:p>
          <a:p>
            <a:pPr lvl="1"/>
            <a:r>
              <a:rPr lang="en-US" altLang="en-US" dirty="0">
                <a:ea typeface="ＭＳ Ｐゴシック" panose="020B0600070205080204" pitchFamily="34" charset="-128"/>
              </a:rPr>
              <a:t>Utilize cache space better: keep blocks that will be referenced</a:t>
            </a:r>
          </a:p>
          <a:p>
            <a:pPr lvl="1"/>
            <a:r>
              <a:rPr lang="en-US" altLang="en-US" dirty="0">
                <a:ea typeface="ＭＳ Ｐゴシック" panose="020B0600070205080204" pitchFamily="34" charset="-128"/>
              </a:rPr>
              <a:t>Software management: divide working set and computation such that each </a:t>
            </a:r>
            <a:r>
              <a:rPr lang="ja-JP" altLang="en-US">
                <a:ea typeface="ＭＳ Ｐゴシック" panose="020B0600070205080204" pitchFamily="34" charset="-128"/>
              </a:rPr>
              <a:t>“</a:t>
            </a:r>
            <a:r>
              <a:rPr lang="en-US" altLang="ja-JP" dirty="0">
                <a:ea typeface="ＭＳ Ｐゴシック" panose="020B0600070205080204" pitchFamily="34" charset="-128"/>
              </a:rPr>
              <a:t>computation phase</a:t>
            </a:r>
            <a:r>
              <a:rPr lang="ja-JP" altLang="en-US" dirty="0">
                <a:ea typeface="ＭＳ Ｐゴシック" panose="020B0600070205080204" pitchFamily="34" charset="-128"/>
              </a:rPr>
              <a:t>”</a:t>
            </a:r>
            <a:r>
              <a:rPr lang="en-US" altLang="ja-JP" dirty="0">
                <a:ea typeface="ＭＳ Ｐゴシック" panose="020B0600070205080204" pitchFamily="34" charset="-128"/>
              </a:rPr>
              <a:t> fits in cache</a:t>
            </a:r>
            <a:endParaRPr lang="en-US" altLang="en-US" dirty="0">
              <a:ea typeface="ＭＳ Ｐゴシック" panose="020B0600070205080204" pitchFamily="34" charset="-128"/>
            </a:endParaRPr>
          </a:p>
        </p:txBody>
      </p:sp>
      <p:sp>
        <p:nvSpPr>
          <p:cNvPr id="243715" name="Slide Number Placeholder 3">
            <a:extLst>
              <a:ext uri="{FF2B5EF4-FFF2-40B4-BE49-F238E27FC236}">
                <a16:creationId xmlns:a16="http://schemas.microsoft.com/office/drawing/2014/main" id="{264469E5-D0F6-394F-B960-DB96223F8455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itchFamily="2" charset="2"/>
              <a:buChar char="q"/>
              <a:defRPr sz="22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q"/>
              <a:defRPr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9F2B1A69-60C9-3741-A171-4C6007310487}" type="slidenum">
              <a:rPr kumimoji="0" lang="en-US" altLang="en-US" sz="16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aramond" panose="02020404030301010803" pitchFamily="18" charset="0"/>
                <a:ea typeface="ＭＳ Ｐゴシック" panose="020B0600070205080204" pitchFamily="34" charset="-128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28</a:t>
            </a:fld>
            <a:endParaRPr kumimoji="0" lang="en-US" altLang="en-US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Garamond" panose="02020404030301010803" pitchFamily="18" charset="0"/>
              <a:ea typeface="ＭＳ Ｐゴシック" panose="020B0600070205080204" pitchFamily="34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58534388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737" name="Title 1">
            <a:extLst>
              <a:ext uri="{FF2B5EF4-FFF2-40B4-BE49-F238E27FC236}">
                <a16:creationId xmlns:a16="http://schemas.microsoft.com/office/drawing/2014/main" id="{78FEAB72-A105-5849-917A-CCFA8D3CF9B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>
                <a:ea typeface="ＭＳ Ｐゴシック" panose="020B0600070205080204" pitchFamily="34" charset="-128"/>
              </a:rPr>
              <a:t>How to Improve Cache Performance</a:t>
            </a:r>
          </a:p>
        </p:txBody>
      </p:sp>
      <p:sp>
        <p:nvSpPr>
          <p:cNvPr id="50178" name="Content Placeholder 2">
            <a:extLst>
              <a:ext uri="{FF2B5EF4-FFF2-40B4-BE49-F238E27FC236}">
                <a16:creationId xmlns:a16="http://schemas.microsoft.com/office/drawing/2014/main" id="{4A4107A0-393D-4C40-80D5-EAECBEE2634B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228600" y="996950"/>
            <a:ext cx="8610600" cy="5194300"/>
          </a:xfrm>
        </p:spPr>
        <p:txBody>
          <a:bodyPr/>
          <a:lstStyle/>
          <a:p>
            <a:r>
              <a:rPr lang="en-US" altLang="en-US">
                <a:ea typeface="ＭＳ Ｐゴシック" panose="020B0600070205080204" pitchFamily="34" charset="-128"/>
              </a:rPr>
              <a:t>Three fundamental goals</a:t>
            </a:r>
          </a:p>
          <a:p>
            <a:endParaRPr lang="en-US" altLang="en-US">
              <a:ea typeface="ＭＳ Ｐゴシック" panose="020B0600070205080204" pitchFamily="34" charset="-128"/>
            </a:endParaRPr>
          </a:p>
          <a:p>
            <a:r>
              <a:rPr lang="en-US" altLang="en-US">
                <a:solidFill>
                  <a:srgbClr val="0000FF"/>
                </a:solidFill>
                <a:ea typeface="ＭＳ Ｐゴシック" panose="020B0600070205080204" pitchFamily="34" charset="-128"/>
              </a:rPr>
              <a:t>Reducing miss rate</a:t>
            </a:r>
          </a:p>
          <a:p>
            <a:pPr lvl="1"/>
            <a:r>
              <a:rPr lang="en-US" altLang="en-US">
                <a:ea typeface="ＭＳ Ｐゴシック" panose="020B0600070205080204" pitchFamily="34" charset="-128"/>
              </a:rPr>
              <a:t>Caveat: reducing miss rate can reduce performance if more costly-to-refetch blocks are evicted</a:t>
            </a:r>
          </a:p>
          <a:p>
            <a:pPr lvl="1">
              <a:buFont typeface="Wingdings" pitchFamily="2" charset="2"/>
              <a:buNone/>
            </a:pPr>
            <a:endParaRPr lang="en-US" altLang="en-US">
              <a:ea typeface="ＭＳ Ｐゴシック" panose="020B0600070205080204" pitchFamily="34" charset="-128"/>
            </a:endParaRPr>
          </a:p>
          <a:p>
            <a:r>
              <a:rPr lang="en-US" altLang="en-US">
                <a:solidFill>
                  <a:srgbClr val="0000FF"/>
                </a:solidFill>
                <a:ea typeface="ＭＳ Ｐゴシック" panose="020B0600070205080204" pitchFamily="34" charset="-128"/>
              </a:rPr>
              <a:t>Reducing miss latency or miss cost</a:t>
            </a:r>
            <a:endParaRPr lang="en-US" altLang="en-US">
              <a:ea typeface="ＭＳ Ｐゴシック" panose="020B0600070205080204" pitchFamily="34" charset="-128"/>
            </a:endParaRPr>
          </a:p>
          <a:p>
            <a:endParaRPr lang="en-US" altLang="en-US">
              <a:ea typeface="ＭＳ Ｐゴシック" panose="020B0600070205080204" pitchFamily="34" charset="-128"/>
            </a:endParaRPr>
          </a:p>
          <a:p>
            <a:endParaRPr lang="en-US" altLang="en-US">
              <a:ea typeface="ＭＳ Ｐゴシック" panose="020B0600070205080204" pitchFamily="34" charset="-128"/>
            </a:endParaRPr>
          </a:p>
          <a:p>
            <a:r>
              <a:rPr lang="en-US" altLang="en-US">
                <a:solidFill>
                  <a:srgbClr val="0000FF"/>
                </a:solidFill>
                <a:ea typeface="ＭＳ Ｐゴシック" panose="020B0600070205080204" pitchFamily="34" charset="-128"/>
              </a:rPr>
              <a:t>Reducing hit latency or hit cost</a:t>
            </a:r>
          </a:p>
          <a:p>
            <a:endParaRPr lang="en-US" altLang="en-US">
              <a:ea typeface="ＭＳ Ｐゴシック" panose="020B0600070205080204" pitchFamily="34" charset="-128"/>
            </a:endParaRPr>
          </a:p>
          <a:p>
            <a:r>
              <a:rPr lang="en-US" altLang="en-US">
                <a:ea typeface="ＭＳ Ｐゴシック" panose="020B0600070205080204" pitchFamily="34" charset="-128"/>
              </a:rPr>
              <a:t>The above three </a:t>
            </a:r>
            <a:r>
              <a:rPr lang="en-US" altLang="en-US" b="1">
                <a:solidFill>
                  <a:srgbClr val="FF0000"/>
                </a:solidFill>
                <a:ea typeface="ＭＳ Ｐゴシック" panose="020B0600070205080204" pitchFamily="34" charset="-128"/>
              </a:rPr>
              <a:t>together</a:t>
            </a:r>
            <a:r>
              <a:rPr lang="en-US" altLang="en-US">
                <a:solidFill>
                  <a:srgbClr val="FF0000"/>
                </a:solidFill>
                <a:ea typeface="ＭＳ Ｐゴシック" panose="020B0600070205080204" pitchFamily="34" charset="-128"/>
              </a:rPr>
              <a:t> </a:t>
            </a:r>
            <a:r>
              <a:rPr lang="en-US" altLang="en-US">
                <a:ea typeface="ＭＳ Ｐゴシック" panose="020B0600070205080204" pitchFamily="34" charset="-128"/>
              </a:rPr>
              <a:t>affect performance </a:t>
            </a:r>
          </a:p>
        </p:txBody>
      </p:sp>
      <p:sp>
        <p:nvSpPr>
          <p:cNvPr id="244739" name="Slide Number Placeholder 3">
            <a:extLst>
              <a:ext uri="{FF2B5EF4-FFF2-40B4-BE49-F238E27FC236}">
                <a16:creationId xmlns:a16="http://schemas.microsoft.com/office/drawing/2014/main" id="{09DCB6C1-1F1B-4048-ACB8-A57C34A0660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itchFamily="2" charset="2"/>
              <a:buChar char="q"/>
              <a:defRPr sz="22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q"/>
              <a:defRPr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F49D414F-D48A-7A40-89D7-DBBC140E5DDE}" type="slidenum">
              <a:rPr kumimoji="0" lang="en-US" altLang="en-US" sz="16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aramond" panose="02020404030301010803" pitchFamily="18" charset="0"/>
                <a:ea typeface="ＭＳ Ｐゴシック" panose="020B0600070205080204" pitchFamily="34" charset="-128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29</a:t>
            </a:fld>
            <a:endParaRPr kumimoji="0" lang="en-US" altLang="en-US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Garamond" panose="02020404030301010803" pitchFamily="18" charset="0"/>
              <a:ea typeface="ＭＳ Ｐゴシック" panose="020B0600070205080204" pitchFamily="34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60163869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7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7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7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7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7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78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681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>
                <a:ea typeface="ＭＳ Ｐゴシック" charset="-128"/>
              </a:rPr>
              <a:t>Restructuring Data Access Patterns (I)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996950"/>
            <a:ext cx="8804275" cy="5194300"/>
          </a:xfrm>
        </p:spPr>
        <p:txBody>
          <a:bodyPr/>
          <a:lstStyle/>
          <a:p>
            <a:r>
              <a:rPr lang="en-US" altLang="en-US">
                <a:solidFill>
                  <a:srgbClr val="FF0000"/>
                </a:solidFill>
                <a:ea typeface="ＭＳ Ｐゴシック" charset="-128"/>
              </a:rPr>
              <a:t>Idea: Restructure data layout or data access patterns</a:t>
            </a:r>
          </a:p>
          <a:p>
            <a:r>
              <a:rPr lang="en-US" altLang="en-US">
                <a:ea typeface="ＭＳ Ｐゴシック" charset="-128"/>
              </a:rPr>
              <a:t>Example: If column-major</a:t>
            </a:r>
          </a:p>
          <a:p>
            <a:pPr lvl="1"/>
            <a:r>
              <a:rPr lang="en-US" altLang="en-US">
                <a:ea typeface="ＭＳ Ｐゴシック" charset="-128"/>
              </a:rPr>
              <a:t>x[i+1,j] follows x[i,j] in memory</a:t>
            </a:r>
          </a:p>
          <a:p>
            <a:pPr lvl="1"/>
            <a:r>
              <a:rPr lang="en-US" altLang="en-US">
                <a:ea typeface="ＭＳ Ｐゴシック" charset="-128"/>
              </a:rPr>
              <a:t>x[i,j+1] is far away from x[i,j]</a:t>
            </a:r>
          </a:p>
          <a:p>
            <a:pPr lvl="1"/>
            <a:endParaRPr lang="en-US" altLang="en-US">
              <a:ea typeface="ＭＳ Ｐゴシック" charset="-128"/>
            </a:endParaRPr>
          </a:p>
          <a:p>
            <a:pPr lvl="1"/>
            <a:endParaRPr lang="en-US" altLang="en-US">
              <a:ea typeface="ＭＳ Ｐゴシック" charset="-128"/>
            </a:endParaRPr>
          </a:p>
          <a:p>
            <a:pPr lvl="1"/>
            <a:endParaRPr lang="en-US" altLang="en-US">
              <a:ea typeface="ＭＳ Ｐゴシック" charset="-128"/>
            </a:endParaRPr>
          </a:p>
          <a:p>
            <a:pPr lvl="1"/>
            <a:endParaRPr lang="en-US" altLang="en-US">
              <a:ea typeface="ＭＳ Ｐゴシック" charset="-128"/>
            </a:endParaRPr>
          </a:p>
          <a:p>
            <a:pPr lvl="1"/>
            <a:endParaRPr lang="en-US" altLang="en-US">
              <a:ea typeface="ＭＳ Ｐゴシック" charset="-128"/>
            </a:endParaRPr>
          </a:p>
          <a:p>
            <a:r>
              <a:rPr lang="en-US" altLang="en-US">
                <a:ea typeface="ＭＳ Ｐゴシック" charset="-128"/>
              </a:rPr>
              <a:t>This is called </a:t>
            </a:r>
            <a:r>
              <a:rPr lang="en-US" altLang="en-US">
                <a:solidFill>
                  <a:srgbClr val="0033CC"/>
                </a:solidFill>
                <a:ea typeface="ＭＳ Ｐゴシック" charset="-128"/>
              </a:rPr>
              <a:t>loop interchange</a:t>
            </a:r>
          </a:p>
          <a:p>
            <a:r>
              <a:rPr lang="en-US" altLang="en-US">
                <a:ea typeface="ＭＳ Ｐゴシック" charset="-128"/>
              </a:rPr>
              <a:t>Other optimizations can also increase hit rate</a:t>
            </a:r>
          </a:p>
          <a:p>
            <a:pPr lvl="1"/>
            <a:r>
              <a:rPr lang="en-US" altLang="en-US">
                <a:ea typeface="ＭＳ Ｐゴシック" charset="-128"/>
              </a:rPr>
              <a:t>Loop fusion, array merging, …</a:t>
            </a:r>
          </a:p>
          <a:p>
            <a:r>
              <a:rPr lang="en-US" altLang="en-US">
                <a:ea typeface="ＭＳ Ｐゴシック" charset="-128"/>
              </a:rPr>
              <a:t>What if multiple arrays? Unknown array size at compile time?</a:t>
            </a:r>
          </a:p>
        </p:txBody>
      </p:sp>
      <p:sp>
        <p:nvSpPr>
          <p:cNvPr id="327683" name="Slide Number Placeholder 3"/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charset="2"/>
              <a:buChar char="n"/>
              <a:defRPr sz="2400">
                <a:solidFill>
                  <a:schemeClr val="tx1"/>
                </a:solidFill>
                <a:latin typeface="Tahoma" charset="0"/>
                <a:ea typeface="ＭＳ Ｐゴシック" charset="-128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charset="2"/>
              <a:buChar char="q"/>
              <a:defRPr sz="2200">
                <a:solidFill>
                  <a:schemeClr val="tx1"/>
                </a:solidFill>
                <a:latin typeface="Tahoma" charset="0"/>
                <a:ea typeface="ＭＳ Ｐゴシック" charset="-128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charset="2"/>
              <a:buChar char="n"/>
              <a:defRPr sz="2000">
                <a:solidFill>
                  <a:schemeClr val="tx1"/>
                </a:solidFill>
                <a:latin typeface="Tahoma" charset="0"/>
                <a:ea typeface="ＭＳ Ｐゴシック" charset="-128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charset="2"/>
              <a:buChar char="q"/>
              <a:defRPr>
                <a:solidFill>
                  <a:schemeClr val="tx1"/>
                </a:solidFill>
                <a:latin typeface="Tahoma" charset="0"/>
                <a:ea typeface="ＭＳ Ｐゴシック" charset="-128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charset="2"/>
              <a:buChar char="§"/>
              <a:defRPr sz="1600">
                <a:solidFill>
                  <a:schemeClr val="tx1"/>
                </a:solidFill>
                <a:latin typeface="Tahoma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charset="2"/>
              <a:buChar char="§"/>
              <a:defRPr sz="1600">
                <a:solidFill>
                  <a:schemeClr val="tx1"/>
                </a:solidFill>
                <a:latin typeface="Tahoma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charset="2"/>
              <a:buChar char="§"/>
              <a:defRPr sz="1600">
                <a:solidFill>
                  <a:schemeClr val="tx1"/>
                </a:solidFill>
                <a:latin typeface="Tahoma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charset="2"/>
              <a:buChar char="§"/>
              <a:defRPr sz="1600">
                <a:solidFill>
                  <a:schemeClr val="tx1"/>
                </a:solidFill>
                <a:latin typeface="Tahoma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charset="2"/>
              <a:buChar char="§"/>
              <a:defRPr sz="1600">
                <a:solidFill>
                  <a:schemeClr val="tx1"/>
                </a:solidFill>
                <a:latin typeface="Tahoma" charset="0"/>
                <a:ea typeface="ＭＳ Ｐゴシック" charset="-128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A720D93C-491F-7A4B-8FAA-60A79D7AD7AB}" type="slidenum">
              <a:rPr lang="en-US" altLang="en-US" sz="1600">
                <a:solidFill>
                  <a:srgbClr val="000000"/>
                </a:solidFill>
                <a:latin typeface="Garamond" charset="0"/>
              </a:rPr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30</a:t>
            </a:fld>
            <a:endParaRPr lang="en-US" altLang="en-US" sz="1600">
              <a:solidFill>
                <a:srgbClr val="000000"/>
              </a:solidFill>
              <a:latin typeface="Garamond" charset="0"/>
            </a:endParaRPr>
          </a:p>
        </p:txBody>
      </p:sp>
      <p:sp>
        <p:nvSpPr>
          <p:cNvPr id="5" name="TextBox 4"/>
          <p:cNvSpPr txBox="1">
            <a:spLocks noChangeArrowheads="1"/>
          </p:cNvSpPr>
          <p:nvPr/>
        </p:nvSpPr>
        <p:spPr bwMode="auto">
          <a:xfrm>
            <a:off x="671513" y="3103563"/>
            <a:ext cx="3035300" cy="1323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charset="2"/>
              <a:buChar char="n"/>
              <a:defRPr sz="2400">
                <a:solidFill>
                  <a:schemeClr val="tx1"/>
                </a:solidFill>
                <a:latin typeface="Tahoma" charset="0"/>
                <a:ea typeface="ＭＳ Ｐゴシック" charset="-128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charset="2"/>
              <a:buChar char="q"/>
              <a:defRPr sz="2200">
                <a:solidFill>
                  <a:schemeClr val="tx1"/>
                </a:solidFill>
                <a:latin typeface="Tahoma" charset="0"/>
                <a:ea typeface="ＭＳ Ｐゴシック" charset="-128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charset="2"/>
              <a:buChar char="n"/>
              <a:defRPr sz="2000">
                <a:solidFill>
                  <a:schemeClr val="tx1"/>
                </a:solidFill>
                <a:latin typeface="Tahoma" charset="0"/>
                <a:ea typeface="ＭＳ Ｐゴシック" charset="-128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charset="2"/>
              <a:buChar char="q"/>
              <a:defRPr>
                <a:solidFill>
                  <a:schemeClr val="tx1"/>
                </a:solidFill>
                <a:latin typeface="Tahoma" charset="0"/>
                <a:ea typeface="ＭＳ Ｐゴシック" charset="-128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charset="2"/>
              <a:buChar char="§"/>
              <a:defRPr sz="1600">
                <a:solidFill>
                  <a:schemeClr val="tx1"/>
                </a:solidFill>
                <a:latin typeface="Tahoma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charset="2"/>
              <a:buChar char="§"/>
              <a:defRPr sz="1600">
                <a:solidFill>
                  <a:schemeClr val="tx1"/>
                </a:solidFill>
                <a:latin typeface="Tahoma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charset="2"/>
              <a:buChar char="§"/>
              <a:defRPr sz="1600">
                <a:solidFill>
                  <a:schemeClr val="tx1"/>
                </a:solidFill>
                <a:latin typeface="Tahoma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charset="2"/>
              <a:buChar char="§"/>
              <a:defRPr sz="1600">
                <a:solidFill>
                  <a:schemeClr val="tx1"/>
                </a:solidFill>
                <a:latin typeface="Tahoma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charset="2"/>
              <a:buChar char="§"/>
              <a:defRPr sz="1600">
                <a:solidFill>
                  <a:schemeClr val="tx1"/>
                </a:solidFill>
                <a:latin typeface="Tahoma" charset="0"/>
                <a:ea typeface="ＭＳ Ｐゴシック" charset="-128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>
                <a:solidFill>
                  <a:srgbClr val="FF0000"/>
                </a:solidFill>
                <a:latin typeface="Arial" charset="0"/>
              </a:rPr>
              <a:t>Poor code		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>
                <a:solidFill>
                  <a:srgbClr val="000000"/>
                </a:solidFill>
                <a:latin typeface="Arial" charset="0"/>
              </a:rPr>
              <a:t>for i = 1, rows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>
                <a:solidFill>
                  <a:srgbClr val="000000"/>
                </a:solidFill>
                <a:latin typeface="Arial" charset="0"/>
              </a:rPr>
              <a:t>      for j = 1, columns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>
                <a:solidFill>
                  <a:srgbClr val="000000"/>
                </a:solidFill>
                <a:latin typeface="Arial" charset="0"/>
              </a:rPr>
              <a:t>            sum = sum + x[i,j]</a:t>
            </a:r>
          </a:p>
        </p:txBody>
      </p:sp>
      <p:sp>
        <p:nvSpPr>
          <p:cNvPr id="6" name="TextBox 5"/>
          <p:cNvSpPr txBox="1">
            <a:spLocks noChangeArrowheads="1"/>
          </p:cNvSpPr>
          <p:nvPr/>
        </p:nvSpPr>
        <p:spPr bwMode="auto">
          <a:xfrm>
            <a:off x="4525963" y="3103563"/>
            <a:ext cx="3878262" cy="1323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342900" indent="-342900">
              <a:spcBef>
                <a:spcPct val="20000"/>
              </a:spcBef>
              <a:buClr>
                <a:schemeClr val="accent1"/>
              </a:buClr>
              <a:buSzPct val="65000"/>
              <a:buFont typeface="Wingdings" charset="2"/>
              <a:buChar char="n"/>
              <a:defRPr sz="2400">
                <a:solidFill>
                  <a:schemeClr val="tx1"/>
                </a:solidFill>
                <a:latin typeface="Tahoma" charset="0"/>
                <a:ea typeface="ＭＳ Ｐゴシック" charset="-128"/>
              </a:defRPr>
            </a:lvl1pPr>
            <a:lvl2pPr>
              <a:spcBef>
                <a:spcPct val="20000"/>
              </a:spcBef>
              <a:buClr>
                <a:schemeClr val="accent2"/>
              </a:buClr>
              <a:buSzPct val="60000"/>
              <a:buFont typeface="Wingdings" charset="2"/>
              <a:buChar char="q"/>
              <a:defRPr sz="2200">
                <a:solidFill>
                  <a:schemeClr val="tx1"/>
                </a:solidFill>
                <a:latin typeface="Tahoma" charset="0"/>
                <a:ea typeface="ＭＳ Ｐゴシック" charset="-128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charset="2"/>
              <a:buChar char="n"/>
              <a:defRPr sz="2000">
                <a:solidFill>
                  <a:schemeClr val="tx1"/>
                </a:solidFill>
                <a:latin typeface="Tahoma" charset="0"/>
                <a:ea typeface="ＭＳ Ｐゴシック" charset="-128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charset="2"/>
              <a:buChar char="q"/>
              <a:defRPr>
                <a:solidFill>
                  <a:schemeClr val="tx1"/>
                </a:solidFill>
                <a:latin typeface="Tahoma" charset="0"/>
                <a:ea typeface="ＭＳ Ｐゴシック" charset="-128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charset="2"/>
              <a:buChar char="§"/>
              <a:defRPr sz="1600">
                <a:solidFill>
                  <a:schemeClr val="tx1"/>
                </a:solidFill>
                <a:latin typeface="Tahoma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charset="2"/>
              <a:buChar char="§"/>
              <a:defRPr sz="1600">
                <a:solidFill>
                  <a:schemeClr val="tx1"/>
                </a:solidFill>
                <a:latin typeface="Tahoma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charset="2"/>
              <a:buChar char="§"/>
              <a:defRPr sz="1600">
                <a:solidFill>
                  <a:schemeClr val="tx1"/>
                </a:solidFill>
                <a:latin typeface="Tahoma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charset="2"/>
              <a:buChar char="§"/>
              <a:defRPr sz="1600">
                <a:solidFill>
                  <a:schemeClr val="tx1"/>
                </a:solidFill>
                <a:latin typeface="Tahoma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charset="2"/>
              <a:buChar char="§"/>
              <a:defRPr sz="1600">
                <a:solidFill>
                  <a:schemeClr val="tx1"/>
                </a:solidFill>
                <a:latin typeface="Tahoma" charset="0"/>
                <a:ea typeface="ＭＳ Ｐゴシック" charset="-128"/>
              </a:defRPr>
            </a:lvl9pPr>
          </a:lstStyle>
          <a:p>
            <a:pPr lvl="1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>
                <a:solidFill>
                  <a:srgbClr val="FF0000"/>
                </a:solidFill>
                <a:latin typeface="Arial" charset="0"/>
              </a:rPr>
              <a:t>Better code			</a:t>
            </a:r>
          </a:p>
          <a:p>
            <a:pPr lvl="1" eaLnBrk="1" hangingPunct="1">
              <a:spcBef>
                <a:spcPct val="0"/>
              </a:spcBef>
              <a:buClrTx/>
              <a:buSzTx/>
              <a:buFont typeface="ZapfDingbats" charset="0"/>
              <a:buNone/>
            </a:pPr>
            <a:r>
              <a:rPr lang="en-US" altLang="en-US" sz="2000">
                <a:solidFill>
                  <a:srgbClr val="000000"/>
                </a:solidFill>
                <a:latin typeface="Arial" charset="0"/>
              </a:rPr>
              <a:t>for j = 1, columns</a:t>
            </a:r>
          </a:p>
          <a:p>
            <a:pPr lvl="1" eaLnBrk="1" hangingPunct="1">
              <a:spcBef>
                <a:spcPct val="0"/>
              </a:spcBef>
              <a:buClrTx/>
              <a:buSzTx/>
              <a:buFont typeface="ZapfDingbats" charset="0"/>
              <a:buNone/>
            </a:pPr>
            <a:r>
              <a:rPr lang="en-US" altLang="en-US" sz="2000">
                <a:solidFill>
                  <a:srgbClr val="000000"/>
                </a:solidFill>
                <a:latin typeface="Arial" charset="0"/>
              </a:rPr>
              <a:t>      for i = 1, rows</a:t>
            </a:r>
          </a:p>
          <a:p>
            <a:pPr lvl="1" eaLnBrk="1" hangingPunct="1">
              <a:spcBef>
                <a:spcPct val="0"/>
              </a:spcBef>
              <a:buClrTx/>
              <a:buSzTx/>
              <a:buFont typeface="ZapfDingbats" charset="0"/>
              <a:buNone/>
            </a:pPr>
            <a:r>
              <a:rPr lang="en-US" altLang="en-US" sz="2000">
                <a:solidFill>
                  <a:srgbClr val="000000"/>
                </a:solidFill>
                <a:latin typeface="Arial" charset="0"/>
              </a:rPr>
              <a:t>           sum = sum + x[i,j]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705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>
                <a:ea typeface="ＭＳ Ｐゴシック" charset="-128"/>
              </a:rPr>
              <a:t>Restructuring Data Access Patterns (II)</a:t>
            </a:r>
          </a:p>
        </p:txBody>
      </p:sp>
      <p:sp>
        <p:nvSpPr>
          <p:cNvPr id="35843" name="Content Placeholder 2"/>
          <p:cNvSpPr>
            <a:spLocks noGrp="1"/>
          </p:cNvSpPr>
          <p:nvPr>
            <p:ph idx="1"/>
          </p:nvPr>
        </p:nvSpPr>
        <p:spPr>
          <a:xfrm>
            <a:off x="228600" y="996950"/>
            <a:ext cx="8610600" cy="5194300"/>
          </a:xfrm>
        </p:spPr>
        <p:txBody>
          <a:bodyPr/>
          <a:lstStyle/>
          <a:p>
            <a:r>
              <a:rPr lang="en-US" altLang="en-US">
                <a:solidFill>
                  <a:srgbClr val="FF0000"/>
                </a:solidFill>
                <a:ea typeface="ＭＳ Ｐゴシック" charset="-128"/>
              </a:rPr>
              <a:t>Blocking</a:t>
            </a:r>
            <a:r>
              <a:rPr lang="en-US" altLang="en-US">
                <a:ea typeface="ＭＳ Ｐゴシック" charset="-128"/>
              </a:rPr>
              <a:t> </a:t>
            </a:r>
          </a:p>
          <a:p>
            <a:pPr lvl="1"/>
            <a:r>
              <a:rPr lang="en-US" altLang="en-US">
                <a:ea typeface="ＭＳ Ｐゴシック" charset="-128"/>
              </a:rPr>
              <a:t>Divide loops operating on arrays into computation chunks so that each chunk can hold its data in the cache</a:t>
            </a:r>
          </a:p>
          <a:p>
            <a:pPr lvl="1"/>
            <a:r>
              <a:rPr lang="en-US" altLang="en-US">
                <a:ea typeface="ＭＳ Ｐゴシック" charset="-128"/>
              </a:rPr>
              <a:t>Avoids cache conflicts between different chunks of computation</a:t>
            </a:r>
          </a:p>
          <a:p>
            <a:pPr lvl="1"/>
            <a:r>
              <a:rPr lang="en-US" altLang="en-US">
                <a:ea typeface="ＭＳ Ｐゴシック" charset="-128"/>
              </a:rPr>
              <a:t>Essentially: Divide the working set so that each piece fits in the cache</a:t>
            </a:r>
          </a:p>
          <a:p>
            <a:endParaRPr lang="en-US" altLang="en-US">
              <a:ea typeface="ＭＳ Ｐゴシック" charset="-128"/>
            </a:endParaRPr>
          </a:p>
          <a:p>
            <a:endParaRPr lang="en-US" altLang="en-US">
              <a:ea typeface="ＭＳ Ｐゴシック" charset="-128"/>
            </a:endParaRPr>
          </a:p>
          <a:p>
            <a:r>
              <a:rPr lang="en-US" altLang="en-US">
                <a:ea typeface="ＭＳ Ｐゴシック" charset="-128"/>
              </a:rPr>
              <a:t>But, there are still self-conflicts in a block</a:t>
            </a:r>
          </a:p>
          <a:p>
            <a:pPr lvl="1">
              <a:buFont typeface="Wingdings" charset="2"/>
              <a:buNone/>
            </a:pPr>
            <a:r>
              <a:rPr lang="en-US" altLang="en-US">
                <a:ea typeface="ＭＳ Ｐゴシック" charset="-128"/>
              </a:rPr>
              <a:t>1. there can be conflicts among different arrays</a:t>
            </a:r>
          </a:p>
          <a:p>
            <a:pPr lvl="1">
              <a:buFont typeface="Wingdings" charset="2"/>
              <a:buNone/>
            </a:pPr>
            <a:r>
              <a:rPr lang="en-US" altLang="en-US">
                <a:ea typeface="ＭＳ Ｐゴシック" charset="-128"/>
              </a:rPr>
              <a:t>2. array sizes may be unknown at compile/programming time</a:t>
            </a:r>
          </a:p>
        </p:txBody>
      </p:sp>
      <p:sp>
        <p:nvSpPr>
          <p:cNvPr id="328707" name="Slide Number Placeholder 3"/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charset="2"/>
              <a:buChar char="n"/>
              <a:defRPr sz="2400">
                <a:solidFill>
                  <a:schemeClr val="tx1"/>
                </a:solidFill>
                <a:latin typeface="Tahoma" charset="0"/>
                <a:ea typeface="ＭＳ Ｐゴシック" charset="-128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charset="2"/>
              <a:buChar char="q"/>
              <a:defRPr sz="2200">
                <a:solidFill>
                  <a:schemeClr val="tx1"/>
                </a:solidFill>
                <a:latin typeface="Tahoma" charset="0"/>
                <a:ea typeface="ＭＳ Ｐゴシック" charset="-128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charset="2"/>
              <a:buChar char="n"/>
              <a:defRPr sz="2000">
                <a:solidFill>
                  <a:schemeClr val="tx1"/>
                </a:solidFill>
                <a:latin typeface="Tahoma" charset="0"/>
                <a:ea typeface="ＭＳ Ｐゴシック" charset="-128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charset="2"/>
              <a:buChar char="q"/>
              <a:defRPr>
                <a:solidFill>
                  <a:schemeClr val="tx1"/>
                </a:solidFill>
                <a:latin typeface="Tahoma" charset="0"/>
                <a:ea typeface="ＭＳ Ｐゴシック" charset="-128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charset="2"/>
              <a:buChar char="§"/>
              <a:defRPr sz="1600">
                <a:solidFill>
                  <a:schemeClr val="tx1"/>
                </a:solidFill>
                <a:latin typeface="Tahoma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charset="2"/>
              <a:buChar char="§"/>
              <a:defRPr sz="1600">
                <a:solidFill>
                  <a:schemeClr val="tx1"/>
                </a:solidFill>
                <a:latin typeface="Tahoma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charset="2"/>
              <a:buChar char="§"/>
              <a:defRPr sz="1600">
                <a:solidFill>
                  <a:schemeClr val="tx1"/>
                </a:solidFill>
                <a:latin typeface="Tahoma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charset="2"/>
              <a:buChar char="§"/>
              <a:defRPr sz="1600">
                <a:solidFill>
                  <a:schemeClr val="tx1"/>
                </a:solidFill>
                <a:latin typeface="Tahoma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charset="2"/>
              <a:buChar char="§"/>
              <a:defRPr sz="1600">
                <a:solidFill>
                  <a:schemeClr val="tx1"/>
                </a:solidFill>
                <a:latin typeface="Tahoma" charset="0"/>
                <a:ea typeface="ＭＳ Ｐゴシック" charset="-128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65F668F2-A421-4441-AE51-61CB7C31C7D8}" type="slidenum">
              <a:rPr lang="en-US" altLang="en-US" sz="1600">
                <a:solidFill>
                  <a:srgbClr val="000000"/>
                </a:solidFill>
                <a:latin typeface="Garamond" charset="0"/>
              </a:rPr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31</a:t>
            </a:fld>
            <a:endParaRPr lang="en-US" altLang="en-US" sz="1600">
              <a:solidFill>
                <a:srgbClr val="000000"/>
              </a:solidFill>
              <a:latin typeface="Garamond" charset="0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72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>
                <a:ea typeface="ＭＳ Ｐゴシック" charset="-128"/>
              </a:rPr>
              <a:t>Restructuring Data Layout (I)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38725" y="996950"/>
            <a:ext cx="3800475" cy="5194300"/>
          </a:xfrm>
        </p:spPr>
        <p:txBody>
          <a:bodyPr/>
          <a:lstStyle/>
          <a:p>
            <a:r>
              <a:rPr lang="en-US" altLang="en-US" dirty="0">
                <a:ea typeface="ＭＳ Ｐゴシック" charset="-128"/>
              </a:rPr>
              <a:t>Pointer based traversal (e.g., of a linked list)</a:t>
            </a:r>
          </a:p>
          <a:p>
            <a:r>
              <a:rPr lang="en-US" altLang="en-US" dirty="0">
                <a:ea typeface="ＭＳ Ｐゴシック" charset="-128"/>
              </a:rPr>
              <a:t>Assume a huge linked list (1B nodes) and unique keys</a:t>
            </a:r>
          </a:p>
          <a:p>
            <a:r>
              <a:rPr lang="en-US" altLang="en-US" dirty="0">
                <a:solidFill>
                  <a:srgbClr val="FF0000"/>
                </a:solidFill>
                <a:ea typeface="ＭＳ Ｐゴシック" charset="-128"/>
              </a:rPr>
              <a:t>Why does the code on the left have poor cache hit rate?</a:t>
            </a:r>
          </a:p>
          <a:p>
            <a:pPr lvl="1"/>
            <a:r>
              <a:rPr lang="ja-JP" altLang="en-US" dirty="0">
                <a:ea typeface="ＭＳ Ｐゴシック" charset="-128"/>
              </a:rPr>
              <a:t>“</a:t>
            </a:r>
            <a:r>
              <a:rPr lang="en-US" altLang="ja-JP" dirty="0">
                <a:ea typeface="ＭＳ Ｐゴシック" charset="-128"/>
              </a:rPr>
              <a:t>Other fields</a:t>
            </a:r>
            <a:r>
              <a:rPr lang="ja-JP" altLang="en-US" dirty="0">
                <a:ea typeface="ＭＳ Ｐゴシック" charset="-128"/>
              </a:rPr>
              <a:t>”</a:t>
            </a:r>
            <a:r>
              <a:rPr lang="en-US" altLang="ja-JP" dirty="0">
                <a:ea typeface="ＭＳ Ｐゴシック" charset="-128"/>
              </a:rPr>
              <a:t> occupy most of the cache line even though rarely accessed!</a:t>
            </a:r>
          </a:p>
          <a:p>
            <a:endParaRPr lang="en-US" altLang="en-US" dirty="0">
              <a:ea typeface="ＭＳ Ｐゴシック" charset="-128"/>
            </a:endParaRPr>
          </a:p>
          <a:p>
            <a:endParaRPr lang="en-US" altLang="en-US" dirty="0">
              <a:ea typeface="ＭＳ Ｐゴシック" charset="-128"/>
            </a:endParaRPr>
          </a:p>
          <a:p>
            <a:endParaRPr lang="en-US" altLang="en-US" dirty="0">
              <a:ea typeface="ＭＳ Ｐゴシック" charset="-128"/>
            </a:endParaRPr>
          </a:p>
        </p:txBody>
      </p:sp>
      <p:sp>
        <p:nvSpPr>
          <p:cNvPr id="329731" name="Slide Number Placeholder 3"/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charset="2"/>
              <a:buChar char="n"/>
              <a:defRPr sz="2400">
                <a:solidFill>
                  <a:schemeClr val="tx1"/>
                </a:solidFill>
                <a:latin typeface="Tahoma" charset="0"/>
                <a:ea typeface="ＭＳ Ｐゴシック" charset="-128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charset="2"/>
              <a:buChar char="q"/>
              <a:defRPr sz="2200">
                <a:solidFill>
                  <a:schemeClr val="tx1"/>
                </a:solidFill>
                <a:latin typeface="Tahoma" charset="0"/>
                <a:ea typeface="ＭＳ Ｐゴシック" charset="-128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charset="2"/>
              <a:buChar char="n"/>
              <a:defRPr sz="2000">
                <a:solidFill>
                  <a:schemeClr val="tx1"/>
                </a:solidFill>
                <a:latin typeface="Tahoma" charset="0"/>
                <a:ea typeface="ＭＳ Ｐゴシック" charset="-128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charset="2"/>
              <a:buChar char="q"/>
              <a:defRPr>
                <a:solidFill>
                  <a:schemeClr val="tx1"/>
                </a:solidFill>
                <a:latin typeface="Tahoma" charset="0"/>
                <a:ea typeface="ＭＳ Ｐゴシック" charset="-128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charset="2"/>
              <a:buChar char="§"/>
              <a:defRPr sz="1600">
                <a:solidFill>
                  <a:schemeClr val="tx1"/>
                </a:solidFill>
                <a:latin typeface="Tahoma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charset="2"/>
              <a:buChar char="§"/>
              <a:defRPr sz="1600">
                <a:solidFill>
                  <a:schemeClr val="tx1"/>
                </a:solidFill>
                <a:latin typeface="Tahoma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charset="2"/>
              <a:buChar char="§"/>
              <a:defRPr sz="1600">
                <a:solidFill>
                  <a:schemeClr val="tx1"/>
                </a:solidFill>
                <a:latin typeface="Tahoma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charset="2"/>
              <a:buChar char="§"/>
              <a:defRPr sz="1600">
                <a:solidFill>
                  <a:schemeClr val="tx1"/>
                </a:solidFill>
                <a:latin typeface="Tahoma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charset="2"/>
              <a:buChar char="§"/>
              <a:defRPr sz="1600">
                <a:solidFill>
                  <a:schemeClr val="tx1"/>
                </a:solidFill>
                <a:latin typeface="Tahoma" charset="0"/>
                <a:ea typeface="ＭＳ Ｐゴシック" charset="-128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7D451820-2146-BA48-BAD4-52CD11F03BFA}" type="slidenum">
              <a:rPr lang="en-US" altLang="en-US" sz="1600">
                <a:solidFill>
                  <a:srgbClr val="000000"/>
                </a:solidFill>
                <a:latin typeface="Garamond" charset="0"/>
              </a:rPr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32</a:t>
            </a:fld>
            <a:endParaRPr lang="en-US" altLang="en-US" sz="1600">
              <a:solidFill>
                <a:srgbClr val="000000"/>
              </a:solidFill>
              <a:latin typeface="Garamond" charset="0"/>
            </a:endParaRPr>
          </a:p>
        </p:txBody>
      </p:sp>
      <p:sp>
        <p:nvSpPr>
          <p:cNvPr id="329732" name="TextBox 4"/>
          <p:cNvSpPr txBox="1">
            <a:spLocks noChangeArrowheads="1"/>
          </p:cNvSpPr>
          <p:nvPr/>
        </p:nvSpPr>
        <p:spPr bwMode="auto">
          <a:xfrm>
            <a:off x="441325" y="1320800"/>
            <a:ext cx="4367213" cy="4400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charset="2"/>
              <a:buChar char="n"/>
              <a:defRPr sz="2400">
                <a:solidFill>
                  <a:schemeClr val="tx1"/>
                </a:solidFill>
                <a:latin typeface="Tahoma" charset="0"/>
                <a:ea typeface="ＭＳ Ｐゴシック" charset="-128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charset="2"/>
              <a:buChar char="q"/>
              <a:defRPr sz="2200">
                <a:solidFill>
                  <a:schemeClr val="tx1"/>
                </a:solidFill>
                <a:latin typeface="Tahoma" charset="0"/>
                <a:ea typeface="ＭＳ Ｐゴシック" charset="-128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charset="2"/>
              <a:buChar char="n"/>
              <a:defRPr sz="2000">
                <a:solidFill>
                  <a:schemeClr val="tx1"/>
                </a:solidFill>
                <a:latin typeface="Tahoma" charset="0"/>
                <a:ea typeface="ＭＳ Ｐゴシック" charset="-128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charset="2"/>
              <a:buChar char="q"/>
              <a:defRPr>
                <a:solidFill>
                  <a:schemeClr val="tx1"/>
                </a:solidFill>
                <a:latin typeface="Tahoma" charset="0"/>
                <a:ea typeface="ＭＳ Ｐゴシック" charset="-128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charset="2"/>
              <a:buChar char="§"/>
              <a:defRPr sz="1600">
                <a:solidFill>
                  <a:schemeClr val="tx1"/>
                </a:solidFill>
                <a:latin typeface="Tahoma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charset="2"/>
              <a:buChar char="§"/>
              <a:defRPr sz="1600">
                <a:solidFill>
                  <a:schemeClr val="tx1"/>
                </a:solidFill>
                <a:latin typeface="Tahoma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charset="2"/>
              <a:buChar char="§"/>
              <a:defRPr sz="1600">
                <a:solidFill>
                  <a:schemeClr val="tx1"/>
                </a:solidFill>
                <a:latin typeface="Tahoma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charset="2"/>
              <a:buChar char="§"/>
              <a:defRPr sz="1600">
                <a:solidFill>
                  <a:schemeClr val="tx1"/>
                </a:solidFill>
                <a:latin typeface="Tahoma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charset="2"/>
              <a:buChar char="§"/>
              <a:defRPr sz="1600">
                <a:solidFill>
                  <a:schemeClr val="tx1"/>
                </a:solidFill>
                <a:latin typeface="Tahoma" charset="0"/>
                <a:ea typeface="ＭＳ Ｐゴシック" charset="-128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 dirty="0" err="1">
                <a:solidFill>
                  <a:srgbClr val="000000"/>
                </a:solidFill>
                <a:latin typeface="Arial" charset="0"/>
              </a:rPr>
              <a:t>struct</a:t>
            </a:r>
            <a:r>
              <a:rPr lang="en-US" altLang="en-US" sz="2000" dirty="0">
                <a:solidFill>
                  <a:srgbClr val="000000"/>
                </a:solidFill>
                <a:latin typeface="Arial" charset="0"/>
              </a:rPr>
              <a:t> Node {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 dirty="0">
                <a:solidFill>
                  <a:srgbClr val="000000"/>
                </a:solidFill>
                <a:latin typeface="Arial" charset="0"/>
              </a:rPr>
              <a:t>     </a:t>
            </a:r>
            <a:r>
              <a:rPr lang="en-US" altLang="en-US" sz="2000" dirty="0" err="1">
                <a:solidFill>
                  <a:srgbClr val="000000"/>
                </a:solidFill>
                <a:latin typeface="Arial" charset="0"/>
              </a:rPr>
              <a:t>struct</a:t>
            </a:r>
            <a:r>
              <a:rPr lang="en-US" altLang="en-US" sz="2000" dirty="0">
                <a:solidFill>
                  <a:srgbClr val="000000"/>
                </a:solidFill>
                <a:latin typeface="Arial" charset="0"/>
              </a:rPr>
              <a:t> Node* next;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 dirty="0">
                <a:solidFill>
                  <a:srgbClr val="000000"/>
                </a:solidFill>
                <a:latin typeface="Arial" charset="0"/>
              </a:rPr>
              <a:t>     </a:t>
            </a:r>
            <a:r>
              <a:rPr lang="en-US" altLang="en-US" sz="2000" dirty="0" err="1">
                <a:solidFill>
                  <a:srgbClr val="000000"/>
                </a:solidFill>
                <a:latin typeface="Arial" charset="0"/>
              </a:rPr>
              <a:t>int</a:t>
            </a:r>
            <a:r>
              <a:rPr lang="en-US" altLang="en-US" sz="2000" dirty="0">
                <a:solidFill>
                  <a:srgbClr val="000000"/>
                </a:solidFill>
                <a:latin typeface="Arial" charset="0"/>
              </a:rPr>
              <a:t> key;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 dirty="0">
                <a:solidFill>
                  <a:srgbClr val="000000"/>
                </a:solidFill>
                <a:latin typeface="Arial" charset="0"/>
              </a:rPr>
              <a:t>     char [256] name;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 dirty="0">
                <a:solidFill>
                  <a:srgbClr val="000000"/>
                </a:solidFill>
                <a:latin typeface="Arial" charset="0"/>
              </a:rPr>
              <a:t>     char [256] school;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 dirty="0">
                <a:solidFill>
                  <a:srgbClr val="000000"/>
                </a:solidFill>
                <a:latin typeface="Arial" charset="0"/>
              </a:rPr>
              <a:t>}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2000" dirty="0">
              <a:solidFill>
                <a:srgbClr val="000000"/>
              </a:solidFill>
              <a:latin typeface="Arial" charset="0"/>
            </a:endParaRP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 dirty="0">
                <a:solidFill>
                  <a:srgbClr val="000000"/>
                </a:solidFill>
                <a:latin typeface="Arial" charset="0"/>
              </a:rPr>
              <a:t>while (node) {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 dirty="0">
                <a:solidFill>
                  <a:srgbClr val="000000"/>
                </a:solidFill>
                <a:latin typeface="Arial" charset="0"/>
              </a:rPr>
              <a:t>      if (</a:t>
            </a:r>
            <a:r>
              <a:rPr lang="en-US" altLang="en-US" sz="2000" dirty="0" err="1">
                <a:solidFill>
                  <a:srgbClr val="000000"/>
                </a:solidFill>
                <a:latin typeface="Arial" charset="0"/>
              </a:rPr>
              <a:t>node</a:t>
            </a:r>
            <a:r>
              <a:rPr lang="en-US" altLang="en-US" sz="2000" dirty="0" err="1">
                <a:solidFill>
                  <a:srgbClr val="000000"/>
                </a:solidFill>
                <a:latin typeface="Arial" charset="0"/>
                <a:sym typeface="Wingdings" charset="2"/>
              </a:rPr>
              <a:t>key</a:t>
            </a:r>
            <a:r>
              <a:rPr lang="en-US" altLang="en-US" sz="2000" dirty="0">
                <a:solidFill>
                  <a:srgbClr val="000000"/>
                </a:solidFill>
                <a:latin typeface="Arial" charset="0"/>
                <a:sym typeface="Wingdings" charset="2"/>
              </a:rPr>
              <a:t> == input-key) {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 dirty="0">
                <a:solidFill>
                  <a:srgbClr val="000000"/>
                </a:solidFill>
                <a:latin typeface="Arial" charset="0"/>
                <a:sym typeface="Wingdings" charset="2"/>
              </a:rPr>
              <a:t>      	// access other fields of node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 dirty="0">
                <a:solidFill>
                  <a:srgbClr val="000000"/>
                </a:solidFill>
                <a:latin typeface="Arial" charset="0"/>
                <a:sym typeface="Wingdings" charset="2"/>
              </a:rPr>
              <a:t>      }</a:t>
            </a:r>
            <a:endParaRPr lang="en-US" altLang="en-US" sz="2000" dirty="0">
              <a:solidFill>
                <a:srgbClr val="000000"/>
              </a:solidFill>
              <a:latin typeface="Arial" charset="0"/>
            </a:endParaRP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 dirty="0">
                <a:solidFill>
                  <a:srgbClr val="000000"/>
                </a:solidFill>
                <a:latin typeface="Arial" charset="0"/>
              </a:rPr>
              <a:t>      node = </a:t>
            </a:r>
            <a:r>
              <a:rPr lang="en-US" altLang="en-US" sz="2000" dirty="0" err="1">
                <a:solidFill>
                  <a:srgbClr val="000000"/>
                </a:solidFill>
                <a:latin typeface="Arial" charset="0"/>
              </a:rPr>
              <a:t>node</a:t>
            </a:r>
            <a:r>
              <a:rPr lang="en-US" altLang="en-US" sz="2000" dirty="0" err="1">
                <a:solidFill>
                  <a:srgbClr val="000000"/>
                </a:solidFill>
                <a:latin typeface="Arial" charset="0"/>
                <a:sym typeface="Wingdings" charset="2"/>
              </a:rPr>
              <a:t>next</a:t>
            </a:r>
            <a:r>
              <a:rPr lang="en-US" altLang="en-US" sz="2000" dirty="0">
                <a:solidFill>
                  <a:srgbClr val="000000"/>
                </a:solidFill>
                <a:latin typeface="Arial" charset="0"/>
                <a:sym typeface="Wingdings" charset="2"/>
              </a:rPr>
              <a:t>;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 dirty="0">
                <a:solidFill>
                  <a:srgbClr val="000000"/>
                </a:solidFill>
                <a:latin typeface="Arial" charset="0"/>
              </a:rPr>
              <a:t>}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 dirty="0">
                <a:solidFill>
                  <a:srgbClr val="000000"/>
                </a:solidFill>
                <a:latin typeface="Arial" charset="0"/>
              </a:rPr>
              <a:t> 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753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>
                <a:ea typeface="ＭＳ Ｐゴシック" charset="-128"/>
              </a:rPr>
              <a:t>Restructuring Data Layout (II)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73600" y="996950"/>
            <a:ext cx="4165600" cy="5194300"/>
          </a:xfrm>
        </p:spPr>
        <p:txBody>
          <a:bodyPr/>
          <a:lstStyle/>
          <a:p>
            <a:r>
              <a:rPr lang="en-US" altLang="en-US">
                <a:ea typeface="ＭＳ Ｐゴシック" charset="-128"/>
              </a:rPr>
              <a:t>Idea:</a:t>
            </a:r>
            <a:r>
              <a:rPr lang="en-US" altLang="en-US">
                <a:solidFill>
                  <a:srgbClr val="0033CC"/>
                </a:solidFill>
                <a:ea typeface="ＭＳ Ｐゴシック" charset="-128"/>
              </a:rPr>
              <a:t> separate frequently-used fields of a data structure and pack them into a separate data structure</a:t>
            </a:r>
          </a:p>
          <a:p>
            <a:endParaRPr lang="en-US" altLang="en-US">
              <a:solidFill>
                <a:srgbClr val="0033CC"/>
              </a:solidFill>
              <a:ea typeface="ＭＳ Ｐゴシック" charset="-128"/>
            </a:endParaRPr>
          </a:p>
          <a:p>
            <a:r>
              <a:rPr lang="en-US" altLang="en-US">
                <a:ea typeface="ＭＳ Ｐゴシック" charset="-128"/>
              </a:rPr>
              <a:t>Who should do this?</a:t>
            </a:r>
          </a:p>
          <a:p>
            <a:pPr lvl="1"/>
            <a:r>
              <a:rPr lang="en-US" altLang="en-US">
                <a:ea typeface="ＭＳ Ｐゴシック" charset="-128"/>
              </a:rPr>
              <a:t>Programmer</a:t>
            </a:r>
          </a:p>
          <a:p>
            <a:pPr lvl="1"/>
            <a:r>
              <a:rPr lang="en-US" altLang="en-US">
                <a:ea typeface="ＭＳ Ｐゴシック" charset="-128"/>
              </a:rPr>
              <a:t>Compiler </a:t>
            </a:r>
          </a:p>
          <a:p>
            <a:pPr lvl="2"/>
            <a:r>
              <a:rPr lang="en-US" altLang="en-US">
                <a:ea typeface="ＭＳ Ｐゴシック" charset="-128"/>
              </a:rPr>
              <a:t>Profiling vs. dynamic</a:t>
            </a:r>
          </a:p>
          <a:p>
            <a:pPr lvl="1"/>
            <a:r>
              <a:rPr lang="en-US" altLang="en-US">
                <a:ea typeface="ＭＳ Ｐゴシック" charset="-128"/>
              </a:rPr>
              <a:t>Hardware?</a:t>
            </a:r>
          </a:p>
          <a:p>
            <a:pPr lvl="1"/>
            <a:r>
              <a:rPr lang="en-US" altLang="en-US">
                <a:solidFill>
                  <a:srgbClr val="FF0000"/>
                </a:solidFill>
                <a:ea typeface="ＭＳ Ｐゴシック" charset="-128"/>
              </a:rPr>
              <a:t>Who can determine what is frequently used?</a:t>
            </a:r>
          </a:p>
        </p:txBody>
      </p:sp>
      <p:sp>
        <p:nvSpPr>
          <p:cNvPr id="330755" name="Slide Number Placeholder 3"/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charset="2"/>
              <a:buChar char="n"/>
              <a:defRPr sz="2400">
                <a:solidFill>
                  <a:schemeClr val="tx1"/>
                </a:solidFill>
                <a:latin typeface="Tahoma" charset="0"/>
                <a:ea typeface="ＭＳ Ｐゴシック" charset="-128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charset="2"/>
              <a:buChar char="q"/>
              <a:defRPr sz="2200">
                <a:solidFill>
                  <a:schemeClr val="tx1"/>
                </a:solidFill>
                <a:latin typeface="Tahoma" charset="0"/>
                <a:ea typeface="ＭＳ Ｐゴシック" charset="-128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charset="2"/>
              <a:buChar char="n"/>
              <a:defRPr sz="2000">
                <a:solidFill>
                  <a:schemeClr val="tx1"/>
                </a:solidFill>
                <a:latin typeface="Tahoma" charset="0"/>
                <a:ea typeface="ＭＳ Ｐゴシック" charset="-128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charset="2"/>
              <a:buChar char="q"/>
              <a:defRPr>
                <a:solidFill>
                  <a:schemeClr val="tx1"/>
                </a:solidFill>
                <a:latin typeface="Tahoma" charset="0"/>
                <a:ea typeface="ＭＳ Ｐゴシック" charset="-128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charset="2"/>
              <a:buChar char="§"/>
              <a:defRPr sz="1600">
                <a:solidFill>
                  <a:schemeClr val="tx1"/>
                </a:solidFill>
                <a:latin typeface="Tahoma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charset="2"/>
              <a:buChar char="§"/>
              <a:defRPr sz="1600">
                <a:solidFill>
                  <a:schemeClr val="tx1"/>
                </a:solidFill>
                <a:latin typeface="Tahoma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charset="2"/>
              <a:buChar char="§"/>
              <a:defRPr sz="1600">
                <a:solidFill>
                  <a:schemeClr val="tx1"/>
                </a:solidFill>
                <a:latin typeface="Tahoma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charset="2"/>
              <a:buChar char="§"/>
              <a:defRPr sz="1600">
                <a:solidFill>
                  <a:schemeClr val="tx1"/>
                </a:solidFill>
                <a:latin typeface="Tahoma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charset="2"/>
              <a:buChar char="§"/>
              <a:defRPr sz="1600">
                <a:solidFill>
                  <a:schemeClr val="tx1"/>
                </a:solidFill>
                <a:latin typeface="Tahoma" charset="0"/>
                <a:ea typeface="ＭＳ Ｐゴシック" charset="-128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A557061B-3FA3-004F-8800-75C8F782C8C1}" type="slidenum">
              <a:rPr lang="en-US" altLang="en-US" sz="1600">
                <a:solidFill>
                  <a:srgbClr val="000000"/>
                </a:solidFill>
                <a:latin typeface="Garamond" charset="0"/>
              </a:rPr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33</a:t>
            </a:fld>
            <a:endParaRPr lang="en-US" altLang="en-US" sz="1600">
              <a:solidFill>
                <a:srgbClr val="000000"/>
              </a:solidFill>
              <a:latin typeface="Garamond" charset="0"/>
            </a:endParaRPr>
          </a:p>
        </p:txBody>
      </p:sp>
      <p:sp>
        <p:nvSpPr>
          <p:cNvPr id="330756" name="TextBox 4"/>
          <p:cNvSpPr txBox="1">
            <a:spLocks noChangeArrowheads="1"/>
          </p:cNvSpPr>
          <p:nvPr/>
        </p:nvSpPr>
        <p:spPr bwMode="auto">
          <a:xfrm>
            <a:off x="441325" y="1035050"/>
            <a:ext cx="4367213" cy="5632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charset="2"/>
              <a:buChar char="n"/>
              <a:defRPr sz="2400">
                <a:solidFill>
                  <a:schemeClr val="tx1"/>
                </a:solidFill>
                <a:latin typeface="Tahoma" charset="0"/>
                <a:ea typeface="ＭＳ Ｐゴシック" charset="-128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charset="2"/>
              <a:buChar char="q"/>
              <a:defRPr sz="2200">
                <a:solidFill>
                  <a:schemeClr val="tx1"/>
                </a:solidFill>
                <a:latin typeface="Tahoma" charset="0"/>
                <a:ea typeface="ＭＳ Ｐゴシック" charset="-128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charset="2"/>
              <a:buChar char="n"/>
              <a:defRPr sz="2000">
                <a:solidFill>
                  <a:schemeClr val="tx1"/>
                </a:solidFill>
                <a:latin typeface="Tahoma" charset="0"/>
                <a:ea typeface="ＭＳ Ｐゴシック" charset="-128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charset="2"/>
              <a:buChar char="q"/>
              <a:defRPr>
                <a:solidFill>
                  <a:schemeClr val="tx1"/>
                </a:solidFill>
                <a:latin typeface="Tahoma" charset="0"/>
                <a:ea typeface="ＭＳ Ｐゴシック" charset="-128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charset="2"/>
              <a:buChar char="§"/>
              <a:defRPr sz="1600">
                <a:solidFill>
                  <a:schemeClr val="tx1"/>
                </a:solidFill>
                <a:latin typeface="Tahoma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charset="2"/>
              <a:buChar char="§"/>
              <a:defRPr sz="1600">
                <a:solidFill>
                  <a:schemeClr val="tx1"/>
                </a:solidFill>
                <a:latin typeface="Tahoma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charset="2"/>
              <a:buChar char="§"/>
              <a:defRPr sz="1600">
                <a:solidFill>
                  <a:schemeClr val="tx1"/>
                </a:solidFill>
                <a:latin typeface="Tahoma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charset="2"/>
              <a:buChar char="§"/>
              <a:defRPr sz="1600">
                <a:solidFill>
                  <a:schemeClr val="tx1"/>
                </a:solidFill>
                <a:latin typeface="Tahoma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charset="2"/>
              <a:buChar char="§"/>
              <a:defRPr sz="1600">
                <a:solidFill>
                  <a:schemeClr val="tx1"/>
                </a:solidFill>
                <a:latin typeface="Tahoma" charset="0"/>
                <a:ea typeface="ＭＳ Ｐゴシック" charset="-128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 dirty="0" err="1">
                <a:solidFill>
                  <a:srgbClr val="000000"/>
                </a:solidFill>
                <a:latin typeface="Arial" charset="0"/>
              </a:rPr>
              <a:t>struct</a:t>
            </a:r>
            <a:r>
              <a:rPr lang="en-US" altLang="en-US" sz="2000" dirty="0">
                <a:solidFill>
                  <a:srgbClr val="000000"/>
                </a:solidFill>
                <a:latin typeface="Arial" charset="0"/>
              </a:rPr>
              <a:t> Node {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 dirty="0">
                <a:solidFill>
                  <a:srgbClr val="000000"/>
                </a:solidFill>
                <a:latin typeface="Arial" charset="0"/>
              </a:rPr>
              <a:t>     </a:t>
            </a:r>
            <a:r>
              <a:rPr lang="en-US" altLang="en-US" sz="2000" dirty="0" err="1">
                <a:solidFill>
                  <a:srgbClr val="000000"/>
                </a:solidFill>
                <a:latin typeface="Arial" charset="0"/>
              </a:rPr>
              <a:t>struct</a:t>
            </a:r>
            <a:r>
              <a:rPr lang="en-US" altLang="en-US" sz="2000" dirty="0">
                <a:solidFill>
                  <a:srgbClr val="000000"/>
                </a:solidFill>
                <a:latin typeface="Arial" charset="0"/>
              </a:rPr>
              <a:t> Node* next;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 dirty="0">
                <a:solidFill>
                  <a:srgbClr val="000000"/>
                </a:solidFill>
                <a:latin typeface="Arial" charset="0"/>
              </a:rPr>
              <a:t>     </a:t>
            </a:r>
            <a:r>
              <a:rPr lang="en-US" altLang="en-US" sz="2000" dirty="0" err="1">
                <a:solidFill>
                  <a:srgbClr val="000000"/>
                </a:solidFill>
                <a:latin typeface="Arial" charset="0"/>
              </a:rPr>
              <a:t>int</a:t>
            </a:r>
            <a:r>
              <a:rPr lang="en-US" altLang="en-US" sz="2000" dirty="0">
                <a:solidFill>
                  <a:srgbClr val="000000"/>
                </a:solidFill>
                <a:latin typeface="Arial" charset="0"/>
              </a:rPr>
              <a:t> key;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 dirty="0">
                <a:solidFill>
                  <a:srgbClr val="000000"/>
                </a:solidFill>
                <a:latin typeface="Arial" charset="0"/>
              </a:rPr>
              <a:t>     </a:t>
            </a:r>
            <a:r>
              <a:rPr lang="en-US" altLang="en-US" sz="2000" dirty="0" err="1">
                <a:solidFill>
                  <a:srgbClr val="0033CC"/>
                </a:solidFill>
                <a:latin typeface="Arial" charset="0"/>
              </a:rPr>
              <a:t>struct</a:t>
            </a:r>
            <a:r>
              <a:rPr lang="en-US" altLang="en-US" sz="2000" dirty="0">
                <a:solidFill>
                  <a:srgbClr val="0033CC"/>
                </a:solidFill>
                <a:latin typeface="Arial" charset="0"/>
              </a:rPr>
              <a:t> Node-data* node-data;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 dirty="0">
                <a:solidFill>
                  <a:srgbClr val="000000"/>
                </a:solidFill>
                <a:latin typeface="Arial" charset="0"/>
              </a:rPr>
              <a:t>}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2000" dirty="0">
              <a:solidFill>
                <a:srgbClr val="000000"/>
              </a:solidFill>
              <a:latin typeface="Arial" charset="0"/>
            </a:endParaRP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 dirty="0" err="1">
                <a:solidFill>
                  <a:srgbClr val="0033CC"/>
                </a:solidFill>
                <a:latin typeface="Arial" charset="0"/>
              </a:rPr>
              <a:t>struct</a:t>
            </a:r>
            <a:r>
              <a:rPr lang="en-US" altLang="en-US" sz="2000" dirty="0">
                <a:solidFill>
                  <a:srgbClr val="0033CC"/>
                </a:solidFill>
                <a:latin typeface="Arial" charset="0"/>
              </a:rPr>
              <a:t> Node-data {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 dirty="0">
                <a:solidFill>
                  <a:srgbClr val="0033CC"/>
                </a:solidFill>
                <a:latin typeface="Arial" charset="0"/>
              </a:rPr>
              <a:t>     char [256] name;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 dirty="0">
                <a:solidFill>
                  <a:srgbClr val="0033CC"/>
                </a:solidFill>
                <a:latin typeface="Arial" charset="0"/>
              </a:rPr>
              <a:t>     char [256] school;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 dirty="0">
                <a:solidFill>
                  <a:srgbClr val="0033CC"/>
                </a:solidFill>
                <a:latin typeface="Arial" charset="0"/>
              </a:rPr>
              <a:t>}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2000" dirty="0">
              <a:solidFill>
                <a:srgbClr val="000000"/>
              </a:solidFill>
              <a:latin typeface="Arial" charset="0"/>
            </a:endParaRP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 dirty="0">
                <a:solidFill>
                  <a:srgbClr val="000000"/>
                </a:solidFill>
                <a:latin typeface="Arial" charset="0"/>
              </a:rPr>
              <a:t>while (node) {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 dirty="0">
                <a:solidFill>
                  <a:srgbClr val="000000"/>
                </a:solidFill>
                <a:latin typeface="Arial" charset="0"/>
              </a:rPr>
              <a:t>      if (</a:t>
            </a:r>
            <a:r>
              <a:rPr lang="en-US" altLang="en-US" sz="2000" dirty="0" err="1">
                <a:solidFill>
                  <a:srgbClr val="000000"/>
                </a:solidFill>
                <a:latin typeface="Arial" charset="0"/>
              </a:rPr>
              <a:t>node</a:t>
            </a:r>
            <a:r>
              <a:rPr lang="en-US" altLang="en-US" sz="2000" dirty="0" err="1">
                <a:solidFill>
                  <a:srgbClr val="000000"/>
                </a:solidFill>
                <a:latin typeface="Arial" charset="0"/>
                <a:sym typeface="Wingdings" charset="2"/>
              </a:rPr>
              <a:t>key</a:t>
            </a:r>
            <a:r>
              <a:rPr lang="en-US" altLang="en-US" sz="2000" dirty="0">
                <a:solidFill>
                  <a:srgbClr val="000000"/>
                </a:solidFill>
                <a:latin typeface="Arial" charset="0"/>
                <a:sym typeface="Wingdings" charset="2"/>
              </a:rPr>
              <a:t> == input-key) {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 dirty="0">
                <a:solidFill>
                  <a:srgbClr val="000000"/>
                </a:solidFill>
                <a:latin typeface="Arial" charset="0"/>
                <a:sym typeface="Wingdings" charset="2"/>
              </a:rPr>
              <a:t>      	// access </a:t>
            </a:r>
            <a:r>
              <a:rPr lang="en-US" altLang="en-US" sz="2000" dirty="0" err="1">
                <a:solidFill>
                  <a:srgbClr val="000000"/>
                </a:solidFill>
                <a:latin typeface="Arial" charset="0"/>
                <a:sym typeface="Wingdings" charset="2"/>
              </a:rPr>
              <a:t>nodenode-data</a:t>
            </a:r>
            <a:endParaRPr lang="en-US" altLang="en-US" sz="2000" dirty="0">
              <a:solidFill>
                <a:srgbClr val="000000"/>
              </a:solidFill>
              <a:latin typeface="Arial" charset="0"/>
              <a:sym typeface="Wingdings" charset="2"/>
            </a:endParaRP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 dirty="0">
                <a:solidFill>
                  <a:srgbClr val="000000"/>
                </a:solidFill>
                <a:latin typeface="Arial" charset="0"/>
                <a:sym typeface="Wingdings" charset="2"/>
              </a:rPr>
              <a:t>      }</a:t>
            </a:r>
            <a:endParaRPr lang="en-US" altLang="en-US" sz="2000" dirty="0">
              <a:solidFill>
                <a:srgbClr val="000000"/>
              </a:solidFill>
              <a:latin typeface="Arial" charset="0"/>
            </a:endParaRP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 dirty="0">
                <a:solidFill>
                  <a:srgbClr val="000000"/>
                </a:solidFill>
                <a:latin typeface="Arial" charset="0"/>
              </a:rPr>
              <a:t>      node = </a:t>
            </a:r>
            <a:r>
              <a:rPr lang="en-US" altLang="en-US" sz="2000" dirty="0" err="1">
                <a:solidFill>
                  <a:srgbClr val="000000"/>
                </a:solidFill>
                <a:latin typeface="Arial" charset="0"/>
              </a:rPr>
              <a:t>node</a:t>
            </a:r>
            <a:r>
              <a:rPr lang="en-US" altLang="en-US" sz="2000" dirty="0" err="1">
                <a:solidFill>
                  <a:srgbClr val="000000"/>
                </a:solidFill>
                <a:latin typeface="Arial" charset="0"/>
                <a:sym typeface="Wingdings" charset="2"/>
              </a:rPr>
              <a:t>next</a:t>
            </a:r>
            <a:r>
              <a:rPr lang="en-US" altLang="en-US" sz="2000" dirty="0">
                <a:solidFill>
                  <a:srgbClr val="000000"/>
                </a:solidFill>
                <a:latin typeface="Arial" charset="0"/>
                <a:sym typeface="Wingdings" charset="2"/>
              </a:rPr>
              <a:t>;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 dirty="0">
                <a:solidFill>
                  <a:srgbClr val="000000"/>
                </a:solidFill>
                <a:latin typeface="Arial" charset="0"/>
              </a:rPr>
              <a:t>}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 dirty="0">
                <a:solidFill>
                  <a:srgbClr val="000000"/>
                </a:solidFill>
                <a:latin typeface="Arial" charset="0"/>
              </a:rPr>
              <a:t> 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Cache Optimization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337BF1A-2471-8F44-AA10-9A6AA4B4E0AC}" type="slidenum">
              <a:rPr lang="en-US" altLang="en-US" smtClean="0"/>
              <a:pPr>
                <a:defRPr/>
              </a:pPr>
              <a:t>34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7854849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</a:t>
            </a:r>
            <a:r>
              <a:rPr lang="en-US" dirty="0" smtClean="0"/>
              <a:t>ix </a:t>
            </a:r>
            <a:r>
              <a:rPr lang="en-US" dirty="0"/>
              <a:t>basic cache </a:t>
            </a:r>
            <a:r>
              <a:rPr lang="en-US" dirty="0" smtClean="0"/>
              <a:t>optimizations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i="1" dirty="0"/>
              <a:t>Larger block size to reduce miss </a:t>
            </a:r>
            <a:r>
              <a:rPr lang="en-US" i="1" dirty="0" smtClean="0"/>
              <a:t>rate</a:t>
            </a:r>
          </a:p>
          <a:p>
            <a:pPr lvl="1"/>
            <a:r>
              <a:rPr lang="en-US" dirty="0"/>
              <a:t>The simplest way to reduce the </a:t>
            </a:r>
            <a:r>
              <a:rPr lang="en-US" dirty="0" smtClean="0"/>
              <a:t>miss rate </a:t>
            </a:r>
            <a:r>
              <a:rPr lang="en-US" dirty="0"/>
              <a:t>is to take advantage of spatial locality and increase the block size. </a:t>
            </a:r>
            <a:endParaRPr lang="en-US" dirty="0" smtClean="0"/>
          </a:p>
          <a:p>
            <a:pPr lvl="1"/>
            <a:r>
              <a:rPr lang="en-US" dirty="0" smtClean="0"/>
              <a:t>Larger blocks </a:t>
            </a:r>
            <a:r>
              <a:rPr lang="en-US" dirty="0"/>
              <a:t>reduce compulsory misses, but they also increase the miss penalty.</a:t>
            </a:r>
          </a:p>
          <a:p>
            <a:pPr lvl="1"/>
            <a:r>
              <a:rPr lang="en-US" dirty="0"/>
              <a:t>Because larger blocks lower the number of tags, they can slightly </a:t>
            </a:r>
            <a:r>
              <a:rPr lang="en-US" dirty="0" smtClean="0"/>
              <a:t>reduce static </a:t>
            </a:r>
            <a:r>
              <a:rPr lang="en-US" dirty="0"/>
              <a:t>power. </a:t>
            </a:r>
            <a:endParaRPr lang="en-US" dirty="0" smtClean="0"/>
          </a:p>
          <a:p>
            <a:pPr lvl="1"/>
            <a:r>
              <a:rPr lang="en-US" dirty="0" smtClean="0"/>
              <a:t>Larger </a:t>
            </a:r>
            <a:r>
              <a:rPr lang="en-US" dirty="0"/>
              <a:t>block sizes can also increase capacity or conflict misses</a:t>
            </a:r>
            <a:r>
              <a:rPr lang="en-US" dirty="0" smtClean="0"/>
              <a:t>, especially </a:t>
            </a:r>
            <a:r>
              <a:rPr lang="en-US" dirty="0"/>
              <a:t>in smaller caches. </a:t>
            </a:r>
            <a:endParaRPr lang="en-US" dirty="0" smtClean="0"/>
          </a:p>
          <a:p>
            <a:pPr lvl="1"/>
            <a:r>
              <a:rPr lang="en-US" dirty="0" smtClean="0"/>
              <a:t>Choosing </a:t>
            </a:r>
            <a:r>
              <a:rPr lang="en-US" dirty="0"/>
              <a:t>the right block size is a </a:t>
            </a:r>
            <a:r>
              <a:rPr lang="en-US" dirty="0" smtClean="0"/>
              <a:t>complex trade-off </a:t>
            </a:r>
            <a:r>
              <a:rPr lang="en-US" dirty="0"/>
              <a:t>that depends on the size of cache and the miss penalty.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C693BED2-1B18-8744-B8F0-03CBD3594789}" type="slidenum">
              <a:rPr lang="en-US" altLang="en-US" smtClean="0"/>
              <a:pPr>
                <a:defRPr/>
              </a:pPr>
              <a:t>35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919455473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i="1" dirty="0"/>
              <a:t>Bigger caches to reduce miss rate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obvious way to reduce </a:t>
            </a:r>
            <a:r>
              <a:rPr lang="en-US" dirty="0" smtClean="0"/>
              <a:t>capacity misses </a:t>
            </a:r>
            <a:r>
              <a:rPr lang="en-US" dirty="0"/>
              <a:t>is to increase cache capacity. </a:t>
            </a:r>
            <a:endParaRPr lang="en-US" dirty="0" smtClean="0"/>
          </a:p>
          <a:p>
            <a:pPr lvl="1"/>
            <a:r>
              <a:rPr lang="en-US" dirty="0" smtClean="0"/>
              <a:t>Drawbacks </a:t>
            </a:r>
            <a:r>
              <a:rPr lang="en-US" dirty="0"/>
              <a:t>include potentially longer </a:t>
            </a:r>
            <a:r>
              <a:rPr lang="en-US" dirty="0" smtClean="0"/>
              <a:t>hit time </a:t>
            </a:r>
            <a:r>
              <a:rPr lang="en-US" dirty="0"/>
              <a:t>of the larger cache memory and higher cost and power. </a:t>
            </a:r>
            <a:endParaRPr lang="en-US" dirty="0" smtClean="0"/>
          </a:p>
          <a:p>
            <a:pPr lvl="1"/>
            <a:r>
              <a:rPr lang="en-US" dirty="0" smtClean="0"/>
              <a:t>Larger caches increase </a:t>
            </a:r>
            <a:r>
              <a:rPr lang="en-US" dirty="0"/>
              <a:t>both static and dynamic power.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C693BED2-1B18-8744-B8F0-03CBD3594789}" type="slidenum">
              <a:rPr lang="en-US" altLang="en-US" smtClean="0"/>
              <a:pPr>
                <a:defRPr/>
              </a:pPr>
              <a:t>36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076315046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i="1" dirty="0"/>
              <a:t>Higher associativity to reduce miss </a:t>
            </a:r>
            <a:r>
              <a:rPr lang="en-US" i="1" dirty="0" smtClean="0"/>
              <a:t>rate	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Obviously, increasing </a:t>
            </a:r>
            <a:r>
              <a:rPr lang="en-US" dirty="0" smtClean="0"/>
              <a:t>associativity reduces </a:t>
            </a:r>
            <a:r>
              <a:rPr lang="en-US" dirty="0"/>
              <a:t>conflict misses. Greater associativity can come at the cost </a:t>
            </a:r>
            <a:r>
              <a:rPr lang="en-US" dirty="0" smtClean="0"/>
              <a:t>of increased </a:t>
            </a:r>
            <a:r>
              <a:rPr lang="en-US" dirty="0"/>
              <a:t>hit time. As we will see shortly, associativity </a:t>
            </a:r>
            <a:r>
              <a:rPr lang="en-US" dirty="0" smtClean="0"/>
              <a:t>also </a:t>
            </a:r>
            <a:r>
              <a:rPr lang="en-US" dirty="0"/>
              <a:t>increases </a:t>
            </a:r>
            <a:r>
              <a:rPr lang="en-US" dirty="0" smtClean="0"/>
              <a:t>power consumption</a:t>
            </a:r>
            <a:r>
              <a:rPr lang="en-US" dirty="0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C693BED2-1B18-8744-B8F0-03CBD3594789}" type="slidenum">
              <a:rPr lang="en-US" altLang="en-US" smtClean="0"/>
              <a:pPr>
                <a:defRPr/>
              </a:pPr>
              <a:t>37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756448650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i="1" dirty="0"/>
              <a:t>Multilevel caches to reduce miss penalty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/>
            <a:r>
              <a:rPr lang="en-US" sz="2000" dirty="0"/>
              <a:t>A difficult decision is whether </a:t>
            </a:r>
            <a:r>
              <a:rPr lang="en-US" sz="2000" dirty="0" smtClean="0"/>
              <a:t>to make </a:t>
            </a:r>
            <a:r>
              <a:rPr lang="en-US" sz="2000" dirty="0"/>
              <a:t>the cache hit time fast, to keep pace with the high clock rate of processors</a:t>
            </a:r>
            <a:r>
              <a:rPr lang="en-US" sz="2000" dirty="0" smtClean="0"/>
              <a:t>, or </a:t>
            </a:r>
            <a:r>
              <a:rPr lang="en-US" sz="2000" dirty="0"/>
              <a:t>to make the cache large to reduce the gap between the </a:t>
            </a:r>
            <a:r>
              <a:rPr lang="en-US" sz="2000" dirty="0" smtClean="0"/>
              <a:t>processor accesses </a:t>
            </a:r>
            <a:r>
              <a:rPr lang="en-US" sz="2000" dirty="0"/>
              <a:t>and main memory accesses. Adding another level of cache </a:t>
            </a:r>
            <a:r>
              <a:rPr lang="en-US" sz="2000" dirty="0" smtClean="0"/>
              <a:t>between the </a:t>
            </a:r>
            <a:r>
              <a:rPr lang="en-US" sz="2000" dirty="0"/>
              <a:t>original cache and memory simplifies the </a:t>
            </a:r>
            <a:r>
              <a:rPr lang="en-US" sz="2000" dirty="0" smtClean="0"/>
              <a:t>decision.</a:t>
            </a:r>
          </a:p>
          <a:p>
            <a:pPr lvl="1"/>
            <a:r>
              <a:rPr lang="en-US" sz="2000" dirty="0" smtClean="0"/>
              <a:t>The first-level </a:t>
            </a:r>
            <a:r>
              <a:rPr lang="en-US" sz="2000" dirty="0"/>
              <a:t>cache can be small enough to match a fast clock cycle time, yet </a:t>
            </a:r>
            <a:r>
              <a:rPr lang="en-US" sz="2000" dirty="0" smtClean="0"/>
              <a:t>the second-level </a:t>
            </a:r>
            <a:r>
              <a:rPr lang="en-US" sz="2000" dirty="0"/>
              <a:t>(or third-level) cache can be large enough to capture </a:t>
            </a:r>
            <a:r>
              <a:rPr lang="en-US" sz="2000" dirty="0" smtClean="0"/>
              <a:t>many accesses </a:t>
            </a:r>
            <a:r>
              <a:rPr lang="en-US" sz="2000" dirty="0"/>
              <a:t>that would go to main memory. </a:t>
            </a:r>
            <a:endParaRPr lang="en-US" sz="2000" dirty="0" smtClean="0"/>
          </a:p>
          <a:p>
            <a:pPr lvl="1"/>
            <a:r>
              <a:rPr lang="en-US" sz="2000" dirty="0" smtClean="0"/>
              <a:t>The </a:t>
            </a:r>
            <a:r>
              <a:rPr lang="en-US" sz="2000" dirty="0"/>
              <a:t>focus on misses in </a:t>
            </a:r>
            <a:r>
              <a:rPr lang="en-US" sz="2000" dirty="0" smtClean="0"/>
              <a:t>second-level caches </a:t>
            </a:r>
            <a:r>
              <a:rPr lang="en-US" sz="2000" dirty="0"/>
              <a:t>leads to larger blocks, bigger capacity, and higher associativity. </a:t>
            </a:r>
            <a:r>
              <a:rPr lang="en-US" sz="2000" dirty="0" smtClean="0"/>
              <a:t>Multilevel caches </a:t>
            </a:r>
            <a:r>
              <a:rPr lang="en-US" sz="2000" dirty="0"/>
              <a:t>are more power efficient than a single aggregate cache. If L1 </a:t>
            </a:r>
            <a:r>
              <a:rPr lang="en-US" sz="2000" dirty="0" smtClean="0"/>
              <a:t>and L2 </a:t>
            </a:r>
            <a:r>
              <a:rPr lang="en-US" sz="2000" dirty="0"/>
              <a:t>refer, respectively, to first- and second-level caches, we can redefine </a:t>
            </a:r>
            <a:r>
              <a:rPr lang="en-US" sz="2000" dirty="0" smtClean="0"/>
              <a:t>the average </a:t>
            </a:r>
            <a:r>
              <a:rPr lang="en-US" sz="2000" dirty="0"/>
              <a:t>memory access time:</a:t>
            </a:r>
          </a:p>
          <a:p>
            <a:pPr marL="0" indent="0">
              <a:buNone/>
            </a:pPr>
            <a:r>
              <a:rPr lang="en-US" sz="2000" dirty="0"/>
              <a:t>Hit timeL1 + Miss rateL1 × (Hit timeL2 + Miss rateL2 × Miss penaltyL2)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C693BED2-1B18-8744-B8F0-03CBD3594789}" type="slidenum">
              <a:rPr lang="en-US" altLang="en-US" smtClean="0"/>
              <a:pPr>
                <a:defRPr/>
              </a:pPr>
              <a:t>38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20610368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152400"/>
            <a:ext cx="9144000" cy="718131"/>
          </a:xfrm>
        </p:spPr>
        <p:txBody>
          <a:bodyPr/>
          <a:lstStyle/>
          <a:p>
            <a:r>
              <a:rPr lang="en-US" sz="3200" i="1" dirty="0"/>
              <a:t>Giving priority to read misses over writes to reduce miss penalty</a:t>
            </a:r>
            <a:endParaRPr lang="en-US" sz="32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 </a:t>
            </a:r>
            <a:r>
              <a:rPr lang="en-US" dirty="0" smtClean="0"/>
              <a:t>write buffer </a:t>
            </a:r>
            <a:r>
              <a:rPr lang="en-US" dirty="0"/>
              <a:t>is a good place to implement this optimization. </a:t>
            </a:r>
            <a:r>
              <a:rPr lang="en-US" dirty="0" smtClean="0"/>
              <a:t>Write </a:t>
            </a:r>
            <a:r>
              <a:rPr lang="en-US" dirty="0"/>
              <a:t>buffers </a:t>
            </a:r>
            <a:r>
              <a:rPr lang="en-US" dirty="0" smtClean="0"/>
              <a:t>create hazards </a:t>
            </a:r>
            <a:r>
              <a:rPr lang="en-US" dirty="0"/>
              <a:t>because they hold the updated value of a location needed on a </a:t>
            </a:r>
            <a:r>
              <a:rPr lang="en-US" dirty="0" smtClean="0"/>
              <a:t>read </a:t>
            </a:r>
            <a:r>
              <a:rPr lang="en-US" dirty="0"/>
              <a:t>miss—that is, a read-after-write hazard through memory. </a:t>
            </a:r>
            <a:endParaRPr lang="en-US" dirty="0" smtClean="0"/>
          </a:p>
          <a:p>
            <a:pPr lvl="1"/>
            <a:r>
              <a:rPr lang="en-US" dirty="0" smtClean="0"/>
              <a:t>One </a:t>
            </a:r>
            <a:r>
              <a:rPr lang="en-US" dirty="0"/>
              <a:t>solution is </a:t>
            </a:r>
            <a:r>
              <a:rPr lang="en-US" dirty="0" smtClean="0"/>
              <a:t>to check </a:t>
            </a:r>
            <a:r>
              <a:rPr lang="en-US" dirty="0"/>
              <a:t>the contents of the write buffer on a read miss. If there are no conflicts</a:t>
            </a:r>
            <a:r>
              <a:rPr lang="en-US" dirty="0" smtClean="0"/>
              <a:t>, and </a:t>
            </a:r>
            <a:r>
              <a:rPr lang="en-US" dirty="0"/>
              <a:t>if the memory system is available, sending the read before the </a:t>
            </a:r>
            <a:r>
              <a:rPr lang="en-US" dirty="0" smtClean="0"/>
              <a:t>writes reduces </a:t>
            </a:r>
            <a:r>
              <a:rPr lang="en-US" dirty="0"/>
              <a:t>the miss penalty. Most processors give reads priority over writes.</a:t>
            </a:r>
          </a:p>
          <a:p>
            <a:pPr lvl="1"/>
            <a:r>
              <a:rPr lang="en-US" dirty="0"/>
              <a:t>This choice has little effect on power consumption.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C693BED2-1B18-8744-B8F0-03CBD3594789}" type="slidenum">
              <a:rPr lang="en-US" altLang="en-US" smtClean="0"/>
              <a:pPr>
                <a:defRPr/>
              </a:pPr>
              <a:t>39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582197818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870531"/>
          </a:xfrm>
        </p:spPr>
        <p:txBody>
          <a:bodyPr/>
          <a:lstStyle/>
          <a:p>
            <a:r>
              <a:rPr lang="en-US" sz="3200" i="1" dirty="0"/>
              <a:t>Avoiding address translation during indexing of the cache to reduce </a:t>
            </a:r>
            <a:r>
              <a:rPr lang="en-US" sz="3200" i="1" dirty="0" smtClean="0"/>
              <a:t>hit time</a:t>
            </a:r>
            <a:endParaRPr lang="en-US" sz="32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Caches must cope with the translation of a virtual address from </a:t>
            </a:r>
            <a:r>
              <a:rPr lang="en-US" dirty="0" smtClean="0"/>
              <a:t>the processor </a:t>
            </a:r>
            <a:r>
              <a:rPr lang="en-US" dirty="0"/>
              <a:t>to a physical address to access memory</a:t>
            </a:r>
            <a:r>
              <a:rPr lang="en-US" dirty="0" smtClean="0"/>
              <a:t>.</a:t>
            </a:r>
          </a:p>
          <a:p>
            <a:r>
              <a:rPr lang="en-US" dirty="0"/>
              <a:t>A common optimization is to use the </a:t>
            </a:r>
            <a:r>
              <a:rPr lang="en-US" dirty="0" smtClean="0"/>
              <a:t>page offset—the </a:t>
            </a:r>
            <a:r>
              <a:rPr lang="en-US" dirty="0"/>
              <a:t>part that is identical in both virtual and physical </a:t>
            </a:r>
            <a:r>
              <a:rPr lang="en-US" dirty="0" smtClean="0"/>
              <a:t>addresses—to index </a:t>
            </a:r>
            <a:r>
              <a:rPr lang="en-US" dirty="0"/>
              <a:t>the cache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C693BED2-1B18-8744-B8F0-03CBD3594789}" type="slidenum">
              <a:rPr lang="en-US" altLang="en-US" smtClean="0"/>
              <a:pPr>
                <a:defRPr/>
              </a:pPr>
              <a:t>40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680240101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dirty="0"/>
              <a:t>Ten Advanced Optimizations of Cache Performance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997529"/>
            <a:ext cx="9144000" cy="5193723"/>
          </a:xfrm>
        </p:spPr>
        <p:txBody>
          <a:bodyPr/>
          <a:lstStyle/>
          <a:p>
            <a:r>
              <a:rPr lang="en-US" dirty="0"/>
              <a:t>We can classify the </a:t>
            </a:r>
            <a:r>
              <a:rPr lang="en-US" dirty="0" smtClean="0"/>
              <a:t>ten advanced </a:t>
            </a:r>
            <a:r>
              <a:rPr lang="en-US" dirty="0"/>
              <a:t>cache optimizations we examine into five categories based on </a:t>
            </a:r>
            <a:r>
              <a:rPr lang="en-US" dirty="0" smtClean="0"/>
              <a:t>these metrics</a:t>
            </a:r>
            <a:r>
              <a:rPr lang="en-US" dirty="0"/>
              <a:t>:</a:t>
            </a:r>
          </a:p>
          <a:p>
            <a:pPr lvl="1"/>
            <a:r>
              <a:rPr lang="en-US" sz="2000" i="1" dirty="0" smtClean="0"/>
              <a:t>Reducing </a:t>
            </a:r>
            <a:r>
              <a:rPr lang="en-US" sz="2000" i="1" dirty="0"/>
              <a:t>the hit time</a:t>
            </a:r>
            <a:r>
              <a:rPr lang="en-US" sz="2000" dirty="0"/>
              <a:t>—Small and simple first-level caches and </a:t>
            </a:r>
            <a:r>
              <a:rPr lang="en-US" sz="2000" dirty="0" smtClean="0"/>
              <a:t>way  prediction</a:t>
            </a:r>
            <a:r>
              <a:rPr lang="en-US" sz="2000" dirty="0" smtClean="0"/>
              <a:t>. Both </a:t>
            </a:r>
            <a:r>
              <a:rPr lang="en-US" sz="2000" dirty="0"/>
              <a:t>techniques also generally decrease power consumption.</a:t>
            </a:r>
          </a:p>
          <a:p>
            <a:pPr lvl="1"/>
            <a:r>
              <a:rPr lang="en-US" sz="2000" i="1" dirty="0" smtClean="0"/>
              <a:t>Increasing </a:t>
            </a:r>
            <a:r>
              <a:rPr lang="en-US" sz="2000" i="1" dirty="0"/>
              <a:t>cache bandwidth</a:t>
            </a:r>
            <a:r>
              <a:rPr lang="en-US" sz="2000" dirty="0"/>
              <a:t>—Pipelined caches, </a:t>
            </a:r>
            <a:r>
              <a:rPr lang="en-US" sz="2000" dirty="0" err="1"/>
              <a:t>multibanked</a:t>
            </a:r>
            <a:r>
              <a:rPr lang="en-US" sz="2000" dirty="0"/>
              <a:t> caches, </a:t>
            </a:r>
            <a:r>
              <a:rPr lang="en-US" sz="2000" dirty="0" smtClean="0"/>
              <a:t>and </a:t>
            </a:r>
            <a:r>
              <a:rPr lang="en-US" sz="2000" dirty="0" err="1" smtClean="0"/>
              <a:t>nonblocking</a:t>
            </a:r>
            <a:r>
              <a:rPr lang="en-US" sz="2000" dirty="0" smtClean="0"/>
              <a:t> </a:t>
            </a:r>
            <a:r>
              <a:rPr lang="en-US" sz="2000" dirty="0"/>
              <a:t>caches. These techniques have varying impacts on power </a:t>
            </a:r>
            <a:r>
              <a:rPr lang="en-US" sz="2000" dirty="0" smtClean="0"/>
              <a:t>consumption.</a:t>
            </a:r>
          </a:p>
          <a:p>
            <a:pPr lvl="1"/>
            <a:r>
              <a:rPr lang="en-US" sz="2000" i="1" dirty="0" smtClean="0"/>
              <a:t>Reducing </a:t>
            </a:r>
            <a:r>
              <a:rPr lang="en-US" sz="2000" i="1" dirty="0"/>
              <a:t>the miss penalty</a:t>
            </a:r>
            <a:r>
              <a:rPr lang="en-US" sz="2000" dirty="0"/>
              <a:t>—Critical word first and merging write buffers</a:t>
            </a:r>
            <a:r>
              <a:rPr lang="en-US" sz="2000" dirty="0" smtClean="0"/>
              <a:t>. These </a:t>
            </a:r>
            <a:r>
              <a:rPr lang="en-US" sz="2000" dirty="0"/>
              <a:t>optimizations have little impact on power.</a:t>
            </a:r>
          </a:p>
          <a:p>
            <a:pPr lvl="1"/>
            <a:r>
              <a:rPr lang="en-US" sz="2000" i="1" dirty="0" smtClean="0"/>
              <a:t>Reducing </a:t>
            </a:r>
            <a:r>
              <a:rPr lang="en-US" sz="2000" i="1" dirty="0"/>
              <a:t>the miss rate</a:t>
            </a:r>
            <a:r>
              <a:rPr lang="en-US" sz="2000" dirty="0"/>
              <a:t>—Compiler optimizations. </a:t>
            </a:r>
            <a:r>
              <a:rPr lang="en-US" sz="2000" dirty="0" smtClean="0"/>
              <a:t>Obviously </a:t>
            </a:r>
            <a:r>
              <a:rPr lang="en-US" sz="2000" dirty="0"/>
              <a:t>any </a:t>
            </a:r>
            <a:r>
              <a:rPr lang="en-US" sz="2000" dirty="0" smtClean="0"/>
              <a:t>improvement at </a:t>
            </a:r>
            <a:r>
              <a:rPr lang="en-US" sz="2000" dirty="0"/>
              <a:t>compile time improves power consumption.</a:t>
            </a:r>
          </a:p>
          <a:p>
            <a:pPr lvl="1"/>
            <a:r>
              <a:rPr lang="en-US" sz="2000" i="1" dirty="0" smtClean="0"/>
              <a:t>Reducing </a:t>
            </a:r>
            <a:r>
              <a:rPr lang="en-US" sz="2000" i="1" dirty="0"/>
              <a:t>the miss penalty or miss rate via parallelism</a:t>
            </a:r>
            <a:r>
              <a:rPr lang="en-US" sz="2000" dirty="0"/>
              <a:t>—Hardware </a:t>
            </a:r>
            <a:r>
              <a:rPr lang="en-US" sz="2000" dirty="0" smtClean="0"/>
              <a:t>prefetching and </a:t>
            </a:r>
            <a:r>
              <a:rPr lang="en-US" sz="2000" dirty="0"/>
              <a:t>compiler prefetching. These optimizations generally increase </a:t>
            </a:r>
            <a:r>
              <a:rPr lang="en-US" sz="2000" dirty="0" smtClean="0"/>
              <a:t>power consumption</a:t>
            </a:r>
            <a:r>
              <a:rPr lang="en-US" sz="2000" dirty="0"/>
              <a:t>, primarily due to </a:t>
            </a:r>
            <a:r>
              <a:rPr lang="en-US" sz="2000" dirty="0" err="1"/>
              <a:t>prefetched</a:t>
            </a:r>
            <a:r>
              <a:rPr lang="en-US" sz="2000" dirty="0"/>
              <a:t> data that are unused.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C693BED2-1B18-8744-B8F0-03CBD3594789}" type="slidenum">
              <a:rPr lang="en-US" altLang="en-US" smtClean="0"/>
              <a:pPr>
                <a:defRPr/>
              </a:pPr>
              <a:t>41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541353764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152400"/>
            <a:ext cx="9144000" cy="718131"/>
          </a:xfrm>
        </p:spPr>
        <p:txBody>
          <a:bodyPr/>
          <a:lstStyle/>
          <a:p>
            <a:r>
              <a:rPr lang="en-US" sz="3600" b="1" dirty="0" smtClean="0"/>
              <a:t>Advanced Cache Optimization</a:t>
            </a:r>
            <a:endParaRPr lang="en-US" sz="3600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997529"/>
            <a:ext cx="9144000" cy="5631871"/>
          </a:xfrm>
        </p:spPr>
        <p:txBody>
          <a:bodyPr/>
          <a:lstStyle/>
          <a:p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First Optimization: Small and Simple First-Level Caches to Reduce Hit Time and Power</a:t>
            </a:r>
            <a:endParaRPr lang="en-US" sz="20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Second Optimization: Way Prediction to Reduce Hit </a:t>
            </a:r>
            <a:r>
              <a:rPr lang="en-US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Time</a:t>
            </a:r>
          </a:p>
          <a:p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Third Optimization: Pipelined Cache Access to </a:t>
            </a:r>
            <a:r>
              <a:rPr lang="en-US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Increase Cache Bandwidth</a:t>
            </a:r>
          </a:p>
          <a:p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Fourth Optimization: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Nonblocking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Caches </a:t>
            </a:r>
            <a:r>
              <a:rPr lang="en-US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to Increase 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Cache </a:t>
            </a:r>
            <a:r>
              <a:rPr lang="en-US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Bandwidth</a:t>
            </a:r>
          </a:p>
          <a:p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Fifth Optimization: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Multibanked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Caches </a:t>
            </a:r>
            <a:r>
              <a:rPr lang="en-US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to Increase 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Cache </a:t>
            </a:r>
            <a:r>
              <a:rPr lang="en-US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Bandwidth</a:t>
            </a:r>
          </a:p>
          <a:p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Sixth Optimization: Critical Word First </a:t>
            </a:r>
            <a:r>
              <a:rPr lang="en-US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and Early 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Restart to Reduce Miss </a:t>
            </a:r>
            <a:r>
              <a:rPr lang="en-US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Penalty</a:t>
            </a:r>
          </a:p>
          <a:p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Seventh Optimization: Merging Write Buffer </a:t>
            </a:r>
            <a:r>
              <a:rPr lang="en-US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to Reduce 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Miss </a:t>
            </a:r>
            <a:r>
              <a:rPr lang="en-US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Penalty</a:t>
            </a:r>
          </a:p>
          <a:p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Eighth Optimization: Compiler Optimizations to</a:t>
            </a:r>
          </a:p>
          <a:p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Reduce Miss Rate </a:t>
            </a:r>
          </a:p>
          <a:p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Ninth Optimization: Hardware Prefetching of Instructions and Data to Reduce Miss Penalty or Miss Rate</a:t>
            </a:r>
          </a:p>
          <a:p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Tenth Optimization: Compiler-Controlled Prefetching to Reduce Miss Penalty or Miss Rate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C693BED2-1B18-8744-B8F0-03CBD3594789}" type="slidenum">
              <a:rPr lang="en-US" altLang="en-US" smtClean="0"/>
              <a:pPr>
                <a:defRPr/>
              </a:pPr>
              <a:t>42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91657307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6_Edge">
  <a:themeElements>
    <a:clrScheme name="Edge 7">
      <a:dk1>
        <a:srgbClr val="000000"/>
      </a:dk1>
      <a:lt1>
        <a:srgbClr val="FFFFFF"/>
      </a:lt1>
      <a:dk2>
        <a:srgbClr val="006633"/>
      </a:dk2>
      <a:lt2>
        <a:srgbClr val="5F5F5F"/>
      </a:lt2>
      <a:accent1>
        <a:srgbClr val="CC9900"/>
      </a:accent1>
      <a:accent2>
        <a:srgbClr val="3B812F"/>
      </a:accent2>
      <a:accent3>
        <a:srgbClr val="FFFFFF"/>
      </a:accent3>
      <a:accent4>
        <a:srgbClr val="000000"/>
      </a:accent4>
      <a:accent5>
        <a:srgbClr val="E2CAAA"/>
      </a:accent5>
      <a:accent6>
        <a:srgbClr val="35742A"/>
      </a:accent6>
      <a:hlink>
        <a:srgbClr val="996600"/>
      </a:hlink>
      <a:folHlink>
        <a:srgbClr val="AFBF39"/>
      </a:folHlink>
    </a:clrScheme>
    <a:fontScheme name="Edge">
      <a:majorFont>
        <a:latin typeface="Garamond"/>
        <a:ea typeface=""/>
        <a:cs typeface=""/>
      </a:majorFont>
      <a:minorFont>
        <a:latin typeface="Tahom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C0C0C0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C0C0C0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itchFamily="34" charset="0"/>
          </a:defRPr>
        </a:defPPr>
      </a:lstStyle>
    </a:lnDef>
  </a:objectDefaults>
  <a:extraClrSchemeLst>
    <a:extraClrScheme>
      <a:clrScheme name="Edge 1">
        <a:dk1>
          <a:srgbClr val="333333"/>
        </a:dk1>
        <a:lt1>
          <a:srgbClr val="FFFFFF"/>
        </a:lt1>
        <a:dk2>
          <a:srgbClr val="820000"/>
        </a:dk2>
        <a:lt2>
          <a:srgbClr val="FFFFFF"/>
        </a:lt2>
        <a:accent1>
          <a:srgbClr val="FF9900"/>
        </a:accent1>
        <a:accent2>
          <a:srgbClr val="CC3300"/>
        </a:accent2>
        <a:accent3>
          <a:srgbClr val="C1AAAA"/>
        </a:accent3>
        <a:accent4>
          <a:srgbClr val="DADADA"/>
        </a:accent4>
        <a:accent5>
          <a:srgbClr val="FFCAAA"/>
        </a:accent5>
        <a:accent6>
          <a:srgbClr val="B92D00"/>
        </a:accent6>
        <a:hlink>
          <a:srgbClr val="808080"/>
        </a:hlink>
        <a:folHlink>
          <a:srgbClr val="6666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dge 2">
        <a:dk1>
          <a:srgbClr val="333333"/>
        </a:dk1>
        <a:lt1>
          <a:srgbClr val="CCCCFF"/>
        </a:lt1>
        <a:dk2>
          <a:srgbClr val="0B0506"/>
        </a:dk2>
        <a:lt2>
          <a:srgbClr val="FFFFFF"/>
        </a:lt2>
        <a:accent1>
          <a:srgbClr val="3366CC"/>
        </a:accent1>
        <a:accent2>
          <a:srgbClr val="3333CC"/>
        </a:accent2>
        <a:accent3>
          <a:srgbClr val="AAAAAA"/>
        </a:accent3>
        <a:accent4>
          <a:srgbClr val="AEAEDA"/>
        </a:accent4>
        <a:accent5>
          <a:srgbClr val="ADB8E2"/>
        </a:accent5>
        <a:accent6>
          <a:srgbClr val="2D2DB9"/>
        </a:accent6>
        <a:hlink>
          <a:srgbClr val="808080"/>
        </a:hlink>
        <a:folHlink>
          <a:srgbClr val="6666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dge 3">
        <a:dk1>
          <a:srgbClr val="333333"/>
        </a:dk1>
        <a:lt1>
          <a:srgbClr val="FFFFFF"/>
        </a:lt1>
        <a:dk2>
          <a:srgbClr val="221013"/>
        </a:dk2>
        <a:lt2>
          <a:srgbClr val="FFFFFF"/>
        </a:lt2>
        <a:accent1>
          <a:srgbClr val="CC3300"/>
        </a:accent1>
        <a:accent2>
          <a:srgbClr val="CC9900"/>
        </a:accent2>
        <a:accent3>
          <a:srgbClr val="ABAAAA"/>
        </a:accent3>
        <a:accent4>
          <a:srgbClr val="DADADA"/>
        </a:accent4>
        <a:accent5>
          <a:srgbClr val="E2ADAA"/>
        </a:accent5>
        <a:accent6>
          <a:srgbClr val="B98A00"/>
        </a:accent6>
        <a:hlink>
          <a:srgbClr val="808080"/>
        </a:hlink>
        <a:folHlink>
          <a:srgbClr val="6666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dge 4">
        <a:dk1>
          <a:srgbClr val="11054B"/>
        </a:dk1>
        <a:lt1>
          <a:srgbClr val="FFFFFF"/>
        </a:lt1>
        <a:dk2>
          <a:srgbClr val="0000CC"/>
        </a:dk2>
        <a:lt2>
          <a:srgbClr val="FFFFFF"/>
        </a:lt2>
        <a:accent1>
          <a:srgbClr val="FF6600"/>
        </a:accent1>
        <a:accent2>
          <a:srgbClr val="FF3300"/>
        </a:accent2>
        <a:accent3>
          <a:srgbClr val="AAAAE2"/>
        </a:accent3>
        <a:accent4>
          <a:srgbClr val="DADADA"/>
        </a:accent4>
        <a:accent5>
          <a:srgbClr val="FFB8AA"/>
        </a:accent5>
        <a:accent6>
          <a:srgbClr val="E72D00"/>
        </a:accent6>
        <a:hlink>
          <a:srgbClr val="CC9900"/>
        </a:hlink>
        <a:folHlink>
          <a:srgbClr val="B2B2B2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dge 5">
        <a:dk1>
          <a:srgbClr val="9B8D65"/>
        </a:dk1>
        <a:lt1>
          <a:srgbClr val="F8F8F8"/>
        </a:lt1>
        <a:dk2>
          <a:srgbClr val="002600"/>
        </a:dk2>
        <a:lt2>
          <a:srgbClr val="FAFACC"/>
        </a:lt2>
        <a:accent1>
          <a:srgbClr val="CC9933"/>
        </a:accent1>
        <a:accent2>
          <a:srgbClr val="8F9967"/>
        </a:accent2>
        <a:accent3>
          <a:srgbClr val="AAACAA"/>
        </a:accent3>
        <a:accent4>
          <a:srgbClr val="D4D4D4"/>
        </a:accent4>
        <a:accent5>
          <a:srgbClr val="E2CAAD"/>
        </a:accent5>
        <a:accent6>
          <a:srgbClr val="818A5D"/>
        </a:accent6>
        <a:hlink>
          <a:srgbClr val="336600"/>
        </a:hlink>
        <a:folHlink>
          <a:srgbClr val="8080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dge 6">
        <a:dk1>
          <a:srgbClr val="333333"/>
        </a:dk1>
        <a:lt1>
          <a:srgbClr val="FFFFFF"/>
        </a:lt1>
        <a:dk2>
          <a:srgbClr val="006699"/>
        </a:dk2>
        <a:lt2>
          <a:srgbClr val="FFFFFF"/>
        </a:lt2>
        <a:accent1>
          <a:srgbClr val="CC9900"/>
        </a:accent1>
        <a:accent2>
          <a:srgbClr val="FF9900"/>
        </a:accent2>
        <a:accent3>
          <a:srgbClr val="AAB8CA"/>
        </a:accent3>
        <a:accent4>
          <a:srgbClr val="DADADA"/>
        </a:accent4>
        <a:accent5>
          <a:srgbClr val="E2CAAA"/>
        </a:accent5>
        <a:accent6>
          <a:srgbClr val="E78A00"/>
        </a:accent6>
        <a:hlink>
          <a:srgbClr val="FFCC00"/>
        </a:hlink>
        <a:folHlink>
          <a:srgbClr val="706F37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dge 7">
        <a:dk1>
          <a:srgbClr val="000000"/>
        </a:dk1>
        <a:lt1>
          <a:srgbClr val="FFFFFF"/>
        </a:lt1>
        <a:dk2>
          <a:srgbClr val="006633"/>
        </a:dk2>
        <a:lt2>
          <a:srgbClr val="5F5F5F"/>
        </a:lt2>
        <a:accent1>
          <a:srgbClr val="CC9900"/>
        </a:accent1>
        <a:accent2>
          <a:srgbClr val="3B812F"/>
        </a:accent2>
        <a:accent3>
          <a:srgbClr val="FFFFFF"/>
        </a:accent3>
        <a:accent4>
          <a:srgbClr val="000000"/>
        </a:accent4>
        <a:accent5>
          <a:srgbClr val="E2CAAA"/>
        </a:accent5>
        <a:accent6>
          <a:srgbClr val="35742A"/>
        </a:accent6>
        <a:hlink>
          <a:srgbClr val="996600"/>
        </a:hlink>
        <a:folHlink>
          <a:srgbClr val="AFBF3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Edge 8">
        <a:dk1>
          <a:srgbClr val="000000"/>
        </a:dk1>
        <a:lt1>
          <a:srgbClr val="FFFFFF"/>
        </a:lt1>
        <a:dk2>
          <a:srgbClr val="CC0000"/>
        </a:dk2>
        <a:lt2>
          <a:srgbClr val="666699"/>
        </a:lt2>
        <a:accent1>
          <a:srgbClr val="808080"/>
        </a:accent1>
        <a:accent2>
          <a:srgbClr val="999933"/>
        </a:accent2>
        <a:accent3>
          <a:srgbClr val="FFFFFF"/>
        </a:accent3>
        <a:accent4>
          <a:srgbClr val="000000"/>
        </a:accent4>
        <a:accent5>
          <a:srgbClr val="C0C0C0"/>
        </a:accent5>
        <a:accent6>
          <a:srgbClr val="8A8A2D"/>
        </a:accent6>
        <a:hlink>
          <a:srgbClr val="4C6D80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Edge 9">
        <a:dk1>
          <a:srgbClr val="000000"/>
        </a:dk1>
        <a:lt1>
          <a:srgbClr val="FFFFFF"/>
        </a:lt1>
        <a:dk2>
          <a:srgbClr val="003399"/>
        </a:dk2>
        <a:lt2>
          <a:srgbClr val="666699"/>
        </a:lt2>
        <a:accent1>
          <a:srgbClr val="009999"/>
        </a:accent1>
        <a:accent2>
          <a:srgbClr val="4C6D4E"/>
        </a:accent2>
        <a:accent3>
          <a:srgbClr val="FFFFFF"/>
        </a:accent3>
        <a:accent4>
          <a:srgbClr val="000000"/>
        </a:accent4>
        <a:accent5>
          <a:srgbClr val="AACACA"/>
        </a:accent5>
        <a:accent6>
          <a:srgbClr val="446246"/>
        </a:accent6>
        <a:hlink>
          <a:srgbClr val="4C6D80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7_Edge">
  <a:themeElements>
    <a:clrScheme name="Edge 7">
      <a:dk1>
        <a:srgbClr val="000000"/>
      </a:dk1>
      <a:lt1>
        <a:srgbClr val="FFFFFF"/>
      </a:lt1>
      <a:dk2>
        <a:srgbClr val="006633"/>
      </a:dk2>
      <a:lt2>
        <a:srgbClr val="5F5F5F"/>
      </a:lt2>
      <a:accent1>
        <a:srgbClr val="CC9900"/>
      </a:accent1>
      <a:accent2>
        <a:srgbClr val="3B812F"/>
      </a:accent2>
      <a:accent3>
        <a:srgbClr val="FFFFFF"/>
      </a:accent3>
      <a:accent4>
        <a:srgbClr val="000000"/>
      </a:accent4>
      <a:accent5>
        <a:srgbClr val="E2CAAA"/>
      </a:accent5>
      <a:accent6>
        <a:srgbClr val="35742A"/>
      </a:accent6>
      <a:hlink>
        <a:srgbClr val="996600"/>
      </a:hlink>
      <a:folHlink>
        <a:srgbClr val="AFBF39"/>
      </a:folHlink>
    </a:clrScheme>
    <a:fontScheme name="Edge">
      <a:majorFont>
        <a:latin typeface="Garamond"/>
        <a:ea typeface=""/>
        <a:cs typeface=""/>
      </a:majorFont>
      <a:minorFont>
        <a:latin typeface="Tahom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C0C0C0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C0C0C0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itchFamily="34" charset="0"/>
          </a:defRPr>
        </a:defPPr>
      </a:lstStyle>
    </a:lnDef>
  </a:objectDefaults>
  <a:extraClrSchemeLst>
    <a:extraClrScheme>
      <a:clrScheme name="Edge 1">
        <a:dk1>
          <a:srgbClr val="333333"/>
        </a:dk1>
        <a:lt1>
          <a:srgbClr val="FFFFFF"/>
        </a:lt1>
        <a:dk2>
          <a:srgbClr val="820000"/>
        </a:dk2>
        <a:lt2>
          <a:srgbClr val="FFFFFF"/>
        </a:lt2>
        <a:accent1>
          <a:srgbClr val="FF9900"/>
        </a:accent1>
        <a:accent2>
          <a:srgbClr val="CC3300"/>
        </a:accent2>
        <a:accent3>
          <a:srgbClr val="C1AAAA"/>
        </a:accent3>
        <a:accent4>
          <a:srgbClr val="DADADA"/>
        </a:accent4>
        <a:accent5>
          <a:srgbClr val="FFCAAA"/>
        </a:accent5>
        <a:accent6>
          <a:srgbClr val="B92D00"/>
        </a:accent6>
        <a:hlink>
          <a:srgbClr val="808080"/>
        </a:hlink>
        <a:folHlink>
          <a:srgbClr val="6666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dge 2">
        <a:dk1>
          <a:srgbClr val="333333"/>
        </a:dk1>
        <a:lt1>
          <a:srgbClr val="CCCCFF"/>
        </a:lt1>
        <a:dk2>
          <a:srgbClr val="0B0506"/>
        </a:dk2>
        <a:lt2>
          <a:srgbClr val="FFFFFF"/>
        </a:lt2>
        <a:accent1>
          <a:srgbClr val="3366CC"/>
        </a:accent1>
        <a:accent2>
          <a:srgbClr val="3333CC"/>
        </a:accent2>
        <a:accent3>
          <a:srgbClr val="AAAAAA"/>
        </a:accent3>
        <a:accent4>
          <a:srgbClr val="AEAEDA"/>
        </a:accent4>
        <a:accent5>
          <a:srgbClr val="ADB8E2"/>
        </a:accent5>
        <a:accent6>
          <a:srgbClr val="2D2DB9"/>
        </a:accent6>
        <a:hlink>
          <a:srgbClr val="808080"/>
        </a:hlink>
        <a:folHlink>
          <a:srgbClr val="6666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dge 3">
        <a:dk1>
          <a:srgbClr val="333333"/>
        </a:dk1>
        <a:lt1>
          <a:srgbClr val="FFFFFF"/>
        </a:lt1>
        <a:dk2>
          <a:srgbClr val="221013"/>
        </a:dk2>
        <a:lt2>
          <a:srgbClr val="FFFFFF"/>
        </a:lt2>
        <a:accent1>
          <a:srgbClr val="CC3300"/>
        </a:accent1>
        <a:accent2>
          <a:srgbClr val="CC9900"/>
        </a:accent2>
        <a:accent3>
          <a:srgbClr val="ABAAAA"/>
        </a:accent3>
        <a:accent4>
          <a:srgbClr val="DADADA"/>
        </a:accent4>
        <a:accent5>
          <a:srgbClr val="E2ADAA"/>
        </a:accent5>
        <a:accent6>
          <a:srgbClr val="B98A00"/>
        </a:accent6>
        <a:hlink>
          <a:srgbClr val="808080"/>
        </a:hlink>
        <a:folHlink>
          <a:srgbClr val="6666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dge 4">
        <a:dk1>
          <a:srgbClr val="11054B"/>
        </a:dk1>
        <a:lt1>
          <a:srgbClr val="FFFFFF"/>
        </a:lt1>
        <a:dk2>
          <a:srgbClr val="0000CC"/>
        </a:dk2>
        <a:lt2>
          <a:srgbClr val="FFFFFF"/>
        </a:lt2>
        <a:accent1>
          <a:srgbClr val="FF6600"/>
        </a:accent1>
        <a:accent2>
          <a:srgbClr val="FF3300"/>
        </a:accent2>
        <a:accent3>
          <a:srgbClr val="AAAAE2"/>
        </a:accent3>
        <a:accent4>
          <a:srgbClr val="DADADA"/>
        </a:accent4>
        <a:accent5>
          <a:srgbClr val="FFB8AA"/>
        </a:accent5>
        <a:accent6>
          <a:srgbClr val="E72D00"/>
        </a:accent6>
        <a:hlink>
          <a:srgbClr val="CC9900"/>
        </a:hlink>
        <a:folHlink>
          <a:srgbClr val="B2B2B2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dge 5">
        <a:dk1>
          <a:srgbClr val="9B8D65"/>
        </a:dk1>
        <a:lt1>
          <a:srgbClr val="F8F8F8"/>
        </a:lt1>
        <a:dk2>
          <a:srgbClr val="002600"/>
        </a:dk2>
        <a:lt2>
          <a:srgbClr val="FAFACC"/>
        </a:lt2>
        <a:accent1>
          <a:srgbClr val="CC9933"/>
        </a:accent1>
        <a:accent2>
          <a:srgbClr val="8F9967"/>
        </a:accent2>
        <a:accent3>
          <a:srgbClr val="AAACAA"/>
        </a:accent3>
        <a:accent4>
          <a:srgbClr val="D4D4D4"/>
        </a:accent4>
        <a:accent5>
          <a:srgbClr val="E2CAAD"/>
        </a:accent5>
        <a:accent6>
          <a:srgbClr val="818A5D"/>
        </a:accent6>
        <a:hlink>
          <a:srgbClr val="336600"/>
        </a:hlink>
        <a:folHlink>
          <a:srgbClr val="8080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dge 6">
        <a:dk1>
          <a:srgbClr val="333333"/>
        </a:dk1>
        <a:lt1>
          <a:srgbClr val="FFFFFF"/>
        </a:lt1>
        <a:dk2>
          <a:srgbClr val="006699"/>
        </a:dk2>
        <a:lt2>
          <a:srgbClr val="FFFFFF"/>
        </a:lt2>
        <a:accent1>
          <a:srgbClr val="CC9900"/>
        </a:accent1>
        <a:accent2>
          <a:srgbClr val="FF9900"/>
        </a:accent2>
        <a:accent3>
          <a:srgbClr val="AAB8CA"/>
        </a:accent3>
        <a:accent4>
          <a:srgbClr val="DADADA"/>
        </a:accent4>
        <a:accent5>
          <a:srgbClr val="E2CAAA"/>
        </a:accent5>
        <a:accent6>
          <a:srgbClr val="E78A00"/>
        </a:accent6>
        <a:hlink>
          <a:srgbClr val="FFCC00"/>
        </a:hlink>
        <a:folHlink>
          <a:srgbClr val="706F37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dge 7">
        <a:dk1>
          <a:srgbClr val="000000"/>
        </a:dk1>
        <a:lt1>
          <a:srgbClr val="FFFFFF"/>
        </a:lt1>
        <a:dk2>
          <a:srgbClr val="006633"/>
        </a:dk2>
        <a:lt2>
          <a:srgbClr val="5F5F5F"/>
        </a:lt2>
        <a:accent1>
          <a:srgbClr val="CC9900"/>
        </a:accent1>
        <a:accent2>
          <a:srgbClr val="3B812F"/>
        </a:accent2>
        <a:accent3>
          <a:srgbClr val="FFFFFF"/>
        </a:accent3>
        <a:accent4>
          <a:srgbClr val="000000"/>
        </a:accent4>
        <a:accent5>
          <a:srgbClr val="E2CAAA"/>
        </a:accent5>
        <a:accent6>
          <a:srgbClr val="35742A"/>
        </a:accent6>
        <a:hlink>
          <a:srgbClr val="996600"/>
        </a:hlink>
        <a:folHlink>
          <a:srgbClr val="AFBF3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Edge 8">
        <a:dk1>
          <a:srgbClr val="000000"/>
        </a:dk1>
        <a:lt1>
          <a:srgbClr val="FFFFFF"/>
        </a:lt1>
        <a:dk2>
          <a:srgbClr val="CC0000"/>
        </a:dk2>
        <a:lt2>
          <a:srgbClr val="666699"/>
        </a:lt2>
        <a:accent1>
          <a:srgbClr val="808080"/>
        </a:accent1>
        <a:accent2>
          <a:srgbClr val="999933"/>
        </a:accent2>
        <a:accent3>
          <a:srgbClr val="FFFFFF"/>
        </a:accent3>
        <a:accent4>
          <a:srgbClr val="000000"/>
        </a:accent4>
        <a:accent5>
          <a:srgbClr val="C0C0C0"/>
        </a:accent5>
        <a:accent6>
          <a:srgbClr val="8A8A2D"/>
        </a:accent6>
        <a:hlink>
          <a:srgbClr val="4C6D80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Edge 9">
        <a:dk1>
          <a:srgbClr val="000000"/>
        </a:dk1>
        <a:lt1>
          <a:srgbClr val="FFFFFF"/>
        </a:lt1>
        <a:dk2>
          <a:srgbClr val="003399"/>
        </a:dk2>
        <a:lt2>
          <a:srgbClr val="666699"/>
        </a:lt2>
        <a:accent1>
          <a:srgbClr val="009999"/>
        </a:accent1>
        <a:accent2>
          <a:srgbClr val="4C6D4E"/>
        </a:accent2>
        <a:accent3>
          <a:srgbClr val="FFFFFF"/>
        </a:accent3>
        <a:accent4>
          <a:srgbClr val="000000"/>
        </a:accent4>
        <a:accent5>
          <a:srgbClr val="AACACA"/>
        </a:accent5>
        <a:accent6>
          <a:srgbClr val="446246"/>
        </a:accent6>
        <a:hlink>
          <a:srgbClr val="4C6D80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9_Edge">
  <a:themeElements>
    <a:clrScheme name="Edge 7">
      <a:dk1>
        <a:srgbClr val="000000"/>
      </a:dk1>
      <a:lt1>
        <a:srgbClr val="FFFFFF"/>
      </a:lt1>
      <a:dk2>
        <a:srgbClr val="006633"/>
      </a:dk2>
      <a:lt2>
        <a:srgbClr val="5F5F5F"/>
      </a:lt2>
      <a:accent1>
        <a:srgbClr val="CC9900"/>
      </a:accent1>
      <a:accent2>
        <a:srgbClr val="3B812F"/>
      </a:accent2>
      <a:accent3>
        <a:srgbClr val="FFFFFF"/>
      </a:accent3>
      <a:accent4>
        <a:srgbClr val="000000"/>
      </a:accent4>
      <a:accent5>
        <a:srgbClr val="E2CAAA"/>
      </a:accent5>
      <a:accent6>
        <a:srgbClr val="35742A"/>
      </a:accent6>
      <a:hlink>
        <a:srgbClr val="996600"/>
      </a:hlink>
      <a:folHlink>
        <a:srgbClr val="AFBF39"/>
      </a:folHlink>
    </a:clrScheme>
    <a:fontScheme name="Edge">
      <a:majorFont>
        <a:latin typeface="Garamond"/>
        <a:ea typeface=""/>
        <a:cs typeface=""/>
      </a:majorFont>
      <a:minorFont>
        <a:latin typeface="Tahom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C0C0C0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C0C0C0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itchFamily="34" charset="0"/>
          </a:defRPr>
        </a:defPPr>
      </a:lstStyle>
    </a:lnDef>
  </a:objectDefaults>
  <a:extraClrSchemeLst>
    <a:extraClrScheme>
      <a:clrScheme name="Edge 1">
        <a:dk1>
          <a:srgbClr val="333333"/>
        </a:dk1>
        <a:lt1>
          <a:srgbClr val="FFFFFF"/>
        </a:lt1>
        <a:dk2>
          <a:srgbClr val="820000"/>
        </a:dk2>
        <a:lt2>
          <a:srgbClr val="FFFFFF"/>
        </a:lt2>
        <a:accent1>
          <a:srgbClr val="FF9900"/>
        </a:accent1>
        <a:accent2>
          <a:srgbClr val="CC3300"/>
        </a:accent2>
        <a:accent3>
          <a:srgbClr val="C1AAAA"/>
        </a:accent3>
        <a:accent4>
          <a:srgbClr val="DADADA"/>
        </a:accent4>
        <a:accent5>
          <a:srgbClr val="FFCAAA"/>
        </a:accent5>
        <a:accent6>
          <a:srgbClr val="B92D00"/>
        </a:accent6>
        <a:hlink>
          <a:srgbClr val="808080"/>
        </a:hlink>
        <a:folHlink>
          <a:srgbClr val="6666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dge 2">
        <a:dk1>
          <a:srgbClr val="333333"/>
        </a:dk1>
        <a:lt1>
          <a:srgbClr val="CCCCFF"/>
        </a:lt1>
        <a:dk2>
          <a:srgbClr val="0B0506"/>
        </a:dk2>
        <a:lt2>
          <a:srgbClr val="FFFFFF"/>
        </a:lt2>
        <a:accent1>
          <a:srgbClr val="3366CC"/>
        </a:accent1>
        <a:accent2>
          <a:srgbClr val="3333CC"/>
        </a:accent2>
        <a:accent3>
          <a:srgbClr val="AAAAAA"/>
        </a:accent3>
        <a:accent4>
          <a:srgbClr val="AEAEDA"/>
        </a:accent4>
        <a:accent5>
          <a:srgbClr val="ADB8E2"/>
        </a:accent5>
        <a:accent6>
          <a:srgbClr val="2D2DB9"/>
        </a:accent6>
        <a:hlink>
          <a:srgbClr val="808080"/>
        </a:hlink>
        <a:folHlink>
          <a:srgbClr val="6666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dge 3">
        <a:dk1>
          <a:srgbClr val="333333"/>
        </a:dk1>
        <a:lt1>
          <a:srgbClr val="FFFFFF"/>
        </a:lt1>
        <a:dk2>
          <a:srgbClr val="221013"/>
        </a:dk2>
        <a:lt2>
          <a:srgbClr val="FFFFFF"/>
        </a:lt2>
        <a:accent1>
          <a:srgbClr val="CC3300"/>
        </a:accent1>
        <a:accent2>
          <a:srgbClr val="CC9900"/>
        </a:accent2>
        <a:accent3>
          <a:srgbClr val="ABAAAA"/>
        </a:accent3>
        <a:accent4>
          <a:srgbClr val="DADADA"/>
        </a:accent4>
        <a:accent5>
          <a:srgbClr val="E2ADAA"/>
        </a:accent5>
        <a:accent6>
          <a:srgbClr val="B98A00"/>
        </a:accent6>
        <a:hlink>
          <a:srgbClr val="808080"/>
        </a:hlink>
        <a:folHlink>
          <a:srgbClr val="6666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dge 4">
        <a:dk1>
          <a:srgbClr val="11054B"/>
        </a:dk1>
        <a:lt1>
          <a:srgbClr val="FFFFFF"/>
        </a:lt1>
        <a:dk2>
          <a:srgbClr val="0000CC"/>
        </a:dk2>
        <a:lt2>
          <a:srgbClr val="FFFFFF"/>
        </a:lt2>
        <a:accent1>
          <a:srgbClr val="FF6600"/>
        </a:accent1>
        <a:accent2>
          <a:srgbClr val="FF3300"/>
        </a:accent2>
        <a:accent3>
          <a:srgbClr val="AAAAE2"/>
        </a:accent3>
        <a:accent4>
          <a:srgbClr val="DADADA"/>
        </a:accent4>
        <a:accent5>
          <a:srgbClr val="FFB8AA"/>
        </a:accent5>
        <a:accent6>
          <a:srgbClr val="E72D00"/>
        </a:accent6>
        <a:hlink>
          <a:srgbClr val="CC9900"/>
        </a:hlink>
        <a:folHlink>
          <a:srgbClr val="B2B2B2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dge 5">
        <a:dk1>
          <a:srgbClr val="9B8D65"/>
        </a:dk1>
        <a:lt1>
          <a:srgbClr val="F8F8F8"/>
        </a:lt1>
        <a:dk2>
          <a:srgbClr val="002600"/>
        </a:dk2>
        <a:lt2>
          <a:srgbClr val="FAFACC"/>
        </a:lt2>
        <a:accent1>
          <a:srgbClr val="CC9933"/>
        </a:accent1>
        <a:accent2>
          <a:srgbClr val="8F9967"/>
        </a:accent2>
        <a:accent3>
          <a:srgbClr val="AAACAA"/>
        </a:accent3>
        <a:accent4>
          <a:srgbClr val="D4D4D4"/>
        </a:accent4>
        <a:accent5>
          <a:srgbClr val="E2CAAD"/>
        </a:accent5>
        <a:accent6>
          <a:srgbClr val="818A5D"/>
        </a:accent6>
        <a:hlink>
          <a:srgbClr val="336600"/>
        </a:hlink>
        <a:folHlink>
          <a:srgbClr val="8080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dge 6">
        <a:dk1>
          <a:srgbClr val="333333"/>
        </a:dk1>
        <a:lt1>
          <a:srgbClr val="FFFFFF"/>
        </a:lt1>
        <a:dk2>
          <a:srgbClr val="006699"/>
        </a:dk2>
        <a:lt2>
          <a:srgbClr val="FFFFFF"/>
        </a:lt2>
        <a:accent1>
          <a:srgbClr val="CC9900"/>
        </a:accent1>
        <a:accent2>
          <a:srgbClr val="FF9900"/>
        </a:accent2>
        <a:accent3>
          <a:srgbClr val="AAB8CA"/>
        </a:accent3>
        <a:accent4>
          <a:srgbClr val="DADADA"/>
        </a:accent4>
        <a:accent5>
          <a:srgbClr val="E2CAAA"/>
        </a:accent5>
        <a:accent6>
          <a:srgbClr val="E78A00"/>
        </a:accent6>
        <a:hlink>
          <a:srgbClr val="FFCC00"/>
        </a:hlink>
        <a:folHlink>
          <a:srgbClr val="706F37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dge 7">
        <a:dk1>
          <a:srgbClr val="000000"/>
        </a:dk1>
        <a:lt1>
          <a:srgbClr val="FFFFFF"/>
        </a:lt1>
        <a:dk2>
          <a:srgbClr val="006633"/>
        </a:dk2>
        <a:lt2>
          <a:srgbClr val="5F5F5F"/>
        </a:lt2>
        <a:accent1>
          <a:srgbClr val="CC9900"/>
        </a:accent1>
        <a:accent2>
          <a:srgbClr val="3B812F"/>
        </a:accent2>
        <a:accent3>
          <a:srgbClr val="FFFFFF"/>
        </a:accent3>
        <a:accent4>
          <a:srgbClr val="000000"/>
        </a:accent4>
        <a:accent5>
          <a:srgbClr val="E2CAAA"/>
        </a:accent5>
        <a:accent6>
          <a:srgbClr val="35742A"/>
        </a:accent6>
        <a:hlink>
          <a:srgbClr val="996600"/>
        </a:hlink>
        <a:folHlink>
          <a:srgbClr val="AFBF3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Edge 8">
        <a:dk1>
          <a:srgbClr val="000000"/>
        </a:dk1>
        <a:lt1>
          <a:srgbClr val="FFFFFF"/>
        </a:lt1>
        <a:dk2>
          <a:srgbClr val="CC0000"/>
        </a:dk2>
        <a:lt2>
          <a:srgbClr val="666699"/>
        </a:lt2>
        <a:accent1>
          <a:srgbClr val="808080"/>
        </a:accent1>
        <a:accent2>
          <a:srgbClr val="999933"/>
        </a:accent2>
        <a:accent3>
          <a:srgbClr val="FFFFFF"/>
        </a:accent3>
        <a:accent4>
          <a:srgbClr val="000000"/>
        </a:accent4>
        <a:accent5>
          <a:srgbClr val="C0C0C0"/>
        </a:accent5>
        <a:accent6>
          <a:srgbClr val="8A8A2D"/>
        </a:accent6>
        <a:hlink>
          <a:srgbClr val="4C6D80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Edge 9">
        <a:dk1>
          <a:srgbClr val="000000"/>
        </a:dk1>
        <a:lt1>
          <a:srgbClr val="FFFFFF"/>
        </a:lt1>
        <a:dk2>
          <a:srgbClr val="003399"/>
        </a:dk2>
        <a:lt2>
          <a:srgbClr val="666699"/>
        </a:lt2>
        <a:accent1>
          <a:srgbClr val="009999"/>
        </a:accent1>
        <a:accent2>
          <a:srgbClr val="4C6D4E"/>
        </a:accent2>
        <a:accent3>
          <a:srgbClr val="FFFFFF"/>
        </a:accent3>
        <a:accent4>
          <a:srgbClr val="000000"/>
        </a:accent4>
        <a:accent5>
          <a:srgbClr val="AACACA"/>
        </a:accent5>
        <a:accent6>
          <a:srgbClr val="446246"/>
        </a:accent6>
        <a:hlink>
          <a:srgbClr val="4C6D80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4.xml><?xml version="1.0" encoding="utf-8"?>
<a:theme xmlns:a="http://schemas.openxmlformats.org/drawingml/2006/main" name="12_Edge">
  <a:themeElements>
    <a:clrScheme name="Edge 7">
      <a:dk1>
        <a:srgbClr val="000000"/>
      </a:dk1>
      <a:lt1>
        <a:srgbClr val="FFFFFF"/>
      </a:lt1>
      <a:dk2>
        <a:srgbClr val="006633"/>
      </a:dk2>
      <a:lt2>
        <a:srgbClr val="5F5F5F"/>
      </a:lt2>
      <a:accent1>
        <a:srgbClr val="CC9900"/>
      </a:accent1>
      <a:accent2>
        <a:srgbClr val="3B812F"/>
      </a:accent2>
      <a:accent3>
        <a:srgbClr val="FFFFFF"/>
      </a:accent3>
      <a:accent4>
        <a:srgbClr val="000000"/>
      </a:accent4>
      <a:accent5>
        <a:srgbClr val="E2CAAA"/>
      </a:accent5>
      <a:accent6>
        <a:srgbClr val="35742A"/>
      </a:accent6>
      <a:hlink>
        <a:srgbClr val="996600"/>
      </a:hlink>
      <a:folHlink>
        <a:srgbClr val="AFBF39"/>
      </a:folHlink>
    </a:clrScheme>
    <a:fontScheme name="Edge">
      <a:majorFont>
        <a:latin typeface="Garamond"/>
        <a:ea typeface=""/>
        <a:cs typeface=""/>
      </a:majorFont>
      <a:minorFont>
        <a:latin typeface="Tahom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C0C0C0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C0C0C0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itchFamily="34" charset="0"/>
          </a:defRPr>
        </a:defPPr>
      </a:lstStyle>
    </a:lnDef>
  </a:objectDefaults>
  <a:extraClrSchemeLst>
    <a:extraClrScheme>
      <a:clrScheme name="Edge 1">
        <a:dk1>
          <a:srgbClr val="333333"/>
        </a:dk1>
        <a:lt1>
          <a:srgbClr val="FFFFFF"/>
        </a:lt1>
        <a:dk2>
          <a:srgbClr val="820000"/>
        </a:dk2>
        <a:lt2>
          <a:srgbClr val="FFFFFF"/>
        </a:lt2>
        <a:accent1>
          <a:srgbClr val="FF9900"/>
        </a:accent1>
        <a:accent2>
          <a:srgbClr val="CC3300"/>
        </a:accent2>
        <a:accent3>
          <a:srgbClr val="C1AAAA"/>
        </a:accent3>
        <a:accent4>
          <a:srgbClr val="DADADA"/>
        </a:accent4>
        <a:accent5>
          <a:srgbClr val="FFCAAA"/>
        </a:accent5>
        <a:accent6>
          <a:srgbClr val="B92D00"/>
        </a:accent6>
        <a:hlink>
          <a:srgbClr val="808080"/>
        </a:hlink>
        <a:folHlink>
          <a:srgbClr val="6666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dge 2">
        <a:dk1>
          <a:srgbClr val="333333"/>
        </a:dk1>
        <a:lt1>
          <a:srgbClr val="CCCCFF"/>
        </a:lt1>
        <a:dk2>
          <a:srgbClr val="0B0506"/>
        </a:dk2>
        <a:lt2>
          <a:srgbClr val="FFFFFF"/>
        </a:lt2>
        <a:accent1>
          <a:srgbClr val="3366CC"/>
        </a:accent1>
        <a:accent2>
          <a:srgbClr val="3333CC"/>
        </a:accent2>
        <a:accent3>
          <a:srgbClr val="AAAAAA"/>
        </a:accent3>
        <a:accent4>
          <a:srgbClr val="AEAEDA"/>
        </a:accent4>
        <a:accent5>
          <a:srgbClr val="ADB8E2"/>
        </a:accent5>
        <a:accent6>
          <a:srgbClr val="2D2DB9"/>
        </a:accent6>
        <a:hlink>
          <a:srgbClr val="808080"/>
        </a:hlink>
        <a:folHlink>
          <a:srgbClr val="6666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dge 3">
        <a:dk1>
          <a:srgbClr val="333333"/>
        </a:dk1>
        <a:lt1>
          <a:srgbClr val="FFFFFF"/>
        </a:lt1>
        <a:dk2>
          <a:srgbClr val="221013"/>
        </a:dk2>
        <a:lt2>
          <a:srgbClr val="FFFFFF"/>
        </a:lt2>
        <a:accent1>
          <a:srgbClr val="CC3300"/>
        </a:accent1>
        <a:accent2>
          <a:srgbClr val="CC9900"/>
        </a:accent2>
        <a:accent3>
          <a:srgbClr val="ABAAAA"/>
        </a:accent3>
        <a:accent4>
          <a:srgbClr val="DADADA"/>
        </a:accent4>
        <a:accent5>
          <a:srgbClr val="E2ADAA"/>
        </a:accent5>
        <a:accent6>
          <a:srgbClr val="B98A00"/>
        </a:accent6>
        <a:hlink>
          <a:srgbClr val="808080"/>
        </a:hlink>
        <a:folHlink>
          <a:srgbClr val="6666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dge 4">
        <a:dk1>
          <a:srgbClr val="11054B"/>
        </a:dk1>
        <a:lt1>
          <a:srgbClr val="FFFFFF"/>
        </a:lt1>
        <a:dk2>
          <a:srgbClr val="0000CC"/>
        </a:dk2>
        <a:lt2>
          <a:srgbClr val="FFFFFF"/>
        </a:lt2>
        <a:accent1>
          <a:srgbClr val="FF6600"/>
        </a:accent1>
        <a:accent2>
          <a:srgbClr val="FF3300"/>
        </a:accent2>
        <a:accent3>
          <a:srgbClr val="AAAAE2"/>
        </a:accent3>
        <a:accent4>
          <a:srgbClr val="DADADA"/>
        </a:accent4>
        <a:accent5>
          <a:srgbClr val="FFB8AA"/>
        </a:accent5>
        <a:accent6>
          <a:srgbClr val="E72D00"/>
        </a:accent6>
        <a:hlink>
          <a:srgbClr val="CC9900"/>
        </a:hlink>
        <a:folHlink>
          <a:srgbClr val="B2B2B2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dge 5">
        <a:dk1>
          <a:srgbClr val="9B8D65"/>
        </a:dk1>
        <a:lt1>
          <a:srgbClr val="F8F8F8"/>
        </a:lt1>
        <a:dk2>
          <a:srgbClr val="002600"/>
        </a:dk2>
        <a:lt2>
          <a:srgbClr val="FAFACC"/>
        </a:lt2>
        <a:accent1>
          <a:srgbClr val="CC9933"/>
        </a:accent1>
        <a:accent2>
          <a:srgbClr val="8F9967"/>
        </a:accent2>
        <a:accent3>
          <a:srgbClr val="AAACAA"/>
        </a:accent3>
        <a:accent4>
          <a:srgbClr val="D4D4D4"/>
        </a:accent4>
        <a:accent5>
          <a:srgbClr val="E2CAAD"/>
        </a:accent5>
        <a:accent6>
          <a:srgbClr val="818A5D"/>
        </a:accent6>
        <a:hlink>
          <a:srgbClr val="336600"/>
        </a:hlink>
        <a:folHlink>
          <a:srgbClr val="8080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dge 6">
        <a:dk1>
          <a:srgbClr val="333333"/>
        </a:dk1>
        <a:lt1>
          <a:srgbClr val="FFFFFF"/>
        </a:lt1>
        <a:dk2>
          <a:srgbClr val="006699"/>
        </a:dk2>
        <a:lt2>
          <a:srgbClr val="FFFFFF"/>
        </a:lt2>
        <a:accent1>
          <a:srgbClr val="CC9900"/>
        </a:accent1>
        <a:accent2>
          <a:srgbClr val="FF9900"/>
        </a:accent2>
        <a:accent3>
          <a:srgbClr val="AAB8CA"/>
        </a:accent3>
        <a:accent4>
          <a:srgbClr val="DADADA"/>
        </a:accent4>
        <a:accent5>
          <a:srgbClr val="E2CAAA"/>
        </a:accent5>
        <a:accent6>
          <a:srgbClr val="E78A00"/>
        </a:accent6>
        <a:hlink>
          <a:srgbClr val="FFCC00"/>
        </a:hlink>
        <a:folHlink>
          <a:srgbClr val="706F37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dge 7">
        <a:dk1>
          <a:srgbClr val="000000"/>
        </a:dk1>
        <a:lt1>
          <a:srgbClr val="FFFFFF"/>
        </a:lt1>
        <a:dk2>
          <a:srgbClr val="006633"/>
        </a:dk2>
        <a:lt2>
          <a:srgbClr val="5F5F5F"/>
        </a:lt2>
        <a:accent1>
          <a:srgbClr val="CC9900"/>
        </a:accent1>
        <a:accent2>
          <a:srgbClr val="3B812F"/>
        </a:accent2>
        <a:accent3>
          <a:srgbClr val="FFFFFF"/>
        </a:accent3>
        <a:accent4>
          <a:srgbClr val="000000"/>
        </a:accent4>
        <a:accent5>
          <a:srgbClr val="E2CAAA"/>
        </a:accent5>
        <a:accent6>
          <a:srgbClr val="35742A"/>
        </a:accent6>
        <a:hlink>
          <a:srgbClr val="996600"/>
        </a:hlink>
        <a:folHlink>
          <a:srgbClr val="AFBF3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Edge 8">
        <a:dk1>
          <a:srgbClr val="000000"/>
        </a:dk1>
        <a:lt1>
          <a:srgbClr val="FFFFFF"/>
        </a:lt1>
        <a:dk2>
          <a:srgbClr val="CC0000"/>
        </a:dk2>
        <a:lt2>
          <a:srgbClr val="666699"/>
        </a:lt2>
        <a:accent1>
          <a:srgbClr val="808080"/>
        </a:accent1>
        <a:accent2>
          <a:srgbClr val="999933"/>
        </a:accent2>
        <a:accent3>
          <a:srgbClr val="FFFFFF"/>
        </a:accent3>
        <a:accent4>
          <a:srgbClr val="000000"/>
        </a:accent4>
        <a:accent5>
          <a:srgbClr val="C0C0C0"/>
        </a:accent5>
        <a:accent6>
          <a:srgbClr val="8A8A2D"/>
        </a:accent6>
        <a:hlink>
          <a:srgbClr val="4C6D80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Edge 9">
        <a:dk1>
          <a:srgbClr val="000000"/>
        </a:dk1>
        <a:lt1>
          <a:srgbClr val="FFFFFF"/>
        </a:lt1>
        <a:dk2>
          <a:srgbClr val="003399"/>
        </a:dk2>
        <a:lt2>
          <a:srgbClr val="666699"/>
        </a:lt2>
        <a:accent1>
          <a:srgbClr val="009999"/>
        </a:accent1>
        <a:accent2>
          <a:srgbClr val="4C6D4E"/>
        </a:accent2>
        <a:accent3>
          <a:srgbClr val="FFFFFF"/>
        </a:accent3>
        <a:accent4>
          <a:srgbClr val="000000"/>
        </a:accent4>
        <a:accent5>
          <a:srgbClr val="AACACA"/>
        </a:accent5>
        <a:accent6>
          <a:srgbClr val="446246"/>
        </a:accent6>
        <a:hlink>
          <a:srgbClr val="4C6D80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5.xml><?xml version="1.0" encoding="utf-8"?>
<a:theme xmlns:a="http://schemas.openxmlformats.org/drawingml/2006/main" name="13_Edge">
  <a:themeElements>
    <a:clrScheme name="Edge 7">
      <a:dk1>
        <a:srgbClr val="000000"/>
      </a:dk1>
      <a:lt1>
        <a:srgbClr val="FFFFFF"/>
      </a:lt1>
      <a:dk2>
        <a:srgbClr val="006633"/>
      </a:dk2>
      <a:lt2>
        <a:srgbClr val="5F5F5F"/>
      </a:lt2>
      <a:accent1>
        <a:srgbClr val="CC9900"/>
      </a:accent1>
      <a:accent2>
        <a:srgbClr val="3B812F"/>
      </a:accent2>
      <a:accent3>
        <a:srgbClr val="FFFFFF"/>
      </a:accent3>
      <a:accent4>
        <a:srgbClr val="000000"/>
      </a:accent4>
      <a:accent5>
        <a:srgbClr val="E2CAAA"/>
      </a:accent5>
      <a:accent6>
        <a:srgbClr val="35742A"/>
      </a:accent6>
      <a:hlink>
        <a:srgbClr val="996600"/>
      </a:hlink>
      <a:folHlink>
        <a:srgbClr val="AFBF39"/>
      </a:folHlink>
    </a:clrScheme>
    <a:fontScheme name="Edge">
      <a:majorFont>
        <a:latin typeface="Garamond"/>
        <a:ea typeface=""/>
        <a:cs typeface=""/>
      </a:majorFont>
      <a:minorFont>
        <a:latin typeface="Tahom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C0C0C0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C0C0C0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itchFamily="34" charset="0"/>
          </a:defRPr>
        </a:defPPr>
      </a:lstStyle>
    </a:lnDef>
  </a:objectDefaults>
  <a:extraClrSchemeLst>
    <a:extraClrScheme>
      <a:clrScheme name="Edge 1">
        <a:dk1>
          <a:srgbClr val="333333"/>
        </a:dk1>
        <a:lt1>
          <a:srgbClr val="FFFFFF"/>
        </a:lt1>
        <a:dk2>
          <a:srgbClr val="820000"/>
        </a:dk2>
        <a:lt2>
          <a:srgbClr val="FFFFFF"/>
        </a:lt2>
        <a:accent1>
          <a:srgbClr val="FF9900"/>
        </a:accent1>
        <a:accent2>
          <a:srgbClr val="CC3300"/>
        </a:accent2>
        <a:accent3>
          <a:srgbClr val="C1AAAA"/>
        </a:accent3>
        <a:accent4>
          <a:srgbClr val="DADADA"/>
        </a:accent4>
        <a:accent5>
          <a:srgbClr val="FFCAAA"/>
        </a:accent5>
        <a:accent6>
          <a:srgbClr val="B92D00"/>
        </a:accent6>
        <a:hlink>
          <a:srgbClr val="808080"/>
        </a:hlink>
        <a:folHlink>
          <a:srgbClr val="6666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dge 2">
        <a:dk1>
          <a:srgbClr val="333333"/>
        </a:dk1>
        <a:lt1>
          <a:srgbClr val="CCCCFF"/>
        </a:lt1>
        <a:dk2>
          <a:srgbClr val="0B0506"/>
        </a:dk2>
        <a:lt2>
          <a:srgbClr val="FFFFFF"/>
        </a:lt2>
        <a:accent1>
          <a:srgbClr val="3366CC"/>
        </a:accent1>
        <a:accent2>
          <a:srgbClr val="3333CC"/>
        </a:accent2>
        <a:accent3>
          <a:srgbClr val="AAAAAA"/>
        </a:accent3>
        <a:accent4>
          <a:srgbClr val="AEAEDA"/>
        </a:accent4>
        <a:accent5>
          <a:srgbClr val="ADB8E2"/>
        </a:accent5>
        <a:accent6>
          <a:srgbClr val="2D2DB9"/>
        </a:accent6>
        <a:hlink>
          <a:srgbClr val="808080"/>
        </a:hlink>
        <a:folHlink>
          <a:srgbClr val="6666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dge 3">
        <a:dk1>
          <a:srgbClr val="333333"/>
        </a:dk1>
        <a:lt1>
          <a:srgbClr val="FFFFFF"/>
        </a:lt1>
        <a:dk2>
          <a:srgbClr val="221013"/>
        </a:dk2>
        <a:lt2>
          <a:srgbClr val="FFFFFF"/>
        </a:lt2>
        <a:accent1>
          <a:srgbClr val="CC3300"/>
        </a:accent1>
        <a:accent2>
          <a:srgbClr val="CC9900"/>
        </a:accent2>
        <a:accent3>
          <a:srgbClr val="ABAAAA"/>
        </a:accent3>
        <a:accent4>
          <a:srgbClr val="DADADA"/>
        </a:accent4>
        <a:accent5>
          <a:srgbClr val="E2ADAA"/>
        </a:accent5>
        <a:accent6>
          <a:srgbClr val="B98A00"/>
        </a:accent6>
        <a:hlink>
          <a:srgbClr val="808080"/>
        </a:hlink>
        <a:folHlink>
          <a:srgbClr val="6666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dge 4">
        <a:dk1>
          <a:srgbClr val="11054B"/>
        </a:dk1>
        <a:lt1>
          <a:srgbClr val="FFFFFF"/>
        </a:lt1>
        <a:dk2>
          <a:srgbClr val="0000CC"/>
        </a:dk2>
        <a:lt2>
          <a:srgbClr val="FFFFFF"/>
        </a:lt2>
        <a:accent1>
          <a:srgbClr val="FF6600"/>
        </a:accent1>
        <a:accent2>
          <a:srgbClr val="FF3300"/>
        </a:accent2>
        <a:accent3>
          <a:srgbClr val="AAAAE2"/>
        </a:accent3>
        <a:accent4>
          <a:srgbClr val="DADADA"/>
        </a:accent4>
        <a:accent5>
          <a:srgbClr val="FFB8AA"/>
        </a:accent5>
        <a:accent6>
          <a:srgbClr val="E72D00"/>
        </a:accent6>
        <a:hlink>
          <a:srgbClr val="CC9900"/>
        </a:hlink>
        <a:folHlink>
          <a:srgbClr val="B2B2B2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dge 5">
        <a:dk1>
          <a:srgbClr val="9B8D65"/>
        </a:dk1>
        <a:lt1>
          <a:srgbClr val="F8F8F8"/>
        </a:lt1>
        <a:dk2>
          <a:srgbClr val="002600"/>
        </a:dk2>
        <a:lt2>
          <a:srgbClr val="FAFACC"/>
        </a:lt2>
        <a:accent1>
          <a:srgbClr val="CC9933"/>
        </a:accent1>
        <a:accent2>
          <a:srgbClr val="8F9967"/>
        </a:accent2>
        <a:accent3>
          <a:srgbClr val="AAACAA"/>
        </a:accent3>
        <a:accent4>
          <a:srgbClr val="D4D4D4"/>
        </a:accent4>
        <a:accent5>
          <a:srgbClr val="E2CAAD"/>
        </a:accent5>
        <a:accent6>
          <a:srgbClr val="818A5D"/>
        </a:accent6>
        <a:hlink>
          <a:srgbClr val="336600"/>
        </a:hlink>
        <a:folHlink>
          <a:srgbClr val="8080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dge 6">
        <a:dk1>
          <a:srgbClr val="333333"/>
        </a:dk1>
        <a:lt1>
          <a:srgbClr val="FFFFFF"/>
        </a:lt1>
        <a:dk2>
          <a:srgbClr val="006699"/>
        </a:dk2>
        <a:lt2>
          <a:srgbClr val="FFFFFF"/>
        </a:lt2>
        <a:accent1>
          <a:srgbClr val="CC9900"/>
        </a:accent1>
        <a:accent2>
          <a:srgbClr val="FF9900"/>
        </a:accent2>
        <a:accent3>
          <a:srgbClr val="AAB8CA"/>
        </a:accent3>
        <a:accent4>
          <a:srgbClr val="DADADA"/>
        </a:accent4>
        <a:accent5>
          <a:srgbClr val="E2CAAA"/>
        </a:accent5>
        <a:accent6>
          <a:srgbClr val="E78A00"/>
        </a:accent6>
        <a:hlink>
          <a:srgbClr val="FFCC00"/>
        </a:hlink>
        <a:folHlink>
          <a:srgbClr val="706F37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dge 7">
        <a:dk1>
          <a:srgbClr val="000000"/>
        </a:dk1>
        <a:lt1>
          <a:srgbClr val="FFFFFF"/>
        </a:lt1>
        <a:dk2>
          <a:srgbClr val="006633"/>
        </a:dk2>
        <a:lt2>
          <a:srgbClr val="5F5F5F"/>
        </a:lt2>
        <a:accent1>
          <a:srgbClr val="CC9900"/>
        </a:accent1>
        <a:accent2>
          <a:srgbClr val="3B812F"/>
        </a:accent2>
        <a:accent3>
          <a:srgbClr val="FFFFFF"/>
        </a:accent3>
        <a:accent4>
          <a:srgbClr val="000000"/>
        </a:accent4>
        <a:accent5>
          <a:srgbClr val="E2CAAA"/>
        </a:accent5>
        <a:accent6>
          <a:srgbClr val="35742A"/>
        </a:accent6>
        <a:hlink>
          <a:srgbClr val="996600"/>
        </a:hlink>
        <a:folHlink>
          <a:srgbClr val="AFBF3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Edge 8">
        <a:dk1>
          <a:srgbClr val="000000"/>
        </a:dk1>
        <a:lt1>
          <a:srgbClr val="FFFFFF"/>
        </a:lt1>
        <a:dk2>
          <a:srgbClr val="CC0000"/>
        </a:dk2>
        <a:lt2>
          <a:srgbClr val="666699"/>
        </a:lt2>
        <a:accent1>
          <a:srgbClr val="808080"/>
        </a:accent1>
        <a:accent2>
          <a:srgbClr val="999933"/>
        </a:accent2>
        <a:accent3>
          <a:srgbClr val="FFFFFF"/>
        </a:accent3>
        <a:accent4>
          <a:srgbClr val="000000"/>
        </a:accent4>
        <a:accent5>
          <a:srgbClr val="C0C0C0"/>
        </a:accent5>
        <a:accent6>
          <a:srgbClr val="8A8A2D"/>
        </a:accent6>
        <a:hlink>
          <a:srgbClr val="4C6D80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Edge 9">
        <a:dk1>
          <a:srgbClr val="000000"/>
        </a:dk1>
        <a:lt1>
          <a:srgbClr val="FFFFFF"/>
        </a:lt1>
        <a:dk2>
          <a:srgbClr val="003399"/>
        </a:dk2>
        <a:lt2>
          <a:srgbClr val="666699"/>
        </a:lt2>
        <a:accent1>
          <a:srgbClr val="009999"/>
        </a:accent1>
        <a:accent2>
          <a:srgbClr val="4C6D4E"/>
        </a:accent2>
        <a:accent3>
          <a:srgbClr val="FFFFFF"/>
        </a:accent3>
        <a:accent4>
          <a:srgbClr val="000000"/>
        </a:accent4>
        <a:accent5>
          <a:srgbClr val="AACACA"/>
        </a:accent5>
        <a:accent6>
          <a:srgbClr val="446246"/>
        </a:accent6>
        <a:hlink>
          <a:srgbClr val="4C6D80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6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7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9001</TotalTime>
  <Words>3269</Words>
  <Application>Microsoft Office PowerPoint</Application>
  <PresentationFormat>On-screen Show (4:3)</PresentationFormat>
  <Paragraphs>614</Paragraphs>
  <Slides>42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5</vt:i4>
      </vt:variant>
      <vt:variant>
        <vt:lpstr>Slide Titles</vt:lpstr>
      </vt:variant>
      <vt:variant>
        <vt:i4>42</vt:i4>
      </vt:variant>
    </vt:vector>
  </HeadingPairs>
  <TitlesOfParts>
    <vt:vector size="54" baseType="lpstr">
      <vt:lpstr>ＭＳ Ｐゴシック</vt:lpstr>
      <vt:lpstr>Arial</vt:lpstr>
      <vt:lpstr>Calibri</vt:lpstr>
      <vt:lpstr>Garamond</vt:lpstr>
      <vt:lpstr>Tahoma</vt:lpstr>
      <vt:lpstr>Wingdings</vt:lpstr>
      <vt:lpstr>ZapfDingbats</vt:lpstr>
      <vt:lpstr>6_Edge</vt:lpstr>
      <vt:lpstr>7_Edge</vt:lpstr>
      <vt:lpstr>9_Edge</vt:lpstr>
      <vt:lpstr>12_Edge</vt:lpstr>
      <vt:lpstr>13_Edge</vt:lpstr>
      <vt:lpstr>Cache Basics and Operation</vt:lpstr>
      <vt:lpstr>Cache</vt:lpstr>
      <vt:lpstr>Caching Basics</vt:lpstr>
      <vt:lpstr>Cache Abstraction and Metrics</vt:lpstr>
      <vt:lpstr>A Basic Hardware Cache Design</vt:lpstr>
      <vt:lpstr>Blocks and Addressing the Cache</vt:lpstr>
      <vt:lpstr>Direct-Mapped Cache: Placement and Access</vt:lpstr>
      <vt:lpstr>Direct-Mapped Caches</vt:lpstr>
      <vt:lpstr>Set Associativity</vt:lpstr>
      <vt:lpstr>Higher Associativity</vt:lpstr>
      <vt:lpstr>Full Associativity</vt:lpstr>
      <vt:lpstr>Associativity (and Tradeoffs)</vt:lpstr>
      <vt:lpstr>Issues in Set-Associative Caches</vt:lpstr>
      <vt:lpstr>Eviction/Replacement Policy</vt:lpstr>
      <vt:lpstr>Implementing LRU</vt:lpstr>
      <vt:lpstr>Approximations of LRU</vt:lpstr>
      <vt:lpstr>Cache Replacement Policy: LRU or Random</vt:lpstr>
      <vt:lpstr>What Is the Optimal Replacement Policy?</vt:lpstr>
      <vt:lpstr>What’s In A Tag Store Entry?</vt:lpstr>
      <vt:lpstr>Handling Writes (I)</vt:lpstr>
      <vt:lpstr>PowerPoint Presentation</vt:lpstr>
      <vt:lpstr>PowerPoint Presentation</vt:lpstr>
      <vt:lpstr>Cache Parameters vs. Miss/Hit Rate</vt:lpstr>
      <vt:lpstr>Cache Size</vt:lpstr>
      <vt:lpstr>Block Size</vt:lpstr>
      <vt:lpstr>Associativity</vt:lpstr>
      <vt:lpstr>Classification of Cache Misses</vt:lpstr>
      <vt:lpstr>How to Reduce Each Miss Type</vt:lpstr>
      <vt:lpstr>How to Improve Cache Performance</vt:lpstr>
      <vt:lpstr>Restructuring Data Access Patterns (I)</vt:lpstr>
      <vt:lpstr>Restructuring Data Access Patterns (II)</vt:lpstr>
      <vt:lpstr>Restructuring Data Layout (I)</vt:lpstr>
      <vt:lpstr>Restructuring Data Layout (II)</vt:lpstr>
      <vt:lpstr>Cache Optimization</vt:lpstr>
      <vt:lpstr>Six basic cache optimizations</vt:lpstr>
      <vt:lpstr>Bigger caches to reduce miss rate</vt:lpstr>
      <vt:lpstr>Higher associativity to reduce miss rate </vt:lpstr>
      <vt:lpstr>Multilevel caches to reduce miss penalty</vt:lpstr>
      <vt:lpstr>Giving priority to read misses over writes to reduce miss penalty</vt:lpstr>
      <vt:lpstr>Avoiding address translation during indexing of the cache to reduce hit time</vt:lpstr>
      <vt:lpstr>Ten Advanced Optimizations of Cache Performance</vt:lpstr>
      <vt:lpstr>Advanced Cache Optimization</vt:lpstr>
    </vt:vector>
  </TitlesOfParts>
  <Company>Microsoft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18-741  Advanced Computer Architecture Lecture 1: Intro and Basics</dc:title>
  <dc:creator>Onur Mutlu</dc:creator>
  <cp:lastModifiedBy>Dolly Sharma</cp:lastModifiedBy>
  <cp:revision>395</cp:revision>
  <cp:lastPrinted>2017-09-21T09:40:56Z</cp:lastPrinted>
  <dcterms:created xsi:type="dcterms:W3CDTF">2010-09-08T00:51:32Z</dcterms:created>
  <dcterms:modified xsi:type="dcterms:W3CDTF">2019-03-15T04:38:40Z</dcterms:modified>
</cp:coreProperties>
</file>